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9.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42.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4.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96"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Lst>
  <p:sldSz cy="5143500" cx="9144000"/>
  <p:notesSz cx="6858000" cy="9144000"/>
  <p:embeddedFontLst>
    <p:embeddedFont>
      <p:font typeface="Poppins"/>
      <p:regular r:id="rId27"/>
      <p:bold r:id="rId28"/>
      <p:italic r:id="rId29"/>
      <p:boldItalic r:id="rId30"/>
    </p:embeddedFont>
    <p:embeddedFont>
      <p:font typeface="Poppins Light"/>
      <p:regular r:id="rId31"/>
      <p:bold r:id="rId32"/>
      <p:italic r:id="rId33"/>
      <p:boldItalic r:id="rId34"/>
    </p:embeddedFont>
    <p:embeddedFont>
      <p:font typeface="Poppins SemiBold"/>
      <p:regular r:id="rId35"/>
      <p:bold r:id="rId36"/>
      <p:italic r:id="rId37"/>
      <p:boldItalic r:id="rId38"/>
    </p:embeddedFont>
    <p:embeddedFont>
      <p:font typeface="Poppins ExtraBold"/>
      <p:bold r:id="rId39"/>
      <p:boldItalic r:id="rId4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466">
          <p15:clr>
            <a:srgbClr val="9AA0A6"/>
          </p15:clr>
        </p15:guide>
        <p15:guide id="2" pos="455">
          <p15:clr>
            <a:srgbClr val="9AA0A6"/>
          </p15:clr>
        </p15:guide>
        <p15:guide id="3" pos="5305">
          <p15:clr>
            <a:srgbClr val="9AA0A6"/>
          </p15:clr>
        </p15:guide>
        <p15:guide id="4" orient="horz" pos="174">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466" orient="horz"/>
        <p:guide pos="455"/>
        <p:guide pos="5305"/>
        <p:guide pos="174"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PoppinsExtraBold-bold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font" Target="fonts/PoppinsLight-regular.fntdata"/><Relationship Id="rId30" Type="http://schemas.openxmlformats.org/officeDocument/2006/relationships/font" Target="fonts/Poppins-boldItalic.fntdata"/><Relationship Id="rId33" Type="http://schemas.openxmlformats.org/officeDocument/2006/relationships/font" Target="fonts/PoppinsLight-italic.fntdata"/><Relationship Id="rId32" Type="http://schemas.openxmlformats.org/officeDocument/2006/relationships/font" Target="fonts/PoppinsLight-bold.fntdata"/><Relationship Id="rId35" Type="http://schemas.openxmlformats.org/officeDocument/2006/relationships/font" Target="fonts/PoppinsSemiBold-regular.fntdata"/><Relationship Id="rId34" Type="http://schemas.openxmlformats.org/officeDocument/2006/relationships/font" Target="fonts/PoppinsLight-boldItalic.fntdata"/><Relationship Id="rId37" Type="http://schemas.openxmlformats.org/officeDocument/2006/relationships/font" Target="fonts/PoppinsSemiBold-italic.fntdata"/><Relationship Id="rId36" Type="http://schemas.openxmlformats.org/officeDocument/2006/relationships/font" Target="fonts/PoppinsSemiBold-bold.fntdata"/><Relationship Id="rId39" Type="http://schemas.openxmlformats.org/officeDocument/2006/relationships/font" Target="fonts/PoppinsExtraBold-bold.fntdata"/><Relationship Id="rId38" Type="http://schemas.openxmlformats.org/officeDocument/2006/relationships/font" Target="fonts/PoppinsSemiBold-boldItalic.fntdata"/><Relationship Id="rId20" Type="http://schemas.openxmlformats.org/officeDocument/2006/relationships/slide" Target="slides/slide15.xml"/><Relationship Id="rId22" Type="http://schemas.openxmlformats.org/officeDocument/2006/relationships/slide" Target="slides/slide17.xml"/><Relationship Id="rId21" Type="http://schemas.openxmlformats.org/officeDocument/2006/relationships/slide" Target="slides/slide16.xml"/><Relationship Id="rId24" Type="http://schemas.openxmlformats.org/officeDocument/2006/relationships/slide" Target="slides/slide19.xml"/><Relationship Id="rId23" Type="http://schemas.openxmlformats.org/officeDocument/2006/relationships/slide" Target="slides/slide18.xml"/><Relationship Id="rId26" Type="http://schemas.openxmlformats.org/officeDocument/2006/relationships/slide" Target="slides/slide21.xml"/><Relationship Id="rId25" Type="http://schemas.openxmlformats.org/officeDocument/2006/relationships/slide" Target="slides/slide20.xml"/><Relationship Id="rId28" Type="http://schemas.openxmlformats.org/officeDocument/2006/relationships/font" Target="fonts/Poppins-bold.fntdata"/><Relationship Id="rId27" Type="http://schemas.openxmlformats.org/officeDocument/2006/relationships/font" Target="fonts/Poppins-regular.fntdata"/><Relationship Id="rId29" Type="http://schemas.openxmlformats.org/officeDocument/2006/relationships/font" Target="fonts/Poppins-italic.fntdata"/><Relationship Id="rId11" Type="http://schemas.openxmlformats.org/officeDocument/2006/relationships/slide" Target="slides/slide6.xml"/><Relationship Id="rId10" Type="http://schemas.openxmlformats.org/officeDocument/2006/relationships/slide" Target="slides/slide5.xml"/><Relationship Id="rId13" Type="http://schemas.openxmlformats.org/officeDocument/2006/relationships/slide" Target="slides/slide8.xml"/><Relationship Id="rId12" Type="http://schemas.openxmlformats.org/officeDocument/2006/relationships/slide" Target="slides/slide7.xml"/><Relationship Id="rId15" Type="http://schemas.openxmlformats.org/officeDocument/2006/relationships/slide" Target="slides/slide10.xml"/><Relationship Id="rId14" Type="http://schemas.openxmlformats.org/officeDocument/2006/relationships/slide" Target="slides/slide9.xml"/><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59" name="Shape 11459"/>
        <p:cNvGrpSpPr/>
        <p:nvPr/>
      </p:nvGrpSpPr>
      <p:grpSpPr>
        <a:xfrm>
          <a:off x="0" y="0"/>
          <a:ext cx="0" cy="0"/>
          <a:chOff x="0" y="0"/>
          <a:chExt cx="0" cy="0"/>
        </a:xfrm>
      </p:grpSpPr>
      <p:sp>
        <p:nvSpPr>
          <p:cNvPr id="11460" name="Google Shape;1146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1461" name="Google Shape;1146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7" name="Shape 11467"/>
        <p:cNvGrpSpPr/>
        <p:nvPr/>
      </p:nvGrpSpPr>
      <p:grpSpPr>
        <a:xfrm>
          <a:off x="0" y="0"/>
          <a:ext cx="0" cy="0"/>
          <a:chOff x="0" y="0"/>
          <a:chExt cx="0" cy="0"/>
        </a:xfrm>
      </p:grpSpPr>
      <p:sp>
        <p:nvSpPr>
          <p:cNvPr id="11468" name="Google Shape;11468;ga5475f15f3_2_39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9" name="Google Shape;11469;ga5475f15f3_2_39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7" name="Shape 11547"/>
        <p:cNvGrpSpPr/>
        <p:nvPr/>
      </p:nvGrpSpPr>
      <p:grpSpPr>
        <a:xfrm>
          <a:off x="0" y="0"/>
          <a:ext cx="0" cy="0"/>
          <a:chOff x="0" y="0"/>
          <a:chExt cx="0" cy="0"/>
        </a:xfrm>
      </p:grpSpPr>
      <p:sp>
        <p:nvSpPr>
          <p:cNvPr id="11548" name="Google Shape;11548;g3b8b6bfe52c_0_7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49" name="Google Shape;11549;g3b8b6bfe52c_0_7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13" name="Shape 11613"/>
        <p:cNvGrpSpPr/>
        <p:nvPr/>
      </p:nvGrpSpPr>
      <p:grpSpPr>
        <a:xfrm>
          <a:off x="0" y="0"/>
          <a:ext cx="0" cy="0"/>
          <a:chOff x="0" y="0"/>
          <a:chExt cx="0" cy="0"/>
        </a:xfrm>
      </p:grpSpPr>
      <p:sp>
        <p:nvSpPr>
          <p:cNvPr id="11614" name="Google Shape;11614;ga5475f15f3_2_39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15" name="Google Shape;11615;ga5475f15f3_2_39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51" name="Shape 11651"/>
        <p:cNvGrpSpPr/>
        <p:nvPr/>
      </p:nvGrpSpPr>
      <p:grpSpPr>
        <a:xfrm>
          <a:off x="0" y="0"/>
          <a:ext cx="0" cy="0"/>
          <a:chOff x="0" y="0"/>
          <a:chExt cx="0" cy="0"/>
        </a:xfrm>
      </p:grpSpPr>
      <p:sp>
        <p:nvSpPr>
          <p:cNvPr id="11652" name="Google Shape;11652;g392b8aa587d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53" name="Google Shape;11653;g392b8aa587d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81" name="Shape 11681"/>
        <p:cNvGrpSpPr/>
        <p:nvPr/>
      </p:nvGrpSpPr>
      <p:grpSpPr>
        <a:xfrm>
          <a:off x="0" y="0"/>
          <a:ext cx="0" cy="0"/>
          <a:chOff x="0" y="0"/>
          <a:chExt cx="0" cy="0"/>
        </a:xfrm>
      </p:grpSpPr>
      <p:sp>
        <p:nvSpPr>
          <p:cNvPr id="11682" name="Google Shape;11682;g392b8aa587d_9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83" name="Google Shape;11683;g392b8aa587d_9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84" name="Shape 11784"/>
        <p:cNvGrpSpPr/>
        <p:nvPr/>
      </p:nvGrpSpPr>
      <p:grpSpPr>
        <a:xfrm>
          <a:off x="0" y="0"/>
          <a:ext cx="0" cy="0"/>
          <a:chOff x="0" y="0"/>
          <a:chExt cx="0" cy="0"/>
        </a:xfrm>
      </p:grpSpPr>
      <p:sp>
        <p:nvSpPr>
          <p:cNvPr id="11785" name="Google Shape;11785;g392b8aa587d_9_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86" name="Google Shape;11786;g392b8aa587d_9_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87" name="Shape 11887"/>
        <p:cNvGrpSpPr/>
        <p:nvPr/>
      </p:nvGrpSpPr>
      <p:grpSpPr>
        <a:xfrm>
          <a:off x="0" y="0"/>
          <a:ext cx="0" cy="0"/>
          <a:chOff x="0" y="0"/>
          <a:chExt cx="0" cy="0"/>
        </a:xfrm>
      </p:grpSpPr>
      <p:sp>
        <p:nvSpPr>
          <p:cNvPr id="11888" name="Google Shape;11888;g392b8aa587d_2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89" name="Google Shape;11889;g392b8aa587d_2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94" name="Shape 11894"/>
        <p:cNvGrpSpPr/>
        <p:nvPr/>
      </p:nvGrpSpPr>
      <p:grpSpPr>
        <a:xfrm>
          <a:off x="0" y="0"/>
          <a:ext cx="0" cy="0"/>
          <a:chOff x="0" y="0"/>
          <a:chExt cx="0" cy="0"/>
        </a:xfrm>
      </p:grpSpPr>
      <p:sp>
        <p:nvSpPr>
          <p:cNvPr id="11895" name="Google Shape;11895;ga5475f15f3_2_40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96" name="Google Shape;11896;ga5475f15f3_2_40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36" name="Shape 11936"/>
        <p:cNvGrpSpPr/>
        <p:nvPr/>
      </p:nvGrpSpPr>
      <p:grpSpPr>
        <a:xfrm>
          <a:off x="0" y="0"/>
          <a:ext cx="0" cy="0"/>
          <a:chOff x="0" y="0"/>
          <a:chExt cx="0" cy="0"/>
        </a:xfrm>
      </p:grpSpPr>
      <p:sp>
        <p:nvSpPr>
          <p:cNvPr id="11937" name="Google Shape;11937;g3b8b6bfe52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38" name="Google Shape;11938;g3b8b6bfe52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16" name="Shape 12716"/>
        <p:cNvGrpSpPr/>
        <p:nvPr/>
      </p:nvGrpSpPr>
      <p:grpSpPr>
        <a:xfrm>
          <a:off x="0" y="0"/>
          <a:ext cx="0" cy="0"/>
          <a:chOff x="0" y="0"/>
          <a:chExt cx="0" cy="0"/>
        </a:xfrm>
      </p:grpSpPr>
      <p:sp>
        <p:nvSpPr>
          <p:cNvPr id="12717" name="Google Shape;12717;g3927a08411f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18" name="Google Shape;12718;g3927a08411f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94" name="Shape 13494"/>
        <p:cNvGrpSpPr/>
        <p:nvPr/>
      </p:nvGrpSpPr>
      <p:grpSpPr>
        <a:xfrm>
          <a:off x="0" y="0"/>
          <a:ext cx="0" cy="0"/>
          <a:chOff x="0" y="0"/>
          <a:chExt cx="0" cy="0"/>
        </a:xfrm>
      </p:grpSpPr>
      <p:sp>
        <p:nvSpPr>
          <p:cNvPr id="13495" name="Google Shape;13495;g3927a08411f_0_7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96" name="Google Shape;13496;g3927a08411f_0_7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74" name="Shape 14274"/>
        <p:cNvGrpSpPr/>
        <p:nvPr/>
      </p:nvGrpSpPr>
      <p:grpSpPr>
        <a:xfrm>
          <a:off x="0" y="0"/>
          <a:ext cx="0" cy="0"/>
          <a:chOff x="0" y="0"/>
          <a:chExt cx="0" cy="0"/>
        </a:xfrm>
      </p:grpSpPr>
      <p:sp>
        <p:nvSpPr>
          <p:cNvPr id="14275" name="Google Shape;14275;ga74c21d08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76" name="Google Shape;14276;ga74c21d08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50" name="Shape 14350"/>
        <p:cNvGrpSpPr/>
        <p:nvPr/>
      </p:nvGrpSpPr>
      <p:grpSpPr>
        <a:xfrm>
          <a:off x="0" y="0"/>
          <a:ext cx="0" cy="0"/>
          <a:chOff x="0" y="0"/>
          <a:chExt cx="0" cy="0"/>
        </a:xfrm>
      </p:grpSpPr>
      <p:sp>
        <p:nvSpPr>
          <p:cNvPr id="14351" name="Google Shape;14351;g392b8aa587d_9_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52" name="Google Shape;14352;g392b8aa587d_9_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66" name="Shape 14466"/>
        <p:cNvGrpSpPr/>
        <p:nvPr/>
      </p:nvGrpSpPr>
      <p:grpSpPr>
        <a:xfrm>
          <a:off x="0" y="0"/>
          <a:ext cx="0" cy="0"/>
          <a:chOff x="0" y="0"/>
          <a:chExt cx="0" cy="0"/>
        </a:xfrm>
      </p:grpSpPr>
      <p:sp>
        <p:nvSpPr>
          <p:cNvPr id="14467" name="Google Shape;14467;gbfa63c2aac_0_1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68" name="Google Shape;14468;gbfa63c2aac_0_1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29" name="Shape 15429"/>
        <p:cNvGrpSpPr/>
        <p:nvPr/>
      </p:nvGrpSpPr>
      <p:grpSpPr>
        <a:xfrm>
          <a:off x="0" y="0"/>
          <a:ext cx="0" cy="0"/>
          <a:chOff x="0" y="0"/>
          <a:chExt cx="0" cy="0"/>
        </a:xfrm>
      </p:grpSpPr>
      <p:sp>
        <p:nvSpPr>
          <p:cNvPr id="15430" name="Google Shape;15430;g392b8aa587d_9_4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31" name="Google Shape;15431;g392b8aa587d_9_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62" name="Shape 15462"/>
        <p:cNvGrpSpPr/>
        <p:nvPr/>
      </p:nvGrpSpPr>
      <p:grpSpPr>
        <a:xfrm>
          <a:off x="0" y="0"/>
          <a:ext cx="0" cy="0"/>
          <a:chOff x="0" y="0"/>
          <a:chExt cx="0" cy="0"/>
        </a:xfrm>
      </p:grpSpPr>
      <p:sp>
        <p:nvSpPr>
          <p:cNvPr id="15463" name="Google Shape;15463;g392b8aa587d_9_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64" name="Google Shape;15464;g392b8aa587d_9_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95" name="Shape 15495"/>
        <p:cNvGrpSpPr/>
        <p:nvPr/>
      </p:nvGrpSpPr>
      <p:grpSpPr>
        <a:xfrm>
          <a:off x="0" y="0"/>
          <a:ext cx="0" cy="0"/>
          <a:chOff x="0" y="0"/>
          <a:chExt cx="0" cy="0"/>
        </a:xfrm>
      </p:grpSpPr>
      <p:sp>
        <p:nvSpPr>
          <p:cNvPr id="15496" name="Google Shape;15496;ga5475f15f3_2_4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97" name="Google Shape;15497;ga5475f15f3_2_4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69" name="Shape 15569"/>
        <p:cNvGrpSpPr/>
        <p:nvPr/>
      </p:nvGrpSpPr>
      <p:grpSpPr>
        <a:xfrm>
          <a:off x="0" y="0"/>
          <a:ext cx="0" cy="0"/>
          <a:chOff x="0" y="0"/>
          <a:chExt cx="0" cy="0"/>
        </a:xfrm>
      </p:grpSpPr>
      <p:sp>
        <p:nvSpPr>
          <p:cNvPr id="15570" name="Google Shape;15570;g392b9fde568_2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71" name="Google Shape;15571;g392b9fde568_2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32" name="Shape 15832"/>
        <p:cNvGrpSpPr/>
        <p:nvPr/>
      </p:nvGrpSpPr>
      <p:grpSpPr>
        <a:xfrm>
          <a:off x="0" y="0"/>
          <a:ext cx="0" cy="0"/>
          <a:chOff x="0" y="0"/>
          <a:chExt cx="0" cy="0"/>
        </a:xfrm>
      </p:grpSpPr>
      <p:sp>
        <p:nvSpPr>
          <p:cNvPr id="15833" name="Google Shape;15833;g392b9fde568_5_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34" name="Google Shape;15834;g392b9fde568_5_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39" name="Shape 15839"/>
        <p:cNvGrpSpPr/>
        <p:nvPr/>
      </p:nvGrpSpPr>
      <p:grpSpPr>
        <a:xfrm>
          <a:off x="0" y="0"/>
          <a:ext cx="0" cy="0"/>
          <a:chOff x="0" y="0"/>
          <a:chExt cx="0" cy="0"/>
        </a:xfrm>
      </p:grpSpPr>
      <p:sp>
        <p:nvSpPr>
          <p:cNvPr id="15840" name="Google Shape;15840;g392b9fde568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41" name="Google Shape;15841;g392b9fde568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2"/>
        </a:solidFill>
      </p:bgPr>
    </p:bg>
    <p:spTree>
      <p:nvGrpSpPr>
        <p:cNvPr id="9" name="Shape 9"/>
        <p:cNvGrpSpPr/>
        <p:nvPr/>
      </p:nvGrpSpPr>
      <p:grpSpPr>
        <a:xfrm>
          <a:off x="0" y="0"/>
          <a:ext cx="0" cy="0"/>
          <a:chOff x="0" y="0"/>
          <a:chExt cx="0" cy="0"/>
        </a:xfrm>
      </p:grpSpPr>
      <p:sp>
        <p:nvSpPr>
          <p:cNvPr id="10" name="Google Shape;10;p2"/>
          <p:cNvSpPr/>
          <p:nvPr/>
        </p:nvSpPr>
        <p:spPr>
          <a:xfrm>
            <a:off x="6531844" y="-140930"/>
            <a:ext cx="1685899" cy="982051"/>
          </a:xfrm>
          <a:custGeom>
            <a:rect b="b" l="l" r="r" t="t"/>
            <a:pathLst>
              <a:path extrusionOk="0" h="23480" w="40306">
                <a:moveTo>
                  <a:pt x="39942" y="0"/>
                </a:moveTo>
                <a:lnTo>
                  <a:pt x="26630" y="23061"/>
                </a:lnTo>
                <a:lnTo>
                  <a:pt x="1" y="23061"/>
                </a:lnTo>
                <a:lnTo>
                  <a:pt x="210" y="23479"/>
                </a:lnTo>
                <a:lnTo>
                  <a:pt x="26871" y="23479"/>
                </a:lnTo>
                <a:lnTo>
                  <a:pt x="40306" y="209"/>
                </a:lnTo>
                <a:lnTo>
                  <a:pt x="39942"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6027125" y="-1061650"/>
            <a:ext cx="2075899" cy="1797680"/>
          </a:xfrm>
          <a:custGeom>
            <a:rect b="b" l="l" r="r" t="t"/>
            <a:pathLst>
              <a:path extrusionOk="0" h="42981" w="49630">
                <a:moveTo>
                  <a:pt x="12407" y="0"/>
                </a:moveTo>
                <a:lnTo>
                  <a:pt x="0" y="21490"/>
                </a:lnTo>
                <a:lnTo>
                  <a:pt x="12407" y="42980"/>
                </a:lnTo>
                <a:lnTo>
                  <a:pt x="37222" y="42980"/>
                </a:lnTo>
                <a:lnTo>
                  <a:pt x="49629" y="21490"/>
                </a:lnTo>
                <a:lnTo>
                  <a:pt x="372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 name="Google Shape;12;p2"/>
          <p:cNvGrpSpPr/>
          <p:nvPr/>
        </p:nvGrpSpPr>
        <p:grpSpPr>
          <a:xfrm>
            <a:off x="5954876" y="961438"/>
            <a:ext cx="2002360" cy="28725"/>
            <a:chOff x="6505625" y="2212725"/>
            <a:chExt cx="876575" cy="12575"/>
          </a:xfrm>
        </p:grpSpPr>
        <p:sp>
          <p:nvSpPr>
            <p:cNvPr id="13" name="Google Shape;13;p2"/>
            <p:cNvSpPr/>
            <p:nvPr/>
          </p:nvSpPr>
          <p:spPr>
            <a:xfrm>
              <a:off x="7132475" y="2212725"/>
              <a:ext cx="14650" cy="12575"/>
            </a:xfrm>
            <a:custGeom>
              <a:rect b="b" l="l" r="r" t="t"/>
              <a:pathLst>
                <a:path extrusionOk="0" h="503" w="586">
                  <a:moveTo>
                    <a:pt x="253" y="0"/>
                  </a:moveTo>
                  <a:cubicBezTo>
                    <a:pt x="124" y="0"/>
                    <a:pt x="0" y="100"/>
                    <a:pt x="0" y="251"/>
                  </a:cubicBezTo>
                  <a:cubicBezTo>
                    <a:pt x="0" y="389"/>
                    <a:pt x="112" y="503"/>
                    <a:pt x="250" y="503"/>
                  </a:cubicBezTo>
                  <a:cubicBezTo>
                    <a:pt x="475" y="501"/>
                    <a:pt x="585" y="232"/>
                    <a:pt x="428" y="74"/>
                  </a:cubicBezTo>
                  <a:cubicBezTo>
                    <a:pt x="377" y="23"/>
                    <a:pt x="314" y="0"/>
                    <a:pt x="25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054100" y="2212725"/>
              <a:ext cx="14700" cy="12575"/>
            </a:xfrm>
            <a:custGeom>
              <a:rect b="b" l="l" r="r" t="t"/>
              <a:pathLst>
                <a:path extrusionOk="0" h="503" w="588">
                  <a:moveTo>
                    <a:pt x="253" y="0"/>
                  </a:moveTo>
                  <a:cubicBezTo>
                    <a:pt x="124" y="0"/>
                    <a:pt x="0" y="100"/>
                    <a:pt x="0" y="251"/>
                  </a:cubicBezTo>
                  <a:cubicBezTo>
                    <a:pt x="0" y="389"/>
                    <a:pt x="113" y="503"/>
                    <a:pt x="252" y="503"/>
                  </a:cubicBezTo>
                  <a:cubicBezTo>
                    <a:pt x="475" y="501"/>
                    <a:pt x="587" y="232"/>
                    <a:pt x="429" y="74"/>
                  </a:cubicBezTo>
                  <a:cubicBezTo>
                    <a:pt x="378" y="23"/>
                    <a:pt x="315" y="0"/>
                    <a:pt x="25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6975775" y="2212725"/>
              <a:ext cx="14650" cy="12575"/>
            </a:xfrm>
            <a:custGeom>
              <a:rect b="b" l="l" r="r" t="t"/>
              <a:pathLst>
                <a:path extrusionOk="0" h="503" w="586">
                  <a:moveTo>
                    <a:pt x="253" y="0"/>
                  </a:moveTo>
                  <a:cubicBezTo>
                    <a:pt x="124" y="0"/>
                    <a:pt x="0" y="100"/>
                    <a:pt x="0" y="251"/>
                  </a:cubicBezTo>
                  <a:cubicBezTo>
                    <a:pt x="0" y="389"/>
                    <a:pt x="112" y="503"/>
                    <a:pt x="250" y="503"/>
                  </a:cubicBezTo>
                  <a:cubicBezTo>
                    <a:pt x="473" y="503"/>
                    <a:pt x="585" y="232"/>
                    <a:pt x="428" y="74"/>
                  </a:cubicBezTo>
                  <a:cubicBezTo>
                    <a:pt x="377" y="23"/>
                    <a:pt x="314" y="0"/>
                    <a:pt x="25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6897400" y="2212725"/>
              <a:ext cx="14675" cy="12575"/>
            </a:xfrm>
            <a:custGeom>
              <a:rect b="b" l="l" r="r" t="t"/>
              <a:pathLst>
                <a:path extrusionOk="0" h="503" w="587">
                  <a:moveTo>
                    <a:pt x="253" y="0"/>
                  </a:moveTo>
                  <a:cubicBezTo>
                    <a:pt x="124" y="0"/>
                    <a:pt x="0" y="100"/>
                    <a:pt x="0" y="251"/>
                  </a:cubicBezTo>
                  <a:cubicBezTo>
                    <a:pt x="0" y="389"/>
                    <a:pt x="113" y="503"/>
                    <a:pt x="252" y="503"/>
                  </a:cubicBezTo>
                  <a:cubicBezTo>
                    <a:pt x="475" y="503"/>
                    <a:pt x="587" y="232"/>
                    <a:pt x="429" y="74"/>
                  </a:cubicBezTo>
                  <a:cubicBezTo>
                    <a:pt x="378" y="23"/>
                    <a:pt x="315" y="0"/>
                    <a:pt x="25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7367550" y="2212725"/>
              <a:ext cx="14650" cy="12575"/>
            </a:xfrm>
            <a:custGeom>
              <a:rect b="b" l="l" r="r" t="t"/>
              <a:pathLst>
                <a:path extrusionOk="0" h="503" w="586">
                  <a:moveTo>
                    <a:pt x="253" y="0"/>
                  </a:moveTo>
                  <a:cubicBezTo>
                    <a:pt x="124" y="0"/>
                    <a:pt x="0" y="100"/>
                    <a:pt x="0" y="251"/>
                  </a:cubicBezTo>
                  <a:cubicBezTo>
                    <a:pt x="0" y="389"/>
                    <a:pt x="112" y="503"/>
                    <a:pt x="250" y="503"/>
                  </a:cubicBezTo>
                  <a:cubicBezTo>
                    <a:pt x="473" y="503"/>
                    <a:pt x="585" y="232"/>
                    <a:pt x="427" y="74"/>
                  </a:cubicBezTo>
                  <a:cubicBezTo>
                    <a:pt x="377" y="23"/>
                    <a:pt x="314" y="0"/>
                    <a:pt x="25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7289175" y="2212725"/>
              <a:ext cx="14675" cy="12575"/>
            </a:xfrm>
            <a:custGeom>
              <a:rect b="b" l="l" r="r" t="t"/>
              <a:pathLst>
                <a:path extrusionOk="0" h="503" w="587">
                  <a:moveTo>
                    <a:pt x="254" y="0"/>
                  </a:moveTo>
                  <a:cubicBezTo>
                    <a:pt x="125" y="0"/>
                    <a:pt x="2" y="100"/>
                    <a:pt x="2" y="251"/>
                  </a:cubicBezTo>
                  <a:cubicBezTo>
                    <a:pt x="0" y="389"/>
                    <a:pt x="114" y="503"/>
                    <a:pt x="252" y="503"/>
                  </a:cubicBezTo>
                  <a:cubicBezTo>
                    <a:pt x="475" y="503"/>
                    <a:pt x="587" y="232"/>
                    <a:pt x="429" y="74"/>
                  </a:cubicBezTo>
                  <a:cubicBezTo>
                    <a:pt x="378" y="23"/>
                    <a:pt x="316" y="0"/>
                    <a:pt x="25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7210800" y="2212725"/>
              <a:ext cx="14700" cy="12575"/>
            </a:xfrm>
            <a:custGeom>
              <a:rect b="b" l="l" r="r" t="t"/>
              <a:pathLst>
                <a:path extrusionOk="0" h="503" w="588">
                  <a:moveTo>
                    <a:pt x="255" y="0"/>
                  </a:moveTo>
                  <a:cubicBezTo>
                    <a:pt x="126" y="0"/>
                    <a:pt x="2" y="100"/>
                    <a:pt x="2" y="251"/>
                  </a:cubicBezTo>
                  <a:cubicBezTo>
                    <a:pt x="0" y="389"/>
                    <a:pt x="113" y="503"/>
                    <a:pt x="252" y="503"/>
                  </a:cubicBezTo>
                  <a:cubicBezTo>
                    <a:pt x="475" y="501"/>
                    <a:pt x="587" y="232"/>
                    <a:pt x="429" y="74"/>
                  </a:cubicBezTo>
                  <a:cubicBezTo>
                    <a:pt x="379" y="23"/>
                    <a:pt x="316" y="0"/>
                    <a:pt x="25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6819025" y="2212725"/>
              <a:ext cx="14700" cy="12575"/>
            </a:xfrm>
            <a:custGeom>
              <a:rect b="b" l="l" r="r" t="t"/>
              <a:pathLst>
                <a:path extrusionOk="0" h="503" w="588">
                  <a:moveTo>
                    <a:pt x="254" y="0"/>
                  </a:moveTo>
                  <a:cubicBezTo>
                    <a:pt x="125" y="0"/>
                    <a:pt x="1" y="100"/>
                    <a:pt x="1" y="251"/>
                  </a:cubicBezTo>
                  <a:cubicBezTo>
                    <a:pt x="1" y="389"/>
                    <a:pt x="113" y="503"/>
                    <a:pt x="252" y="503"/>
                  </a:cubicBezTo>
                  <a:cubicBezTo>
                    <a:pt x="475" y="503"/>
                    <a:pt x="587" y="232"/>
                    <a:pt x="430" y="74"/>
                  </a:cubicBezTo>
                  <a:cubicBezTo>
                    <a:pt x="379" y="23"/>
                    <a:pt x="316" y="0"/>
                    <a:pt x="25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6740700" y="2212725"/>
              <a:ext cx="14650" cy="12575"/>
            </a:xfrm>
            <a:custGeom>
              <a:rect b="b" l="l" r="r" t="t"/>
              <a:pathLst>
                <a:path extrusionOk="0" h="503" w="586">
                  <a:moveTo>
                    <a:pt x="253" y="0"/>
                  </a:moveTo>
                  <a:cubicBezTo>
                    <a:pt x="124" y="0"/>
                    <a:pt x="0" y="100"/>
                    <a:pt x="0" y="251"/>
                  </a:cubicBezTo>
                  <a:cubicBezTo>
                    <a:pt x="0" y="389"/>
                    <a:pt x="113" y="503"/>
                    <a:pt x="250" y="503"/>
                  </a:cubicBezTo>
                  <a:cubicBezTo>
                    <a:pt x="475" y="501"/>
                    <a:pt x="585" y="232"/>
                    <a:pt x="428" y="74"/>
                  </a:cubicBezTo>
                  <a:cubicBezTo>
                    <a:pt x="377" y="23"/>
                    <a:pt x="314" y="0"/>
                    <a:pt x="25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6662325" y="2212725"/>
              <a:ext cx="14700" cy="12575"/>
            </a:xfrm>
            <a:custGeom>
              <a:rect b="b" l="l" r="r" t="t"/>
              <a:pathLst>
                <a:path extrusionOk="0" h="503" w="588">
                  <a:moveTo>
                    <a:pt x="254" y="0"/>
                  </a:moveTo>
                  <a:cubicBezTo>
                    <a:pt x="124" y="0"/>
                    <a:pt x="1" y="100"/>
                    <a:pt x="1" y="251"/>
                  </a:cubicBezTo>
                  <a:cubicBezTo>
                    <a:pt x="1" y="389"/>
                    <a:pt x="113" y="503"/>
                    <a:pt x="252" y="503"/>
                  </a:cubicBezTo>
                  <a:cubicBezTo>
                    <a:pt x="475" y="501"/>
                    <a:pt x="587" y="232"/>
                    <a:pt x="430" y="74"/>
                  </a:cubicBezTo>
                  <a:cubicBezTo>
                    <a:pt x="378" y="23"/>
                    <a:pt x="315" y="0"/>
                    <a:pt x="25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6584000" y="2212725"/>
              <a:ext cx="14650" cy="12575"/>
            </a:xfrm>
            <a:custGeom>
              <a:rect b="b" l="l" r="r" t="t"/>
              <a:pathLst>
                <a:path extrusionOk="0" h="503" w="586">
                  <a:moveTo>
                    <a:pt x="253" y="0"/>
                  </a:moveTo>
                  <a:cubicBezTo>
                    <a:pt x="124" y="0"/>
                    <a:pt x="0" y="100"/>
                    <a:pt x="0" y="251"/>
                  </a:cubicBezTo>
                  <a:cubicBezTo>
                    <a:pt x="0" y="389"/>
                    <a:pt x="112" y="503"/>
                    <a:pt x="250" y="503"/>
                  </a:cubicBezTo>
                  <a:cubicBezTo>
                    <a:pt x="473" y="503"/>
                    <a:pt x="585" y="232"/>
                    <a:pt x="428" y="74"/>
                  </a:cubicBezTo>
                  <a:cubicBezTo>
                    <a:pt x="377" y="23"/>
                    <a:pt x="314" y="0"/>
                    <a:pt x="25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6505625" y="2212725"/>
              <a:ext cx="14700" cy="12575"/>
            </a:xfrm>
            <a:custGeom>
              <a:rect b="b" l="l" r="r" t="t"/>
              <a:pathLst>
                <a:path extrusionOk="0" h="503" w="588">
                  <a:moveTo>
                    <a:pt x="254" y="0"/>
                  </a:moveTo>
                  <a:cubicBezTo>
                    <a:pt x="124" y="0"/>
                    <a:pt x="1" y="100"/>
                    <a:pt x="1" y="251"/>
                  </a:cubicBezTo>
                  <a:cubicBezTo>
                    <a:pt x="1" y="389"/>
                    <a:pt x="113" y="503"/>
                    <a:pt x="252" y="503"/>
                  </a:cubicBezTo>
                  <a:cubicBezTo>
                    <a:pt x="475" y="503"/>
                    <a:pt x="587" y="232"/>
                    <a:pt x="429" y="74"/>
                  </a:cubicBezTo>
                  <a:cubicBezTo>
                    <a:pt x="378" y="23"/>
                    <a:pt x="315" y="0"/>
                    <a:pt x="25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 name="Google Shape;25;p2"/>
          <p:cNvSpPr/>
          <p:nvPr/>
        </p:nvSpPr>
        <p:spPr>
          <a:xfrm>
            <a:off x="8240751" y="532575"/>
            <a:ext cx="1136717" cy="1296439"/>
          </a:xfrm>
          <a:custGeom>
            <a:rect b="b" l="l" r="r" t="t"/>
            <a:pathLst>
              <a:path extrusionOk="0" h="28133" w="24667">
                <a:moveTo>
                  <a:pt x="24457" y="361"/>
                </a:moveTo>
                <a:lnTo>
                  <a:pt x="24457" y="27772"/>
                </a:lnTo>
                <a:lnTo>
                  <a:pt x="422" y="14066"/>
                </a:lnTo>
                <a:lnTo>
                  <a:pt x="24457" y="361"/>
                </a:lnTo>
                <a:close/>
                <a:moveTo>
                  <a:pt x="24667" y="0"/>
                </a:moveTo>
                <a:lnTo>
                  <a:pt x="1" y="14066"/>
                </a:lnTo>
                <a:lnTo>
                  <a:pt x="24667" y="28133"/>
                </a:lnTo>
                <a:lnTo>
                  <a:pt x="24667"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8278216" y="969619"/>
            <a:ext cx="1136717" cy="1296439"/>
          </a:xfrm>
          <a:custGeom>
            <a:rect b="b" l="l" r="r" t="t"/>
            <a:pathLst>
              <a:path extrusionOk="0" h="28133" w="24667">
                <a:moveTo>
                  <a:pt x="24457" y="360"/>
                </a:moveTo>
                <a:lnTo>
                  <a:pt x="24457" y="27771"/>
                </a:lnTo>
                <a:lnTo>
                  <a:pt x="423" y="14066"/>
                </a:lnTo>
                <a:lnTo>
                  <a:pt x="24457" y="360"/>
                </a:lnTo>
                <a:close/>
                <a:moveTo>
                  <a:pt x="24666" y="1"/>
                </a:moveTo>
                <a:lnTo>
                  <a:pt x="0" y="14066"/>
                </a:lnTo>
                <a:lnTo>
                  <a:pt x="24666" y="28132"/>
                </a:lnTo>
                <a:lnTo>
                  <a:pt x="24666" y="1"/>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8528581" y="1695921"/>
            <a:ext cx="278062" cy="278108"/>
          </a:xfrm>
          <a:custGeom>
            <a:rect b="b" l="l" r="r" t="t"/>
            <a:pathLst>
              <a:path extrusionOk="0" h="6035" w="6034">
                <a:moveTo>
                  <a:pt x="3017" y="0"/>
                </a:moveTo>
                <a:cubicBezTo>
                  <a:pt x="1351" y="0"/>
                  <a:pt x="0" y="1351"/>
                  <a:pt x="0" y="3017"/>
                </a:cubicBezTo>
                <a:cubicBezTo>
                  <a:pt x="0" y="4683"/>
                  <a:pt x="1351" y="6035"/>
                  <a:pt x="3017" y="6035"/>
                </a:cubicBezTo>
                <a:cubicBezTo>
                  <a:pt x="4682" y="6035"/>
                  <a:pt x="6033" y="4683"/>
                  <a:pt x="6033" y="3017"/>
                </a:cubicBezTo>
                <a:cubicBezTo>
                  <a:pt x="6033" y="1351"/>
                  <a:pt x="4682" y="0"/>
                  <a:pt x="30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8134532" y="1350120"/>
            <a:ext cx="107096" cy="103087"/>
          </a:xfrm>
          <a:custGeom>
            <a:rect b="b" l="l" r="r" t="t"/>
            <a:pathLst>
              <a:path extrusionOk="0" h="2237" w="2324">
                <a:moveTo>
                  <a:pt x="1207" y="1"/>
                </a:moveTo>
                <a:cubicBezTo>
                  <a:pt x="753" y="1"/>
                  <a:pt x="346" y="272"/>
                  <a:pt x="173" y="690"/>
                </a:cubicBezTo>
                <a:cubicBezTo>
                  <a:pt x="0" y="1109"/>
                  <a:pt x="96" y="1589"/>
                  <a:pt x="415" y="1909"/>
                </a:cubicBezTo>
                <a:cubicBezTo>
                  <a:pt x="629" y="2123"/>
                  <a:pt x="915" y="2237"/>
                  <a:pt x="1206" y="2237"/>
                </a:cubicBezTo>
                <a:cubicBezTo>
                  <a:pt x="1350" y="2237"/>
                  <a:pt x="1496" y="2209"/>
                  <a:pt x="1634" y="2152"/>
                </a:cubicBezTo>
                <a:cubicBezTo>
                  <a:pt x="2051" y="1977"/>
                  <a:pt x="2324" y="1571"/>
                  <a:pt x="2324" y="1118"/>
                </a:cubicBezTo>
                <a:cubicBezTo>
                  <a:pt x="2324" y="501"/>
                  <a:pt x="1824" y="1"/>
                  <a:pt x="1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 name="Google Shape;29;p2"/>
          <p:cNvGrpSpPr/>
          <p:nvPr/>
        </p:nvGrpSpPr>
        <p:grpSpPr>
          <a:xfrm>
            <a:off x="7488698" y="1836772"/>
            <a:ext cx="274836" cy="1611920"/>
            <a:chOff x="4769975" y="2151700"/>
            <a:chExt cx="149100" cy="874475"/>
          </a:xfrm>
        </p:grpSpPr>
        <p:sp>
          <p:nvSpPr>
            <p:cNvPr id="30" name="Google Shape;30;p2"/>
            <p:cNvSpPr/>
            <p:nvPr/>
          </p:nvSpPr>
          <p:spPr>
            <a:xfrm>
              <a:off x="4904400" y="2386775"/>
              <a:ext cx="14675" cy="12600"/>
            </a:xfrm>
            <a:custGeom>
              <a:rect b="b" l="l" r="r" t="t"/>
              <a:pathLst>
                <a:path extrusionOk="0" h="504" w="587">
                  <a:moveTo>
                    <a:pt x="334" y="1"/>
                  </a:moveTo>
                  <a:cubicBezTo>
                    <a:pt x="273" y="1"/>
                    <a:pt x="210" y="23"/>
                    <a:pt x="159" y="74"/>
                  </a:cubicBezTo>
                  <a:cubicBezTo>
                    <a:pt x="0" y="232"/>
                    <a:pt x="112" y="503"/>
                    <a:pt x="337" y="503"/>
                  </a:cubicBezTo>
                  <a:cubicBezTo>
                    <a:pt x="475" y="503"/>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4904400" y="2465125"/>
              <a:ext cx="14675" cy="12575"/>
            </a:xfrm>
            <a:custGeom>
              <a:rect b="b" l="l" r="r" t="t"/>
              <a:pathLst>
                <a:path extrusionOk="0" h="503" w="587">
                  <a:moveTo>
                    <a:pt x="335" y="0"/>
                  </a:moveTo>
                  <a:cubicBezTo>
                    <a:pt x="273" y="0"/>
                    <a:pt x="211" y="23"/>
                    <a:pt x="159" y="75"/>
                  </a:cubicBezTo>
                  <a:cubicBezTo>
                    <a:pt x="0" y="233"/>
                    <a:pt x="112"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904425" y="2543475"/>
              <a:ext cx="14650" cy="12600"/>
            </a:xfrm>
            <a:custGeom>
              <a:rect b="b" l="l" r="r" t="t"/>
              <a:pathLst>
                <a:path extrusionOk="0" h="504" w="586">
                  <a:moveTo>
                    <a:pt x="333" y="1"/>
                  </a:moveTo>
                  <a:cubicBezTo>
                    <a:pt x="272" y="1"/>
                    <a:pt x="209" y="23"/>
                    <a:pt x="158" y="74"/>
                  </a:cubicBezTo>
                  <a:cubicBezTo>
                    <a:pt x="1" y="232"/>
                    <a:pt x="111" y="503"/>
                    <a:pt x="336" y="503"/>
                  </a:cubicBezTo>
                  <a:cubicBezTo>
                    <a:pt x="474"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904425" y="2621850"/>
              <a:ext cx="14650" cy="12550"/>
            </a:xfrm>
            <a:custGeom>
              <a:rect b="b" l="l" r="r" t="t"/>
              <a:pathLst>
                <a:path extrusionOk="0" h="502" w="586">
                  <a:moveTo>
                    <a:pt x="333" y="0"/>
                  </a:moveTo>
                  <a:cubicBezTo>
                    <a:pt x="272" y="0"/>
                    <a:pt x="209" y="23"/>
                    <a:pt x="158" y="74"/>
                  </a:cubicBezTo>
                  <a:cubicBezTo>
                    <a:pt x="1" y="232"/>
                    <a:pt x="111"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4904400" y="270017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4837200" y="2386775"/>
              <a:ext cx="14700" cy="12600"/>
            </a:xfrm>
            <a:custGeom>
              <a:rect b="b" l="l" r="r" t="t"/>
              <a:pathLst>
                <a:path extrusionOk="0" h="504" w="588">
                  <a:moveTo>
                    <a:pt x="334" y="1"/>
                  </a:moveTo>
                  <a:cubicBezTo>
                    <a:pt x="272" y="1"/>
                    <a:pt x="209" y="23"/>
                    <a:pt x="158" y="74"/>
                  </a:cubicBezTo>
                  <a:cubicBezTo>
                    <a:pt x="1" y="232"/>
                    <a:pt x="113" y="503"/>
                    <a:pt x="336" y="503"/>
                  </a:cubicBezTo>
                  <a:cubicBezTo>
                    <a:pt x="475" y="502"/>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4837200" y="2465125"/>
              <a:ext cx="14700" cy="12575"/>
            </a:xfrm>
            <a:custGeom>
              <a:rect b="b" l="l" r="r" t="t"/>
              <a:pathLst>
                <a:path extrusionOk="0" h="503" w="588">
                  <a:moveTo>
                    <a:pt x="334" y="0"/>
                  </a:moveTo>
                  <a:cubicBezTo>
                    <a:pt x="272" y="0"/>
                    <a:pt x="209" y="23"/>
                    <a:pt x="158" y="75"/>
                  </a:cubicBezTo>
                  <a:cubicBezTo>
                    <a:pt x="1" y="233"/>
                    <a:pt x="113" y="502"/>
                    <a:pt x="336" y="502"/>
                  </a:cubicBezTo>
                  <a:cubicBezTo>
                    <a:pt x="475" y="502"/>
                    <a:pt x="587" y="390"/>
                    <a:pt x="587" y="252"/>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4837200" y="2543475"/>
              <a:ext cx="14700" cy="12600"/>
            </a:xfrm>
            <a:custGeom>
              <a:rect b="b" l="l" r="r" t="t"/>
              <a:pathLst>
                <a:path extrusionOk="0" h="504" w="588">
                  <a:moveTo>
                    <a:pt x="334" y="1"/>
                  </a:moveTo>
                  <a:cubicBezTo>
                    <a:pt x="272" y="1"/>
                    <a:pt x="209" y="23"/>
                    <a:pt x="158" y="74"/>
                  </a:cubicBezTo>
                  <a:cubicBezTo>
                    <a:pt x="1" y="232"/>
                    <a:pt x="113" y="503"/>
                    <a:pt x="336" y="503"/>
                  </a:cubicBezTo>
                  <a:cubicBezTo>
                    <a:pt x="475" y="503"/>
                    <a:pt x="587" y="391"/>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4837200" y="2621850"/>
              <a:ext cx="14700" cy="12550"/>
            </a:xfrm>
            <a:custGeom>
              <a:rect b="b" l="l" r="r" t="t"/>
              <a:pathLst>
                <a:path extrusionOk="0" h="502" w="588">
                  <a:moveTo>
                    <a:pt x="334" y="0"/>
                  </a:moveTo>
                  <a:cubicBezTo>
                    <a:pt x="272" y="0"/>
                    <a:pt x="209" y="23"/>
                    <a:pt x="158" y="74"/>
                  </a:cubicBezTo>
                  <a:cubicBezTo>
                    <a:pt x="1" y="232"/>
                    <a:pt x="113" y="501"/>
                    <a:pt x="336"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837200" y="2700175"/>
              <a:ext cx="14700" cy="12600"/>
            </a:xfrm>
            <a:custGeom>
              <a:rect b="b" l="l" r="r" t="t"/>
              <a:pathLst>
                <a:path extrusionOk="0" h="504" w="588">
                  <a:moveTo>
                    <a:pt x="333" y="1"/>
                  </a:moveTo>
                  <a:cubicBezTo>
                    <a:pt x="272" y="1"/>
                    <a:pt x="209" y="23"/>
                    <a:pt x="158" y="74"/>
                  </a:cubicBezTo>
                  <a:cubicBezTo>
                    <a:pt x="1" y="233"/>
                    <a:pt x="113" y="503"/>
                    <a:pt x="336" y="503"/>
                  </a:cubicBezTo>
                  <a:cubicBezTo>
                    <a:pt x="475" y="503"/>
                    <a:pt x="587" y="391"/>
                    <a:pt x="587" y="253"/>
                  </a:cubicBezTo>
                  <a:cubicBezTo>
                    <a:pt x="587" y="101"/>
                    <a:pt x="463"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4769975" y="2386775"/>
              <a:ext cx="14700" cy="12600"/>
            </a:xfrm>
            <a:custGeom>
              <a:rect b="b" l="l" r="r" t="t"/>
              <a:pathLst>
                <a:path extrusionOk="0" h="504" w="588">
                  <a:moveTo>
                    <a:pt x="335" y="1"/>
                  </a:moveTo>
                  <a:cubicBezTo>
                    <a:pt x="273" y="1"/>
                    <a:pt x="211" y="23"/>
                    <a:pt x="160" y="74"/>
                  </a:cubicBezTo>
                  <a:cubicBezTo>
                    <a:pt x="1" y="232"/>
                    <a:pt x="113" y="503"/>
                    <a:pt x="337" y="503"/>
                  </a:cubicBezTo>
                  <a:cubicBezTo>
                    <a:pt x="475" y="503"/>
                    <a:pt x="587" y="390"/>
                    <a:pt x="587" y="252"/>
                  </a:cubicBezTo>
                  <a:cubicBezTo>
                    <a:pt x="587" y="101"/>
                    <a:pt x="463" y="1"/>
                    <a:pt x="33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4769975" y="2465125"/>
              <a:ext cx="14700" cy="12575"/>
            </a:xfrm>
            <a:custGeom>
              <a:rect b="b" l="l" r="r" t="t"/>
              <a:pathLst>
                <a:path extrusionOk="0" h="503" w="588">
                  <a:moveTo>
                    <a:pt x="335" y="0"/>
                  </a:moveTo>
                  <a:cubicBezTo>
                    <a:pt x="274" y="0"/>
                    <a:pt x="211" y="23"/>
                    <a:pt x="160" y="75"/>
                  </a:cubicBezTo>
                  <a:cubicBezTo>
                    <a:pt x="1" y="233"/>
                    <a:pt x="113"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4770025" y="2543475"/>
              <a:ext cx="14650" cy="12600"/>
            </a:xfrm>
            <a:custGeom>
              <a:rect b="b" l="l" r="r" t="t"/>
              <a:pathLst>
                <a:path extrusionOk="0" h="504" w="586">
                  <a:moveTo>
                    <a:pt x="333" y="1"/>
                  </a:moveTo>
                  <a:cubicBezTo>
                    <a:pt x="271" y="1"/>
                    <a:pt x="209" y="23"/>
                    <a:pt x="158" y="74"/>
                  </a:cubicBezTo>
                  <a:cubicBezTo>
                    <a:pt x="0" y="232"/>
                    <a:pt x="111" y="503"/>
                    <a:pt x="335" y="503"/>
                  </a:cubicBezTo>
                  <a:cubicBezTo>
                    <a:pt x="473" y="503"/>
                    <a:pt x="585" y="391"/>
                    <a:pt x="585" y="252"/>
                  </a:cubicBezTo>
                  <a:cubicBezTo>
                    <a:pt x="585" y="101"/>
                    <a:pt x="461"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4770025" y="2621850"/>
              <a:ext cx="14650" cy="12550"/>
            </a:xfrm>
            <a:custGeom>
              <a:rect b="b" l="l" r="r" t="t"/>
              <a:pathLst>
                <a:path extrusionOk="0" h="502" w="586">
                  <a:moveTo>
                    <a:pt x="333" y="0"/>
                  </a:moveTo>
                  <a:cubicBezTo>
                    <a:pt x="271" y="0"/>
                    <a:pt x="209" y="23"/>
                    <a:pt x="158" y="74"/>
                  </a:cubicBezTo>
                  <a:cubicBezTo>
                    <a:pt x="0" y="232"/>
                    <a:pt x="111" y="501"/>
                    <a:pt x="335" y="501"/>
                  </a:cubicBezTo>
                  <a:cubicBezTo>
                    <a:pt x="473" y="501"/>
                    <a:pt x="585" y="389"/>
                    <a:pt x="585" y="251"/>
                  </a:cubicBezTo>
                  <a:cubicBezTo>
                    <a:pt x="585" y="100"/>
                    <a:pt x="461"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4906525" y="2151725"/>
              <a:ext cx="12550" cy="12575"/>
            </a:xfrm>
            <a:custGeom>
              <a:rect b="b" l="l" r="r" t="t"/>
              <a:pathLst>
                <a:path extrusionOk="0" h="503" w="502">
                  <a:moveTo>
                    <a:pt x="252" y="1"/>
                  </a:moveTo>
                  <a:cubicBezTo>
                    <a:pt x="112" y="1"/>
                    <a:pt x="0" y="113"/>
                    <a:pt x="0" y="251"/>
                  </a:cubicBezTo>
                  <a:cubicBezTo>
                    <a:pt x="0" y="390"/>
                    <a:pt x="112" y="502"/>
                    <a:pt x="252" y="502"/>
                  </a:cubicBezTo>
                  <a:cubicBezTo>
                    <a:pt x="390" y="502"/>
                    <a:pt x="502" y="390"/>
                    <a:pt x="502" y="251"/>
                  </a:cubicBezTo>
                  <a:cubicBezTo>
                    <a:pt x="502" y="113"/>
                    <a:pt x="390" y="1"/>
                    <a:pt x="25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4906525" y="2230050"/>
              <a:ext cx="12550" cy="12575"/>
            </a:xfrm>
            <a:custGeom>
              <a:rect b="b" l="l" r="r" t="t"/>
              <a:pathLst>
                <a:path extrusionOk="0" h="503" w="502">
                  <a:moveTo>
                    <a:pt x="252" y="1"/>
                  </a:moveTo>
                  <a:cubicBezTo>
                    <a:pt x="112" y="1"/>
                    <a:pt x="0" y="115"/>
                    <a:pt x="0" y="253"/>
                  </a:cubicBezTo>
                  <a:cubicBezTo>
                    <a:pt x="0" y="390"/>
                    <a:pt x="112" y="503"/>
                    <a:pt x="252" y="503"/>
                  </a:cubicBezTo>
                  <a:cubicBezTo>
                    <a:pt x="390" y="503"/>
                    <a:pt x="502" y="390"/>
                    <a:pt x="502" y="253"/>
                  </a:cubicBezTo>
                  <a:cubicBezTo>
                    <a:pt x="502" y="115"/>
                    <a:pt x="390" y="1"/>
                    <a:pt x="25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4906525" y="2308425"/>
              <a:ext cx="12550" cy="12575"/>
            </a:xfrm>
            <a:custGeom>
              <a:rect b="b" l="l" r="r" t="t"/>
              <a:pathLst>
                <a:path extrusionOk="0" h="503" w="502">
                  <a:moveTo>
                    <a:pt x="252" y="1"/>
                  </a:moveTo>
                  <a:cubicBezTo>
                    <a:pt x="112" y="1"/>
                    <a:pt x="0" y="113"/>
                    <a:pt x="0" y="252"/>
                  </a:cubicBezTo>
                  <a:cubicBezTo>
                    <a:pt x="0" y="390"/>
                    <a:pt x="112" y="502"/>
                    <a:pt x="252" y="502"/>
                  </a:cubicBezTo>
                  <a:cubicBezTo>
                    <a:pt x="390" y="502"/>
                    <a:pt x="502" y="390"/>
                    <a:pt x="502" y="252"/>
                  </a:cubicBezTo>
                  <a:cubicBezTo>
                    <a:pt x="502" y="113"/>
                    <a:pt x="390" y="1"/>
                    <a:pt x="25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4839325" y="2151725"/>
              <a:ext cx="12575" cy="12575"/>
            </a:xfrm>
            <a:custGeom>
              <a:rect b="b" l="l" r="r" t="t"/>
              <a:pathLst>
                <a:path extrusionOk="0" h="503" w="503">
                  <a:moveTo>
                    <a:pt x="251" y="1"/>
                  </a:moveTo>
                  <a:cubicBezTo>
                    <a:pt x="113" y="1"/>
                    <a:pt x="1" y="113"/>
                    <a:pt x="1" y="251"/>
                  </a:cubicBezTo>
                  <a:cubicBezTo>
                    <a:pt x="1" y="390"/>
                    <a:pt x="113" y="502"/>
                    <a:pt x="251" y="502"/>
                  </a:cubicBezTo>
                  <a:cubicBezTo>
                    <a:pt x="390" y="502"/>
                    <a:pt x="502" y="390"/>
                    <a:pt x="502" y="251"/>
                  </a:cubicBezTo>
                  <a:cubicBezTo>
                    <a:pt x="502" y="113"/>
                    <a:pt x="390" y="1"/>
                    <a:pt x="25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4839325" y="2230050"/>
              <a:ext cx="12575" cy="12575"/>
            </a:xfrm>
            <a:custGeom>
              <a:rect b="b" l="l" r="r" t="t"/>
              <a:pathLst>
                <a:path extrusionOk="0" h="503" w="503">
                  <a:moveTo>
                    <a:pt x="251" y="1"/>
                  </a:moveTo>
                  <a:cubicBezTo>
                    <a:pt x="113" y="1"/>
                    <a:pt x="1" y="115"/>
                    <a:pt x="1" y="253"/>
                  </a:cubicBezTo>
                  <a:cubicBezTo>
                    <a:pt x="1" y="390"/>
                    <a:pt x="113" y="503"/>
                    <a:pt x="251" y="503"/>
                  </a:cubicBezTo>
                  <a:cubicBezTo>
                    <a:pt x="390" y="503"/>
                    <a:pt x="502" y="390"/>
                    <a:pt x="502" y="253"/>
                  </a:cubicBezTo>
                  <a:cubicBezTo>
                    <a:pt x="502" y="115"/>
                    <a:pt x="390" y="1"/>
                    <a:pt x="25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4839325" y="2308425"/>
              <a:ext cx="12575" cy="12575"/>
            </a:xfrm>
            <a:custGeom>
              <a:rect b="b" l="l" r="r" t="t"/>
              <a:pathLst>
                <a:path extrusionOk="0" h="503" w="503">
                  <a:moveTo>
                    <a:pt x="251" y="1"/>
                  </a:moveTo>
                  <a:cubicBezTo>
                    <a:pt x="113" y="1"/>
                    <a:pt x="1" y="113"/>
                    <a:pt x="1" y="252"/>
                  </a:cubicBezTo>
                  <a:cubicBezTo>
                    <a:pt x="1" y="390"/>
                    <a:pt x="113" y="502"/>
                    <a:pt x="251" y="502"/>
                  </a:cubicBezTo>
                  <a:cubicBezTo>
                    <a:pt x="390" y="502"/>
                    <a:pt x="502" y="390"/>
                    <a:pt x="502" y="252"/>
                  </a:cubicBezTo>
                  <a:cubicBezTo>
                    <a:pt x="502" y="113"/>
                    <a:pt x="390" y="1"/>
                    <a:pt x="25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4770025" y="2151700"/>
              <a:ext cx="14650" cy="12600"/>
            </a:xfrm>
            <a:custGeom>
              <a:rect b="b" l="l" r="r" t="t"/>
              <a:pathLst>
                <a:path extrusionOk="0" h="504" w="586">
                  <a:moveTo>
                    <a:pt x="333" y="1"/>
                  </a:moveTo>
                  <a:cubicBezTo>
                    <a:pt x="271" y="1"/>
                    <a:pt x="209" y="24"/>
                    <a:pt x="158" y="74"/>
                  </a:cubicBezTo>
                  <a:cubicBezTo>
                    <a:pt x="0" y="232"/>
                    <a:pt x="111" y="503"/>
                    <a:pt x="335" y="503"/>
                  </a:cubicBezTo>
                  <a:cubicBezTo>
                    <a:pt x="473" y="503"/>
                    <a:pt x="585" y="391"/>
                    <a:pt x="585" y="252"/>
                  </a:cubicBezTo>
                  <a:cubicBezTo>
                    <a:pt x="585" y="101"/>
                    <a:pt x="461"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4770025" y="2230075"/>
              <a:ext cx="14650" cy="12550"/>
            </a:xfrm>
            <a:custGeom>
              <a:rect b="b" l="l" r="r" t="t"/>
              <a:pathLst>
                <a:path extrusionOk="0" h="502" w="586">
                  <a:moveTo>
                    <a:pt x="333" y="1"/>
                  </a:moveTo>
                  <a:cubicBezTo>
                    <a:pt x="271" y="1"/>
                    <a:pt x="209" y="23"/>
                    <a:pt x="158" y="74"/>
                  </a:cubicBezTo>
                  <a:cubicBezTo>
                    <a:pt x="0" y="232"/>
                    <a:pt x="111" y="502"/>
                    <a:pt x="335" y="502"/>
                  </a:cubicBezTo>
                  <a:cubicBezTo>
                    <a:pt x="473" y="502"/>
                    <a:pt x="585" y="389"/>
                    <a:pt x="585" y="252"/>
                  </a:cubicBezTo>
                  <a:cubicBezTo>
                    <a:pt x="585" y="101"/>
                    <a:pt x="461"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4769975" y="2308400"/>
              <a:ext cx="14700" cy="12600"/>
            </a:xfrm>
            <a:custGeom>
              <a:rect b="b" l="l" r="r" t="t"/>
              <a:pathLst>
                <a:path extrusionOk="0" h="504" w="588">
                  <a:moveTo>
                    <a:pt x="334" y="1"/>
                  </a:moveTo>
                  <a:cubicBezTo>
                    <a:pt x="273" y="1"/>
                    <a:pt x="211" y="24"/>
                    <a:pt x="160" y="74"/>
                  </a:cubicBezTo>
                  <a:cubicBezTo>
                    <a:pt x="1" y="234"/>
                    <a:pt x="113"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4769975" y="2700175"/>
              <a:ext cx="14700" cy="12600"/>
            </a:xfrm>
            <a:custGeom>
              <a:rect b="b" l="l" r="r" t="t"/>
              <a:pathLst>
                <a:path extrusionOk="0" h="504" w="588">
                  <a:moveTo>
                    <a:pt x="334" y="1"/>
                  </a:moveTo>
                  <a:cubicBezTo>
                    <a:pt x="273" y="1"/>
                    <a:pt x="211" y="23"/>
                    <a:pt x="160" y="74"/>
                  </a:cubicBezTo>
                  <a:cubicBezTo>
                    <a:pt x="1" y="233"/>
                    <a:pt x="113"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4904400" y="2778550"/>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4904400" y="2856900"/>
              <a:ext cx="14675" cy="12575"/>
            </a:xfrm>
            <a:custGeom>
              <a:rect b="b" l="l" r="r" t="t"/>
              <a:pathLst>
                <a:path extrusionOk="0" h="503" w="587">
                  <a:moveTo>
                    <a:pt x="335" y="0"/>
                  </a:moveTo>
                  <a:cubicBezTo>
                    <a:pt x="273" y="0"/>
                    <a:pt x="211" y="23"/>
                    <a:pt x="159" y="75"/>
                  </a:cubicBezTo>
                  <a:cubicBezTo>
                    <a:pt x="0" y="232"/>
                    <a:pt x="112"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4837200" y="2778550"/>
              <a:ext cx="14700" cy="12575"/>
            </a:xfrm>
            <a:custGeom>
              <a:rect b="b" l="l" r="r" t="t"/>
              <a:pathLst>
                <a:path extrusionOk="0" h="503" w="588">
                  <a:moveTo>
                    <a:pt x="334" y="0"/>
                  </a:moveTo>
                  <a:cubicBezTo>
                    <a:pt x="272" y="0"/>
                    <a:pt x="209" y="23"/>
                    <a:pt x="158" y="74"/>
                  </a:cubicBezTo>
                  <a:cubicBezTo>
                    <a:pt x="1" y="232"/>
                    <a:pt x="113" y="503"/>
                    <a:pt x="336" y="503"/>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4837200" y="2856900"/>
              <a:ext cx="14700" cy="12575"/>
            </a:xfrm>
            <a:custGeom>
              <a:rect b="b" l="l" r="r" t="t"/>
              <a:pathLst>
                <a:path extrusionOk="0" h="503" w="588">
                  <a:moveTo>
                    <a:pt x="334" y="0"/>
                  </a:moveTo>
                  <a:cubicBezTo>
                    <a:pt x="272" y="0"/>
                    <a:pt x="209" y="23"/>
                    <a:pt x="158" y="75"/>
                  </a:cubicBezTo>
                  <a:cubicBezTo>
                    <a:pt x="1" y="232"/>
                    <a:pt x="113" y="502"/>
                    <a:pt x="336" y="502"/>
                  </a:cubicBezTo>
                  <a:cubicBezTo>
                    <a:pt x="475" y="502"/>
                    <a:pt x="587" y="390"/>
                    <a:pt x="587" y="252"/>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4837200" y="2935250"/>
              <a:ext cx="14700" cy="12600"/>
            </a:xfrm>
            <a:custGeom>
              <a:rect b="b" l="l" r="r" t="t"/>
              <a:pathLst>
                <a:path extrusionOk="0" h="504" w="588">
                  <a:moveTo>
                    <a:pt x="334" y="0"/>
                  </a:moveTo>
                  <a:cubicBezTo>
                    <a:pt x="272" y="0"/>
                    <a:pt x="209" y="23"/>
                    <a:pt x="158" y="74"/>
                  </a:cubicBezTo>
                  <a:cubicBezTo>
                    <a:pt x="1" y="232"/>
                    <a:pt x="113" y="503"/>
                    <a:pt x="336" y="503"/>
                  </a:cubicBezTo>
                  <a:cubicBezTo>
                    <a:pt x="475" y="503"/>
                    <a:pt x="587" y="391"/>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4769975" y="2778550"/>
              <a:ext cx="14700" cy="12575"/>
            </a:xfrm>
            <a:custGeom>
              <a:rect b="b" l="l" r="r" t="t"/>
              <a:pathLst>
                <a:path extrusionOk="0" h="503" w="588">
                  <a:moveTo>
                    <a:pt x="335" y="0"/>
                  </a:moveTo>
                  <a:cubicBezTo>
                    <a:pt x="273" y="0"/>
                    <a:pt x="211" y="23"/>
                    <a:pt x="160" y="74"/>
                  </a:cubicBezTo>
                  <a:cubicBezTo>
                    <a:pt x="1" y="232"/>
                    <a:pt x="113" y="503"/>
                    <a:pt x="337" y="503"/>
                  </a:cubicBezTo>
                  <a:cubicBezTo>
                    <a:pt x="475" y="503"/>
                    <a:pt x="587" y="389"/>
                    <a:pt x="587" y="251"/>
                  </a:cubicBezTo>
                  <a:cubicBezTo>
                    <a:pt x="587" y="100"/>
                    <a:pt x="463"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769975" y="2856900"/>
              <a:ext cx="14700" cy="12575"/>
            </a:xfrm>
            <a:custGeom>
              <a:rect b="b" l="l" r="r" t="t"/>
              <a:pathLst>
                <a:path extrusionOk="0" h="503" w="588">
                  <a:moveTo>
                    <a:pt x="335" y="0"/>
                  </a:moveTo>
                  <a:cubicBezTo>
                    <a:pt x="274" y="0"/>
                    <a:pt x="211" y="23"/>
                    <a:pt x="160" y="75"/>
                  </a:cubicBezTo>
                  <a:cubicBezTo>
                    <a:pt x="1" y="232"/>
                    <a:pt x="113"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770025" y="2935250"/>
              <a:ext cx="14650" cy="12600"/>
            </a:xfrm>
            <a:custGeom>
              <a:rect b="b" l="l" r="r" t="t"/>
              <a:pathLst>
                <a:path extrusionOk="0" h="504" w="586">
                  <a:moveTo>
                    <a:pt x="333" y="0"/>
                  </a:moveTo>
                  <a:cubicBezTo>
                    <a:pt x="271" y="0"/>
                    <a:pt x="209" y="23"/>
                    <a:pt x="158" y="74"/>
                  </a:cubicBezTo>
                  <a:cubicBezTo>
                    <a:pt x="0" y="232"/>
                    <a:pt x="111" y="503"/>
                    <a:pt x="335" y="503"/>
                  </a:cubicBezTo>
                  <a:cubicBezTo>
                    <a:pt x="473" y="503"/>
                    <a:pt x="585" y="391"/>
                    <a:pt x="585" y="251"/>
                  </a:cubicBezTo>
                  <a:cubicBezTo>
                    <a:pt x="585" y="101"/>
                    <a:pt x="461"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4770025" y="3013625"/>
              <a:ext cx="14650" cy="12550"/>
            </a:xfrm>
            <a:custGeom>
              <a:rect b="b" l="l" r="r" t="t"/>
              <a:pathLst>
                <a:path extrusionOk="0" h="502" w="586">
                  <a:moveTo>
                    <a:pt x="333" y="0"/>
                  </a:moveTo>
                  <a:cubicBezTo>
                    <a:pt x="271" y="0"/>
                    <a:pt x="209" y="23"/>
                    <a:pt x="158" y="74"/>
                  </a:cubicBezTo>
                  <a:cubicBezTo>
                    <a:pt x="0" y="231"/>
                    <a:pt x="111" y="501"/>
                    <a:pt x="335" y="501"/>
                  </a:cubicBezTo>
                  <a:cubicBezTo>
                    <a:pt x="473" y="501"/>
                    <a:pt x="585" y="389"/>
                    <a:pt x="585" y="251"/>
                  </a:cubicBezTo>
                  <a:cubicBezTo>
                    <a:pt x="585" y="100"/>
                    <a:pt x="461"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 name="Google Shape;63;p2"/>
          <p:cNvSpPr/>
          <p:nvPr/>
        </p:nvSpPr>
        <p:spPr>
          <a:xfrm>
            <a:off x="7873200" y="2434527"/>
            <a:ext cx="2057538" cy="2057538"/>
          </a:xfrm>
          <a:custGeom>
            <a:rect b="b" l="l" r="r" t="t"/>
            <a:pathLst>
              <a:path extrusionOk="0" h="44649" w="44649">
                <a:moveTo>
                  <a:pt x="22324" y="296"/>
                </a:moveTo>
                <a:lnTo>
                  <a:pt x="44353" y="22325"/>
                </a:lnTo>
                <a:lnTo>
                  <a:pt x="22324" y="44351"/>
                </a:lnTo>
                <a:lnTo>
                  <a:pt x="296" y="22325"/>
                </a:lnTo>
                <a:lnTo>
                  <a:pt x="22324" y="296"/>
                </a:lnTo>
                <a:close/>
                <a:moveTo>
                  <a:pt x="22324" y="1"/>
                </a:moveTo>
                <a:lnTo>
                  <a:pt x="0" y="22325"/>
                </a:lnTo>
                <a:lnTo>
                  <a:pt x="22324" y="44648"/>
                </a:lnTo>
                <a:lnTo>
                  <a:pt x="44648" y="22325"/>
                </a:lnTo>
                <a:lnTo>
                  <a:pt x="223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8272456" y="2400472"/>
            <a:ext cx="1692334" cy="2105233"/>
          </a:xfrm>
          <a:custGeom>
            <a:rect b="b" l="l" r="r" t="t"/>
            <a:pathLst>
              <a:path extrusionOk="0" h="45684" w="36724">
                <a:moveTo>
                  <a:pt x="13660" y="0"/>
                </a:moveTo>
                <a:lnTo>
                  <a:pt x="1" y="13659"/>
                </a:lnTo>
                <a:lnTo>
                  <a:pt x="888" y="14548"/>
                </a:lnTo>
                <a:lnTo>
                  <a:pt x="13660" y="1775"/>
                </a:lnTo>
                <a:lnTo>
                  <a:pt x="34947" y="23064"/>
                </a:lnTo>
                <a:lnTo>
                  <a:pt x="13216" y="44795"/>
                </a:lnTo>
                <a:lnTo>
                  <a:pt x="14104" y="45683"/>
                </a:lnTo>
                <a:lnTo>
                  <a:pt x="36724" y="23064"/>
                </a:lnTo>
                <a:lnTo>
                  <a:pt x="136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8176927" y="2738255"/>
            <a:ext cx="1450078" cy="1450078"/>
          </a:xfrm>
          <a:custGeom>
            <a:rect b="b" l="l" r="r" t="t"/>
            <a:pathLst>
              <a:path extrusionOk="0" h="31467" w="31467">
                <a:moveTo>
                  <a:pt x="31362" y="105"/>
                </a:moveTo>
                <a:lnTo>
                  <a:pt x="31362" y="31362"/>
                </a:lnTo>
                <a:lnTo>
                  <a:pt x="105" y="31362"/>
                </a:lnTo>
                <a:lnTo>
                  <a:pt x="105" y="105"/>
                </a:lnTo>
                <a:close/>
                <a:moveTo>
                  <a:pt x="0" y="1"/>
                </a:moveTo>
                <a:lnTo>
                  <a:pt x="0" y="31467"/>
                </a:lnTo>
                <a:lnTo>
                  <a:pt x="31466" y="31467"/>
                </a:lnTo>
                <a:lnTo>
                  <a:pt x="31466" y="1"/>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 name="Google Shape;66;p2"/>
          <p:cNvGrpSpPr/>
          <p:nvPr/>
        </p:nvGrpSpPr>
        <p:grpSpPr>
          <a:xfrm>
            <a:off x="8252330" y="2815089"/>
            <a:ext cx="1299260" cy="1296418"/>
            <a:chOff x="6378300" y="2596400"/>
            <a:chExt cx="754375" cy="752725"/>
          </a:xfrm>
        </p:grpSpPr>
        <p:sp>
          <p:nvSpPr>
            <p:cNvPr id="67" name="Google Shape;67;p2"/>
            <p:cNvSpPr/>
            <p:nvPr/>
          </p:nvSpPr>
          <p:spPr>
            <a:xfrm>
              <a:off x="6408850" y="2932325"/>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6469925" y="2871225"/>
              <a:ext cx="9700" cy="9700"/>
            </a:xfrm>
            <a:custGeom>
              <a:rect b="b" l="l" r="r" t="t"/>
              <a:pathLst>
                <a:path extrusionOk="0" h="388" w="388">
                  <a:moveTo>
                    <a:pt x="193" y="0"/>
                  </a:moveTo>
                  <a:cubicBezTo>
                    <a:pt x="87" y="0"/>
                    <a:pt x="1" y="87"/>
                    <a:pt x="1" y="195"/>
                  </a:cubicBezTo>
                  <a:cubicBezTo>
                    <a:pt x="1" y="301"/>
                    <a:pt x="87" y="387"/>
                    <a:pt x="193" y="387"/>
                  </a:cubicBezTo>
                  <a:cubicBezTo>
                    <a:pt x="299" y="387"/>
                    <a:pt x="387" y="301"/>
                    <a:pt x="387" y="195"/>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6530975" y="2810175"/>
              <a:ext cx="9700" cy="9650"/>
            </a:xfrm>
            <a:custGeom>
              <a:rect b="b" l="l" r="r" t="t"/>
              <a:pathLst>
                <a:path extrusionOk="0" h="386" w="388">
                  <a:moveTo>
                    <a:pt x="195" y="0"/>
                  </a:moveTo>
                  <a:cubicBezTo>
                    <a:pt x="87" y="0"/>
                    <a:pt x="1" y="87"/>
                    <a:pt x="1" y="193"/>
                  </a:cubicBezTo>
                  <a:cubicBezTo>
                    <a:pt x="1" y="299"/>
                    <a:pt x="87" y="385"/>
                    <a:pt x="195" y="385"/>
                  </a:cubicBezTo>
                  <a:cubicBezTo>
                    <a:pt x="301" y="385"/>
                    <a:pt x="387" y="299"/>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6622600" y="2718550"/>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6378300" y="2962850"/>
              <a:ext cx="9675" cy="9700"/>
            </a:xfrm>
            <a:custGeom>
              <a:rect b="b" l="l" r="r" t="t"/>
              <a:pathLst>
                <a:path extrusionOk="0" h="388" w="387">
                  <a:moveTo>
                    <a:pt x="194" y="1"/>
                  </a:moveTo>
                  <a:cubicBezTo>
                    <a:pt x="87" y="1"/>
                    <a:pt x="0" y="87"/>
                    <a:pt x="0" y="193"/>
                  </a:cubicBezTo>
                  <a:cubicBezTo>
                    <a:pt x="0" y="299"/>
                    <a:pt x="87" y="387"/>
                    <a:pt x="194" y="387"/>
                  </a:cubicBezTo>
                  <a:cubicBezTo>
                    <a:pt x="300" y="387"/>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6437750" y="2901775"/>
              <a:ext cx="12950" cy="9675"/>
            </a:xfrm>
            <a:custGeom>
              <a:rect b="b" l="l" r="r" t="t"/>
              <a:pathLst>
                <a:path extrusionOk="0" h="387" w="518">
                  <a:moveTo>
                    <a:pt x="259" y="1"/>
                  </a:moveTo>
                  <a:cubicBezTo>
                    <a:pt x="209" y="1"/>
                    <a:pt x="160" y="19"/>
                    <a:pt x="122" y="56"/>
                  </a:cubicBezTo>
                  <a:cubicBezTo>
                    <a:pt x="1" y="179"/>
                    <a:pt x="87" y="387"/>
                    <a:pt x="258" y="387"/>
                  </a:cubicBezTo>
                  <a:cubicBezTo>
                    <a:pt x="431" y="387"/>
                    <a:pt x="518" y="179"/>
                    <a:pt x="396" y="56"/>
                  </a:cubicBezTo>
                  <a:cubicBezTo>
                    <a:pt x="358" y="19"/>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6500475" y="2840675"/>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6592075" y="27490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6653150" y="2688025"/>
              <a:ext cx="9650" cy="9650"/>
            </a:xfrm>
            <a:custGeom>
              <a:rect b="b" l="l" r="r" t="t"/>
              <a:pathLst>
                <a:path extrusionOk="0" h="386" w="386">
                  <a:moveTo>
                    <a:pt x="193" y="1"/>
                  </a:moveTo>
                  <a:cubicBezTo>
                    <a:pt x="87" y="1"/>
                    <a:pt x="1" y="87"/>
                    <a:pt x="1" y="193"/>
                  </a:cubicBezTo>
                  <a:cubicBezTo>
                    <a:pt x="1" y="300"/>
                    <a:pt x="87" y="386"/>
                    <a:pt x="193" y="386"/>
                  </a:cubicBezTo>
                  <a:cubicBezTo>
                    <a:pt x="299" y="386"/>
                    <a:pt x="386" y="300"/>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6683650" y="2657500"/>
              <a:ext cx="9700" cy="9650"/>
            </a:xfrm>
            <a:custGeom>
              <a:rect b="b" l="l" r="r" t="t"/>
              <a:pathLst>
                <a:path extrusionOk="0" h="386" w="388">
                  <a:moveTo>
                    <a:pt x="195" y="0"/>
                  </a:moveTo>
                  <a:cubicBezTo>
                    <a:pt x="87" y="0"/>
                    <a:pt x="1" y="87"/>
                    <a:pt x="1" y="193"/>
                  </a:cubicBezTo>
                  <a:cubicBezTo>
                    <a:pt x="1" y="299"/>
                    <a:pt x="87" y="385"/>
                    <a:pt x="195" y="385"/>
                  </a:cubicBezTo>
                  <a:cubicBezTo>
                    <a:pt x="301" y="385"/>
                    <a:pt x="388" y="299"/>
                    <a:pt x="388" y="193"/>
                  </a:cubicBezTo>
                  <a:cubicBezTo>
                    <a:pt x="388"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6714200" y="2626950"/>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6744750" y="2596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6561525" y="2779625"/>
              <a:ext cx="9675" cy="9700"/>
            </a:xfrm>
            <a:custGeom>
              <a:rect b="b" l="l" r="r" t="t"/>
              <a:pathLst>
                <a:path extrusionOk="0" h="388" w="387">
                  <a:moveTo>
                    <a:pt x="194" y="1"/>
                  </a:moveTo>
                  <a:cubicBezTo>
                    <a:pt x="87" y="1"/>
                    <a:pt x="0" y="87"/>
                    <a:pt x="0" y="193"/>
                  </a:cubicBezTo>
                  <a:cubicBezTo>
                    <a:pt x="0" y="301"/>
                    <a:pt x="87" y="387"/>
                    <a:pt x="194" y="387"/>
                  </a:cubicBezTo>
                  <a:cubicBezTo>
                    <a:pt x="301" y="387"/>
                    <a:pt x="387" y="301"/>
                    <a:pt x="387" y="193"/>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6437825" y="29612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6497250" y="2900200"/>
              <a:ext cx="12950" cy="9675"/>
            </a:xfrm>
            <a:custGeom>
              <a:rect b="b" l="l" r="r" t="t"/>
              <a:pathLst>
                <a:path extrusionOk="0" h="387" w="518">
                  <a:moveTo>
                    <a:pt x="259" y="0"/>
                  </a:moveTo>
                  <a:cubicBezTo>
                    <a:pt x="210" y="0"/>
                    <a:pt x="160" y="19"/>
                    <a:pt x="123" y="57"/>
                  </a:cubicBezTo>
                  <a:cubicBezTo>
                    <a:pt x="1" y="178"/>
                    <a:pt x="87" y="386"/>
                    <a:pt x="260" y="386"/>
                  </a:cubicBezTo>
                  <a:cubicBezTo>
                    <a:pt x="431" y="386"/>
                    <a:pt x="517" y="178"/>
                    <a:pt x="396" y="57"/>
                  </a:cubicBezTo>
                  <a:cubicBezTo>
                    <a:pt x="358"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6559975" y="2839125"/>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6651575" y="2747525"/>
              <a:ext cx="9675" cy="9700"/>
            </a:xfrm>
            <a:custGeom>
              <a:rect b="b" l="l" r="r" t="t"/>
              <a:pathLst>
                <a:path extrusionOk="0" h="388" w="387">
                  <a:moveTo>
                    <a:pt x="194" y="1"/>
                  </a:moveTo>
                  <a:cubicBezTo>
                    <a:pt x="86" y="1"/>
                    <a:pt x="0" y="87"/>
                    <a:pt x="0" y="193"/>
                  </a:cubicBezTo>
                  <a:cubicBezTo>
                    <a:pt x="0" y="299"/>
                    <a:pt x="86" y="387"/>
                    <a:pt x="194" y="387"/>
                  </a:cubicBezTo>
                  <a:cubicBezTo>
                    <a:pt x="300" y="387"/>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6407275" y="29918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6468325" y="2930725"/>
              <a:ext cx="9700" cy="9675"/>
            </a:xfrm>
            <a:custGeom>
              <a:rect b="b" l="l" r="r" t="t"/>
              <a:pathLst>
                <a:path extrusionOk="0" h="387" w="388">
                  <a:moveTo>
                    <a:pt x="195" y="0"/>
                  </a:moveTo>
                  <a:cubicBezTo>
                    <a:pt x="89" y="0"/>
                    <a:pt x="1" y="88"/>
                    <a:pt x="1" y="194"/>
                  </a:cubicBezTo>
                  <a:cubicBezTo>
                    <a:pt x="1" y="301"/>
                    <a:pt x="89" y="387"/>
                    <a:pt x="195" y="387"/>
                  </a:cubicBezTo>
                  <a:cubicBezTo>
                    <a:pt x="301" y="387"/>
                    <a:pt x="387" y="301"/>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6529425" y="2869675"/>
              <a:ext cx="9675" cy="9675"/>
            </a:xfrm>
            <a:custGeom>
              <a:rect b="b" l="l" r="r" t="t"/>
              <a:pathLst>
                <a:path extrusionOk="0" h="387" w="387">
                  <a:moveTo>
                    <a:pt x="193" y="0"/>
                  </a:moveTo>
                  <a:cubicBezTo>
                    <a:pt x="87" y="0"/>
                    <a:pt x="0" y="87"/>
                    <a:pt x="0" y="193"/>
                  </a:cubicBezTo>
                  <a:cubicBezTo>
                    <a:pt x="0" y="300"/>
                    <a:pt x="87" y="387"/>
                    <a:pt x="193" y="387"/>
                  </a:cubicBezTo>
                  <a:cubicBezTo>
                    <a:pt x="301" y="387"/>
                    <a:pt x="387" y="300"/>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6621025" y="2778075"/>
              <a:ext cx="9675" cy="9650"/>
            </a:xfrm>
            <a:custGeom>
              <a:rect b="b" l="l" r="r" t="t"/>
              <a:pathLst>
                <a:path extrusionOk="0" h="386" w="387">
                  <a:moveTo>
                    <a:pt x="194" y="1"/>
                  </a:moveTo>
                  <a:cubicBezTo>
                    <a:pt x="88" y="1"/>
                    <a:pt x="0" y="87"/>
                    <a:pt x="0" y="193"/>
                  </a:cubicBezTo>
                  <a:cubicBezTo>
                    <a:pt x="0" y="299"/>
                    <a:pt x="88" y="386"/>
                    <a:pt x="194" y="386"/>
                  </a:cubicBezTo>
                  <a:cubicBezTo>
                    <a:pt x="300" y="386"/>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6682100" y="2717000"/>
              <a:ext cx="9700" cy="9675"/>
            </a:xfrm>
            <a:custGeom>
              <a:rect b="b" l="l" r="r" t="t"/>
              <a:pathLst>
                <a:path extrusionOk="0" h="387" w="388">
                  <a:moveTo>
                    <a:pt x="193" y="0"/>
                  </a:moveTo>
                  <a:cubicBezTo>
                    <a:pt x="87" y="0"/>
                    <a:pt x="1" y="86"/>
                    <a:pt x="1" y="193"/>
                  </a:cubicBezTo>
                  <a:cubicBezTo>
                    <a:pt x="1" y="300"/>
                    <a:pt x="87" y="387"/>
                    <a:pt x="193" y="387"/>
                  </a:cubicBezTo>
                  <a:cubicBezTo>
                    <a:pt x="301" y="387"/>
                    <a:pt x="387" y="300"/>
                    <a:pt x="387" y="193"/>
                  </a:cubicBezTo>
                  <a:cubicBezTo>
                    <a:pt x="387" y="86"/>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6712650" y="26864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6741575" y="2655925"/>
              <a:ext cx="12900" cy="9675"/>
            </a:xfrm>
            <a:custGeom>
              <a:rect b="b" l="l" r="r" t="t"/>
              <a:pathLst>
                <a:path extrusionOk="0" h="387" w="516">
                  <a:moveTo>
                    <a:pt x="258" y="0"/>
                  </a:moveTo>
                  <a:cubicBezTo>
                    <a:pt x="209" y="0"/>
                    <a:pt x="159" y="19"/>
                    <a:pt x="121" y="57"/>
                  </a:cubicBezTo>
                  <a:cubicBezTo>
                    <a:pt x="0" y="178"/>
                    <a:pt x="87" y="386"/>
                    <a:pt x="258" y="386"/>
                  </a:cubicBezTo>
                  <a:cubicBezTo>
                    <a:pt x="431" y="386"/>
                    <a:pt x="516" y="178"/>
                    <a:pt x="394" y="57"/>
                  </a:cubicBezTo>
                  <a:cubicBezTo>
                    <a:pt x="356" y="19"/>
                    <a:pt x="307"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6773750" y="2625350"/>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6590525" y="2808575"/>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6465150" y="2990250"/>
              <a:ext cx="12950" cy="9700"/>
            </a:xfrm>
            <a:custGeom>
              <a:rect b="b" l="l" r="r" t="t"/>
              <a:pathLst>
                <a:path extrusionOk="0" h="388" w="518">
                  <a:moveTo>
                    <a:pt x="259" y="0"/>
                  </a:moveTo>
                  <a:cubicBezTo>
                    <a:pt x="209" y="0"/>
                    <a:pt x="160" y="19"/>
                    <a:pt x="122" y="57"/>
                  </a:cubicBezTo>
                  <a:cubicBezTo>
                    <a:pt x="1" y="178"/>
                    <a:pt x="87" y="387"/>
                    <a:pt x="260" y="387"/>
                  </a:cubicBezTo>
                  <a:cubicBezTo>
                    <a:pt x="431" y="387"/>
                    <a:pt x="517" y="178"/>
                    <a:pt x="396" y="57"/>
                  </a:cubicBezTo>
                  <a:cubicBezTo>
                    <a:pt x="358"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6527875" y="29291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6588925" y="28681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6680550" y="2776475"/>
              <a:ext cx="9700" cy="9700"/>
            </a:xfrm>
            <a:custGeom>
              <a:rect b="b" l="l" r="r" t="t"/>
              <a:pathLst>
                <a:path extrusionOk="0" h="388" w="388">
                  <a:moveTo>
                    <a:pt x="193" y="1"/>
                  </a:moveTo>
                  <a:cubicBezTo>
                    <a:pt x="87" y="1"/>
                    <a:pt x="1" y="87"/>
                    <a:pt x="1" y="195"/>
                  </a:cubicBezTo>
                  <a:cubicBezTo>
                    <a:pt x="1" y="301"/>
                    <a:pt x="87" y="387"/>
                    <a:pt x="193" y="387"/>
                  </a:cubicBezTo>
                  <a:cubicBezTo>
                    <a:pt x="299" y="387"/>
                    <a:pt x="387" y="301"/>
                    <a:pt x="387" y="195"/>
                  </a:cubicBezTo>
                  <a:cubicBezTo>
                    <a:pt x="387"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6436225" y="3020800"/>
              <a:ext cx="9700" cy="9650"/>
            </a:xfrm>
            <a:custGeom>
              <a:rect b="b" l="l" r="r" t="t"/>
              <a:pathLst>
                <a:path extrusionOk="0" h="386" w="388">
                  <a:moveTo>
                    <a:pt x="195" y="1"/>
                  </a:moveTo>
                  <a:cubicBezTo>
                    <a:pt x="87" y="1"/>
                    <a:pt x="1" y="87"/>
                    <a:pt x="1" y="193"/>
                  </a:cubicBezTo>
                  <a:cubicBezTo>
                    <a:pt x="1" y="299"/>
                    <a:pt x="87" y="386"/>
                    <a:pt x="195" y="386"/>
                  </a:cubicBezTo>
                  <a:cubicBezTo>
                    <a:pt x="301" y="386"/>
                    <a:pt x="388" y="299"/>
                    <a:pt x="388" y="193"/>
                  </a:cubicBezTo>
                  <a:cubicBezTo>
                    <a:pt x="388"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6497325" y="2959700"/>
              <a:ext cx="9700" cy="9700"/>
            </a:xfrm>
            <a:custGeom>
              <a:rect b="b" l="l" r="r" t="t"/>
              <a:pathLst>
                <a:path extrusionOk="0" h="388" w="388">
                  <a:moveTo>
                    <a:pt x="193" y="1"/>
                  </a:moveTo>
                  <a:cubicBezTo>
                    <a:pt x="87" y="1"/>
                    <a:pt x="1" y="87"/>
                    <a:pt x="1" y="194"/>
                  </a:cubicBezTo>
                  <a:cubicBezTo>
                    <a:pt x="1" y="301"/>
                    <a:pt x="87" y="388"/>
                    <a:pt x="193" y="388"/>
                  </a:cubicBezTo>
                  <a:cubicBezTo>
                    <a:pt x="301" y="388"/>
                    <a:pt x="387" y="301"/>
                    <a:pt x="387" y="194"/>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6558375" y="2898625"/>
              <a:ext cx="9700" cy="9675"/>
            </a:xfrm>
            <a:custGeom>
              <a:rect b="b" l="l" r="r" t="t"/>
              <a:pathLst>
                <a:path extrusionOk="0" h="387" w="388">
                  <a:moveTo>
                    <a:pt x="195" y="0"/>
                  </a:moveTo>
                  <a:cubicBezTo>
                    <a:pt x="88" y="0"/>
                    <a:pt x="1" y="87"/>
                    <a:pt x="1" y="194"/>
                  </a:cubicBezTo>
                  <a:cubicBezTo>
                    <a:pt x="1" y="301"/>
                    <a:pt x="88" y="387"/>
                    <a:pt x="195" y="387"/>
                  </a:cubicBezTo>
                  <a:cubicBezTo>
                    <a:pt x="301" y="387"/>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6650000" y="28070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6709425" y="2745950"/>
              <a:ext cx="12950" cy="9675"/>
            </a:xfrm>
            <a:custGeom>
              <a:rect b="b" l="l" r="r" t="t"/>
              <a:pathLst>
                <a:path extrusionOk="0" h="387" w="518">
                  <a:moveTo>
                    <a:pt x="260" y="1"/>
                  </a:moveTo>
                  <a:cubicBezTo>
                    <a:pt x="211" y="1"/>
                    <a:pt x="161" y="20"/>
                    <a:pt x="124" y="58"/>
                  </a:cubicBezTo>
                  <a:cubicBezTo>
                    <a:pt x="1" y="179"/>
                    <a:pt x="87" y="387"/>
                    <a:pt x="260" y="387"/>
                  </a:cubicBezTo>
                  <a:cubicBezTo>
                    <a:pt x="431" y="387"/>
                    <a:pt x="518" y="179"/>
                    <a:pt x="396" y="58"/>
                  </a:cubicBezTo>
                  <a:cubicBezTo>
                    <a:pt x="359" y="20"/>
                    <a:pt x="309"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6741600" y="2715425"/>
              <a:ext cx="9700" cy="9650"/>
            </a:xfrm>
            <a:custGeom>
              <a:rect b="b" l="l" r="r" t="t"/>
              <a:pathLst>
                <a:path extrusionOk="0" h="386" w="388">
                  <a:moveTo>
                    <a:pt x="195" y="1"/>
                  </a:moveTo>
                  <a:cubicBezTo>
                    <a:pt x="87" y="1"/>
                    <a:pt x="1" y="87"/>
                    <a:pt x="1" y="193"/>
                  </a:cubicBezTo>
                  <a:cubicBezTo>
                    <a:pt x="1" y="299"/>
                    <a:pt x="87" y="386"/>
                    <a:pt x="195" y="386"/>
                  </a:cubicBezTo>
                  <a:cubicBezTo>
                    <a:pt x="301" y="386"/>
                    <a:pt x="387" y="299"/>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6772150" y="2684900"/>
              <a:ext cx="9700" cy="9650"/>
            </a:xfrm>
            <a:custGeom>
              <a:rect b="b" l="l" r="r" t="t"/>
              <a:pathLst>
                <a:path extrusionOk="0" h="386" w="388">
                  <a:moveTo>
                    <a:pt x="193" y="0"/>
                  </a:moveTo>
                  <a:cubicBezTo>
                    <a:pt x="87" y="0"/>
                    <a:pt x="0" y="86"/>
                    <a:pt x="0" y="193"/>
                  </a:cubicBezTo>
                  <a:cubicBezTo>
                    <a:pt x="0" y="299"/>
                    <a:pt x="87" y="385"/>
                    <a:pt x="193" y="385"/>
                  </a:cubicBezTo>
                  <a:cubicBezTo>
                    <a:pt x="301" y="385"/>
                    <a:pt x="387" y="299"/>
                    <a:pt x="387" y="193"/>
                  </a:cubicBezTo>
                  <a:cubicBezTo>
                    <a:pt x="387" y="86"/>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6802700" y="2654350"/>
              <a:ext cx="9675" cy="9675"/>
            </a:xfrm>
            <a:custGeom>
              <a:rect b="b" l="l" r="r" t="t"/>
              <a:pathLst>
                <a:path extrusionOk="0" h="387" w="387">
                  <a:moveTo>
                    <a:pt x="193" y="0"/>
                  </a:moveTo>
                  <a:cubicBezTo>
                    <a:pt x="87" y="0"/>
                    <a:pt x="0" y="87"/>
                    <a:pt x="0" y="193"/>
                  </a:cubicBezTo>
                  <a:cubicBezTo>
                    <a:pt x="0" y="300"/>
                    <a:pt x="87" y="387"/>
                    <a:pt x="193" y="387"/>
                  </a:cubicBezTo>
                  <a:cubicBezTo>
                    <a:pt x="300" y="387"/>
                    <a:pt x="387" y="300"/>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6617825" y="2837550"/>
              <a:ext cx="12950" cy="9700"/>
            </a:xfrm>
            <a:custGeom>
              <a:rect b="b" l="l" r="r" t="t"/>
              <a:pathLst>
                <a:path extrusionOk="0" h="388" w="518">
                  <a:moveTo>
                    <a:pt x="259" y="1"/>
                  </a:moveTo>
                  <a:cubicBezTo>
                    <a:pt x="210" y="1"/>
                    <a:pt x="160" y="20"/>
                    <a:pt x="122" y="58"/>
                  </a:cubicBezTo>
                  <a:cubicBezTo>
                    <a:pt x="1" y="179"/>
                    <a:pt x="87" y="388"/>
                    <a:pt x="260" y="388"/>
                  </a:cubicBezTo>
                  <a:cubicBezTo>
                    <a:pt x="431" y="388"/>
                    <a:pt x="518" y="179"/>
                    <a:pt x="397" y="58"/>
                  </a:cubicBezTo>
                  <a:cubicBezTo>
                    <a:pt x="359"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6495775" y="3019200"/>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6556825" y="2958150"/>
              <a:ext cx="9675" cy="9650"/>
            </a:xfrm>
            <a:custGeom>
              <a:rect b="b" l="l" r="r" t="t"/>
              <a:pathLst>
                <a:path extrusionOk="0" h="386" w="387">
                  <a:moveTo>
                    <a:pt x="194" y="1"/>
                  </a:moveTo>
                  <a:cubicBezTo>
                    <a:pt x="87" y="1"/>
                    <a:pt x="0" y="87"/>
                    <a:pt x="0" y="193"/>
                  </a:cubicBezTo>
                  <a:cubicBezTo>
                    <a:pt x="0" y="299"/>
                    <a:pt x="87" y="386"/>
                    <a:pt x="194" y="386"/>
                  </a:cubicBezTo>
                  <a:cubicBezTo>
                    <a:pt x="301" y="386"/>
                    <a:pt x="387" y="299"/>
                    <a:pt x="387" y="193"/>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6617900" y="2897075"/>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6707875" y="2805450"/>
              <a:ext cx="12950" cy="9675"/>
            </a:xfrm>
            <a:custGeom>
              <a:rect b="b" l="l" r="r" t="t"/>
              <a:pathLst>
                <a:path extrusionOk="0" h="387" w="518">
                  <a:moveTo>
                    <a:pt x="259" y="1"/>
                  </a:moveTo>
                  <a:cubicBezTo>
                    <a:pt x="210" y="1"/>
                    <a:pt x="161" y="20"/>
                    <a:pt x="123" y="58"/>
                  </a:cubicBezTo>
                  <a:cubicBezTo>
                    <a:pt x="1" y="179"/>
                    <a:pt x="87" y="387"/>
                    <a:pt x="260" y="387"/>
                  </a:cubicBezTo>
                  <a:cubicBezTo>
                    <a:pt x="431" y="387"/>
                    <a:pt x="518" y="179"/>
                    <a:pt x="396" y="58"/>
                  </a:cubicBezTo>
                  <a:cubicBezTo>
                    <a:pt x="358"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6465225" y="3049750"/>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6526275" y="29886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6587375" y="2927625"/>
              <a:ext cx="9675" cy="9675"/>
            </a:xfrm>
            <a:custGeom>
              <a:rect b="b" l="l" r="r" t="t"/>
              <a:pathLst>
                <a:path extrusionOk="0" h="387" w="387">
                  <a:moveTo>
                    <a:pt x="193" y="0"/>
                  </a:moveTo>
                  <a:cubicBezTo>
                    <a:pt x="87" y="0"/>
                    <a:pt x="0" y="86"/>
                    <a:pt x="0" y="193"/>
                  </a:cubicBezTo>
                  <a:cubicBezTo>
                    <a:pt x="0" y="300"/>
                    <a:pt x="87" y="387"/>
                    <a:pt x="193" y="387"/>
                  </a:cubicBezTo>
                  <a:cubicBezTo>
                    <a:pt x="300" y="387"/>
                    <a:pt x="387" y="300"/>
                    <a:pt x="387" y="193"/>
                  </a:cubicBezTo>
                  <a:cubicBezTo>
                    <a:pt x="387" y="86"/>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6677325" y="2836000"/>
              <a:ext cx="12950" cy="9675"/>
            </a:xfrm>
            <a:custGeom>
              <a:rect b="b" l="l" r="r" t="t"/>
              <a:pathLst>
                <a:path extrusionOk="0" h="387" w="518">
                  <a:moveTo>
                    <a:pt x="259" y="1"/>
                  </a:moveTo>
                  <a:cubicBezTo>
                    <a:pt x="210" y="1"/>
                    <a:pt x="161" y="19"/>
                    <a:pt x="124" y="57"/>
                  </a:cubicBezTo>
                  <a:cubicBezTo>
                    <a:pt x="1" y="179"/>
                    <a:pt x="87" y="386"/>
                    <a:pt x="260" y="386"/>
                  </a:cubicBezTo>
                  <a:cubicBezTo>
                    <a:pt x="431" y="386"/>
                    <a:pt x="518" y="179"/>
                    <a:pt x="396" y="57"/>
                  </a:cubicBezTo>
                  <a:cubicBezTo>
                    <a:pt x="359" y="19"/>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6740050" y="27749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6770600" y="2744375"/>
              <a:ext cx="9675" cy="9700"/>
            </a:xfrm>
            <a:custGeom>
              <a:rect b="b" l="l" r="r" t="t"/>
              <a:pathLst>
                <a:path extrusionOk="0" h="388" w="387">
                  <a:moveTo>
                    <a:pt x="193" y="1"/>
                  </a:moveTo>
                  <a:cubicBezTo>
                    <a:pt x="87" y="1"/>
                    <a:pt x="0" y="87"/>
                    <a:pt x="0" y="193"/>
                  </a:cubicBezTo>
                  <a:cubicBezTo>
                    <a:pt x="0" y="301"/>
                    <a:pt x="87" y="388"/>
                    <a:pt x="193" y="388"/>
                  </a:cubicBezTo>
                  <a:cubicBezTo>
                    <a:pt x="299" y="388"/>
                    <a:pt x="387" y="301"/>
                    <a:pt x="387" y="193"/>
                  </a:cubicBezTo>
                  <a:cubicBezTo>
                    <a:pt x="387"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6801150" y="2713850"/>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6831650" y="2683325"/>
              <a:ext cx="9675" cy="9650"/>
            </a:xfrm>
            <a:custGeom>
              <a:rect b="b" l="l" r="r" t="t"/>
              <a:pathLst>
                <a:path extrusionOk="0" h="386" w="387">
                  <a:moveTo>
                    <a:pt x="194" y="1"/>
                  </a:moveTo>
                  <a:cubicBezTo>
                    <a:pt x="87" y="1"/>
                    <a:pt x="0" y="87"/>
                    <a:pt x="0" y="193"/>
                  </a:cubicBezTo>
                  <a:cubicBezTo>
                    <a:pt x="0" y="300"/>
                    <a:pt x="87" y="386"/>
                    <a:pt x="194" y="386"/>
                  </a:cubicBezTo>
                  <a:cubicBezTo>
                    <a:pt x="301" y="386"/>
                    <a:pt x="387" y="300"/>
                    <a:pt x="387" y="193"/>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6648450" y="286652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6524725" y="3048200"/>
              <a:ext cx="9700" cy="9650"/>
            </a:xfrm>
            <a:custGeom>
              <a:rect b="b" l="l" r="r" t="t"/>
              <a:pathLst>
                <a:path extrusionOk="0" h="386" w="388">
                  <a:moveTo>
                    <a:pt x="193" y="0"/>
                  </a:moveTo>
                  <a:cubicBezTo>
                    <a:pt x="87" y="0"/>
                    <a:pt x="0" y="87"/>
                    <a:pt x="0" y="193"/>
                  </a:cubicBezTo>
                  <a:cubicBezTo>
                    <a:pt x="0" y="299"/>
                    <a:pt x="87" y="386"/>
                    <a:pt x="193" y="386"/>
                  </a:cubicBezTo>
                  <a:cubicBezTo>
                    <a:pt x="301" y="386"/>
                    <a:pt x="387" y="299"/>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6585825" y="2987100"/>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6646875" y="2926050"/>
              <a:ext cx="9675" cy="9650"/>
            </a:xfrm>
            <a:custGeom>
              <a:rect b="b" l="l" r="r" t="t"/>
              <a:pathLst>
                <a:path extrusionOk="0" h="386" w="387">
                  <a:moveTo>
                    <a:pt x="194" y="1"/>
                  </a:moveTo>
                  <a:cubicBezTo>
                    <a:pt x="86" y="1"/>
                    <a:pt x="0" y="87"/>
                    <a:pt x="0" y="193"/>
                  </a:cubicBezTo>
                  <a:cubicBezTo>
                    <a:pt x="0" y="300"/>
                    <a:pt x="86" y="386"/>
                    <a:pt x="194" y="386"/>
                  </a:cubicBezTo>
                  <a:cubicBezTo>
                    <a:pt x="300" y="386"/>
                    <a:pt x="387" y="300"/>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6736875" y="2834425"/>
              <a:ext cx="12900" cy="9700"/>
            </a:xfrm>
            <a:custGeom>
              <a:rect b="b" l="l" r="r" t="t"/>
              <a:pathLst>
                <a:path extrusionOk="0" h="388" w="516">
                  <a:moveTo>
                    <a:pt x="258" y="1"/>
                  </a:moveTo>
                  <a:cubicBezTo>
                    <a:pt x="209" y="1"/>
                    <a:pt x="159" y="20"/>
                    <a:pt x="122" y="57"/>
                  </a:cubicBezTo>
                  <a:cubicBezTo>
                    <a:pt x="0" y="179"/>
                    <a:pt x="87" y="387"/>
                    <a:pt x="258" y="387"/>
                  </a:cubicBezTo>
                  <a:cubicBezTo>
                    <a:pt x="431" y="387"/>
                    <a:pt x="516" y="179"/>
                    <a:pt x="394" y="57"/>
                  </a:cubicBezTo>
                  <a:cubicBezTo>
                    <a:pt x="356" y="20"/>
                    <a:pt x="307" y="1"/>
                    <a:pt x="25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6494175" y="3078700"/>
              <a:ext cx="9700" cy="9700"/>
            </a:xfrm>
            <a:custGeom>
              <a:rect b="b" l="l" r="r" t="t"/>
              <a:pathLst>
                <a:path extrusionOk="0" h="388" w="388">
                  <a:moveTo>
                    <a:pt x="195" y="1"/>
                  </a:moveTo>
                  <a:cubicBezTo>
                    <a:pt x="87" y="1"/>
                    <a:pt x="1" y="89"/>
                    <a:pt x="1" y="195"/>
                  </a:cubicBezTo>
                  <a:cubicBezTo>
                    <a:pt x="1" y="301"/>
                    <a:pt x="87" y="387"/>
                    <a:pt x="195" y="387"/>
                  </a:cubicBezTo>
                  <a:cubicBezTo>
                    <a:pt x="301" y="387"/>
                    <a:pt x="387" y="301"/>
                    <a:pt x="387" y="195"/>
                  </a:cubicBezTo>
                  <a:cubicBezTo>
                    <a:pt x="387" y="89"/>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6555275" y="3017650"/>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6616350" y="29565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6707950" y="2864975"/>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6769050" y="2803875"/>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6797925" y="2773350"/>
              <a:ext cx="12950" cy="9675"/>
            </a:xfrm>
            <a:custGeom>
              <a:rect b="b" l="l" r="r" t="t"/>
              <a:pathLst>
                <a:path extrusionOk="0" h="387" w="518">
                  <a:moveTo>
                    <a:pt x="259" y="1"/>
                  </a:moveTo>
                  <a:cubicBezTo>
                    <a:pt x="209" y="1"/>
                    <a:pt x="160" y="20"/>
                    <a:pt x="123" y="58"/>
                  </a:cubicBezTo>
                  <a:cubicBezTo>
                    <a:pt x="0" y="179"/>
                    <a:pt x="87" y="387"/>
                    <a:pt x="259" y="387"/>
                  </a:cubicBezTo>
                  <a:cubicBezTo>
                    <a:pt x="431" y="387"/>
                    <a:pt x="517" y="179"/>
                    <a:pt x="396" y="58"/>
                  </a:cubicBezTo>
                  <a:cubicBezTo>
                    <a:pt x="358" y="20"/>
                    <a:pt x="308"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6830100" y="2742825"/>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6860650" y="2712300"/>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6677400" y="2895525"/>
              <a:ext cx="9700" cy="9675"/>
            </a:xfrm>
            <a:custGeom>
              <a:rect b="b" l="l" r="r" t="t"/>
              <a:pathLst>
                <a:path extrusionOk="0" h="387" w="388">
                  <a:moveTo>
                    <a:pt x="193" y="0"/>
                  </a:moveTo>
                  <a:cubicBezTo>
                    <a:pt x="87" y="0"/>
                    <a:pt x="1" y="87"/>
                    <a:pt x="1" y="193"/>
                  </a:cubicBezTo>
                  <a:cubicBezTo>
                    <a:pt x="1" y="299"/>
                    <a:pt x="87" y="387"/>
                    <a:pt x="193" y="387"/>
                  </a:cubicBezTo>
                  <a:cubicBezTo>
                    <a:pt x="301" y="387"/>
                    <a:pt x="387" y="299"/>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6552050" y="3077175"/>
              <a:ext cx="12950" cy="9675"/>
            </a:xfrm>
            <a:custGeom>
              <a:rect b="b" l="l" r="r" t="t"/>
              <a:pathLst>
                <a:path extrusionOk="0" h="387" w="518">
                  <a:moveTo>
                    <a:pt x="260" y="0"/>
                  </a:moveTo>
                  <a:cubicBezTo>
                    <a:pt x="210" y="0"/>
                    <a:pt x="161" y="19"/>
                    <a:pt x="123" y="57"/>
                  </a:cubicBezTo>
                  <a:cubicBezTo>
                    <a:pt x="0" y="178"/>
                    <a:pt x="87" y="386"/>
                    <a:pt x="260" y="386"/>
                  </a:cubicBezTo>
                  <a:cubicBezTo>
                    <a:pt x="431" y="386"/>
                    <a:pt x="517" y="178"/>
                    <a:pt x="396" y="57"/>
                  </a:cubicBezTo>
                  <a:cubicBezTo>
                    <a:pt x="358" y="19"/>
                    <a:pt x="309"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6614775" y="3016100"/>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6675850" y="2955025"/>
              <a:ext cx="9700" cy="9675"/>
            </a:xfrm>
            <a:custGeom>
              <a:rect b="b" l="l" r="r" t="t"/>
              <a:pathLst>
                <a:path extrusionOk="0" h="387" w="388">
                  <a:moveTo>
                    <a:pt x="193" y="0"/>
                  </a:moveTo>
                  <a:cubicBezTo>
                    <a:pt x="87" y="0"/>
                    <a:pt x="1" y="86"/>
                    <a:pt x="1" y="193"/>
                  </a:cubicBezTo>
                  <a:cubicBezTo>
                    <a:pt x="1" y="300"/>
                    <a:pt x="87" y="387"/>
                    <a:pt x="193" y="387"/>
                  </a:cubicBezTo>
                  <a:cubicBezTo>
                    <a:pt x="299" y="387"/>
                    <a:pt x="387" y="300"/>
                    <a:pt x="387" y="193"/>
                  </a:cubicBezTo>
                  <a:cubicBezTo>
                    <a:pt x="387" y="86"/>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6767450" y="2863425"/>
              <a:ext cx="9700" cy="9650"/>
            </a:xfrm>
            <a:custGeom>
              <a:rect b="b" l="l" r="r" t="t"/>
              <a:pathLst>
                <a:path extrusionOk="0" h="386" w="388">
                  <a:moveTo>
                    <a:pt x="193" y="0"/>
                  </a:moveTo>
                  <a:cubicBezTo>
                    <a:pt x="87" y="0"/>
                    <a:pt x="1" y="87"/>
                    <a:pt x="1" y="193"/>
                  </a:cubicBezTo>
                  <a:cubicBezTo>
                    <a:pt x="1" y="299"/>
                    <a:pt x="87" y="385"/>
                    <a:pt x="193" y="385"/>
                  </a:cubicBezTo>
                  <a:cubicBezTo>
                    <a:pt x="301" y="385"/>
                    <a:pt x="387" y="299"/>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6523175" y="3107700"/>
              <a:ext cx="9650" cy="9675"/>
            </a:xfrm>
            <a:custGeom>
              <a:rect b="b" l="l" r="r" t="t"/>
              <a:pathLst>
                <a:path extrusionOk="0" h="387"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6584225" y="304660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6645300" y="298555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6736900" y="2893925"/>
              <a:ext cx="9700" cy="9700"/>
            </a:xfrm>
            <a:custGeom>
              <a:rect b="b" l="l" r="r" t="t"/>
              <a:pathLst>
                <a:path extrusionOk="0" h="388" w="388">
                  <a:moveTo>
                    <a:pt x="195" y="0"/>
                  </a:moveTo>
                  <a:cubicBezTo>
                    <a:pt x="87" y="0"/>
                    <a:pt x="1" y="87"/>
                    <a:pt x="1" y="195"/>
                  </a:cubicBezTo>
                  <a:cubicBezTo>
                    <a:pt x="1" y="301"/>
                    <a:pt x="87" y="387"/>
                    <a:pt x="195" y="387"/>
                  </a:cubicBezTo>
                  <a:cubicBezTo>
                    <a:pt x="301" y="387"/>
                    <a:pt x="387" y="301"/>
                    <a:pt x="387" y="195"/>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6798000" y="2832875"/>
              <a:ext cx="9675" cy="9650"/>
            </a:xfrm>
            <a:custGeom>
              <a:rect b="b" l="l" r="r" t="t"/>
              <a:pathLst>
                <a:path extrusionOk="0" h="386" w="387">
                  <a:moveTo>
                    <a:pt x="193" y="0"/>
                  </a:moveTo>
                  <a:cubicBezTo>
                    <a:pt x="87" y="0"/>
                    <a:pt x="0" y="87"/>
                    <a:pt x="0" y="193"/>
                  </a:cubicBezTo>
                  <a:cubicBezTo>
                    <a:pt x="0" y="299"/>
                    <a:pt x="87" y="385"/>
                    <a:pt x="193" y="385"/>
                  </a:cubicBezTo>
                  <a:cubicBezTo>
                    <a:pt x="300" y="385"/>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6828550" y="2802325"/>
              <a:ext cx="9675" cy="9700"/>
            </a:xfrm>
            <a:custGeom>
              <a:rect b="b" l="l" r="r" t="t"/>
              <a:pathLst>
                <a:path extrusionOk="0" h="388" w="387">
                  <a:moveTo>
                    <a:pt x="193" y="1"/>
                  </a:moveTo>
                  <a:cubicBezTo>
                    <a:pt x="86" y="1"/>
                    <a:pt x="0" y="87"/>
                    <a:pt x="0" y="193"/>
                  </a:cubicBezTo>
                  <a:cubicBezTo>
                    <a:pt x="0" y="301"/>
                    <a:pt x="86" y="387"/>
                    <a:pt x="193" y="387"/>
                  </a:cubicBezTo>
                  <a:cubicBezTo>
                    <a:pt x="299" y="387"/>
                    <a:pt x="387" y="301"/>
                    <a:pt x="387" y="193"/>
                  </a:cubicBezTo>
                  <a:cubicBezTo>
                    <a:pt x="387"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6859075" y="277177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6887950" y="2741250"/>
              <a:ext cx="12950" cy="9675"/>
            </a:xfrm>
            <a:custGeom>
              <a:rect b="b" l="l" r="r" t="t"/>
              <a:pathLst>
                <a:path extrusionOk="0" h="387" w="518">
                  <a:moveTo>
                    <a:pt x="260" y="1"/>
                  </a:moveTo>
                  <a:cubicBezTo>
                    <a:pt x="210" y="1"/>
                    <a:pt x="161" y="20"/>
                    <a:pt x="124" y="58"/>
                  </a:cubicBezTo>
                  <a:cubicBezTo>
                    <a:pt x="1" y="179"/>
                    <a:pt x="87" y="387"/>
                    <a:pt x="260" y="387"/>
                  </a:cubicBezTo>
                  <a:cubicBezTo>
                    <a:pt x="431" y="387"/>
                    <a:pt x="518" y="179"/>
                    <a:pt x="397" y="58"/>
                  </a:cubicBezTo>
                  <a:cubicBezTo>
                    <a:pt x="359" y="20"/>
                    <a:pt x="309"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6704775" y="2924500"/>
              <a:ext cx="12900" cy="9650"/>
            </a:xfrm>
            <a:custGeom>
              <a:rect b="b" l="l" r="r" t="t"/>
              <a:pathLst>
                <a:path extrusionOk="0" h="386" w="516">
                  <a:moveTo>
                    <a:pt x="258" y="0"/>
                  </a:moveTo>
                  <a:cubicBezTo>
                    <a:pt x="209" y="0"/>
                    <a:pt x="159" y="19"/>
                    <a:pt x="122" y="57"/>
                  </a:cubicBezTo>
                  <a:cubicBezTo>
                    <a:pt x="0" y="178"/>
                    <a:pt x="85" y="386"/>
                    <a:pt x="258" y="386"/>
                  </a:cubicBezTo>
                  <a:cubicBezTo>
                    <a:pt x="429" y="386"/>
                    <a:pt x="516" y="178"/>
                    <a:pt x="394" y="57"/>
                  </a:cubicBezTo>
                  <a:cubicBezTo>
                    <a:pt x="357" y="19"/>
                    <a:pt x="307"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6582675" y="3106150"/>
              <a:ext cx="9675" cy="9675"/>
            </a:xfrm>
            <a:custGeom>
              <a:rect b="b" l="l" r="r" t="t"/>
              <a:pathLst>
                <a:path extrusionOk="0" h="387" w="387">
                  <a:moveTo>
                    <a:pt x="193" y="0"/>
                  </a:moveTo>
                  <a:cubicBezTo>
                    <a:pt x="87" y="0"/>
                    <a:pt x="0" y="87"/>
                    <a:pt x="0" y="193"/>
                  </a:cubicBezTo>
                  <a:cubicBezTo>
                    <a:pt x="0" y="299"/>
                    <a:pt x="87" y="387"/>
                    <a:pt x="193" y="387"/>
                  </a:cubicBezTo>
                  <a:cubicBezTo>
                    <a:pt x="300" y="387"/>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6642125" y="3045075"/>
              <a:ext cx="12900" cy="9675"/>
            </a:xfrm>
            <a:custGeom>
              <a:rect b="b" l="l" r="r" t="t"/>
              <a:pathLst>
                <a:path extrusionOk="0" h="387" w="516">
                  <a:moveTo>
                    <a:pt x="258" y="0"/>
                  </a:moveTo>
                  <a:cubicBezTo>
                    <a:pt x="209" y="0"/>
                    <a:pt x="160" y="19"/>
                    <a:pt x="122" y="56"/>
                  </a:cubicBezTo>
                  <a:cubicBezTo>
                    <a:pt x="1" y="179"/>
                    <a:pt x="85" y="386"/>
                    <a:pt x="258" y="386"/>
                  </a:cubicBezTo>
                  <a:cubicBezTo>
                    <a:pt x="430" y="386"/>
                    <a:pt x="516" y="179"/>
                    <a:pt x="395" y="56"/>
                  </a:cubicBezTo>
                  <a:cubicBezTo>
                    <a:pt x="357" y="19"/>
                    <a:pt x="308"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6704800" y="29839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6796450" y="28923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6552125" y="3136675"/>
              <a:ext cx="9675" cy="9675"/>
            </a:xfrm>
            <a:custGeom>
              <a:rect b="b" l="l" r="r" t="t"/>
              <a:pathLst>
                <a:path extrusionOk="0" h="387" w="387">
                  <a:moveTo>
                    <a:pt x="194" y="1"/>
                  </a:moveTo>
                  <a:cubicBezTo>
                    <a:pt x="87" y="1"/>
                    <a:pt x="0" y="87"/>
                    <a:pt x="0" y="194"/>
                  </a:cubicBezTo>
                  <a:cubicBezTo>
                    <a:pt x="0" y="300"/>
                    <a:pt x="87" y="386"/>
                    <a:pt x="194" y="386"/>
                  </a:cubicBezTo>
                  <a:cubicBezTo>
                    <a:pt x="301" y="386"/>
                    <a:pt x="387" y="300"/>
                    <a:pt x="387" y="194"/>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6613225" y="3075600"/>
              <a:ext cx="9650" cy="9675"/>
            </a:xfrm>
            <a:custGeom>
              <a:rect b="b" l="l" r="r" t="t"/>
              <a:pathLst>
                <a:path extrusionOk="0" h="387" w="386">
                  <a:moveTo>
                    <a:pt x="193" y="0"/>
                  </a:moveTo>
                  <a:cubicBezTo>
                    <a:pt x="86" y="0"/>
                    <a:pt x="0" y="87"/>
                    <a:pt x="0" y="193"/>
                  </a:cubicBezTo>
                  <a:cubicBezTo>
                    <a:pt x="0" y="301"/>
                    <a:pt x="86" y="387"/>
                    <a:pt x="193" y="387"/>
                  </a:cubicBezTo>
                  <a:cubicBezTo>
                    <a:pt x="299" y="387"/>
                    <a:pt x="385" y="301"/>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6672625" y="3014525"/>
              <a:ext cx="12950" cy="9675"/>
            </a:xfrm>
            <a:custGeom>
              <a:rect b="b" l="l" r="r" t="t"/>
              <a:pathLst>
                <a:path extrusionOk="0" h="387" w="518">
                  <a:moveTo>
                    <a:pt x="260" y="1"/>
                  </a:moveTo>
                  <a:cubicBezTo>
                    <a:pt x="210" y="1"/>
                    <a:pt x="161" y="20"/>
                    <a:pt x="124" y="58"/>
                  </a:cubicBezTo>
                  <a:cubicBezTo>
                    <a:pt x="1" y="179"/>
                    <a:pt x="87" y="386"/>
                    <a:pt x="260" y="386"/>
                  </a:cubicBezTo>
                  <a:cubicBezTo>
                    <a:pt x="431" y="386"/>
                    <a:pt x="518" y="179"/>
                    <a:pt x="397" y="58"/>
                  </a:cubicBezTo>
                  <a:cubicBezTo>
                    <a:pt x="359" y="20"/>
                    <a:pt x="309"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6765900" y="2922925"/>
              <a:ext cx="9675" cy="9675"/>
            </a:xfrm>
            <a:custGeom>
              <a:rect b="b" l="l" r="r" t="t"/>
              <a:pathLst>
                <a:path extrusionOk="0" h="387" w="387">
                  <a:moveTo>
                    <a:pt x="193" y="0"/>
                  </a:moveTo>
                  <a:cubicBezTo>
                    <a:pt x="87" y="0"/>
                    <a:pt x="0" y="87"/>
                    <a:pt x="0" y="193"/>
                  </a:cubicBezTo>
                  <a:cubicBezTo>
                    <a:pt x="0" y="300"/>
                    <a:pt x="87" y="387"/>
                    <a:pt x="193" y="387"/>
                  </a:cubicBezTo>
                  <a:cubicBezTo>
                    <a:pt x="299" y="387"/>
                    <a:pt x="387" y="300"/>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6826950" y="2861825"/>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6857500" y="28313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6888025" y="2800775"/>
              <a:ext cx="9700" cy="9650"/>
            </a:xfrm>
            <a:custGeom>
              <a:rect b="b" l="l" r="r" t="t"/>
              <a:pathLst>
                <a:path extrusionOk="0" h="386" w="388">
                  <a:moveTo>
                    <a:pt x="193" y="1"/>
                  </a:moveTo>
                  <a:cubicBezTo>
                    <a:pt x="87" y="1"/>
                    <a:pt x="1" y="87"/>
                    <a:pt x="1" y="193"/>
                  </a:cubicBezTo>
                  <a:cubicBezTo>
                    <a:pt x="1" y="299"/>
                    <a:pt x="87" y="386"/>
                    <a:pt x="193" y="386"/>
                  </a:cubicBezTo>
                  <a:cubicBezTo>
                    <a:pt x="301" y="386"/>
                    <a:pt x="388" y="299"/>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6916950" y="2770225"/>
              <a:ext cx="12900" cy="9700"/>
            </a:xfrm>
            <a:custGeom>
              <a:rect b="b" l="l" r="r" t="t"/>
              <a:pathLst>
                <a:path extrusionOk="0" h="388" w="516">
                  <a:moveTo>
                    <a:pt x="258" y="0"/>
                  </a:moveTo>
                  <a:cubicBezTo>
                    <a:pt x="209" y="0"/>
                    <a:pt x="160" y="19"/>
                    <a:pt x="122" y="57"/>
                  </a:cubicBezTo>
                  <a:cubicBezTo>
                    <a:pt x="1" y="178"/>
                    <a:pt x="85" y="387"/>
                    <a:pt x="258" y="387"/>
                  </a:cubicBezTo>
                  <a:cubicBezTo>
                    <a:pt x="430" y="387"/>
                    <a:pt x="516" y="178"/>
                    <a:pt x="395" y="57"/>
                  </a:cubicBezTo>
                  <a:cubicBezTo>
                    <a:pt x="357" y="19"/>
                    <a:pt x="308"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6735350" y="2953450"/>
              <a:ext cx="9700" cy="9650"/>
            </a:xfrm>
            <a:custGeom>
              <a:rect b="b" l="l" r="r" t="t"/>
              <a:pathLst>
                <a:path extrusionOk="0" h="386" w="388">
                  <a:moveTo>
                    <a:pt x="193" y="1"/>
                  </a:moveTo>
                  <a:cubicBezTo>
                    <a:pt x="87" y="1"/>
                    <a:pt x="1" y="87"/>
                    <a:pt x="1" y="193"/>
                  </a:cubicBezTo>
                  <a:cubicBezTo>
                    <a:pt x="1" y="300"/>
                    <a:pt x="87" y="386"/>
                    <a:pt x="193" y="386"/>
                  </a:cubicBezTo>
                  <a:cubicBezTo>
                    <a:pt x="301" y="386"/>
                    <a:pt x="387" y="300"/>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6611650" y="3135100"/>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6672700" y="3074000"/>
              <a:ext cx="9700" cy="9700"/>
            </a:xfrm>
            <a:custGeom>
              <a:rect b="b" l="l" r="r" t="t"/>
              <a:pathLst>
                <a:path extrusionOk="0" h="388" w="388">
                  <a:moveTo>
                    <a:pt x="193" y="1"/>
                  </a:moveTo>
                  <a:cubicBezTo>
                    <a:pt x="87" y="1"/>
                    <a:pt x="1" y="89"/>
                    <a:pt x="1" y="195"/>
                  </a:cubicBezTo>
                  <a:cubicBezTo>
                    <a:pt x="1" y="301"/>
                    <a:pt x="87" y="387"/>
                    <a:pt x="193" y="387"/>
                  </a:cubicBezTo>
                  <a:cubicBezTo>
                    <a:pt x="301" y="387"/>
                    <a:pt x="387" y="301"/>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6732175" y="3012975"/>
              <a:ext cx="12900" cy="9675"/>
            </a:xfrm>
            <a:custGeom>
              <a:rect b="b" l="l" r="r" t="t"/>
              <a:pathLst>
                <a:path extrusionOk="0" h="387" w="516">
                  <a:moveTo>
                    <a:pt x="258" y="0"/>
                  </a:moveTo>
                  <a:cubicBezTo>
                    <a:pt x="209" y="0"/>
                    <a:pt x="159" y="19"/>
                    <a:pt x="122" y="56"/>
                  </a:cubicBezTo>
                  <a:cubicBezTo>
                    <a:pt x="0" y="177"/>
                    <a:pt x="87" y="386"/>
                    <a:pt x="258" y="386"/>
                  </a:cubicBezTo>
                  <a:cubicBezTo>
                    <a:pt x="431" y="386"/>
                    <a:pt x="516" y="177"/>
                    <a:pt x="394" y="56"/>
                  </a:cubicBezTo>
                  <a:cubicBezTo>
                    <a:pt x="356" y="19"/>
                    <a:pt x="307"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6825400" y="2921350"/>
              <a:ext cx="9675" cy="9650"/>
            </a:xfrm>
            <a:custGeom>
              <a:rect b="b" l="l" r="r" t="t"/>
              <a:pathLst>
                <a:path extrusionOk="0" h="386" w="387">
                  <a:moveTo>
                    <a:pt x="194" y="1"/>
                  </a:moveTo>
                  <a:cubicBezTo>
                    <a:pt x="87" y="1"/>
                    <a:pt x="0" y="87"/>
                    <a:pt x="0" y="193"/>
                  </a:cubicBezTo>
                  <a:cubicBezTo>
                    <a:pt x="0" y="300"/>
                    <a:pt x="87" y="386"/>
                    <a:pt x="194" y="386"/>
                  </a:cubicBezTo>
                  <a:cubicBezTo>
                    <a:pt x="300" y="386"/>
                    <a:pt x="387" y="300"/>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6581125" y="3165650"/>
              <a:ext cx="9650" cy="9675"/>
            </a:xfrm>
            <a:custGeom>
              <a:rect b="b" l="l" r="r" t="t"/>
              <a:pathLst>
                <a:path extrusionOk="0" h="387" w="386">
                  <a:moveTo>
                    <a:pt x="193" y="0"/>
                  </a:moveTo>
                  <a:cubicBezTo>
                    <a:pt x="86" y="0"/>
                    <a:pt x="0" y="86"/>
                    <a:pt x="0" y="193"/>
                  </a:cubicBezTo>
                  <a:cubicBezTo>
                    <a:pt x="0" y="300"/>
                    <a:pt x="86" y="387"/>
                    <a:pt x="193" y="387"/>
                  </a:cubicBezTo>
                  <a:cubicBezTo>
                    <a:pt x="299" y="387"/>
                    <a:pt x="385" y="300"/>
                    <a:pt x="385" y="193"/>
                  </a:cubicBezTo>
                  <a:cubicBezTo>
                    <a:pt x="385" y="86"/>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6640525" y="3104575"/>
              <a:ext cx="12950" cy="9675"/>
            </a:xfrm>
            <a:custGeom>
              <a:rect b="b" l="l" r="r" t="t"/>
              <a:pathLst>
                <a:path extrusionOk="0" h="387" w="518">
                  <a:moveTo>
                    <a:pt x="260" y="0"/>
                  </a:moveTo>
                  <a:cubicBezTo>
                    <a:pt x="210" y="0"/>
                    <a:pt x="161" y="19"/>
                    <a:pt x="124" y="57"/>
                  </a:cubicBezTo>
                  <a:cubicBezTo>
                    <a:pt x="1" y="178"/>
                    <a:pt x="87" y="386"/>
                    <a:pt x="260" y="386"/>
                  </a:cubicBezTo>
                  <a:cubicBezTo>
                    <a:pt x="431" y="386"/>
                    <a:pt x="518" y="178"/>
                    <a:pt x="397" y="57"/>
                  </a:cubicBezTo>
                  <a:cubicBezTo>
                    <a:pt x="359" y="19"/>
                    <a:pt x="309"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6703250" y="3043500"/>
              <a:ext cx="9700" cy="9650"/>
            </a:xfrm>
            <a:custGeom>
              <a:rect b="b" l="l" r="r" t="t"/>
              <a:pathLst>
                <a:path extrusionOk="0" h="386" w="388">
                  <a:moveTo>
                    <a:pt x="193" y="1"/>
                  </a:moveTo>
                  <a:cubicBezTo>
                    <a:pt x="87" y="1"/>
                    <a:pt x="1" y="87"/>
                    <a:pt x="1" y="193"/>
                  </a:cubicBezTo>
                  <a:cubicBezTo>
                    <a:pt x="1" y="299"/>
                    <a:pt x="87" y="386"/>
                    <a:pt x="193" y="386"/>
                  </a:cubicBezTo>
                  <a:cubicBezTo>
                    <a:pt x="301" y="386"/>
                    <a:pt x="387" y="299"/>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6794850" y="2951875"/>
              <a:ext cx="9675" cy="9675"/>
            </a:xfrm>
            <a:custGeom>
              <a:rect b="b" l="l" r="r" t="t"/>
              <a:pathLst>
                <a:path extrusionOk="0" h="387" w="387">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6855950" y="2890825"/>
              <a:ext cx="9675" cy="9675"/>
            </a:xfrm>
            <a:custGeom>
              <a:rect b="b" l="l" r="r" t="t"/>
              <a:pathLst>
                <a:path extrusionOk="0" h="387" w="387">
                  <a:moveTo>
                    <a:pt x="193" y="0"/>
                  </a:moveTo>
                  <a:cubicBezTo>
                    <a:pt x="86" y="0"/>
                    <a:pt x="0" y="87"/>
                    <a:pt x="0" y="193"/>
                  </a:cubicBezTo>
                  <a:cubicBezTo>
                    <a:pt x="0" y="299"/>
                    <a:pt x="86" y="387"/>
                    <a:pt x="193" y="387"/>
                  </a:cubicBezTo>
                  <a:cubicBezTo>
                    <a:pt x="300" y="387"/>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6886475" y="2860275"/>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6917000" y="2829725"/>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6947525" y="279917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6764350" y="2982400"/>
              <a:ext cx="9650" cy="9700"/>
            </a:xfrm>
            <a:custGeom>
              <a:rect b="b" l="l" r="r" t="t"/>
              <a:pathLst>
                <a:path extrusionOk="0" h="388" w="386">
                  <a:moveTo>
                    <a:pt x="193" y="1"/>
                  </a:moveTo>
                  <a:cubicBezTo>
                    <a:pt x="87" y="1"/>
                    <a:pt x="0" y="87"/>
                    <a:pt x="0" y="193"/>
                  </a:cubicBezTo>
                  <a:cubicBezTo>
                    <a:pt x="0" y="301"/>
                    <a:pt x="87" y="388"/>
                    <a:pt x="193" y="388"/>
                  </a:cubicBezTo>
                  <a:cubicBezTo>
                    <a:pt x="299" y="388"/>
                    <a:pt x="385" y="301"/>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6640600" y="3164075"/>
              <a:ext cx="9700" cy="9650"/>
            </a:xfrm>
            <a:custGeom>
              <a:rect b="b" l="l" r="r" t="t"/>
              <a:pathLst>
                <a:path extrusionOk="0" h="386" w="388">
                  <a:moveTo>
                    <a:pt x="193" y="1"/>
                  </a:moveTo>
                  <a:cubicBezTo>
                    <a:pt x="87" y="1"/>
                    <a:pt x="1" y="87"/>
                    <a:pt x="1" y="193"/>
                  </a:cubicBezTo>
                  <a:cubicBezTo>
                    <a:pt x="1" y="300"/>
                    <a:pt x="87" y="386"/>
                    <a:pt x="193" y="386"/>
                  </a:cubicBezTo>
                  <a:cubicBezTo>
                    <a:pt x="301" y="386"/>
                    <a:pt x="388" y="300"/>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6701700" y="3103000"/>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6762750" y="30419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6854350" y="2950325"/>
              <a:ext cx="9675" cy="9675"/>
            </a:xfrm>
            <a:custGeom>
              <a:rect b="b" l="l" r="r" t="t"/>
              <a:pathLst>
                <a:path extrusionOk="0" h="387" w="387">
                  <a:moveTo>
                    <a:pt x="194" y="0"/>
                  </a:moveTo>
                  <a:cubicBezTo>
                    <a:pt x="88" y="0"/>
                    <a:pt x="0" y="86"/>
                    <a:pt x="0" y="193"/>
                  </a:cubicBezTo>
                  <a:cubicBezTo>
                    <a:pt x="0" y="300"/>
                    <a:pt x="88" y="387"/>
                    <a:pt x="194" y="387"/>
                  </a:cubicBezTo>
                  <a:cubicBezTo>
                    <a:pt x="301" y="387"/>
                    <a:pt x="387" y="300"/>
                    <a:pt x="387" y="193"/>
                  </a:cubicBezTo>
                  <a:cubicBezTo>
                    <a:pt x="387" y="86"/>
                    <a:pt x="301"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6608450" y="3194600"/>
              <a:ext cx="12925" cy="9675"/>
            </a:xfrm>
            <a:custGeom>
              <a:rect b="b" l="l" r="r" t="t"/>
              <a:pathLst>
                <a:path extrusionOk="0" h="387" w="517">
                  <a:moveTo>
                    <a:pt x="258" y="1"/>
                  </a:moveTo>
                  <a:cubicBezTo>
                    <a:pt x="209" y="1"/>
                    <a:pt x="159" y="20"/>
                    <a:pt x="121" y="58"/>
                  </a:cubicBezTo>
                  <a:cubicBezTo>
                    <a:pt x="0" y="179"/>
                    <a:pt x="86" y="387"/>
                    <a:pt x="259" y="387"/>
                  </a:cubicBezTo>
                  <a:cubicBezTo>
                    <a:pt x="431" y="387"/>
                    <a:pt x="517" y="179"/>
                    <a:pt x="396" y="58"/>
                  </a:cubicBezTo>
                  <a:cubicBezTo>
                    <a:pt x="358" y="20"/>
                    <a:pt x="308" y="1"/>
                    <a:pt x="25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6671150" y="3133550"/>
              <a:ext cx="9700" cy="9675"/>
            </a:xfrm>
            <a:custGeom>
              <a:rect b="b" l="l" r="r" t="t"/>
              <a:pathLst>
                <a:path extrusionOk="0" h="387" w="388">
                  <a:moveTo>
                    <a:pt x="193" y="0"/>
                  </a:moveTo>
                  <a:cubicBezTo>
                    <a:pt x="87" y="0"/>
                    <a:pt x="1" y="87"/>
                    <a:pt x="1" y="193"/>
                  </a:cubicBezTo>
                  <a:cubicBezTo>
                    <a:pt x="1" y="300"/>
                    <a:pt x="87" y="387"/>
                    <a:pt x="193" y="387"/>
                  </a:cubicBezTo>
                  <a:cubicBezTo>
                    <a:pt x="299" y="387"/>
                    <a:pt x="387" y="300"/>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6732200" y="30724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6822200" y="2980850"/>
              <a:ext cx="12925" cy="9700"/>
            </a:xfrm>
            <a:custGeom>
              <a:rect b="b" l="l" r="r" t="t"/>
              <a:pathLst>
                <a:path extrusionOk="0" h="388" w="517">
                  <a:moveTo>
                    <a:pt x="259" y="0"/>
                  </a:moveTo>
                  <a:cubicBezTo>
                    <a:pt x="209" y="0"/>
                    <a:pt x="160" y="19"/>
                    <a:pt x="122" y="57"/>
                  </a:cubicBezTo>
                  <a:cubicBezTo>
                    <a:pt x="1" y="178"/>
                    <a:pt x="86" y="387"/>
                    <a:pt x="259" y="387"/>
                  </a:cubicBezTo>
                  <a:cubicBezTo>
                    <a:pt x="430" y="387"/>
                    <a:pt x="516" y="178"/>
                    <a:pt x="395" y="57"/>
                  </a:cubicBezTo>
                  <a:cubicBezTo>
                    <a:pt x="357"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6884900" y="2919775"/>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6915425" y="28892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6944350" y="2858700"/>
              <a:ext cx="12950" cy="9675"/>
            </a:xfrm>
            <a:custGeom>
              <a:rect b="b" l="l" r="r" t="t"/>
              <a:pathLst>
                <a:path extrusionOk="0" h="387" w="518">
                  <a:moveTo>
                    <a:pt x="259" y="1"/>
                  </a:moveTo>
                  <a:cubicBezTo>
                    <a:pt x="209" y="1"/>
                    <a:pt x="160" y="19"/>
                    <a:pt x="122" y="57"/>
                  </a:cubicBezTo>
                  <a:cubicBezTo>
                    <a:pt x="1" y="179"/>
                    <a:pt x="87" y="386"/>
                    <a:pt x="258" y="386"/>
                  </a:cubicBezTo>
                  <a:cubicBezTo>
                    <a:pt x="431" y="386"/>
                    <a:pt x="517" y="179"/>
                    <a:pt x="395" y="57"/>
                  </a:cubicBezTo>
                  <a:cubicBezTo>
                    <a:pt x="358" y="19"/>
                    <a:pt x="308"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6976525" y="2828175"/>
              <a:ext cx="9650" cy="9650"/>
            </a:xfrm>
            <a:custGeom>
              <a:rect b="b" l="l" r="r" t="t"/>
              <a:pathLst>
                <a:path extrusionOk="0" h="386" w="386">
                  <a:moveTo>
                    <a:pt x="193" y="0"/>
                  </a:moveTo>
                  <a:cubicBezTo>
                    <a:pt x="87" y="0"/>
                    <a:pt x="0" y="87"/>
                    <a:pt x="0" y="193"/>
                  </a:cubicBezTo>
                  <a:cubicBezTo>
                    <a:pt x="0" y="299"/>
                    <a:pt x="87" y="386"/>
                    <a:pt x="193" y="386"/>
                  </a:cubicBezTo>
                  <a:cubicBezTo>
                    <a:pt x="299" y="386"/>
                    <a:pt x="386" y="299"/>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6793300" y="30114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6669575" y="3193050"/>
              <a:ext cx="9675" cy="9675"/>
            </a:xfrm>
            <a:custGeom>
              <a:rect b="b" l="l" r="r" t="t"/>
              <a:pathLst>
                <a:path extrusionOk="0" h="387" w="387">
                  <a:moveTo>
                    <a:pt x="194" y="0"/>
                  </a:moveTo>
                  <a:cubicBezTo>
                    <a:pt x="86" y="0"/>
                    <a:pt x="0" y="86"/>
                    <a:pt x="0" y="193"/>
                  </a:cubicBezTo>
                  <a:cubicBezTo>
                    <a:pt x="0" y="300"/>
                    <a:pt x="86" y="387"/>
                    <a:pt x="194" y="387"/>
                  </a:cubicBezTo>
                  <a:cubicBezTo>
                    <a:pt x="300" y="387"/>
                    <a:pt x="387" y="300"/>
                    <a:pt x="387" y="193"/>
                  </a:cubicBezTo>
                  <a:cubicBezTo>
                    <a:pt x="387" y="86"/>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6730650" y="3131950"/>
              <a:ext cx="9700" cy="9700"/>
            </a:xfrm>
            <a:custGeom>
              <a:rect b="b" l="l" r="r" t="t"/>
              <a:pathLst>
                <a:path extrusionOk="0" h="388" w="388">
                  <a:moveTo>
                    <a:pt x="193" y="1"/>
                  </a:moveTo>
                  <a:cubicBezTo>
                    <a:pt x="87" y="1"/>
                    <a:pt x="1" y="88"/>
                    <a:pt x="1" y="195"/>
                  </a:cubicBezTo>
                  <a:cubicBezTo>
                    <a:pt x="1" y="301"/>
                    <a:pt x="87" y="387"/>
                    <a:pt x="193" y="387"/>
                  </a:cubicBezTo>
                  <a:cubicBezTo>
                    <a:pt x="301" y="387"/>
                    <a:pt x="387" y="301"/>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6791750" y="3070900"/>
              <a:ext cx="9650" cy="9700"/>
            </a:xfrm>
            <a:custGeom>
              <a:rect b="b" l="l" r="r" t="t"/>
              <a:pathLst>
                <a:path extrusionOk="0" h="388"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6883325" y="2979275"/>
              <a:ext cx="9700" cy="9675"/>
            </a:xfrm>
            <a:custGeom>
              <a:rect b="b" l="l" r="r" t="t"/>
              <a:pathLst>
                <a:path extrusionOk="0" h="387" w="388">
                  <a:moveTo>
                    <a:pt x="194" y="0"/>
                  </a:moveTo>
                  <a:cubicBezTo>
                    <a:pt x="87" y="0"/>
                    <a:pt x="1" y="88"/>
                    <a:pt x="1" y="194"/>
                  </a:cubicBezTo>
                  <a:cubicBezTo>
                    <a:pt x="1" y="300"/>
                    <a:pt x="87" y="387"/>
                    <a:pt x="194" y="387"/>
                  </a:cubicBezTo>
                  <a:cubicBezTo>
                    <a:pt x="301" y="387"/>
                    <a:pt x="388" y="300"/>
                    <a:pt x="388" y="194"/>
                  </a:cubicBezTo>
                  <a:cubicBezTo>
                    <a:pt x="388" y="88"/>
                    <a:pt x="301"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6639050" y="322357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6700100" y="31625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6761200" y="3101450"/>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6852800" y="300980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6912250" y="2948750"/>
              <a:ext cx="12950" cy="9650"/>
            </a:xfrm>
            <a:custGeom>
              <a:rect b="b" l="l" r="r" t="t"/>
              <a:pathLst>
                <a:path extrusionOk="0" h="386" w="518">
                  <a:moveTo>
                    <a:pt x="259" y="0"/>
                  </a:moveTo>
                  <a:cubicBezTo>
                    <a:pt x="209" y="0"/>
                    <a:pt x="160" y="19"/>
                    <a:pt x="122" y="57"/>
                  </a:cubicBezTo>
                  <a:cubicBezTo>
                    <a:pt x="1" y="178"/>
                    <a:pt x="87" y="386"/>
                    <a:pt x="258" y="386"/>
                  </a:cubicBezTo>
                  <a:cubicBezTo>
                    <a:pt x="431" y="386"/>
                    <a:pt x="517" y="178"/>
                    <a:pt x="395" y="57"/>
                  </a:cubicBezTo>
                  <a:cubicBezTo>
                    <a:pt x="358"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6944425" y="2918225"/>
              <a:ext cx="9650" cy="9675"/>
            </a:xfrm>
            <a:custGeom>
              <a:rect b="b" l="l" r="r" t="t"/>
              <a:pathLst>
                <a:path extrusionOk="0" h="387" w="386">
                  <a:moveTo>
                    <a:pt x="193" y="0"/>
                  </a:moveTo>
                  <a:cubicBezTo>
                    <a:pt x="87" y="0"/>
                    <a:pt x="1" y="87"/>
                    <a:pt x="1" y="193"/>
                  </a:cubicBezTo>
                  <a:cubicBezTo>
                    <a:pt x="1" y="300"/>
                    <a:pt x="87" y="387"/>
                    <a:pt x="193" y="387"/>
                  </a:cubicBezTo>
                  <a:cubicBezTo>
                    <a:pt x="299" y="387"/>
                    <a:pt x="386" y="300"/>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6974925" y="2887675"/>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7005475" y="28571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6822250" y="304035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6698550" y="3222000"/>
              <a:ext cx="9700" cy="9675"/>
            </a:xfrm>
            <a:custGeom>
              <a:rect b="b" l="l" r="r" t="t"/>
              <a:pathLst>
                <a:path extrusionOk="0" h="387" w="388">
                  <a:moveTo>
                    <a:pt x="193" y="0"/>
                  </a:moveTo>
                  <a:cubicBezTo>
                    <a:pt x="87" y="0"/>
                    <a:pt x="1" y="88"/>
                    <a:pt x="1" y="194"/>
                  </a:cubicBezTo>
                  <a:cubicBezTo>
                    <a:pt x="1" y="300"/>
                    <a:pt x="87" y="387"/>
                    <a:pt x="193" y="387"/>
                  </a:cubicBezTo>
                  <a:cubicBezTo>
                    <a:pt x="301" y="387"/>
                    <a:pt x="387" y="300"/>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6759600" y="3160950"/>
              <a:ext cx="9700" cy="9675"/>
            </a:xfrm>
            <a:custGeom>
              <a:rect b="b" l="l" r="r" t="t"/>
              <a:pathLst>
                <a:path extrusionOk="0" h="387" w="388">
                  <a:moveTo>
                    <a:pt x="195" y="0"/>
                  </a:moveTo>
                  <a:cubicBezTo>
                    <a:pt x="89" y="0"/>
                    <a:pt x="1" y="87"/>
                    <a:pt x="1" y="193"/>
                  </a:cubicBezTo>
                  <a:cubicBezTo>
                    <a:pt x="1" y="300"/>
                    <a:pt x="89" y="387"/>
                    <a:pt x="195" y="387"/>
                  </a:cubicBezTo>
                  <a:cubicBezTo>
                    <a:pt x="301" y="387"/>
                    <a:pt x="387" y="300"/>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6820700" y="30998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6912300" y="3008250"/>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6666375" y="3252550"/>
              <a:ext cx="12950" cy="9675"/>
            </a:xfrm>
            <a:custGeom>
              <a:rect b="b" l="l" r="r" t="t"/>
              <a:pathLst>
                <a:path extrusionOk="0" h="387" w="518">
                  <a:moveTo>
                    <a:pt x="259" y="1"/>
                  </a:moveTo>
                  <a:cubicBezTo>
                    <a:pt x="210" y="1"/>
                    <a:pt x="160" y="20"/>
                    <a:pt x="122" y="58"/>
                  </a:cubicBezTo>
                  <a:cubicBezTo>
                    <a:pt x="1" y="179"/>
                    <a:pt x="87" y="386"/>
                    <a:pt x="258" y="386"/>
                  </a:cubicBezTo>
                  <a:cubicBezTo>
                    <a:pt x="431" y="386"/>
                    <a:pt x="518" y="179"/>
                    <a:pt x="396" y="58"/>
                  </a:cubicBezTo>
                  <a:cubicBezTo>
                    <a:pt x="358"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6729100" y="3191475"/>
              <a:ext cx="9650" cy="9650"/>
            </a:xfrm>
            <a:custGeom>
              <a:rect b="b" l="l" r="r" t="t"/>
              <a:pathLst>
                <a:path extrusionOk="0" h="386" w="386">
                  <a:moveTo>
                    <a:pt x="193" y="1"/>
                  </a:moveTo>
                  <a:cubicBezTo>
                    <a:pt x="87" y="1"/>
                    <a:pt x="0" y="87"/>
                    <a:pt x="0" y="193"/>
                  </a:cubicBezTo>
                  <a:cubicBezTo>
                    <a:pt x="0" y="300"/>
                    <a:pt x="87" y="386"/>
                    <a:pt x="193" y="386"/>
                  </a:cubicBezTo>
                  <a:cubicBezTo>
                    <a:pt x="299" y="386"/>
                    <a:pt x="386" y="300"/>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6790150" y="3130400"/>
              <a:ext cx="9700" cy="9675"/>
            </a:xfrm>
            <a:custGeom>
              <a:rect b="b" l="l" r="r" t="t"/>
              <a:pathLst>
                <a:path extrusionOk="0" h="387" w="388">
                  <a:moveTo>
                    <a:pt x="195" y="0"/>
                  </a:moveTo>
                  <a:cubicBezTo>
                    <a:pt x="87" y="0"/>
                    <a:pt x="1" y="87"/>
                    <a:pt x="1" y="194"/>
                  </a:cubicBezTo>
                  <a:cubicBezTo>
                    <a:pt x="1"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6880150" y="3038775"/>
              <a:ext cx="12925" cy="9675"/>
            </a:xfrm>
            <a:custGeom>
              <a:rect b="b" l="l" r="r" t="t"/>
              <a:pathLst>
                <a:path extrusionOk="0" h="387" w="517">
                  <a:moveTo>
                    <a:pt x="258" y="1"/>
                  </a:moveTo>
                  <a:cubicBezTo>
                    <a:pt x="209" y="1"/>
                    <a:pt x="160" y="20"/>
                    <a:pt x="122" y="58"/>
                  </a:cubicBezTo>
                  <a:cubicBezTo>
                    <a:pt x="1" y="179"/>
                    <a:pt x="87" y="387"/>
                    <a:pt x="258" y="387"/>
                  </a:cubicBezTo>
                  <a:cubicBezTo>
                    <a:pt x="431" y="387"/>
                    <a:pt x="516" y="179"/>
                    <a:pt x="395" y="58"/>
                  </a:cubicBezTo>
                  <a:cubicBezTo>
                    <a:pt x="357" y="20"/>
                    <a:pt x="308" y="1"/>
                    <a:pt x="25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6942825" y="2977725"/>
              <a:ext cx="9700" cy="9675"/>
            </a:xfrm>
            <a:custGeom>
              <a:rect b="b" l="l" r="r" t="t"/>
              <a:pathLst>
                <a:path extrusionOk="0" h="387" w="388">
                  <a:moveTo>
                    <a:pt x="195" y="0"/>
                  </a:moveTo>
                  <a:cubicBezTo>
                    <a:pt x="87" y="0"/>
                    <a:pt x="1" y="86"/>
                    <a:pt x="1" y="193"/>
                  </a:cubicBezTo>
                  <a:cubicBezTo>
                    <a:pt x="1" y="300"/>
                    <a:pt x="87" y="387"/>
                    <a:pt x="195" y="387"/>
                  </a:cubicBezTo>
                  <a:cubicBezTo>
                    <a:pt x="301" y="387"/>
                    <a:pt x="387" y="300"/>
                    <a:pt x="387" y="193"/>
                  </a:cubicBezTo>
                  <a:cubicBezTo>
                    <a:pt x="387" y="86"/>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6973375" y="2947175"/>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7002300" y="2916650"/>
              <a:ext cx="12950" cy="9675"/>
            </a:xfrm>
            <a:custGeom>
              <a:rect b="b" l="l" r="r" t="t"/>
              <a:pathLst>
                <a:path extrusionOk="0" h="387" w="518">
                  <a:moveTo>
                    <a:pt x="259" y="0"/>
                  </a:moveTo>
                  <a:cubicBezTo>
                    <a:pt x="209" y="0"/>
                    <a:pt x="159" y="19"/>
                    <a:pt x="122" y="57"/>
                  </a:cubicBezTo>
                  <a:cubicBezTo>
                    <a:pt x="0" y="178"/>
                    <a:pt x="87" y="386"/>
                    <a:pt x="258" y="386"/>
                  </a:cubicBezTo>
                  <a:cubicBezTo>
                    <a:pt x="431" y="386"/>
                    <a:pt x="517" y="178"/>
                    <a:pt x="394" y="57"/>
                  </a:cubicBezTo>
                  <a:cubicBezTo>
                    <a:pt x="357"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7034475" y="2886125"/>
              <a:ext cx="9675" cy="9675"/>
            </a:xfrm>
            <a:custGeom>
              <a:rect b="b" l="l" r="r" t="t"/>
              <a:pathLst>
                <a:path extrusionOk="0" h="387" w="387">
                  <a:moveTo>
                    <a:pt x="193" y="0"/>
                  </a:moveTo>
                  <a:cubicBezTo>
                    <a:pt x="87" y="0"/>
                    <a:pt x="0" y="87"/>
                    <a:pt x="0" y="193"/>
                  </a:cubicBezTo>
                  <a:cubicBezTo>
                    <a:pt x="0" y="299"/>
                    <a:pt x="87" y="387"/>
                    <a:pt x="193" y="387"/>
                  </a:cubicBezTo>
                  <a:cubicBezTo>
                    <a:pt x="299" y="387"/>
                    <a:pt x="387" y="299"/>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6851250" y="3069350"/>
              <a:ext cx="9675" cy="9650"/>
            </a:xfrm>
            <a:custGeom>
              <a:rect b="b" l="l" r="r" t="t"/>
              <a:pathLst>
                <a:path extrusionOk="0" h="386" w="387">
                  <a:moveTo>
                    <a:pt x="193" y="0"/>
                  </a:moveTo>
                  <a:cubicBezTo>
                    <a:pt x="86" y="0"/>
                    <a:pt x="0" y="87"/>
                    <a:pt x="0" y="193"/>
                  </a:cubicBezTo>
                  <a:cubicBezTo>
                    <a:pt x="0" y="299"/>
                    <a:pt x="86" y="385"/>
                    <a:pt x="193" y="385"/>
                  </a:cubicBezTo>
                  <a:cubicBezTo>
                    <a:pt x="300" y="385"/>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6727500" y="3250975"/>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6788600" y="31899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6848050" y="3128825"/>
              <a:ext cx="12925" cy="9700"/>
            </a:xfrm>
            <a:custGeom>
              <a:rect b="b" l="l" r="r" t="t"/>
              <a:pathLst>
                <a:path extrusionOk="0" h="388" w="517">
                  <a:moveTo>
                    <a:pt x="258" y="0"/>
                  </a:moveTo>
                  <a:cubicBezTo>
                    <a:pt x="209" y="0"/>
                    <a:pt x="160" y="19"/>
                    <a:pt x="122" y="57"/>
                  </a:cubicBezTo>
                  <a:cubicBezTo>
                    <a:pt x="1" y="179"/>
                    <a:pt x="86" y="388"/>
                    <a:pt x="258" y="388"/>
                  </a:cubicBezTo>
                  <a:cubicBezTo>
                    <a:pt x="430" y="388"/>
                    <a:pt x="516" y="179"/>
                    <a:pt x="395" y="57"/>
                  </a:cubicBezTo>
                  <a:cubicBezTo>
                    <a:pt x="357" y="19"/>
                    <a:pt x="308"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6941275" y="30372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6697000" y="328152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6756425" y="3220450"/>
              <a:ext cx="12950" cy="9675"/>
            </a:xfrm>
            <a:custGeom>
              <a:rect b="b" l="l" r="r" t="t"/>
              <a:pathLst>
                <a:path extrusionOk="0" h="387" w="518">
                  <a:moveTo>
                    <a:pt x="259" y="1"/>
                  </a:moveTo>
                  <a:cubicBezTo>
                    <a:pt x="209" y="1"/>
                    <a:pt x="160" y="20"/>
                    <a:pt x="122" y="58"/>
                  </a:cubicBezTo>
                  <a:cubicBezTo>
                    <a:pt x="0" y="179"/>
                    <a:pt x="87" y="387"/>
                    <a:pt x="260" y="387"/>
                  </a:cubicBezTo>
                  <a:cubicBezTo>
                    <a:pt x="431" y="387"/>
                    <a:pt x="517" y="179"/>
                    <a:pt x="396" y="58"/>
                  </a:cubicBezTo>
                  <a:cubicBezTo>
                    <a:pt x="358"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6819150" y="3159375"/>
              <a:ext cx="9650" cy="9650"/>
            </a:xfrm>
            <a:custGeom>
              <a:rect b="b" l="l" r="r" t="t"/>
              <a:pathLst>
                <a:path extrusionOk="0" h="386" w="386">
                  <a:moveTo>
                    <a:pt x="193" y="1"/>
                  </a:moveTo>
                  <a:cubicBezTo>
                    <a:pt x="87" y="1"/>
                    <a:pt x="0" y="87"/>
                    <a:pt x="0" y="193"/>
                  </a:cubicBezTo>
                  <a:cubicBezTo>
                    <a:pt x="0" y="300"/>
                    <a:pt x="87" y="386"/>
                    <a:pt x="193" y="386"/>
                  </a:cubicBezTo>
                  <a:cubicBezTo>
                    <a:pt x="299" y="386"/>
                    <a:pt x="385" y="300"/>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6910725" y="3067750"/>
              <a:ext cx="9700" cy="9700"/>
            </a:xfrm>
            <a:custGeom>
              <a:rect b="b" l="l" r="r" t="t"/>
              <a:pathLst>
                <a:path extrusionOk="0" h="388" w="388">
                  <a:moveTo>
                    <a:pt x="195" y="1"/>
                  </a:moveTo>
                  <a:cubicBezTo>
                    <a:pt x="87" y="1"/>
                    <a:pt x="1" y="87"/>
                    <a:pt x="1" y="195"/>
                  </a:cubicBezTo>
                  <a:cubicBezTo>
                    <a:pt x="1" y="301"/>
                    <a:pt x="87" y="387"/>
                    <a:pt x="195" y="387"/>
                  </a:cubicBezTo>
                  <a:cubicBezTo>
                    <a:pt x="301" y="387"/>
                    <a:pt x="388" y="301"/>
                    <a:pt x="388" y="195"/>
                  </a:cubicBezTo>
                  <a:cubicBezTo>
                    <a:pt x="388"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6971825" y="3006700"/>
              <a:ext cx="9650" cy="9650"/>
            </a:xfrm>
            <a:custGeom>
              <a:rect b="b" l="l" r="r" t="t"/>
              <a:pathLst>
                <a:path extrusionOk="0" h="386" w="386">
                  <a:moveTo>
                    <a:pt x="193" y="1"/>
                  </a:moveTo>
                  <a:cubicBezTo>
                    <a:pt x="87" y="1"/>
                    <a:pt x="1" y="87"/>
                    <a:pt x="1" y="193"/>
                  </a:cubicBezTo>
                  <a:cubicBezTo>
                    <a:pt x="1" y="299"/>
                    <a:pt x="87" y="386"/>
                    <a:pt x="193" y="386"/>
                  </a:cubicBezTo>
                  <a:cubicBezTo>
                    <a:pt x="299" y="386"/>
                    <a:pt x="386" y="299"/>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7002325" y="2976150"/>
              <a:ext cx="9700" cy="9650"/>
            </a:xfrm>
            <a:custGeom>
              <a:rect b="b" l="l" r="r" t="t"/>
              <a:pathLst>
                <a:path extrusionOk="0" h="386" w="388">
                  <a:moveTo>
                    <a:pt x="195" y="1"/>
                  </a:moveTo>
                  <a:cubicBezTo>
                    <a:pt x="89" y="1"/>
                    <a:pt x="1" y="87"/>
                    <a:pt x="1" y="193"/>
                  </a:cubicBezTo>
                  <a:cubicBezTo>
                    <a:pt x="1" y="299"/>
                    <a:pt x="89" y="386"/>
                    <a:pt x="195" y="386"/>
                  </a:cubicBezTo>
                  <a:cubicBezTo>
                    <a:pt x="301" y="386"/>
                    <a:pt x="387" y="299"/>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7032875" y="2945625"/>
              <a:ext cx="9700" cy="9675"/>
            </a:xfrm>
            <a:custGeom>
              <a:rect b="b" l="l" r="r" t="t"/>
              <a:pathLst>
                <a:path extrusionOk="0" h="387" w="388">
                  <a:moveTo>
                    <a:pt x="195" y="0"/>
                  </a:moveTo>
                  <a:cubicBezTo>
                    <a:pt x="87" y="0"/>
                    <a:pt x="1" y="87"/>
                    <a:pt x="1" y="193"/>
                  </a:cubicBezTo>
                  <a:cubicBezTo>
                    <a:pt x="1" y="300"/>
                    <a:pt x="87" y="387"/>
                    <a:pt x="195" y="387"/>
                  </a:cubicBezTo>
                  <a:cubicBezTo>
                    <a:pt x="301" y="387"/>
                    <a:pt x="387" y="300"/>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7063425" y="2915075"/>
              <a:ext cx="9675" cy="9675"/>
            </a:xfrm>
            <a:custGeom>
              <a:rect b="b" l="l" r="r" t="t"/>
              <a:pathLst>
                <a:path extrusionOk="0" h="387" w="387">
                  <a:moveTo>
                    <a:pt x="193" y="0"/>
                  </a:moveTo>
                  <a:cubicBezTo>
                    <a:pt x="87" y="0"/>
                    <a:pt x="0" y="87"/>
                    <a:pt x="0" y="194"/>
                  </a:cubicBezTo>
                  <a:cubicBezTo>
                    <a:pt x="0" y="300"/>
                    <a:pt x="87"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6880200" y="3098300"/>
              <a:ext cx="9675" cy="9675"/>
            </a:xfrm>
            <a:custGeom>
              <a:rect b="b" l="l" r="r" t="t"/>
              <a:pathLst>
                <a:path extrusionOk="0" h="387" w="387">
                  <a:moveTo>
                    <a:pt x="194" y="0"/>
                  </a:moveTo>
                  <a:cubicBezTo>
                    <a:pt x="87" y="0"/>
                    <a:pt x="0" y="87"/>
                    <a:pt x="0" y="193"/>
                  </a:cubicBezTo>
                  <a:cubicBezTo>
                    <a:pt x="0" y="301"/>
                    <a:pt x="87" y="387"/>
                    <a:pt x="194" y="387"/>
                  </a:cubicBezTo>
                  <a:cubicBezTo>
                    <a:pt x="300" y="387"/>
                    <a:pt x="387" y="301"/>
                    <a:pt x="387" y="193"/>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6756500" y="3279975"/>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6815925" y="3218875"/>
              <a:ext cx="12950" cy="9700"/>
            </a:xfrm>
            <a:custGeom>
              <a:rect b="b" l="l" r="r" t="t"/>
              <a:pathLst>
                <a:path extrusionOk="0" h="388" w="518">
                  <a:moveTo>
                    <a:pt x="259" y="0"/>
                  </a:moveTo>
                  <a:cubicBezTo>
                    <a:pt x="209" y="0"/>
                    <a:pt x="160" y="19"/>
                    <a:pt x="123" y="57"/>
                  </a:cubicBezTo>
                  <a:cubicBezTo>
                    <a:pt x="0" y="178"/>
                    <a:pt x="87" y="387"/>
                    <a:pt x="260" y="387"/>
                  </a:cubicBezTo>
                  <a:cubicBezTo>
                    <a:pt x="431" y="387"/>
                    <a:pt x="517" y="178"/>
                    <a:pt x="396" y="57"/>
                  </a:cubicBezTo>
                  <a:cubicBezTo>
                    <a:pt x="358"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6878650" y="31578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6970225" y="3066200"/>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6725950" y="3310475"/>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6787050" y="3249425"/>
              <a:ext cx="9650" cy="9700"/>
            </a:xfrm>
            <a:custGeom>
              <a:rect b="b" l="l" r="r" t="t"/>
              <a:pathLst>
                <a:path extrusionOk="0" h="388" w="386">
                  <a:moveTo>
                    <a:pt x="193" y="1"/>
                  </a:moveTo>
                  <a:cubicBezTo>
                    <a:pt x="87" y="1"/>
                    <a:pt x="0" y="87"/>
                    <a:pt x="0" y="193"/>
                  </a:cubicBezTo>
                  <a:cubicBezTo>
                    <a:pt x="0" y="299"/>
                    <a:pt x="87" y="387"/>
                    <a:pt x="193" y="387"/>
                  </a:cubicBezTo>
                  <a:cubicBezTo>
                    <a:pt x="299" y="387"/>
                    <a:pt x="385" y="299"/>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6846475" y="3188350"/>
              <a:ext cx="12925" cy="9675"/>
            </a:xfrm>
            <a:custGeom>
              <a:rect b="b" l="l" r="r" t="t"/>
              <a:pathLst>
                <a:path extrusionOk="0" h="387" w="517">
                  <a:moveTo>
                    <a:pt x="259" y="0"/>
                  </a:moveTo>
                  <a:cubicBezTo>
                    <a:pt x="209" y="0"/>
                    <a:pt x="160" y="19"/>
                    <a:pt x="123" y="56"/>
                  </a:cubicBezTo>
                  <a:cubicBezTo>
                    <a:pt x="0" y="179"/>
                    <a:pt x="86" y="387"/>
                    <a:pt x="259" y="387"/>
                  </a:cubicBezTo>
                  <a:cubicBezTo>
                    <a:pt x="431" y="387"/>
                    <a:pt x="517" y="179"/>
                    <a:pt x="396" y="56"/>
                  </a:cubicBezTo>
                  <a:cubicBezTo>
                    <a:pt x="358"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6939725" y="3096750"/>
              <a:ext cx="9650" cy="9650"/>
            </a:xfrm>
            <a:custGeom>
              <a:rect b="b" l="l" r="r" t="t"/>
              <a:pathLst>
                <a:path extrusionOk="0" h="386" w="386">
                  <a:moveTo>
                    <a:pt x="193" y="0"/>
                  </a:moveTo>
                  <a:cubicBezTo>
                    <a:pt x="87" y="0"/>
                    <a:pt x="1" y="87"/>
                    <a:pt x="1" y="193"/>
                  </a:cubicBezTo>
                  <a:cubicBezTo>
                    <a:pt x="1" y="299"/>
                    <a:pt x="87" y="385"/>
                    <a:pt x="193" y="385"/>
                  </a:cubicBezTo>
                  <a:cubicBezTo>
                    <a:pt x="299" y="385"/>
                    <a:pt x="386" y="299"/>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7000775" y="30356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7031325" y="3005100"/>
              <a:ext cx="9675" cy="9700"/>
            </a:xfrm>
            <a:custGeom>
              <a:rect b="b" l="l" r="r" t="t"/>
              <a:pathLst>
                <a:path extrusionOk="0" h="388" w="387">
                  <a:moveTo>
                    <a:pt x="193" y="1"/>
                  </a:moveTo>
                  <a:cubicBezTo>
                    <a:pt x="87" y="1"/>
                    <a:pt x="0" y="87"/>
                    <a:pt x="0" y="195"/>
                  </a:cubicBezTo>
                  <a:cubicBezTo>
                    <a:pt x="0" y="301"/>
                    <a:pt x="87" y="388"/>
                    <a:pt x="193" y="388"/>
                  </a:cubicBezTo>
                  <a:cubicBezTo>
                    <a:pt x="301" y="388"/>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7061875" y="29746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7092400" y="2944050"/>
              <a:ext cx="9650" cy="9650"/>
            </a:xfrm>
            <a:custGeom>
              <a:rect b="b" l="l" r="r" t="t"/>
              <a:pathLst>
                <a:path extrusionOk="0" h="386" w="386">
                  <a:moveTo>
                    <a:pt x="193" y="1"/>
                  </a:moveTo>
                  <a:cubicBezTo>
                    <a:pt x="87" y="1"/>
                    <a:pt x="1" y="87"/>
                    <a:pt x="1" y="193"/>
                  </a:cubicBezTo>
                  <a:cubicBezTo>
                    <a:pt x="1" y="300"/>
                    <a:pt x="87" y="386"/>
                    <a:pt x="193" y="386"/>
                  </a:cubicBezTo>
                  <a:cubicBezTo>
                    <a:pt x="300" y="386"/>
                    <a:pt x="386" y="300"/>
                    <a:pt x="386" y="193"/>
                  </a:cubicBezTo>
                  <a:cubicBezTo>
                    <a:pt x="386"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6909175" y="3127250"/>
              <a:ext cx="9650" cy="9700"/>
            </a:xfrm>
            <a:custGeom>
              <a:rect b="b" l="l" r="r" t="t"/>
              <a:pathLst>
                <a:path extrusionOk="0" h="388" w="386">
                  <a:moveTo>
                    <a:pt x="193" y="1"/>
                  </a:moveTo>
                  <a:cubicBezTo>
                    <a:pt x="87" y="1"/>
                    <a:pt x="1" y="88"/>
                    <a:pt x="1" y="195"/>
                  </a:cubicBezTo>
                  <a:cubicBezTo>
                    <a:pt x="1" y="301"/>
                    <a:pt x="87" y="387"/>
                    <a:pt x="193" y="387"/>
                  </a:cubicBezTo>
                  <a:cubicBezTo>
                    <a:pt x="299" y="387"/>
                    <a:pt x="386" y="301"/>
                    <a:pt x="386" y="195"/>
                  </a:cubicBezTo>
                  <a:cubicBezTo>
                    <a:pt x="386" y="88"/>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6783825" y="3308900"/>
              <a:ext cx="12950" cy="9725"/>
            </a:xfrm>
            <a:custGeom>
              <a:rect b="b" l="l" r="r" t="t"/>
              <a:pathLst>
                <a:path extrusionOk="0" h="389" w="518">
                  <a:moveTo>
                    <a:pt x="259" y="1"/>
                  </a:moveTo>
                  <a:cubicBezTo>
                    <a:pt x="209" y="1"/>
                    <a:pt x="160" y="20"/>
                    <a:pt x="122" y="58"/>
                  </a:cubicBezTo>
                  <a:cubicBezTo>
                    <a:pt x="0" y="180"/>
                    <a:pt x="87" y="388"/>
                    <a:pt x="258" y="388"/>
                  </a:cubicBezTo>
                  <a:cubicBezTo>
                    <a:pt x="431" y="388"/>
                    <a:pt x="517" y="180"/>
                    <a:pt x="396" y="58"/>
                  </a:cubicBezTo>
                  <a:cubicBezTo>
                    <a:pt x="358" y="20"/>
                    <a:pt x="308"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6846550" y="3247825"/>
              <a:ext cx="9675" cy="9700"/>
            </a:xfrm>
            <a:custGeom>
              <a:rect b="b" l="l" r="r" t="t"/>
              <a:pathLst>
                <a:path extrusionOk="0" h="388" w="387">
                  <a:moveTo>
                    <a:pt x="193" y="1"/>
                  </a:moveTo>
                  <a:cubicBezTo>
                    <a:pt x="87" y="1"/>
                    <a:pt x="0" y="87"/>
                    <a:pt x="0" y="195"/>
                  </a:cubicBezTo>
                  <a:cubicBezTo>
                    <a:pt x="0" y="301"/>
                    <a:pt x="87" y="388"/>
                    <a:pt x="193" y="388"/>
                  </a:cubicBezTo>
                  <a:cubicBezTo>
                    <a:pt x="300" y="388"/>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6907600" y="3186775"/>
              <a:ext cx="9675" cy="9650"/>
            </a:xfrm>
            <a:custGeom>
              <a:rect b="b" l="l" r="r" t="t"/>
              <a:pathLst>
                <a:path extrusionOk="0" h="386" w="387">
                  <a:moveTo>
                    <a:pt x="194" y="1"/>
                  </a:moveTo>
                  <a:cubicBezTo>
                    <a:pt x="88" y="1"/>
                    <a:pt x="0" y="87"/>
                    <a:pt x="0" y="193"/>
                  </a:cubicBezTo>
                  <a:cubicBezTo>
                    <a:pt x="0" y="300"/>
                    <a:pt x="88" y="386"/>
                    <a:pt x="194" y="386"/>
                  </a:cubicBezTo>
                  <a:cubicBezTo>
                    <a:pt x="300" y="386"/>
                    <a:pt x="387" y="300"/>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6999225" y="30951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6754900" y="3339475"/>
              <a:ext cx="9700" cy="9650"/>
            </a:xfrm>
            <a:custGeom>
              <a:rect b="b" l="l" r="r" t="t"/>
              <a:pathLst>
                <a:path extrusionOk="0" h="386" w="388">
                  <a:moveTo>
                    <a:pt x="195" y="0"/>
                  </a:moveTo>
                  <a:cubicBezTo>
                    <a:pt x="89" y="0"/>
                    <a:pt x="1" y="87"/>
                    <a:pt x="1" y="193"/>
                  </a:cubicBezTo>
                  <a:cubicBezTo>
                    <a:pt x="1" y="299"/>
                    <a:pt x="89" y="385"/>
                    <a:pt x="195" y="385"/>
                  </a:cubicBezTo>
                  <a:cubicBezTo>
                    <a:pt x="301" y="385"/>
                    <a:pt x="387" y="299"/>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6816000" y="32783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6877075" y="3217300"/>
              <a:ext cx="9650" cy="9675"/>
            </a:xfrm>
            <a:custGeom>
              <a:rect b="b" l="l" r="r" t="t"/>
              <a:pathLst>
                <a:path extrusionOk="0" h="387" w="386">
                  <a:moveTo>
                    <a:pt x="193" y="0"/>
                  </a:moveTo>
                  <a:cubicBezTo>
                    <a:pt x="87" y="0"/>
                    <a:pt x="1" y="88"/>
                    <a:pt x="1" y="194"/>
                  </a:cubicBezTo>
                  <a:cubicBezTo>
                    <a:pt x="1" y="300"/>
                    <a:pt x="87" y="387"/>
                    <a:pt x="193" y="387"/>
                  </a:cubicBezTo>
                  <a:cubicBezTo>
                    <a:pt x="300" y="387"/>
                    <a:pt x="386" y="300"/>
                    <a:pt x="386" y="194"/>
                  </a:cubicBezTo>
                  <a:cubicBezTo>
                    <a:pt x="386"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6968675" y="3125700"/>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7029775" y="3064650"/>
              <a:ext cx="9650" cy="9650"/>
            </a:xfrm>
            <a:custGeom>
              <a:rect b="b" l="l" r="r" t="t"/>
              <a:pathLst>
                <a:path extrusionOk="0" h="386" w="386">
                  <a:moveTo>
                    <a:pt x="193" y="0"/>
                  </a:moveTo>
                  <a:cubicBezTo>
                    <a:pt x="87" y="0"/>
                    <a:pt x="0" y="87"/>
                    <a:pt x="0" y="193"/>
                  </a:cubicBezTo>
                  <a:cubicBezTo>
                    <a:pt x="0" y="299"/>
                    <a:pt x="87" y="385"/>
                    <a:pt x="193" y="385"/>
                  </a:cubicBezTo>
                  <a:cubicBezTo>
                    <a:pt x="299" y="385"/>
                    <a:pt x="385" y="299"/>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7060325" y="3034100"/>
              <a:ext cx="9650" cy="9700"/>
            </a:xfrm>
            <a:custGeom>
              <a:rect b="b" l="l" r="r" t="t"/>
              <a:pathLst>
                <a:path extrusionOk="0" h="388" w="386">
                  <a:moveTo>
                    <a:pt x="193" y="1"/>
                  </a:moveTo>
                  <a:cubicBezTo>
                    <a:pt x="86" y="1"/>
                    <a:pt x="0" y="87"/>
                    <a:pt x="0" y="193"/>
                  </a:cubicBezTo>
                  <a:cubicBezTo>
                    <a:pt x="0" y="299"/>
                    <a:pt x="86" y="387"/>
                    <a:pt x="193" y="387"/>
                  </a:cubicBezTo>
                  <a:cubicBezTo>
                    <a:pt x="299" y="387"/>
                    <a:pt x="385" y="299"/>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7090825" y="300355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7119725" y="2973025"/>
              <a:ext cx="12950" cy="9675"/>
            </a:xfrm>
            <a:custGeom>
              <a:rect b="b" l="l" r="r" t="t"/>
              <a:pathLst>
                <a:path extrusionOk="0" h="387" w="518">
                  <a:moveTo>
                    <a:pt x="259" y="0"/>
                  </a:moveTo>
                  <a:cubicBezTo>
                    <a:pt x="210" y="0"/>
                    <a:pt x="160" y="19"/>
                    <a:pt x="122" y="56"/>
                  </a:cubicBezTo>
                  <a:cubicBezTo>
                    <a:pt x="1" y="179"/>
                    <a:pt x="87" y="387"/>
                    <a:pt x="259" y="387"/>
                  </a:cubicBezTo>
                  <a:cubicBezTo>
                    <a:pt x="431" y="387"/>
                    <a:pt x="518" y="179"/>
                    <a:pt x="397" y="56"/>
                  </a:cubicBezTo>
                  <a:cubicBezTo>
                    <a:pt x="359"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6936500" y="3156225"/>
              <a:ext cx="12950" cy="9700"/>
            </a:xfrm>
            <a:custGeom>
              <a:rect b="b" l="l" r="r" t="t"/>
              <a:pathLst>
                <a:path extrusionOk="0" h="388" w="518">
                  <a:moveTo>
                    <a:pt x="259" y="0"/>
                  </a:moveTo>
                  <a:cubicBezTo>
                    <a:pt x="210" y="0"/>
                    <a:pt x="161" y="19"/>
                    <a:pt x="124" y="57"/>
                  </a:cubicBezTo>
                  <a:cubicBezTo>
                    <a:pt x="1" y="180"/>
                    <a:pt x="87" y="388"/>
                    <a:pt x="260" y="388"/>
                  </a:cubicBezTo>
                  <a:cubicBezTo>
                    <a:pt x="431" y="388"/>
                    <a:pt x="518" y="180"/>
                    <a:pt x="396" y="57"/>
                  </a:cubicBezTo>
                  <a:cubicBezTo>
                    <a:pt x="358"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2"/>
          <p:cNvGrpSpPr/>
          <p:nvPr/>
        </p:nvGrpSpPr>
        <p:grpSpPr>
          <a:xfrm>
            <a:off x="6513030" y="4379548"/>
            <a:ext cx="1136960" cy="1115243"/>
            <a:chOff x="5930025" y="3771375"/>
            <a:chExt cx="668800" cy="656025"/>
          </a:xfrm>
        </p:grpSpPr>
        <p:sp>
          <p:nvSpPr>
            <p:cNvPr id="250" name="Google Shape;250;p2"/>
            <p:cNvSpPr/>
            <p:nvPr/>
          </p:nvSpPr>
          <p:spPr>
            <a:xfrm>
              <a:off x="6046675" y="4331700"/>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6067350" y="4331700"/>
              <a:ext cx="18250" cy="15650"/>
            </a:xfrm>
            <a:custGeom>
              <a:rect b="b" l="l" r="r" t="t"/>
              <a:pathLst>
                <a:path extrusionOk="0" h="626" w="730">
                  <a:moveTo>
                    <a:pt x="418" y="1"/>
                  </a:moveTo>
                  <a:cubicBezTo>
                    <a:pt x="140" y="1"/>
                    <a:pt x="1" y="337"/>
                    <a:pt x="198" y="534"/>
                  </a:cubicBezTo>
                  <a:cubicBezTo>
                    <a:pt x="261" y="597"/>
                    <a:pt x="339" y="625"/>
                    <a:pt x="415" y="625"/>
                  </a:cubicBezTo>
                  <a:cubicBezTo>
                    <a:pt x="575" y="625"/>
                    <a:pt x="730" y="501"/>
                    <a:pt x="730" y="313"/>
                  </a:cubicBezTo>
                  <a:cubicBezTo>
                    <a:pt x="730" y="140"/>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6093325" y="43317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6116650" y="43317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6139975" y="43317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6160650" y="4331700"/>
              <a:ext cx="18300" cy="15650"/>
            </a:xfrm>
            <a:custGeom>
              <a:rect b="b" l="l" r="r" t="t"/>
              <a:pathLst>
                <a:path extrusionOk="0" h="626" w="732">
                  <a:moveTo>
                    <a:pt x="419" y="1"/>
                  </a:moveTo>
                  <a:cubicBezTo>
                    <a:pt x="140" y="1"/>
                    <a:pt x="1" y="337"/>
                    <a:pt x="198" y="534"/>
                  </a:cubicBezTo>
                  <a:cubicBezTo>
                    <a:pt x="261" y="597"/>
                    <a:pt x="339" y="625"/>
                    <a:pt x="416" y="625"/>
                  </a:cubicBezTo>
                  <a:cubicBezTo>
                    <a:pt x="577" y="625"/>
                    <a:pt x="731" y="501"/>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6186625" y="43317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620995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6233275" y="4331700"/>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a:off x="625660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a:off x="6279950" y="43317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630325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6323950" y="4331700"/>
              <a:ext cx="18300" cy="15625"/>
            </a:xfrm>
            <a:custGeom>
              <a:rect b="b" l="l" r="r" t="t"/>
              <a:pathLst>
                <a:path extrusionOk="0" h="625" w="732">
                  <a:moveTo>
                    <a:pt x="419" y="1"/>
                  </a:moveTo>
                  <a:cubicBezTo>
                    <a:pt x="140" y="1"/>
                    <a:pt x="1" y="337"/>
                    <a:pt x="198" y="533"/>
                  </a:cubicBezTo>
                  <a:cubicBezTo>
                    <a:pt x="261" y="596"/>
                    <a:pt x="340" y="625"/>
                    <a:pt x="417" y="625"/>
                  </a:cubicBezTo>
                  <a:cubicBezTo>
                    <a:pt x="577" y="625"/>
                    <a:pt x="731" y="501"/>
                    <a:pt x="731" y="313"/>
                  </a:cubicBezTo>
                  <a:cubicBezTo>
                    <a:pt x="731" y="140"/>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6349900" y="43317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637325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6396600" y="4331700"/>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641990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6443250" y="433170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6466550" y="43317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6023325" y="431170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a:off x="6046675" y="4311700"/>
              <a:ext cx="15625" cy="15625"/>
            </a:xfrm>
            <a:custGeom>
              <a:rect b="b" l="l" r="r" t="t"/>
              <a:pathLst>
                <a:path extrusionOk="0" h="625" w="625">
                  <a:moveTo>
                    <a:pt x="312" y="0"/>
                  </a:moveTo>
                  <a:cubicBezTo>
                    <a:pt x="139" y="0"/>
                    <a:pt x="0" y="140"/>
                    <a:pt x="0" y="313"/>
                  </a:cubicBezTo>
                  <a:cubicBezTo>
                    <a:pt x="0" y="485"/>
                    <a:pt x="139"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a:off x="6067350" y="4311700"/>
              <a:ext cx="18250" cy="15650"/>
            </a:xfrm>
            <a:custGeom>
              <a:rect b="b" l="l" r="r" t="t"/>
              <a:pathLst>
                <a:path extrusionOk="0" h="626" w="730">
                  <a:moveTo>
                    <a:pt x="418" y="0"/>
                  </a:moveTo>
                  <a:cubicBezTo>
                    <a:pt x="140" y="0"/>
                    <a:pt x="1" y="337"/>
                    <a:pt x="198" y="534"/>
                  </a:cubicBezTo>
                  <a:cubicBezTo>
                    <a:pt x="261" y="597"/>
                    <a:pt x="339" y="625"/>
                    <a:pt x="415" y="625"/>
                  </a:cubicBezTo>
                  <a:cubicBezTo>
                    <a:pt x="575" y="625"/>
                    <a:pt x="730" y="500"/>
                    <a:pt x="730" y="313"/>
                  </a:cubicBezTo>
                  <a:cubicBezTo>
                    <a:pt x="730" y="140"/>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6093325" y="431170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6116650" y="431170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6139975" y="431170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6160650" y="4311700"/>
              <a:ext cx="18300" cy="15650"/>
            </a:xfrm>
            <a:custGeom>
              <a:rect b="b" l="l" r="r" t="t"/>
              <a:pathLst>
                <a:path extrusionOk="0" h="626" w="732">
                  <a:moveTo>
                    <a:pt x="419" y="0"/>
                  </a:moveTo>
                  <a:cubicBezTo>
                    <a:pt x="140" y="0"/>
                    <a:pt x="1" y="337"/>
                    <a:pt x="198" y="534"/>
                  </a:cubicBezTo>
                  <a:cubicBezTo>
                    <a:pt x="261" y="597"/>
                    <a:pt x="339" y="625"/>
                    <a:pt x="416" y="625"/>
                  </a:cubicBezTo>
                  <a:cubicBezTo>
                    <a:pt x="577" y="625"/>
                    <a:pt x="731" y="500"/>
                    <a:pt x="731" y="313"/>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6186625" y="431170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6067350" y="4351725"/>
              <a:ext cx="18250" cy="15650"/>
            </a:xfrm>
            <a:custGeom>
              <a:rect b="b" l="l" r="r" t="t"/>
              <a:pathLst>
                <a:path extrusionOk="0" h="626" w="730">
                  <a:moveTo>
                    <a:pt x="418" y="0"/>
                  </a:moveTo>
                  <a:cubicBezTo>
                    <a:pt x="140" y="0"/>
                    <a:pt x="1" y="337"/>
                    <a:pt x="198" y="534"/>
                  </a:cubicBezTo>
                  <a:cubicBezTo>
                    <a:pt x="261" y="597"/>
                    <a:pt x="339" y="625"/>
                    <a:pt x="416" y="625"/>
                  </a:cubicBezTo>
                  <a:cubicBezTo>
                    <a:pt x="576" y="625"/>
                    <a:pt x="730" y="501"/>
                    <a:pt x="730" y="312"/>
                  </a:cubicBezTo>
                  <a:cubicBezTo>
                    <a:pt x="730" y="139"/>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6093325" y="4351725"/>
              <a:ext cx="15625" cy="15625"/>
            </a:xfrm>
            <a:custGeom>
              <a:rect b="b" l="l" r="r" t="t"/>
              <a:pathLst>
                <a:path extrusionOk="0" h="625" w="625">
                  <a:moveTo>
                    <a:pt x="312" y="0"/>
                  </a:moveTo>
                  <a:cubicBezTo>
                    <a:pt x="140" y="0"/>
                    <a:pt x="0" y="139"/>
                    <a:pt x="0" y="312"/>
                  </a:cubicBezTo>
                  <a:cubicBezTo>
                    <a:pt x="0" y="485"/>
                    <a:pt x="140" y="625"/>
                    <a:pt x="312" y="625"/>
                  </a:cubicBezTo>
                  <a:cubicBezTo>
                    <a:pt x="485" y="625"/>
                    <a:pt x="625" y="485"/>
                    <a:pt x="625" y="312"/>
                  </a:cubicBezTo>
                  <a:cubicBezTo>
                    <a:pt x="625" y="139"/>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6116650" y="4351725"/>
              <a:ext cx="15650" cy="15625"/>
            </a:xfrm>
            <a:custGeom>
              <a:rect b="b" l="l" r="r" t="t"/>
              <a:pathLst>
                <a:path extrusionOk="0" h="625" w="626">
                  <a:moveTo>
                    <a:pt x="313" y="0"/>
                  </a:moveTo>
                  <a:cubicBezTo>
                    <a:pt x="140" y="0"/>
                    <a:pt x="1" y="139"/>
                    <a:pt x="1" y="312"/>
                  </a:cubicBezTo>
                  <a:cubicBezTo>
                    <a:pt x="1" y="485"/>
                    <a:pt x="140" y="625"/>
                    <a:pt x="313" y="625"/>
                  </a:cubicBezTo>
                  <a:cubicBezTo>
                    <a:pt x="484" y="625"/>
                    <a:pt x="625" y="485"/>
                    <a:pt x="625" y="312"/>
                  </a:cubicBezTo>
                  <a:cubicBezTo>
                    <a:pt x="625" y="139"/>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6139975" y="4351725"/>
              <a:ext cx="15625" cy="15625"/>
            </a:xfrm>
            <a:custGeom>
              <a:rect b="b" l="l" r="r" t="t"/>
              <a:pathLst>
                <a:path extrusionOk="0" h="625" w="625">
                  <a:moveTo>
                    <a:pt x="312" y="0"/>
                  </a:moveTo>
                  <a:cubicBezTo>
                    <a:pt x="140" y="0"/>
                    <a:pt x="0" y="139"/>
                    <a:pt x="0" y="312"/>
                  </a:cubicBezTo>
                  <a:cubicBezTo>
                    <a:pt x="0" y="485"/>
                    <a:pt x="140" y="625"/>
                    <a:pt x="312" y="625"/>
                  </a:cubicBezTo>
                  <a:cubicBezTo>
                    <a:pt x="485" y="625"/>
                    <a:pt x="625" y="485"/>
                    <a:pt x="625" y="312"/>
                  </a:cubicBezTo>
                  <a:cubicBezTo>
                    <a:pt x="625" y="139"/>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a:off x="6160650" y="4351725"/>
              <a:ext cx="18300" cy="15650"/>
            </a:xfrm>
            <a:custGeom>
              <a:rect b="b" l="l" r="r" t="t"/>
              <a:pathLst>
                <a:path extrusionOk="0" h="626" w="732">
                  <a:moveTo>
                    <a:pt x="419" y="0"/>
                  </a:moveTo>
                  <a:cubicBezTo>
                    <a:pt x="140" y="0"/>
                    <a:pt x="1" y="337"/>
                    <a:pt x="198" y="534"/>
                  </a:cubicBezTo>
                  <a:cubicBezTo>
                    <a:pt x="261" y="597"/>
                    <a:pt x="340" y="625"/>
                    <a:pt x="417" y="625"/>
                  </a:cubicBezTo>
                  <a:cubicBezTo>
                    <a:pt x="577" y="625"/>
                    <a:pt x="731" y="501"/>
                    <a:pt x="731" y="312"/>
                  </a:cubicBezTo>
                  <a:cubicBezTo>
                    <a:pt x="731" y="139"/>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a:off x="6186625" y="4351725"/>
              <a:ext cx="15625" cy="15625"/>
            </a:xfrm>
            <a:custGeom>
              <a:rect b="b" l="l" r="r" t="t"/>
              <a:pathLst>
                <a:path extrusionOk="0" h="625" w="625">
                  <a:moveTo>
                    <a:pt x="312" y="0"/>
                  </a:moveTo>
                  <a:cubicBezTo>
                    <a:pt x="140" y="0"/>
                    <a:pt x="0" y="139"/>
                    <a:pt x="0" y="312"/>
                  </a:cubicBezTo>
                  <a:cubicBezTo>
                    <a:pt x="0" y="485"/>
                    <a:pt x="140" y="625"/>
                    <a:pt x="312" y="625"/>
                  </a:cubicBezTo>
                  <a:cubicBezTo>
                    <a:pt x="485" y="625"/>
                    <a:pt x="625" y="485"/>
                    <a:pt x="625" y="312"/>
                  </a:cubicBezTo>
                  <a:cubicBezTo>
                    <a:pt x="625" y="139"/>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a:off x="620995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6233275" y="4351725"/>
              <a:ext cx="15625" cy="15625"/>
            </a:xfrm>
            <a:custGeom>
              <a:rect b="b" l="l" r="r" t="t"/>
              <a:pathLst>
                <a:path extrusionOk="0" h="625" w="625">
                  <a:moveTo>
                    <a:pt x="312" y="0"/>
                  </a:moveTo>
                  <a:cubicBezTo>
                    <a:pt x="141" y="0"/>
                    <a:pt x="0" y="139"/>
                    <a:pt x="0" y="312"/>
                  </a:cubicBezTo>
                  <a:cubicBezTo>
                    <a:pt x="0" y="485"/>
                    <a:pt x="141" y="625"/>
                    <a:pt x="312" y="625"/>
                  </a:cubicBezTo>
                  <a:cubicBezTo>
                    <a:pt x="485" y="625"/>
                    <a:pt x="625" y="485"/>
                    <a:pt x="625" y="312"/>
                  </a:cubicBezTo>
                  <a:cubicBezTo>
                    <a:pt x="625" y="139"/>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625660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6279950" y="4351725"/>
              <a:ext cx="15650" cy="15625"/>
            </a:xfrm>
            <a:custGeom>
              <a:rect b="b" l="l" r="r" t="t"/>
              <a:pathLst>
                <a:path extrusionOk="0" h="625" w="626">
                  <a:moveTo>
                    <a:pt x="313" y="0"/>
                  </a:moveTo>
                  <a:cubicBezTo>
                    <a:pt x="140" y="0"/>
                    <a:pt x="1" y="139"/>
                    <a:pt x="1" y="312"/>
                  </a:cubicBezTo>
                  <a:cubicBezTo>
                    <a:pt x="1" y="485"/>
                    <a:pt x="140" y="625"/>
                    <a:pt x="313" y="625"/>
                  </a:cubicBezTo>
                  <a:cubicBezTo>
                    <a:pt x="484" y="625"/>
                    <a:pt x="625" y="485"/>
                    <a:pt x="625" y="312"/>
                  </a:cubicBezTo>
                  <a:cubicBezTo>
                    <a:pt x="625" y="139"/>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630325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6323950" y="4351725"/>
              <a:ext cx="18300" cy="15650"/>
            </a:xfrm>
            <a:custGeom>
              <a:rect b="b" l="l" r="r" t="t"/>
              <a:pathLst>
                <a:path extrusionOk="0" h="626" w="732">
                  <a:moveTo>
                    <a:pt x="419" y="0"/>
                  </a:moveTo>
                  <a:cubicBezTo>
                    <a:pt x="140" y="0"/>
                    <a:pt x="1" y="337"/>
                    <a:pt x="198" y="534"/>
                  </a:cubicBezTo>
                  <a:cubicBezTo>
                    <a:pt x="261" y="597"/>
                    <a:pt x="340" y="625"/>
                    <a:pt x="416" y="625"/>
                  </a:cubicBezTo>
                  <a:cubicBezTo>
                    <a:pt x="577" y="625"/>
                    <a:pt x="731" y="501"/>
                    <a:pt x="731" y="312"/>
                  </a:cubicBezTo>
                  <a:cubicBezTo>
                    <a:pt x="731" y="139"/>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6349900" y="4351725"/>
              <a:ext cx="15650" cy="15625"/>
            </a:xfrm>
            <a:custGeom>
              <a:rect b="b" l="l" r="r" t="t"/>
              <a:pathLst>
                <a:path extrusionOk="0" h="625" w="626">
                  <a:moveTo>
                    <a:pt x="313" y="0"/>
                  </a:moveTo>
                  <a:cubicBezTo>
                    <a:pt x="142" y="0"/>
                    <a:pt x="1" y="139"/>
                    <a:pt x="1" y="312"/>
                  </a:cubicBezTo>
                  <a:cubicBezTo>
                    <a:pt x="1" y="485"/>
                    <a:pt x="142" y="625"/>
                    <a:pt x="313" y="625"/>
                  </a:cubicBezTo>
                  <a:cubicBezTo>
                    <a:pt x="486" y="625"/>
                    <a:pt x="625" y="485"/>
                    <a:pt x="625" y="312"/>
                  </a:cubicBezTo>
                  <a:cubicBezTo>
                    <a:pt x="625" y="139"/>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637325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6396600" y="4351725"/>
              <a:ext cx="15625" cy="15625"/>
            </a:xfrm>
            <a:custGeom>
              <a:rect b="b" l="l" r="r" t="t"/>
              <a:pathLst>
                <a:path extrusionOk="0" h="625" w="625">
                  <a:moveTo>
                    <a:pt x="313" y="0"/>
                  </a:moveTo>
                  <a:cubicBezTo>
                    <a:pt x="140" y="0"/>
                    <a:pt x="0" y="139"/>
                    <a:pt x="0" y="312"/>
                  </a:cubicBezTo>
                  <a:cubicBezTo>
                    <a:pt x="0" y="485"/>
                    <a:pt x="140" y="625"/>
                    <a:pt x="313" y="625"/>
                  </a:cubicBezTo>
                  <a:cubicBezTo>
                    <a:pt x="484" y="625"/>
                    <a:pt x="625" y="485"/>
                    <a:pt x="625" y="312"/>
                  </a:cubicBezTo>
                  <a:cubicBezTo>
                    <a:pt x="625" y="139"/>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641990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6443250" y="4351725"/>
              <a:ext cx="15625" cy="15625"/>
            </a:xfrm>
            <a:custGeom>
              <a:rect b="b" l="l" r="r" t="t"/>
              <a:pathLst>
                <a:path extrusionOk="0" h="625" w="625">
                  <a:moveTo>
                    <a:pt x="313" y="0"/>
                  </a:moveTo>
                  <a:cubicBezTo>
                    <a:pt x="140" y="0"/>
                    <a:pt x="0" y="139"/>
                    <a:pt x="0" y="312"/>
                  </a:cubicBezTo>
                  <a:cubicBezTo>
                    <a:pt x="0" y="485"/>
                    <a:pt x="140" y="625"/>
                    <a:pt x="313" y="625"/>
                  </a:cubicBezTo>
                  <a:cubicBezTo>
                    <a:pt x="485" y="625"/>
                    <a:pt x="625" y="485"/>
                    <a:pt x="625" y="312"/>
                  </a:cubicBezTo>
                  <a:cubicBezTo>
                    <a:pt x="625" y="139"/>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620995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6233275" y="4311700"/>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625660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6279950" y="431170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630325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a:off x="6323950" y="4311700"/>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6349900" y="431170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637325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a:off x="6396600" y="4311700"/>
              <a:ext cx="15625" cy="15625"/>
            </a:xfrm>
            <a:custGeom>
              <a:rect b="b" l="l" r="r" t="t"/>
              <a:pathLst>
                <a:path extrusionOk="0" h="625" w="625">
                  <a:moveTo>
                    <a:pt x="313" y="0"/>
                  </a:moveTo>
                  <a:cubicBezTo>
                    <a:pt x="140" y="0"/>
                    <a:pt x="0" y="140"/>
                    <a:pt x="0" y="313"/>
                  </a:cubicBezTo>
                  <a:cubicBezTo>
                    <a:pt x="0" y="485"/>
                    <a:pt x="140" y="625"/>
                    <a:pt x="313" y="625"/>
                  </a:cubicBezTo>
                  <a:cubicBezTo>
                    <a:pt x="484" y="625"/>
                    <a:pt x="625" y="485"/>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a:off x="641990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6443250" y="431170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6466550" y="431170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6487275" y="4311700"/>
              <a:ext cx="18250" cy="15650"/>
            </a:xfrm>
            <a:custGeom>
              <a:rect b="b" l="l" r="r" t="t"/>
              <a:pathLst>
                <a:path extrusionOk="0" h="626" w="730">
                  <a:moveTo>
                    <a:pt x="418" y="0"/>
                  </a:moveTo>
                  <a:cubicBezTo>
                    <a:pt x="139" y="0"/>
                    <a:pt x="1" y="337"/>
                    <a:pt x="196" y="534"/>
                  </a:cubicBezTo>
                  <a:cubicBezTo>
                    <a:pt x="260" y="597"/>
                    <a:pt x="338" y="625"/>
                    <a:pt x="415" y="625"/>
                  </a:cubicBezTo>
                  <a:cubicBezTo>
                    <a:pt x="575" y="625"/>
                    <a:pt x="730" y="500"/>
                    <a:pt x="730" y="313"/>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5999975" y="429167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6023325" y="42916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6046675" y="429167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6067350" y="4291675"/>
              <a:ext cx="18250" cy="15675"/>
            </a:xfrm>
            <a:custGeom>
              <a:rect b="b" l="l" r="r" t="t"/>
              <a:pathLst>
                <a:path extrusionOk="0" h="627" w="730">
                  <a:moveTo>
                    <a:pt x="418" y="1"/>
                  </a:moveTo>
                  <a:cubicBezTo>
                    <a:pt x="140" y="1"/>
                    <a:pt x="1" y="337"/>
                    <a:pt x="198" y="534"/>
                  </a:cubicBezTo>
                  <a:cubicBezTo>
                    <a:pt x="261" y="598"/>
                    <a:pt x="339" y="626"/>
                    <a:pt x="416" y="626"/>
                  </a:cubicBezTo>
                  <a:cubicBezTo>
                    <a:pt x="576" y="626"/>
                    <a:pt x="730" y="502"/>
                    <a:pt x="730" y="313"/>
                  </a:cubicBezTo>
                  <a:cubicBezTo>
                    <a:pt x="730" y="140"/>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6093325" y="42916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6116650" y="42916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6139975" y="42916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6160650" y="4291675"/>
              <a:ext cx="18300" cy="15675"/>
            </a:xfrm>
            <a:custGeom>
              <a:rect b="b" l="l" r="r" t="t"/>
              <a:pathLst>
                <a:path extrusionOk="0" h="627" w="732">
                  <a:moveTo>
                    <a:pt x="419" y="1"/>
                  </a:moveTo>
                  <a:cubicBezTo>
                    <a:pt x="140" y="1"/>
                    <a:pt x="1" y="337"/>
                    <a:pt x="198" y="534"/>
                  </a:cubicBezTo>
                  <a:cubicBezTo>
                    <a:pt x="261" y="598"/>
                    <a:pt x="340" y="626"/>
                    <a:pt x="417" y="626"/>
                  </a:cubicBezTo>
                  <a:cubicBezTo>
                    <a:pt x="577" y="626"/>
                    <a:pt x="731" y="502"/>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6186625" y="42916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620995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6233275" y="429167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625660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6279950" y="42916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630325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6323950" y="4291675"/>
              <a:ext cx="18300" cy="15675"/>
            </a:xfrm>
            <a:custGeom>
              <a:rect b="b" l="l" r="r" t="t"/>
              <a:pathLst>
                <a:path extrusionOk="0" h="627" w="732">
                  <a:moveTo>
                    <a:pt x="419" y="1"/>
                  </a:moveTo>
                  <a:cubicBezTo>
                    <a:pt x="140" y="1"/>
                    <a:pt x="1" y="337"/>
                    <a:pt x="198" y="534"/>
                  </a:cubicBezTo>
                  <a:cubicBezTo>
                    <a:pt x="261" y="598"/>
                    <a:pt x="340" y="626"/>
                    <a:pt x="416" y="626"/>
                  </a:cubicBezTo>
                  <a:cubicBezTo>
                    <a:pt x="577" y="626"/>
                    <a:pt x="731" y="502"/>
                    <a:pt x="731" y="313"/>
                  </a:cubicBezTo>
                  <a:cubicBezTo>
                    <a:pt x="731" y="140"/>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6349900" y="42916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637325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6396600" y="429167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641990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6443250" y="42916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6466550" y="42916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6487275" y="4291675"/>
              <a:ext cx="18250" cy="15675"/>
            </a:xfrm>
            <a:custGeom>
              <a:rect b="b" l="l" r="r" t="t"/>
              <a:pathLst>
                <a:path extrusionOk="0" h="627" w="730">
                  <a:moveTo>
                    <a:pt x="418" y="1"/>
                  </a:moveTo>
                  <a:cubicBezTo>
                    <a:pt x="139" y="1"/>
                    <a:pt x="1" y="337"/>
                    <a:pt x="196" y="534"/>
                  </a:cubicBezTo>
                  <a:cubicBezTo>
                    <a:pt x="260" y="598"/>
                    <a:pt x="338" y="626"/>
                    <a:pt x="415" y="626"/>
                  </a:cubicBezTo>
                  <a:cubicBezTo>
                    <a:pt x="576" y="626"/>
                    <a:pt x="730" y="502"/>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6513250" y="429167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5999975" y="4271675"/>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6023325" y="4271675"/>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a:off x="6046675" y="4271675"/>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6067350" y="4271675"/>
              <a:ext cx="18250" cy="15625"/>
            </a:xfrm>
            <a:custGeom>
              <a:rect b="b" l="l" r="r" t="t"/>
              <a:pathLst>
                <a:path extrusionOk="0" h="625" w="730">
                  <a:moveTo>
                    <a:pt x="418" y="1"/>
                  </a:moveTo>
                  <a:cubicBezTo>
                    <a:pt x="140" y="1"/>
                    <a:pt x="1" y="337"/>
                    <a:pt x="198" y="533"/>
                  </a:cubicBezTo>
                  <a:cubicBezTo>
                    <a:pt x="261" y="596"/>
                    <a:pt x="339" y="625"/>
                    <a:pt x="416" y="625"/>
                  </a:cubicBezTo>
                  <a:cubicBezTo>
                    <a:pt x="576" y="625"/>
                    <a:pt x="730" y="500"/>
                    <a:pt x="730" y="313"/>
                  </a:cubicBezTo>
                  <a:cubicBezTo>
                    <a:pt x="730" y="140"/>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6093325" y="4271675"/>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6116650" y="4271675"/>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6139975" y="4271675"/>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6160650" y="4271675"/>
              <a:ext cx="18300" cy="15625"/>
            </a:xfrm>
            <a:custGeom>
              <a:rect b="b" l="l" r="r" t="t"/>
              <a:pathLst>
                <a:path extrusionOk="0" h="625" w="732">
                  <a:moveTo>
                    <a:pt x="419" y="1"/>
                  </a:moveTo>
                  <a:cubicBezTo>
                    <a:pt x="140" y="1"/>
                    <a:pt x="1" y="337"/>
                    <a:pt x="198" y="533"/>
                  </a:cubicBezTo>
                  <a:cubicBezTo>
                    <a:pt x="262" y="596"/>
                    <a:pt x="340" y="625"/>
                    <a:pt x="417" y="625"/>
                  </a:cubicBezTo>
                  <a:cubicBezTo>
                    <a:pt x="577" y="625"/>
                    <a:pt x="731" y="500"/>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6186625" y="4271675"/>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a:off x="620995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a:off x="6233275" y="4271675"/>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a:off x="625660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6279950" y="4271675"/>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630325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6323950" y="4271675"/>
              <a:ext cx="18300" cy="15625"/>
            </a:xfrm>
            <a:custGeom>
              <a:rect b="b" l="l" r="r" t="t"/>
              <a:pathLst>
                <a:path extrusionOk="0" h="625" w="732">
                  <a:moveTo>
                    <a:pt x="419" y="1"/>
                  </a:moveTo>
                  <a:cubicBezTo>
                    <a:pt x="140" y="1"/>
                    <a:pt x="1" y="336"/>
                    <a:pt x="198" y="533"/>
                  </a:cubicBezTo>
                  <a:cubicBezTo>
                    <a:pt x="261" y="596"/>
                    <a:pt x="340" y="625"/>
                    <a:pt x="417" y="625"/>
                  </a:cubicBezTo>
                  <a:cubicBezTo>
                    <a:pt x="577" y="625"/>
                    <a:pt x="731" y="500"/>
                    <a:pt x="731" y="313"/>
                  </a:cubicBezTo>
                  <a:cubicBezTo>
                    <a:pt x="731" y="140"/>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6349900" y="4271675"/>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637325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6396600" y="4271675"/>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641990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6443250" y="4271675"/>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6466550" y="4271675"/>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6487275" y="4271675"/>
              <a:ext cx="18250" cy="15625"/>
            </a:xfrm>
            <a:custGeom>
              <a:rect b="b" l="l" r="r" t="t"/>
              <a:pathLst>
                <a:path extrusionOk="0" h="625" w="730">
                  <a:moveTo>
                    <a:pt x="418" y="1"/>
                  </a:moveTo>
                  <a:cubicBezTo>
                    <a:pt x="139" y="1"/>
                    <a:pt x="1" y="337"/>
                    <a:pt x="196" y="533"/>
                  </a:cubicBezTo>
                  <a:cubicBezTo>
                    <a:pt x="260" y="596"/>
                    <a:pt x="339" y="625"/>
                    <a:pt x="415" y="625"/>
                  </a:cubicBezTo>
                  <a:cubicBezTo>
                    <a:pt x="576" y="625"/>
                    <a:pt x="730" y="500"/>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6513250" y="4271675"/>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5976675" y="4251675"/>
              <a:ext cx="15625" cy="15625"/>
            </a:xfrm>
            <a:custGeom>
              <a:rect b="b" l="l" r="r" t="t"/>
              <a:pathLst>
                <a:path extrusionOk="0" h="625" w="625">
                  <a:moveTo>
                    <a:pt x="313" y="0"/>
                  </a:moveTo>
                  <a:cubicBezTo>
                    <a:pt x="140" y="0"/>
                    <a:pt x="0" y="140"/>
                    <a:pt x="0" y="312"/>
                  </a:cubicBezTo>
                  <a:cubicBezTo>
                    <a:pt x="0" y="484"/>
                    <a:pt x="140" y="625"/>
                    <a:pt x="313" y="625"/>
                  </a:cubicBezTo>
                  <a:cubicBezTo>
                    <a:pt x="485" y="625"/>
                    <a:pt x="625" y="484"/>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5999975" y="4251675"/>
              <a:ext cx="15650" cy="15625"/>
            </a:xfrm>
            <a:custGeom>
              <a:rect b="b" l="l" r="r" t="t"/>
              <a:pathLst>
                <a:path extrusionOk="0" h="625" w="626">
                  <a:moveTo>
                    <a:pt x="313" y="0"/>
                  </a:moveTo>
                  <a:cubicBezTo>
                    <a:pt x="141" y="0"/>
                    <a:pt x="1" y="140"/>
                    <a:pt x="1" y="312"/>
                  </a:cubicBezTo>
                  <a:cubicBezTo>
                    <a:pt x="1" y="484"/>
                    <a:pt x="141" y="625"/>
                    <a:pt x="313" y="625"/>
                  </a:cubicBezTo>
                  <a:cubicBezTo>
                    <a:pt x="486" y="625"/>
                    <a:pt x="625" y="484"/>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6023325" y="4251675"/>
              <a:ext cx="15625" cy="15625"/>
            </a:xfrm>
            <a:custGeom>
              <a:rect b="b" l="l" r="r" t="t"/>
              <a:pathLst>
                <a:path extrusionOk="0" h="625" w="625">
                  <a:moveTo>
                    <a:pt x="313" y="0"/>
                  </a:moveTo>
                  <a:cubicBezTo>
                    <a:pt x="140" y="0"/>
                    <a:pt x="0" y="140"/>
                    <a:pt x="0" y="312"/>
                  </a:cubicBezTo>
                  <a:cubicBezTo>
                    <a:pt x="0" y="484"/>
                    <a:pt x="140" y="625"/>
                    <a:pt x="313" y="625"/>
                  </a:cubicBezTo>
                  <a:cubicBezTo>
                    <a:pt x="485" y="625"/>
                    <a:pt x="625" y="484"/>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6046675" y="4251675"/>
              <a:ext cx="15625" cy="15625"/>
            </a:xfrm>
            <a:custGeom>
              <a:rect b="b" l="l" r="r" t="t"/>
              <a:pathLst>
                <a:path extrusionOk="0" h="625" w="625">
                  <a:moveTo>
                    <a:pt x="312" y="0"/>
                  </a:moveTo>
                  <a:cubicBezTo>
                    <a:pt x="139" y="0"/>
                    <a:pt x="0" y="140"/>
                    <a:pt x="0" y="312"/>
                  </a:cubicBezTo>
                  <a:cubicBezTo>
                    <a:pt x="0" y="484"/>
                    <a:pt x="139" y="625"/>
                    <a:pt x="312" y="625"/>
                  </a:cubicBezTo>
                  <a:cubicBezTo>
                    <a:pt x="485" y="625"/>
                    <a:pt x="625" y="484"/>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a:off x="6067350" y="4251675"/>
              <a:ext cx="18250" cy="15625"/>
            </a:xfrm>
            <a:custGeom>
              <a:rect b="b" l="l" r="r" t="t"/>
              <a:pathLst>
                <a:path extrusionOk="0" h="625" w="730">
                  <a:moveTo>
                    <a:pt x="418" y="0"/>
                  </a:moveTo>
                  <a:cubicBezTo>
                    <a:pt x="140" y="0"/>
                    <a:pt x="1" y="337"/>
                    <a:pt x="198" y="532"/>
                  </a:cubicBezTo>
                  <a:cubicBezTo>
                    <a:pt x="261" y="596"/>
                    <a:pt x="339" y="625"/>
                    <a:pt x="416" y="625"/>
                  </a:cubicBezTo>
                  <a:cubicBezTo>
                    <a:pt x="576" y="625"/>
                    <a:pt x="730" y="500"/>
                    <a:pt x="730" y="312"/>
                  </a:cubicBezTo>
                  <a:cubicBezTo>
                    <a:pt x="730" y="140"/>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6093325" y="4251675"/>
              <a:ext cx="15625" cy="15625"/>
            </a:xfrm>
            <a:custGeom>
              <a:rect b="b" l="l" r="r" t="t"/>
              <a:pathLst>
                <a:path extrusionOk="0" h="625" w="625">
                  <a:moveTo>
                    <a:pt x="312" y="0"/>
                  </a:moveTo>
                  <a:cubicBezTo>
                    <a:pt x="140" y="0"/>
                    <a:pt x="0" y="140"/>
                    <a:pt x="0" y="312"/>
                  </a:cubicBezTo>
                  <a:cubicBezTo>
                    <a:pt x="0" y="484"/>
                    <a:pt x="140" y="625"/>
                    <a:pt x="312" y="625"/>
                  </a:cubicBezTo>
                  <a:cubicBezTo>
                    <a:pt x="485" y="625"/>
                    <a:pt x="625" y="484"/>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6116650" y="4251675"/>
              <a:ext cx="15650" cy="15625"/>
            </a:xfrm>
            <a:custGeom>
              <a:rect b="b" l="l" r="r" t="t"/>
              <a:pathLst>
                <a:path extrusionOk="0" h="625" w="626">
                  <a:moveTo>
                    <a:pt x="313" y="0"/>
                  </a:moveTo>
                  <a:cubicBezTo>
                    <a:pt x="140" y="0"/>
                    <a:pt x="1" y="140"/>
                    <a:pt x="1" y="312"/>
                  </a:cubicBezTo>
                  <a:cubicBezTo>
                    <a:pt x="1" y="484"/>
                    <a:pt x="140" y="625"/>
                    <a:pt x="313" y="625"/>
                  </a:cubicBezTo>
                  <a:cubicBezTo>
                    <a:pt x="484" y="625"/>
                    <a:pt x="625" y="484"/>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a:off x="6139975" y="4251675"/>
              <a:ext cx="15625" cy="15625"/>
            </a:xfrm>
            <a:custGeom>
              <a:rect b="b" l="l" r="r" t="t"/>
              <a:pathLst>
                <a:path extrusionOk="0" h="625" w="625">
                  <a:moveTo>
                    <a:pt x="312" y="0"/>
                  </a:moveTo>
                  <a:cubicBezTo>
                    <a:pt x="140" y="0"/>
                    <a:pt x="0" y="140"/>
                    <a:pt x="0" y="312"/>
                  </a:cubicBezTo>
                  <a:cubicBezTo>
                    <a:pt x="0" y="484"/>
                    <a:pt x="140" y="625"/>
                    <a:pt x="312" y="625"/>
                  </a:cubicBezTo>
                  <a:cubicBezTo>
                    <a:pt x="485" y="625"/>
                    <a:pt x="625" y="484"/>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
            <p:cNvSpPr/>
            <p:nvPr/>
          </p:nvSpPr>
          <p:spPr>
            <a:xfrm>
              <a:off x="6160650" y="4251675"/>
              <a:ext cx="18300" cy="15625"/>
            </a:xfrm>
            <a:custGeom>
              <a:rect b="b" l="l" r="r" t="t"/>
              <a:pathLst>
                <a:path extrusionOk="0" h="625" w="732">
                  <a:moveTo>
                    <a:pt x="419" y="0"/>
                  </a:moveTo>
                  <a:cubicBezTo>
                    <a:pt x="140" y="0"/>
                    <a:pt x="1" y="337"/>
                    <a:pt x="198" y="532"/>
                  </a:cubicBezTo>
                  <a:cubicBezTo>
                    <a:pt x="262" y="596"/>
                    <a:pt x="340" y="625"/>
                    <a:pt x="417" y="625"/>
                  </a:cubicBezTo>
                  <a:cubicBezTo>
                    <a:pt x="577" y="625"/>
                    <a:pt x="731" y="500"/>
                    <a:pt x="731" y="312"/>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6186625" y="4251675"/>
              <a:ext cx="15625" cy="15625"/>
            </a:xfrm>
            <a:custGeom>
              <a:rect b="b" l="l" r="r" t="t"/>
              <a:pathLst>
                <a:path extrusionOk="0" h="625" w="625">
                  <a:moveTo>
                    <a:pt x="312" y="0"/>
                  </a:moveTo>
                  <a:cubicBezTo>
                    <a:pt x="140" y="0"/>
                    <a:pt x="0" y="140"/>
                    <a:pt x="0" y="312"/>
                  </a:cubicBezTo>
                  <a:cubicBezTo>
                    <a:pt x="0" y="484"/>
                    <a:pt x="140" y="625"/>
                    <a:pt x="312" y="625"/>
                  </a:cubicBezTo>
                  <a:cubicBezTo>
                    <a:pt x="485" y="625"/>
                    <a:pt x="625" y="484"/>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620995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6233275" y="4251675"/>
              <a:ext cx="15625" cy="15625"/>
            </a:xfrm>
            <a:custGeom>
              <a:rect b="b" l="l" r="r" t="t"/>
              <a:pathLst>
                <a:path extrusionOk="0" h="625" w="625">
                  <a:moveTo>
                    <a:pt x="312" y="0"/>
                  </a:moveTo>
                  <a:cubicBezTo>
                    <a:pt x="141" y="0"/>
                    <a:pt x="0" y="140"/>
                    <a:pt x="0" y="312"/>
                  </a:cubicBezTo>
                  <a:cubicBezTo>
                    <a:pt x="0" y="484"/>
                    <a:pt x="141" y="625"/>
                    <a:pt x="312" y="625"/>
                  </a:cubicBezTo>
                  <a:cubicBezTo>
                    <a:pt x="485" y="625"/>
                    <a:pt x="625" y="484"/>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625660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6279950" y="4251675"/>
              <a:ext cx="15650" cy="15625"/>
            </a:xfrm>
            <a:custGeom>
              <a:rect b="b" l="l" r="r" t="t"/>
              <a:pathLst>
                <a:path extrusionOk="0" h="625" w="626">
                  <a:moveTo>
                    <a:pt x="313" y="0"/>
                  </a:moveTo>
                  <a:cubicBezTo>
                    <a:pt x="140" y="0"/>
                    <a:pt x="1" y="140"/>
                    <a:pt x="1" y="312"/>
                  </a:cubicBezTo>
                  <a:cubicBezTo>
                    <a:pt x="1" y="484"/>
                    <a:pt x="140" y="625"/>
                    <a:pt x="313" y="625"/>
                  </a:cubicBezTo>
                  <a:cubicBezTo>
                    <a:pt x="484" y="625"/>
                    <a:pt x="625" y="484"/>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630325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6323950" y="4251675"/>
              <a:ext cx="18300" cy="15625"/>
            </a:xfrm>
            <a:custGeom>
              <a:rect b="b" l="l" r="r" t="t"/>
              <a:pathLst>
                <a:path extrusionOk="0" h="625" w="732">
                  <a:moveTo>
                    <a:pt x="419" y="0"/>
                  </a:moveTo>
                  <a:cubicBezTo>
                    <a:pt x="140" y="0"/>
                    <a:pt x="1" y="335"/>
                    <a:pt x="198" y="532"/>
                  </a:cubicBezTo>
                  <a:cubicBezTo>
                    <a:pt x="261" y="596"/>
                    <a:pt x="340" y="625"/>
                    <a:pt x="417" y="625"/>
                  </a:cubicBezTo>
                  <a:cubicBezTo>
                    <a:pt x="577" y="625"/>
                    <a:pt x="731" y="500"/>
                    <a:pt x="731" y="312"/>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6349900" y="4251675"/>
              <a:ext cx="15650" cy="15625"/>
            </a:xfrm>
            <a:custGeom>
              <a:rect b="b" l="l" r="r" t="t"/>
              <a:pathLst>
                <a:path extrusionOk="0" h="625" w="626">
                  <a:moveTo>
                    <a:pt x="313" y="0"/>
                  </a:moveTo>
                  <a:cubicBezTo>
                    <a:pt x="142" y="0"/>
                    <a:pt x="1" y="140"/>
                    <a:pt x="1" y="312"/>
                  </a:cubicBezTo>
                  <a:cubicBezTo>
                    <a:pt x="1" y="484"/>
                    <a:pt x="142" y="625"/>
                    <a:pt x="313" y="625"/>
                  </a:cubicBezTo>
                  <a:cubicBezTo>
                    <a:pt x="486" y="625"/>
                    <a:pt x="625" y="484"/>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637325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6396600" y="4251675"/>
              <a:ext cx="15625" cy="15625"/>
            </a:xfrm>
            <a:custGeom>
              <a:rect b="b" l="l" r="r" t="t"/>
              <a:pathLst>
                <a:path extrusionOk="0" h="625" w="625">
                  <a:moveTo>
                    <a:pt x="313" y="0"/>
                  </a:moveTo>
                  <a:cubicBezTo>
                    <a:pt x="140" y="0"/>
                    <a:pt x="0" y="140"/>
                    <a:pt x="0" y="312"/>
                  </a:cubicBezTo>
                  <a:cubicBezTo>
                    <a:pt x="0" y="484"/>
                    <a:pt x="140" y="625"/>
                    <a:pt x="313" y="625"/>
                  </a:cubicBezTo>
                  <a:cubicBezTo>
                    <a:pt x="484" y="625"/>
                    <a:pt x="625" y="484"/>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641990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6443250" y="4251675"/>
              <a:ext cx="15625" cy="15625"/>
            </a:xfrm>
            <a:custGeom>
              <a:rect b="b" l="l" r="r" t="t"/>
              <a:pathLst>
                <a:path extrusionOk="0" h="625" w="625">
                  <a:moveTo>
                    <a:pt x="313" y="0"/>
                  </a:moveTo>
                  <a:cubicBezTo>
                    <a:pt x="140" y="0"/>
                    <a:pt x="0" y="140"/>
                    <a:pt x="0" y="312"/>
                  </a:cubicBezTo>
                  <a:cubicBezTo>
                    <a:pt x="0" y="484"/>
                    <a:pt x="140" y="625"/>
                    <a:pt x="313" y="625"/>
                  </a:cubicBezTo>
                  <a:cubicBezTo>
                    <a:pt x="485" y="625"/>
                    <a:pt x="625" y="484"/>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6466550" y="4251675"/>
              <a:ext cx="15650" cy="15625"/>
            </a:xfrm>
            <a:custGeom>
              <a:rect b="b" l="l" r="r" t="t"/>
              <a:pathLst>
                <a:path extrusionOk="0" h="625" w="626">
                  <a:moveTo>
                    <a:pt x="313" y="0"/>
                  </a:moveTo>
                  <a:cubicBezTo>
                    <a:pt x="142" y="0"/>
                    <a:pt x="1" y="140"/>
                    <a:pt x="1" y="312"/>
                  </a:cubicBezTo>
                  <a:cubicBezTo>
                    <a:pt x="1" y="484"/>
                    <a:pt x="142" y="625"/>
                    <a:pt x="313" y="625"/>
                  </a:cubicBezTo>
                  <a:cubicBezTo>
                    <a:pt x="486" y="625"/>
                    <a:pt x="625" y="484"/>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6487275" y="4251675"/>
              <a:ext cx="18250" cy="15625"/>
            </a:xfrm>
            <a:custGeom>
              <a:rect b="b" l="l" r="r" t="t"/>
              <a:pathLst>
                <a:path extrusionOk="0" h="625" w="730">
                  <a:moveTo>
                    <a:pt x="418" y="0"/>
                  </a:moveTo>
                  <a:cubicBezTo>
                    <a:pt x="139" y="0"/>
                    <a:pt x="1" y="337"/>
                    <a:pt x="196" y="532"/>
                  </a:cubicBezTo>
                  <a:cubicBezTo>
                    <a:pt x="260" y="596"/>
                    <a:pt x="339" y="625"/>
                    <a:pt x="415" y="625"/>
                  </a:cubicBezTo>
                  <a:cubicBezTo>
                    <a:pt x="576" y="625"/>
                    <a:pt x="730" y="500"/>
                    <a:pt x="730" y="312"/>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6513250" y="4251675"/>
              <a:ext cx="15625" cy="15625"/>
            </a:xfrm>
            <a:custGeom>
              <a:rect b="b" l="l" r="r" t="t"/>
              <a:pathLst>
                <a:path extrusionOk="0" h="625" w="625">
                  <a:moveTo>
                    <a:pt x="312" y="0"/>
                  </a:moveTo>
                  <a:cubicBezTo>
                    <a:pt x="140" y="0"/>
                    <a:pt x="0" y="140"/>
                    <a:pt x="0" y="312"/>
                  </a:cubicBezTo>
                  <a:cubicBezTo>
                    <a:pt x="0" y="484"/>
                    <a:pt x="140" y="625"/>
                    <a:pt x="312" y="625"/>
                  </a:cubicBezTo>
                  <a:cubicBezTo>
                    <a:pt x="484" y="625"/>
                    <a:pt x="625" y="484"/>
                    <a:pt x="625" y="312"/>
                  </a:cubicBezTo>
                  <a:cubicBezTo>
                    <a:pt x="625" y="140"/>
                    <a:pt x="484"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5976675" y="423165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5999975" y="4231650"/>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6023325" y="423165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6046675" y="4231650"/>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6067350" y="4231650"/>
              <a:ext cx="18250" cy="15650"/>
            </a:xfrm>
            <a:custGeom>
              <a:rect b="b" l="l" r="r" t="t"/>
              <a:pathLst>
                <a:path extrusionOk="0" h="626" w="730">
                  <a:moveTo>
                    <a:pt x="418" y="1"/>
                  </a:moveTo>
                  <a:cubicBezTo>
                    <a:pt x="140" y="1"/>
                    <a:pt x="1" y="336"/>
                    <a:pt x="198" y="533"/>
                  </a:cubicBezTo>
                  <a:cubicBezTo>
                    <a:pt x="261" y="597"/>
                    <a:pt x="339" y="625"/>
                    <a:pt x="416" y="625"/>
                  </a:cubicBezTo>
                  <a:cubicBezTo>
                    <a:pt x="576" y="625"/>
                    <a:pt x="730" y="501"/>
                    <a:pt x="730" y="313"/>
                  </a:cubicBezTo>
                  <a:cubicBezTo>
                    <a:pt x="730" y="140"/>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6093325" y="423165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6116650" y="423165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6139975" y="423165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6160650" y="4231650"/>
              <a:ext cx="18300" cy="15650"/>
            </a:xfrm>
            <a:custGeom>
              <a:rect b="b" l="l" r="r" t="t"/>
              <a:pathLst>
                <a:path extrusionOk="0" h="626" w="732">
                  <a:moveTo>
                    <a:pt x="419" y="1"/>
                  </a:moveTo>
                  <a:cubicBezTo>
                    <a:pt x="140" y="1"/>
                    <a:pt x="1" y="336"/>
                    <a:pt x="198" y="533"/>
                  </a:cubicBezTo>
                  <a:cubicBezTo>
                    <a:pt x="262" y="597"/>
                    <a:pt x="340" y="625"/>
                    <a:pt x="417" y="625"/>
                  </a:cubicBezTo>
                  <a:cubicBezTo>
                    <a:pt x="577" y="625"/>
                    <a:pt x="731" y="501"/>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6186625" y="423165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620995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6233275" y="4231650"/>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625660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a:off x="6279950" y="423165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630325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6323950" y="4231650"/>
              <a:ext cx="18300" cy="15650"/>
            </a:xfrm>
            <a:custGeom>
              <a:rect b="b" l="l" r="r" t="t"/>
              <a:pathLst>
                <a:path extrusionOk="0" h="626" w="732">
                  <a:moveTo>
                    <a:pt x="422" y="1"/>
                  </a:moveTo>
                  <a:cubicBezTo>
                    <a:pt x="421" y="1"/>
                    <a:pt x="420" y="1"/>
                    <a:pt x="419" y="1"/>
                  </a:cubicBezTo>
                  <a:cubicBezTo>
                    <a:pt x="418" y="1"/>
                    <a:pt x="418" y="1"/>
                    <a:pt x="417" y="1"/>
                  </a:cubicBezTo>
                  <a:cubicBezTo>
                    <a:pt x="139" y="1"/>
                    <a:pt x="1" y="336"/>
                    <a:pt x="198" y="533"/>
                  </a:cubicBezTo>
                  <a:cubicBezTo>
                    <a:pt x="261" y="597"/>
                    <a:pt x="340" y="625"/>
                    <a:pt x="417" y="625"/>
                  </a:cubicBezTo>
                  <a:cubicBezTo>
                    <a:pt x="577" y="625"/>
                    <a:pt x="731" y="501"/>
                    <a:pt x="731" y="313"/>
                  </a:cubicBezTo>
                  <a:cubicBezTo>
                    <a:pt x="731" y="141"/>
                    <a:pt x="593" y="1"/>
                    <a:pt x="42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6349900" y="423165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637325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6396600" y="4231650"/>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641990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a:off x="6443250" y="423165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a:off x="6466550" y="423165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6487275" y="4231650"/>
              <a:ext cx="18250" cy="15650"/>
            </a:xfrm>
            <a:custGeom>
              <a:rect b="b" l="l" r="r" t="t"/>
              <a:pathLst>
                <a:path extrusionOk="0" h="626" w="730">
                  <a:moveTo>
                    <a:pt x="418" y="1"/>
                  </a:moveTo>
                  <a:cubicBezTo>
                    <a:pt x="139" y="1"/>
                    <a:pt x="1" y="336"/>
                    <a:pt x="196" y="533"/>
                  </a:cubicBezTo>
                  <a:cubicBezTo>
                    <a:pt x="260" y="597"/>
                    <a:pt x="339" y="625"/>
                    <a:pt x="415" y="625"/>
                  </a:cubicBezTo>
                  <a:cubicBezTo>
                    <a:pt x="576" y="625"/>
                    <a:pt x="730" y="501"/>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6513250" y="4231650"/>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5953325" y="4211650"/>
              <a:ext cx="15650" cy="15600"/>
            </a:xfrm>
            <a:custGeom>
              <a:rect b="b" l="l" r="r" t="t"/>
              <a:pathLst>
                <a:path extrusionOk="0" h="624" w="626">
                  <a:moveTo>
                    <a:pt x="313" y="0"/>
                  </a:moveTo>
                  <a:cubicBezTo>
                    <a:pt x="141" y="0"/>
                    <a:pt x="0" y="140"/>
                    <a:pt x="0" y="313"/>
                  </a:cubicBezTo>
                  <a:cubicBezTo>
                    <a:pt x="0" y="484"/>
                    <a:pt x="141" y="623"/>
                    <a:pt x="313" y="623"/>
                  </a:cubicBezTo>
                  <a:cubicBezTo>
                    <a:pt x="486" y="623"/>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5976675" y="4211650"/>
              <a:ext cx="15625" cy="15600"/>
            </a:xfrm>
            <a:custGeom>
              <a:rect b="b" l="l" r="r" t="t"/>
              <a:pathLst>
                <a:path extrusionOk="0" h="624" w="625">
                  <a:moveTo>
                    <a:pt x="313" y="0"/>
                  </a:moveTo>
                  <a:cubicBezTo>
                    <a:pt x="140" y="0"/>
                    <a:pt x="0" y="140"/>
                    <a:pt x="0" y="313"/>
                  </a:cubicBezTo>
                  <a:cubicBezTo>
                    <a:pt x="0" y="484"/>
                    <a:pt x="140" y="623"/>
                    <a:pt x="313" y="623"/>
                  </a:cubicBezTo>
                  <a:cubicBezTo>
                    <a:pt x="485" y="623"/>
                    <a:pt x="625" y="484"/>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5999975" y="4211650"/>
              <a:ext cx="15650" cy="15600"/>
            </a:xfrm>
            <a:custGeom>
              <a:rect b="b" l="l" r="r" t="t"/>
              <a:pathLst>
                <a:path extrusionOk="0" h="624" w="626">
                  <a:moveTo>
                    <a:pt x="313" y="0"/>
                  </a:moveTo>
                  <a:cubicBezTo>
                    <a:pt x="141" y="0"/>
                    <a:pt x="1" y="140"/>
                    <a:pt x="1" y="313"/>
                  </a:cubicBezTo>
                  <a:cubicBezTo>
                    <a:pt x="1" y="484"/>
                    <a:pt x="141" y="623"/>
                    <a:pt x="313" y="623"/>
                  </a:cubicBezTo>
                  <a:cubicBezTo>
                    <a:pt x="486" y="623"/>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6023325" y="4211650"/>
              <a:ext cx="15625" cy="15600"/>
            </a:xfrm>
            <a:custGeom>
              <a:rect b="b" l="l" r="r" t="t"/>
              <a:pathLst>
                <a:path extrusionOk="0" h="624" w="625">
                  <a:moveTo>
                    <a:pt x="313" y="0"/>
                  </a:moveTo>
                  <a:cubicBezTo>
                    <a:pt x="140" y="0"/>
                    <a:pt x="0" y="140"/>
                    <a:pt x="0" y="313"/>
                  </a:cubicBezTo>
                  <a:cubicBezTo>
                    <a:pt x="0" y="484"/>
                    <a:pt x="140" y="623"/>
                    <a:pt x="313" y="623"/>
                  </a:cubicBezTo>
                  <a:cubicBezTo>
                    <a:pt x="485" y="623"/>
                    <a:pt x="625" y="484"/>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6046675" y="4211650"/>
              <a:ext cx="15625" cy="15600"/>
            </a:xfrm>
            <a:custGeom>
              <a:rect b="b" l="l" r="r" t="t"/>
              <a:pathLst>
                <a:path extrusionOk="0" h="624" w="625">
                  <a:moveTo>
                    <a:pt x="312" y="0"/>
                  </a:moveTo>
                  <a:cubicBezTo>
                    <a:pt x="139" y="0"/>
                    <a:pt x="0" y="140"/>
                    <a:pt x="0" y="313"/>
                  </a:cubicBezTo>
                  <a:cubicBezTo>
                    <a:pt x="0" y="484"/>
                    <a:pt x="139" y="623"/>
                    <a:pt x="312" y="623"/>
                  </a:cubicBezTo>
                  <a:cubicBezTo>
                    <a:pt x="485" y="623"/>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6067350" y="4211650"/>
              <a:ext cx="18250" cy="15625"/>
            </a:xfrm>
            <a:custGeom>
              <a:rect b="b" l="l" r="r" t="t"/>
              <a:pathLst>
                <a:path extrusionOk="0" h="625" w="730">
                  <a:moveTo>
                    <a:pt x="418" y="0"/>
                  </a:moveTo>
                  <a:cubicBezTo>
                    <a:pt x="140" y="0"/>
                    <a:pt x="1" y="335"/>
                    <a:pt x="198" y="533"/>
                  </a:cubicBezTo>
                  <a:cubicBezTo>
                    <a:pt x="261" y="596"/>
                    <a:pt x="339" y="625"/>
                    <a:pt x="416" y="625"/>
                  </a:cubicBezTo>
                  <a:cubicBezTo>
                    <a:pt x="576" y="625"/>
                    <a:pt x="730" y="500"/>
                    <a:pt x="730" y="313"/>
                  </a:cubicBezTo>
                  <a:cubicBezTo>
                    <a:pt x="730" y="140"/>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6093325"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6116650" y="4211650"/>
              <a:ext cx="15650" cy="15600"/>
            </a:xfrm>
            <a:custGeom>
              <a:rect b="b" l="l" r="r" t="t"/>
              <a:pathLst>
                <a:path extrusionOk="0" h="624" w="626">
                  <a:moveTo>
                    <a:pt x="313" y="0"/>
                  </a:moveTo>
                  <a:cubicBezTo>
                    <a:pt x="140" y="0"/>
                    <a:pt x="1" y="140"/>
                    <a:pt x="1" y="313"/>
                  </a:cubicBezTo>
                  <a:cubicBezTo>
                    <a:pt x="1" y="484"/>
                    <a:pt x="140" y="623"/>
                    <a:pt x="313" y="623"/>
                  </a:cubicBezTo>
                  <a:cubicBezTo>
                    <a:pt x="484" y="623"/>
                    <a:pt x="625" y="484"/>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6139975"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6160650" y="4211650"/>
              <a:ext cx="18300" cy="15625"/>
            </a:xfrm>
            <a:custGeom>
              <a:rect b="b" l="l" r="r" t="t"/>
              <a:pathLst>
                <a:path extrusionOk="0" h="625" w="732">
                  <a:moveTo>
                    <a:pt x="419" y="0"/>
                  </a:moveTo>
                  <a:cubicBezTo>
                    <a:pt x="140" y="0"/>
                    <a:pt x="1" y="335"/>
                    <a:pt x="198" y="533"/>
                  </a:cubicBezTo>
                  <a:cubicBezTo>
                    <a:pt x="262" y="596"/>
                    <a:pt x="340" y="625"/>
                    <a:pt x="417" y="625"/>
                  </a:cubicBezTo>
                  <a:cubicBezTo>
                    <a:pt x="577" y="625"/>
                    <a:pt x="731" y="500"/>
                    <a:pt x="731" y="313"/>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6186625"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620995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6233275" y="4211650"/>
              <a:ext cx="15625" cy="15600"/>
            </a:xfrm>
            <a:custGeom>
              <a:rect b="b" l="l" r="r" t="t"/>
              <a:pathLst>
                <a:path extrusionOk="0" h="624" w="625">
                  <a:moveTo>
                    <a:pt x="312" y="0"/>
                  </a:moveTo>
                  <a:cubicBezTo>
                    <a:pt x="141" y="0"/>
                    <a:pt x="0" y="140"/>
                    <a:pt x="0" y="313"/>
                  </a:cubicBezTo>
                  <a:cubicBezTo>
                    <a:pt x="0" y="484"/>
                    <a:pt x="141" y="623"/>
                    <a:pt x="312" y="623"/>
                  </a:cubicBezTo>
                  <a:cubicBezTo>
                    <a:pt x="485" y="623"/>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625660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6279950" y="4211650"/>
              <a:ext cx="15650" cy="15600"/>
            </a:xfrm>
            <a:custGeom>
              <a:rect b="b" l="l" r="r" t="t"/>
              <a:pathLst>
                <a:path extrusionOk="0" h="624" w="626">
                  <a:moveTo>
                    <a:pt x="313" y="0"/>
                  </a:moveTo>
                  <a:cubicBezTo>
                    <a:pt x="140" y="0"/>
                    <a:pt x="1" y="140"/>
                    <a:pt x="1" y="313"/>
                  </a:cubicBezTo>
                  <a:cubicBezTo>
                    <a:pt x="1" y="484"/>
                    <a:pt x="140" y="623"/>
                    <a:pt x="313" y="623"/>
                  </a:cubicBezTo>
                  <a:cubicBezTo>
                    <a:pt x="484" y="623"/>
                    <a:pt x="625" y="484"/>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630325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6323950" y="4211650"/>
              <a:ext cx="18300" cy="15625"/>
            </a:xfrm>
            <a:custGeom>
              <a:rect b="b" l="l" r="r" t="t"/>
              <a:pathLst>
                <a:path extrusionOk="0" h="625" w="732">
                  <a:moveTo>
                    <a:pt x="422" y="0"/>
                  </a:moveTo>
                  <a:cubicBezTo>
                    <a:pt x="421" y="0"/>
                    <a:pt x="420" y="0"/>
                    <a:pt x="419" y="0"/>
                  </a:cubicBezTo>
                  <a:cubicBezTo>
                    <a:pt x="418" y="0"/>
                    <a:pt x="418" y="0"/>
                    <a:pt x="417" y="0"/>
                  </a:cubicBezTo>
                  <a:cubicBezTo>
                    <a:pt x="139" y="0"/>
                    <a:pt x="1" y="336"/>
                    <a:pt x="198" y="533"/>
                  </a:cubicBezTo>
                  <a:cubicBezTo>
                    <a:pt x="261" y="596"/>
                    <a:pt x="340" y="625"/>
                    <a:pt x="417" y="625"/>
                  </a:cubicBezTo>
                  <a:cubicBezTo>
                    <a:pt x="577" y="625"/>
                    <a:pt x="731" y="500"/>
                    <a:pt x="731" y="313"/>
                  </a:cubicBezTo>
                  <a:cubicBezTo>
                    <a:pt x="731" y="141"/>
                    <a:pt x="593" y="0"/>
                    <a:pt x="42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6349900" y="4211650"/>
              <a:ext cx="15650" cy="15600"/>
            </a:xfrm>
            <a:custGeom>
              <a:rect b="b" l="l" r="r" t="t"/>
              <a:pathLst>
                <a:path extrusionOk="0" h="624" w="626">
                  <a:moveTo>
                    <a:pt x="313" y="0"/>
                  </a:moveTo>
                  <a:cubicBezTo>
                    <a:pt x="142" y="0"/>
                    <a:pt x="1" y="140"/>
                    <a:pt x="1" y="313"/>
                  </a:cubicBezTo>
                  <a:cubicBezTo>
                    <a:pt x="1" y="484"/>
                    <a:pt x="142" y="623"/>
                    <a:pt x="313" y="623"/>
                  </a:cubicBezTo>
                  <a:cubicBezTo>
                    <a:pt x="486" y="623"/>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637325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6396600" y="4211650"/>
              <a:ext cx="15625" cy="15600"/>
            </a:xfrm>
            <a:custGeom>
              <a:rect b="b" l="l" r="r" t="t"/>
              <a:pathLst>
                <a:path extrusionOk="0" h="624" w="625">
                  <a:moveTo>
                    <a:pt x="313" y="0"/>
                  </a:moveTo>
                  <a:cubicBezTo>
                    <a:pt x="140" y="0"/>
                    <a:pt x="0" y="140"/>
                    <a:pt x="0" y="313"/>
                  </a:cubicBezTo>
                  <a:cubicBezTo>
                    <a:pt x="0" y="484"/>
                    <a:pt x="140" y="623"/>
                    <a:pt x="313" y="623"/>
                  </a:cubicBezTo>
                  <a:cubicBezTo>
                    <a:pt x="484" y="623"/>
                    <a:pt x="625" y="484"/>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641990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6443250" y="4211650"/>
              <a:ext cx="15625" cy="15600"/>
            </a:xfrm>
            <a:custGeom>
              <a:rect b="b" l="l" r="r" t="t"/>
              <a:pathLst>
                <a:path extrusionOk="0" h="624" w="625">
                  <a:moveTo>
                    <a:pt x="313" y="0"/>
                  </a:moveTo>
                  <a:cubicBezTo>
                    <a:pt x="140" y="0"/>
                    <a:pt x="0" y="140"/>
                    <a:pt x="0" y="313"/>
                  </a:cubicBezTo>
                  <a:cubicBezTo>
                    <a:pt x="0" y="484"/>
                    <a:pt x="140" y="623"/>
                    <a:pt x="313" y="623"/>
                  </a:cubicBezTo>
                  <a:cubicBezTo>
                    <a:pt x="485" y="623"/>
                    <a:pt x="625" y="484"/>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6466550" y="4211650"/>
              <a:ext cx="15650" cy="15600"/>
            </a:xfrm>
            <a:custGeom>
              <a:rect b="b" l="l" r="r" t="t"/>
              <a:pathLst>
                <a:path extrusionOk="0" h="624" w="626">
                  <a:moveTo>
                    <a:pt x="313" y="0"/>
                  </a:moveTo>
                  <a:cubicBezTo>
                    <a:pt x="142" y="0"/>
                    <a:pt x="1" y="140"/>
                    <a:pt x="1" y="313"/>
                  </a:cubicBezTo>
                  <a:cubicBezTo>
                    <a:pt x="1" y="484"/>
                    <a:pt x="142" y="623"/>
                    <a:pt x="313" y="623"/>
                  </a:cubicBezTo>
                  <a:cubicBezTo>
                    <a:pt x="486" y="623"/>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6487275" y="4211650"/>
              <a:ext cx="18250" cy="15625"/>
            </a:xfrm>
            <a:custGeom>
              <a:rect b="b" l="l" r="r" t="t"/>
              <a:pathLst>
                <a:path extrusionOk="0" h="625" w="730">
                  <a:moveTo>
                    <a:pt x="418" y="0"/>
                  </a:moveTo>
                  <a:cubicBezTo>
                    <a:pt x="139" y="0"/>
                    <a:pt x="1" y="335"/>
                    <a:pt x="196" y="533"/>
                  </a:cubicBezTo>
                  <a:cubicBezTo>
                    <a:pt x="260" y="596"/>
                    <a:pt x="339" y="625"/>
                    <a:pt x="415" y="625"/>
                  </a:cubicBezTo>
                  <a:cubicBezTo>
                    <a:pt x="576" y="625"/>
                    <a:pt x="730" y="500"/>
                    <a:pt x="730" y="313"/>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6513250" y="4211650"/>
              <a:ext cx="15625" cy="15600"/>
            </a:xfrm>
            <a:custGeom>
              <a:rect b="b" l="l" r="r" t="t"/>
              <a:pathLst>
                <a:path extrusionOk="0" h="624" w="625">
                  <a:moveTo>
                    <a:pt x="312" y="0"/>
                  </a:moveTo>
                  <a:cubicBezTo>
                    <a:pt x="140" y="0"/>
                    <a:pt x="0" y="140"/>
                    <a:pt x="0" y="313"/>
                  </a:cubicBezTo>
                  <a:cubicBezTo>
                    <a:pt x="0" y="484"/>
                    <a:pt x="140" y="623"/>
                    <a:pt x="312" y="623"/>
                  </a:cubicBezTo>
                  <a:cubicBezTo>
                    <a:pt x="484" y="623"/>
                    <a:pt x="625" y="484"/>
                    <a:pt x="625" y="313"/>
                  </a:cubicBezTo>
                  <a:cubicBezTo>
                    <a:pt x="625" y="140"/>
                    <a:pt x="484"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5953325" y="4191600"/>
              <a:ext cx="15650" cy="15650"/>
            </a:xfrm>
            <a:custGeom>
              <a:rect b="b" l="l" r="r" t="t"/>
              <a:pathLst>
                <a:path extrusionOk="0" h="626" w="626">
                  <a:moveTo>
                    <a:pt x="313" y="1"/>
                  </a:moveTo>
                  <a:cubicBezTo>
                    <a:pt x="141" y="1"/>
                    <a:pt x="0" y="142"/>
                    <a:pt x="0" y="313"/>
                  </a:cubicBezTo>
                  <a:cubicBezTo>
                    <a:pt x="0" y="486"/>
                    <a:pt x="141"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5976675" y="419160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5999975" y="4191600"/>
              <a:ext cx="15650" cy="15650"/>
            </a:xfrm>
            <a:custGeom>
              <a:rect b="b" l="l" r="r" t="t"/>
              <a:pathLst>
                <a:path extrusionOk="0" h="626" w="626">
                  <a:moveTo>
                    <a:pt x="313" y="1"/>
                  </a:moveTo>
                  <a:cubicBezTo>
                    <a:pt x="141" y="1"/>
                    <a:pt x="1" y="142"/>
                    <a:pt x="1" y="313"/>
                  </a:cubicBezTo>
                  <a:cubicBezTo>
                    <a:pt x="1" y="486"/>
                    <a:pt x="141"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6023325" y="419160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6046675" y="4191600"/>
              <a:ext cx="15625" cy="15650"/>
            </a:xfrm>
            <a:custGeom>
              <a:rect b="b" l="l" r="r" t="t"/>
              <a:pathLst>
                <a:path extrusionOk="0" h="626" w="625">
                  <a:moveTo>
                    <a:pt x="312" y="1"/>
                  </a:moveTo>
                  <a:cubicBezTo>
                    <a:pt x="139" y="1"/>
                    <a:pt x="0" y="142"/>
                    <a:pt x="0" y="313"/>
                  </a:cubicBezTo>
                  <a:cubicBezTo>
                    <a:pt x="0" y="486"/>
                    <a:pt x="139"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6067350" y="4191600"/>
              <a:ext cx="18250" cy="15675"/>
            </a:xfrm>
            <a:custGeom>
              <a:rect b="b" l="l" r="r" t="t"/>
              <a:pathLst>
                <a:path extrusionOk="0" h="627" w="730">
                  <a:moveTo>
                    <a:pt x="418" y="1"/>
                  </a:moveTo>
                  <a:cubicBezTo>
                    <a:pt x="140" y="1"/>
                    <a:pt x="1" y="337"/>
                    <a:pt x="198" y="534"/>
                  </a:cubicBezTo>
                  <a:cubicBezTo>
                    <a:pt x="261" y="598"/>
                    <a:pt x="339" y="626"/>
                    <a:pt x="416" y="626"/>
                  </a:cubicBezTo>
                  <a:cubicBezTo>
                    <a:pt x="576" y="626"/>
                    <a:pt x="730" y="502"/>
                    <a:pt x="730" y="313"/>
                  </a:cubicBezTo>
                  <a:cubicBezTo>
                    <a:pt x="730" y="142"/>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a:off x="6093325"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a:off x="6116650" y="419160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6139975"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6160650" y="4191600"/>
              <a:ext cx="18300" cy="15675"/>
            </a:xfrm>
            <a:custGeom>
              <a:rect b="b" l="l" r="r" t="t"/>
              <a:pathLst>
                <a:path extrusionOk="0" h="627" w="732">
                  <a:moveTo>
                    <a:pt x="419" y="1"/>
                  </a:moveTo>
                  <a:cubicBezTo>
                    <a:pt x="140" y="1"/>
                    <a:pt x="1" y="337"/>
                    <a:pt x="198" y="534"/>
                  </a:cubicBezTo>
                  <a:cubicBezTo>
                    <a:pt x="262" y="598"/>
                    <a:pt x="340" y="626"/>
                    <a:pt x="417" y="626"/>
                  </a:cubicBezTo>
                  <a:cubicBezTo>
                    <a:pt x="577" y="626"/>
                    <a:pt x="731" y="502"/>
                    <a:pt x="731" y="313"/>
                  </a:cubicBezTo>
                  <a:cubicBezTo>
                    <a:pt x="731" y="142"/>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6186625"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
            <p:cNvSpPr/>
            <p:nvPr/>
          </p:nvSpPr>
          <p:spPr>
            <a:xfrm>
              <a:off x="620995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
            <p:cNvSpPr/>
            <p:nvPr/>
          </p:nvSpPr>
          <p:spPr>
            <a:xfrm>
              <a:off x="6233275" y="4191600"/>
              <a:ext cx="15625" cy="15650"/>
            </a:xfrm>
            <a:custGeom>
              <a:rect b="b" l="l" r="r" t="t"/>
              <a:pathLst>
                <a:path extrusionOk="0" h="626" w="625">
                  <a:moveTo>
                    <a:pt x="312" y="1"/>
                  </a:moveTo>
                  <a:cubicBezTo>
                    <a:pt x="141" y="1"/>
                    <a:pt x="0" y="142"/>
                    <a:pt x="0" y="313"/>
                  </a:cubicBezTo>
                  <a:cubicBezTo>
                    <a:pt x="0" y="486"/>
                    <a:pt x="141"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625660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6279950" y="419160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630325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6323950" y="4191600"/>
              <a:ext cx="18300" cy="15675"/>
            </a:xfrm>
            <a:custGeom>
              <a:rect b="b" l="l" r="r" t="t"/>
              <a:pathLst>
                <a:path extrusionOk="0" h="627" w="732">
                  <a:moveTo>
                    <a:pt x="419" y="1"/>
                  </a:moveTo>
                  <a:cubicBezTo>
                    <a:pt x="140" y="1"/>
                    <a:pt x="1" y="337"/>
                    <a:pt x="198" y="534"/>
                  </a:cubicBezTo>
                  <a:cubicBezTo>
                    <a:pt x="261" y="598"/>
                    <a:pt x="340" y="626"/>
                    <a:pt x="416" y="626"/>
                  </a:cubicBezTo>
                  <a:cubicBezTo>
                    <a:pt x="577" y="626"/>
                    <a:pt x="731" y="502"/>
                    <a:pt x="731" y="313"/>
                  </a:cubicBezTo>
                  <a:cubicBezTo>
                    <a:pt x="731" y="142"/>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6349900" y="419160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637325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6396600" y="4191600"/>
              <a:ext cx="15625" cy="15650"/>
            </a:xfrm>
            <a:custGeom>
              <a:rect b="b" l="l" r="r" t="t"/>
              <a:pathLst>
                <a:path extrusionOk="0" h="626" w="625">
                  <a:moveTo>
                    <a:pt x="313" y="1"/>
                  </a:moveTo>
                  <a:cubicBezTo>
                    <a:pt x="140" y="1"/>
                    <a:pt x="0" y="142"/>
                    <a:pt x="0" y="313"/>
                  </a:cubicBezTo>
                  <a:cubicBezTo>
                    <a:pt x="0" y="486"/>
                    <a:pt x="140" y="625"/>
                    <a:pt x="313" y="625"/>
                  </a:cubicBezTo>
                  <a:cubicBezTo>
                    <a:pt x="484" y="625"/>
                    <a:pt x="625" y="486"/>
                    <a:pt x="625" y="313"/>
                  </a:cubicBezTo>
                  <a:cubicBezTo>
                    <a:pt x="625" y="142"/>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641990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
            <p:cNvSpPr/>
            <p:nvPr/>
          </p:nvSpPr>
          <p:spPr>
            <a:xfrm>
              <a:off x="6443250" y="419160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
            <p:cNvSpPr/>
            <p:nvPr/>
          </p:nvSpPr>
          <p:spPr>
            <a:xfrm>
              <a:off x="6466550" y="419160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6487275" y="4191600"/>
              <a:ext cx="18250" cy="15675"/>
            </a:xfrm>
            <a:custGeom>
              <a:rect b="b" l="l" r="r" t="t"/>
              <a:pathLst>
                <a:path extrusionOk="0" h="627" w="730">
                  <a:moveTo>
                    <a:pt x="418" y="1"/>
                  </a:moveTo>
                  <a:cubicBezTo>
                    <a:pt x="139" y="1"/>
                    <a:pt x="1" y="337"/>
                    <a:pt x="196" y="534"/>
                  </a:cubicBezTo>
                  <a:cubicBezTo>
                    <a:pt x="260" y="598"/>
                    <a:pt x="338" y="626"/>
                    <a:pt x="415" y="626"/>
                  </a:cubicBezTo>
                  <a:cubicBezTo>
                    <a:pt x="576" y="626"/>
                    <a:pt x="730" y="502"/>
                    <a:pt x="730" y="313"/>
                  </a:cubicBezTo>
                  <a:cubicBezTo>
                    <a:pt x="730" y="142"/>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6513250" y="4191600"/>
              <a:ext cx="15625" cy="15650"/>
            </a:xfrm>
            <a:custGeom>
              <a:rect b="b" l="l" r="r" t="t"/>
              <a:pathLst>
                <a:path extrusionOk="0" h="626" w="625">
                  <a:moveTo>
                    <a:pt x="312" y="1"/>
                  </a:moveTo>
                  <a:cubicBezTo>
                    <a:pt x="140" y="1"/>
                    <a:pt x="0" y="142"/>
                    <a:pt x="0" y="313"/>
                  </a:cubicBezTo>
                  <a:cubicBezTo>
                    <a:pt x="0" y="486"/>
                    <a:pt x="140" y="625"/>
                    <a:pt x="312" y="625"/>
                  </a:cubicBezTo>
                  <a:cubicBezTo>
                    <a:pt x="484" y="625"/>
                    <a:pt x="625" y="486"/>
                    <a:pt x="625" y="313"/>
                  </a:cubicBezTo>
                  <a:cubicBezTo>
                    <a:pt x="625" y="142"/>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5953325" y="4171600"/>
              <a:ext cx="15650" cy="15625"/>
            </a:xfrm>
            <a:custGeom>
              <a:rect b="b" l="l" r="r" t="t"/>
              <a:pathLst>
                <a:path extrusionOk="0" h="625" w="626">
                  <a:moveTo>
                    <a:pt x="313" y="0"/>
                  </a:moveTo>
                  <a:cubicBezTo>
                    <a:pt x="141" y="0"/>
                    <a:pt x="0" y="140"/>
                    <a:pt x="0" y="312"/>
                  </a:cubicBezTo>
                  <a:cubicBezTo>
                    <a:pt x="0" y="485"/>
                    <a:pt x="141"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5976675" y="4171600"/>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5999975" y="4171600"/>
              <a:ext cx="15650" cy="15625"/>
            </a:xfrm>
            <a:custGeom>
              <a:rect b="b" l="l" r="r" t="t"/>
              <a:pathLst>
                <a:path extrusionOk="0" h="625" w="626">
                  <a:moveTo>
                    <a:pt x="313" y="0"/>
                  </a:moveTo>
                  <a:cubicBezTo>
                    <a:pt x="141" y="0"/>
                    <a:pt x="1" y="140"/>
                    <a:pt x="1" y="312"/>
                  </a:cubicBezTo>
                  <a:cubicBezTo>
                    <a:pt x="1" y="485"/>
                    <a:pt x="141"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6023325" y="4171600"/>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6046675" y="4171600"/>
              <a:ext cx="15625" cy="15625"/>
            </a:xfrm>
            <a:custGeom>
              <a:rect b="b" l="l" r="r" t="t"/>
              <a:pathLst>
                <a:path extrusionOk="0" h="625" w="625">
                  <a:moveTo>
                    <a:pt x="312" y="0"/>
                  </a:moveTo>
                  <a:cubicBezTo>
                    <a:pt x="139" y="0"/>
                    <a:pt x="0" y="140"/>
                    <a:pt x="0" y="312"/>
                  </a:cubicBezTo>
                  <a:cubicBezTo>
                    <a:pt x="0" y="485"/>
                    <a:pt x="139"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6067350" y="4171600"/>
              <a:ext cx="18250" cy="15675"/>
            </a:xfrm>
            <a:custGeom>
              <a:rect b="b" l="l" r="r" t="t"/>
              <a:pathLst>
                <a:path extrusionOk="0" h="627" w="730">
                  <a:moveTo>
                    <a:pt x="418" y="0"/>
                  </a:moveTo>
                  <a:cubicBezTo>
                    <a:pt x="140" y="0"/>
                    <a:pt x="1" y="337"/>
                    <a:pt x="198" y="534"/>
                  </a:cubicBezTo>
                  <a:cubicBezTo>
                    <a:pt x="261" y="598"/>
                    <a:pt x="339" y="626"/>
                    <a:pt x="416" y="626"/>
                  </a:cubicBezTo>
                  <a:cubicBezTo>
                    <a:pt x="576" y="626"/>
                    <a:pt x="730" y="501"/>
                    <a:pt x="730" y="312"/>
                  </a:cubicBezTo>
                  <a:cubicBezTo>
                    <a:pt x="730" y="140"/>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
            <p:cNvSpPr/>
            <p:nvPr/>
          </p:nvSpPr>
          <p:spPr>
            <a:xfrm>
              <a:off x="6093325"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
            <p:cNvSpPr/>
            <p:nvPr/>
          </p:nvSpPr>
          <p:spPr>
            <a:xfrm>
              <a:off x="6116650" y="41716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6139975"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6160650" y="4171600"/>
              <a:ext cx="18300" cy="15675"/>
            </a:xfrm>
            <a:custGeom>
              <a:rect b="b" l="l" r="r" t="t"/>
              <a:pathLst>
                <a:path extrusionOk="0" h="627" w="732">
                  <a:moveTo>
                    <a:pt x="419" y="0"/>
                  </a:moveTo>
                  <a:cubicBezTo>
                    <a:pt x="140" y="0"/>
                    <a:pt x="1" y="337"/>
                    <a:pt x="198" y="534"/>
                  </a:cubicBezTo>
                  <a:cubicBezTo>
                    <a:pt x="262" y="598"/>
                    <a:pt x="340" y="626"/>
                    <a:pt x="417" y="626"/>
                  </a:cubicBezTo>
                  <a:cubicBezTo>
                    <a:pt x="577" y="626"/>
                    <a:pt x="731" y="501"/>
                    <a:pt x="731" y="312"/>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6186625"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620995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6233275" y="4171600"/>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625660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6279950" y="41716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630325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
            <p:cNvSpPr/>
            <p:nvPr/>
          </p:nvSpPr>
          <p:spPr>
            <a:xfrm>
              <a:off x="6323950" y="4171600"/>
              <a:ext cx="18300" cy="15675"/>
            </a:xfrm>
            <a:custGeom>
              <a:rect b="b" l="l" r="r" t="t"/>
              <a:pathLst>
                <a:path extrusionOk="0" h="627" w="732">
                  <a:moveTo>
                    <a:pt x="419" y="0"/>
                  </a:moveTo>
                  <a:cubicBezTo>
                    <a:pt x="140" y="0"/>
                    <a:pt x="1" y="337"/>
                    <a:pt x="198" y="534"/>
                  </a:cubicBezTo>
                  <a:cubicBezTo>
                    <a:pt x="261" y="598"/>
                    <a:pt x="340" y="626"/>
                    <a:pt x="416" y="626"/>
                  </a:cubicBezTo>
                  <a:cubicBezTo>
                    <a:pt x="577" y="626"/>
                    <a:pt x="731" y="501"/>
                    <a:pt x="731" y="312"/>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
            <p:cNvSpPr/>
            <p:nvPr/>
          </p:nvSpPr>
          <p:spPr>
            <a:xfrm>
              <a:off x="6349900" y="4171600"/>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637325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6396600" y="4171600"/>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641990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6443250" y="4171600"/>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6466550" y="4171600"/>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6487275" y="4171600"/>
              <a:ext cx="18250" cy="15675"/>
            </a:xfrm>
            <a:custGeom>
              <a:rect b="b" l="l" r="r" t="t"/>
              <a:pathLst>
                <a:path extrusionOk="0" h="627" w="730">
                  <a:moveTo>
                    <a:pt x="418" y="0"/>
                  </a:moveTo>
                  <a:cubicBezTo>
                    <a:pt x="139" y="0"/>
                    <a:pt x="1" y="337"/>
                    <a:pt x="196" y="534"/>
                  </a:cubicBezTo>
                  <a:cubicBezTo>
                    <a:pt x="260" y="598"/>
                    <a:pt x="338" y="626"/>
                    <a:pt x="415" y="626"/>
                  </a:cubicBezTo>
                  <a:cubicBezTo>
                    <a:pt x="576" y="626"/>
                    <a:pt x="730" y="501"/>
                    <a:pt x="730" y="312"/>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6513250" y="4171600"/>
              <a:ext cx="15625" cy="15625"/>
            </a:xfrm>
            <a:custGeom>
              <a:rect b="b" l="l" r="r" t="t"/>
              <a:pathLst>
                <a:path extrusionOk="0" h="625" w="625">
                  <a:moveTo>
                    <a:pt x="312" y="0"/>
                  </a:moveTo>
                  <a:cubicBezTo>
                    <a:pt x="140" y="0"/>
                    <a:pt x="0" y="140"/>
                    <a:pt x="0" y="312"/>
                  </a:cubicBezTo>
                  <a:cubicBezTo>
                    <a:pt x="0" y="485"/>
                    <a:pt x="140" y="625"/>
                    <a:pt x="312" y="625"/>
                  </a:cubicBezTo>
                  <a:cubicBezTo>
                    <a:pt x="484" y="625"/>
                    <a:pt x="625" y="485"/>
                    <a:pt x="625" y="312"/>
                  </a:cubicBezTo>
                  <a:cubicBezTo>
                    <a:pt x="625" y="140"/>
                    <a:pt x="484"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5953325" y="4151575"/>
              <a:ext cx="15650" cy="15650"/>
            </a:xfrm>
            <a:custGeom>
              <a:rect b="b" l="l" r="r" t="t"/>
              <a:pathLst>
                <a:path extrusionOk="0" h="626" w="626">
                  <a:moveTo>
                    <a:pt x="313" y="1"/>
                  </a:moveTo>
                  <a:cubicBezTo>
                    <a:pt x="141" y="1"/>
                    <a:pt x="0" y="140"/>
                    <a:pt x="0" y="313"/>
                  </a:cubicBezTo>
                  <a:cubicBezTo>
                    <a:pt x="0" y="486"/>
                    <a:pt x="141"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5976675"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
            <p:cNvSpPr/>
            <p:nvPr/>
          </p:nvSpPr>
          <p:spPr>
            <a:xfrm>
              <a:off x="5930025"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
            <p:cNvSpPr/>
            <p:nvPr/>
          </p:nvSpPr>
          <p:spPr>
            <a:xfrm>
              <a:off x="5999975" y="415157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
            <p:cNvSpPr/>
            <p:nvPr/>
          </p:nvSpPr>
          <p:spPr>
            <a:xfrm>
              <a:off x="6023325"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
            <p:cNvSpPr/>
            <p:nvPr/>
          </p:nvSpPr>
          <p:spPr>
            <a:xfrm>
              <a:off x="6046675" y="415157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6067350" y="4151575"/>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0"/>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6093325"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6116650" y="41515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6139975"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6160650" y="4151575"/>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6186625"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620995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6233275" y="415157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625660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
            <p:cNvSpPr/>
            <p:nvPr/>
          </p:nvSpPr>
          <p:spPr>
            <a:xfrm>
              <a:off x="6279950" y="41515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
            <p:cNvSpPr/>
            <p:nvPr/>
          </p:nvSpPr>
          <p:spPr>
            <a:xfrm>
              <a:off x="630325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6323950" y="4151575"/>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0"/>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6349900" y="41515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637325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6396600" y="415157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641990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6443250"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6466550" y="41515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6487275" y="4151575"/>
              <a:ext cx="18250" cy="15675"/>
            </a:xfrm>
            <a:custGeom>
              <a:rect b="b" l="l" r="r" t="t"/>
              <a:pathLst>
                <a:path extrusionOk="0" h="627" w="730">
                  <a:moveTo>
                    <a:pt x="418" y="1"/>
                  </a:moveTo>
                  <a:cubicBezTo>
                    <a:pt x="139" y="1"/>
                    <a:pt x="1" y="337"/>
                    <a:pt x="196" y="534"/>
                  </a:cubicBezTo>
                  <a:cubicBezTo>
                    <a:pt x="260" y="598"/>
                    <a:pt x="338" y="627"/>
                    <a:pt x="415" y="627"/>
                  </a:cubicBezTo>
                  <a:cubicBezTo>
                    <a:pt x="576" y="627"/>
                    <a:pt x="730" y="502"/>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6513250" y="415157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
            <p:cNvSpPr/>
            <p:nvPr/>
          </p:nvSpPr>
          <p:spPr>
            <a:xfrm>
              <a:off x="5930025"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
            <p:cNvSpPr/>
            <p:nvPr/>
          </p:nvSpPr>
          <p:spPr>
            <a:xfrm>
              <a:off x="5953325" y="4131575"/>
              <a:ext cx="15650" cy="15625"/>
            </a:xfrm>
            <a:custGeom>
              <a:rect b="b" l="l" r="r" t="t"/>
              <a:pathLst>
                <a:path extrusionOk="0" h="625" w="626">
                  <a:moveTo>
                    <a:pt x="313" y="0"/>
                  </a:moveTo>
                  <a:cubicBezTo>
                    <a:pt x="141" y="0"/>
                    <a:pt x="0" y="140"/>
                    <a:pt x="0" y="313"/>
                  </a:cubicBezTo>
                  <a:cubicBezTo>
                    <a:pt x="0" y="486"/>
                    <a:pt x="141"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5976675"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5999975" y="4131575"/>
              <a:ext cx="15650" cy="15625"/>
            </a:xfrm>
            <a:custGeom>
              <a:rect b="b" l="l" r="r" t="t"/>
              <a:pathLst>
                <a:path extrusionOk="0" h="625" w="626">
                  <a:moveTo>
                    <a:pt x="313" y="0"/>
                  </a:moveTo>
                  <a:cubicBezTo>
                    <a:pt x="141" y="0"/>
                    <a:pt x="1" y="140"/>
                    <a:pt x="1" y="313"/>
                  </a:cubicBezTo>
                  <a:cubicBezTo>
                    <a:pt x="1" y="486"/>
                    <a:pt x="141"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6023325"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6046675" y="4131575"/>
              <a:ext cx="15625" cy="15625"/>
            </a:xfrm>
            <a:custGeom>
              <a:rect b="b" l="l" r="r" t="t"/>
              <a:pathLst>
                <a:path extrusionOk="0" h="625" w="625">
                  <a:moveTo>
                    <a:pt x="312" y="0"/>
                  </a:moveTo>
                  <a:cubicBezTo>
                    <a:pt x="139" y="0"/>
                    <a:pt x="0" y="140"/>
                    <a:pt x="0" y="313"/>
                  </a:cubicBezTo>
                  <a:cubicBezTo>
                    <a:pt x="0" y="486"/>
                    <a:pt x="139" y="625"/>
                    <a:pt x="312" y="625"/>
                  </a:cubicBezTo>
                  <a:cubicBezTo>
                    <a:pt x="485" y="625"/>
                    <a:pt x="625" y="486"/>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6067350" y="413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3"/>
                  </a:cubicBezTo>
                  <a:cubicBezTo>
                    <a:pt x="730" y="140"/>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6093325"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6116650" y="4131575"/>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6139975"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6160650" y="4131575"/>
              <a:ext cx="18300" cy="15650"/>
            </a:xfrm>
            <a:custGeom>
              <a:rect b="b" l="l" r="r" t="t"/>
              <a:pathLst>
                <a:path extrusionOk="0" h="626" w="732">
                  <a:moveTo>
                    <a:pt x="419" y="0"/>
                  </a:moveTo>
                  <a:cubicBezTo>
                    <a:pt x="140" y="0"/>
                    <a:pt x="1" y="337"/>
                    <a:pt x="198" y="534"/>
                  </a:cubicBezTo>
                  <a:cubicBezTo>
                    <a:pt x="261" y="597"/>
                    <a:pt x="340" y="626"/>
                    <a:pt x="417" y="626"/>
                  </a:cubicBezTo>
                  <a:cubicBezTo>
                    <a:pt x="577" y="626"/>
                    <a:pt x="731" y="501"/>
                    <a:pt x="731" y="313"/>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
            <p:cNvSpPr/>
            <p:nvPr/>
          </p:nvSpPr>
          <p:spPr>
            <a:xfrm>
              <a:off x="6186625"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
            <p:cNvSpPr/>
            <p:nvPr/>
          </p:nvSpPr>
          <p:spPr>
            <a:xfrm>
              <a:off x="620995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6233275" y="4131575"/>
              <a:ext cx="15625" cy="15625"/>
            </a:xfrm>
            <a:custGeom>
              <a:rect b="b" l="l" r="r" t="t"/>
              <a:pathLst>
                <a:path extrusionOk="0" h="625" w="625">
                  <a:moveTo>
                    <a:pt x="312" y="0"/>
                  </a:moveTo>
                  <a:cubicBezTo>
                    <a:pt x="141" y="0"/>
                    <a:pt x="0" y="140"/>
                    <a:pt x="0" y="313"/>
                  </a:cubicBezTo>
                  <a:cubicBezTo>
                    <a:pt x="0" y="486"/>
                    <a:pt x="141" y="625"/>
                    <a:pt x="312" y="625"/>
                  </a:cubicBezTo>
                  <a:cubicBezTo>
                    <a:pt x="485" y="625"/>
                    <a:pt x="625" y="486"/>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625660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6279950" y="4131575"/>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630325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6323950" y="4131575"/>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3"/>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6349900" y="4131575"/>
              <a:ext cx="15650" cy="15625"/>
            </a:xfrm>
            <a:custGeom>
              <a:rect b="b" l="l" r="r" t="t"/>
              <a:pathLst>
                <a:path extrusionOk="0" h="625" w="626">
                  <a:moveTo>
                    <a:pt x="313" y="0"/>
                  </a:moveTo>
                  <a:cubicBezTo>
                    <a:pt x="142" y="0"/>
                    <a:pt x="1" y="140"/>
                    <a:pt x="1" y="313"/>
                  </a:cubicBezTo>
                  <a:cubicBezTo>
                    <a:pt x="1" y="486"/>
                    <a:pt x="142"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637325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6396600" y="4131575"/>
              <a:ext cx="15625" cy="15625"/>
            </a:xfrm>
            <a:custGeom>
              <a:rect b="b" l="l" r="r" t="t"/>
              <a:pathLst>
                <a:path extrusionOk="0" h="625" w="625">
                  <a:moveTo>
                    <a:pt x="313" y="0"/>
                  </a:moveTo>
                  <a:cubicBezTo>
                    <a:pt x="140" y="0"/>
                    <a:pt x="0" y="140"/>
                    <a:pt x="0" y="313"/>
                  </a:cubicBezTo>
                  <a:cubicBezTo>
                    <a:pt x="0" y="486"/>
                    <a:pt x="140" y="625"/>
                    <a:pt x="313" y="625"/>
                  </a:cubicBezTo>
                  <a:cubicBezTo>
                    <a:pt x="484" y="625"/>
                    <a:pt x="625" y="486"/>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641990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
            <p:cNvSpPr/>
            <p:nvPr/>
          </p:nvSpPr>
          <p:spPr>
            <a:xfrm>
              <a:off x="6443250"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
            <p:cNvSpPr/>
            <p:nvPr/>
          </p:nvSpPr>
          <p:spPr>
            <a:xfrm>
              <a:off x="6466550" y="4131575"/>
              <a:ext cx="15650" cy="15625"/>
            </a:xfrm>
            <a:custGeom>
              <a:rect b="b" l="l" r="r" t="t"/>
              <a:pathLst>
                <a:path extrusionOk="0" h="625" w="626">
                  <a:moveTo>
                    <a:pt x="313" y="0"/>
                  </a:moveTo>
                  <a:cubicBezTo>
                    <a:pt x="142" y="0"/>
                    <a:pt x="1" y="140"/>
                    <a:pt x="1" y="313"/>
                  </a:cubicBezTo>
                  <a:cubicBezTo>
                    <a:pt x="1" y="486"/>
                    <a:pt x="142"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6487275" y="4131575"/>
              <a:ext cx="18250" cy="15650"/>
            </a:xfrm>
            <a:custGeom>
              <a:rect b="b" l="l" r="r" t="t"/>
              <a:pathLst>
                <a:path extrusionOk="0" h="626" w="730">
                  <a:moveTo>
                    <a:pt x="418" y="0"/>
                  </a:moveTo>
                  <a:cubicBezTo>
                    <a:pt x="139" y="0"/>
                    <a:pt x="1" y="337"/>
                    <a:pt x="196" y="534"/>
                  </a:cubicBezTo>
                  <a:cubicBezTo>
                    <a:pt x="260" y="597"/>
                    <a:pt x="338" y="626"/>
                    <a:pt x="415" y="626"/>
                  </a:cubicBezTo>
                  <a:cubicBezTo>
                    <a:pt x="576" y="626"/>
                    <a:pt x="730" y="501"/>
                    <a:pt x="730" y="313"/>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6513250" y="4131575"/>
              <a:ext cx="15625" cy="15625"/>
            </a:xfrm>
            <a:custGeom>
              <a:rect b="b" l="l" r="r" t="t"/>
              <a:pathLst>
                <a:path extrusionOk="0" h="625" w="625">
                  <a:moveTo>
                    <a:pt x="312" y="0"/>
                  </a:moveTo>
                  <a:cubicBezTo>
                    <a:pt x="140" y="0"/>
                    <a:pt x="0" y="140"/>
                    <a:pt x="0" y="313"/>
                  </a:cubicBezTo>
                  <a:cubicBezTo>
                    <a:pt x="0" y="486"/>
                    <a:pt x="140" y="625"/>
                    <a:pt x="312" y="625"/>
                  </a:cubicBezTo>
                  <a:cubicBezTo>
                    <a:pt x="484" y="625"/>
                    <a:pt x="625" y="486"/>
                    <a:pt x="625" y="313"/>
                  </a:cubicBezTo>
                  <a:cubicBezTo>
                    <a:pt x="625" y="140"/>
                    <a:pt x="484"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5930025"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5953325" y="4111575"/>
              <a:ext cx="15650" cy="15625"/>
            </a:xfrm>
            <a:custGeom>
              <a:rect b="b" l="l" r="r" t="t"/>
              <a:pathLst>
                <a:path extrusionOk="0" h="625" w="626">
                  <a:moveTo>
                    <a:pt x="313" y="0"/>
                  </a:moveTo>
                  <a:cubicBezTo>
                    <a:pt x="141" y="0"/>
                    <a:pt x="0" y="140"/>
                    <a:pt x="0" y="312"/>
                  </a:cubicBezTo>
                  <a:cubicBezTo>
                    <a:pt x="0" y="485"/>
                    <a:pt x="141"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5976675"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5999975" y="4111575"/>
              <a:ext cx="15650" cy="15625"/>
            </a:xfrm>
            <a:custGeom>
              <a:rect b="b" l="l" r="r" t="t"/>
              <a:pathLst>
                <a:path extrusionOk="0" h="625" w="626">
                  <a:moveTo>
                    <a:pt x="313" y="0"/>
                  </a:moveTo>
                  <a:cubicBezTo>
                    <a:pt x="141" y="0"/>
                    <a:pt x="1" y="140"/>
                    <a:pt x="1" y="312"/>
                  </a:cubicBezTo>
                  <a:cubicBezTo>
                    <a:pt x="1" y="485"/>
                    <a:pt x="141"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6023325"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6046675" y="4111575"/>
              <a:ext cx="15625" cy="15625"/>
            </a:xfrm>
            <a:custGeom>
              <a:rect b="b" l="l" r="r" t="t"/>
              <a:pathLst>
                <a:path extrusionOk="0" h="625" w="625">
                  <a:moveTo>
                    <a:pt x="312" y="0"/>
                  </a:moveTo>
                  <a:cubicBezTo>
                    <a:pt x="139" y="0"/>
                    <a:pt x="0" y="140"/>
                    <a:pt x="0" y="312"/>
                  </a:cubicBezTo>
                  <a:cubicBezTo>
                    <a:pt x="0" y="485"/>
                    <a:pt x="139"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6067350" y="411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2"/>
                  </a:cubicBezTo>
                  <a:cubicBezTo>
                    <a:pt x="730" y="140"/>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
            <p:cNvSpPr/>
            <p:nvPr/>
          </p:nvSpPr>
          <p:spPr>
            <a:xfrm>
              <a:off x="6093325"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
            <p:cNvSpPr/>
            <p:nvPr/>
          </p:nvSpPr>
          <p:spPr>
            <a:xfrm>
              <a:off x="6116650" y="411157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
            <p:cNvSpPr/>
            <p:nvPr/>
          </p:nvSpPr>
          <p:spPr>
            <a:xfrm>
              <a:off x="6139975"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6160650" y="4111575"/>
              <a:ext cx="18300" cy="15650"/>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2"/>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6186625"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620995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6233275" y="4111575"/>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625660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6279950" y="411157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630325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6323950" y="4111575"/>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2"/>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6349900" y="411157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637325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6396600" y="4111575"/>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
            <p:cNvSpPr/>
            <p:nvPr/>
          </p:nvSpPr>
          <p:spPr>
            <a:xfrm>
              <a:off x="641990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
            <p:cNvSpPr/>
            <p:nvPr/>
          </p:nvSpPr>
          <p:spPr>
            <a:xfrm>
              <a:off x="6443250"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6466550" y="411157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6487275" y="4111575"/>
              <a:ext cx="18250" cy="15650"/>
            </a:xfrm>
            <a:custGeom>
              <a:rect b="b" l="l" r="r" t="t"/>
              <a:pathLst>
                <a:path extrusionOk="0" h="626" w="730">
                  <a:moveTo>
                    <a:pt x="418" y="0"/>
                  </a:moveTo>
                  <a:cubicBezTo>
                    <a:pt x="139" y="0"/>
                    <a:pt x="1" y="337"/>
                    <a:pt x="196" y="534"/>
                  </a:cubicBezTo>
                  <a:cubicBezTo>
                    <a:pt x="260" y="597"/>
                    <a:pt x="338" y="626"/>
                    <a:pt x="415" y="626"/>
                  </a:cubicBezTo>
                  <a:cubicBezTo>
                    <a:pt x="576" y="626"/>
                    <a:pt x="730" y="501"/>
                    <a:pt x="730" y="312"/>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6513250" y="4111575"/>
              <a:ext cx="15625" cy="15625"/>
            </a:xfrm>
            <a:custGeom>
              <a:rect b="b" l="l" r="r" t="t"/>
              <a:pathLst>
                <a:path extrusionOk="0" h="625" w="625">
                  <a:moveTo>
                    <a:pt x="312" y="0"/>
                  </a:moveTo>
                  <a:cubicBezTo>
                    <a:pt x="140" y="0"/>
                    <a:pt x="0" y="140"/>
                    <a:pt x="0" y="312"/>
                  </a:cubicBezTo>
                  <a:cubicBezTo>
                    <a:pt x="0" y="485"/>
                    <a:pt x="140" y="625"/>
                    <a:pt x="312" y="625"/>
                  </a:cubicBezTo>
                  <a:cubicBezTo>
                    <a:pt x="484" y="625"/>
                    <a:pt x="625" y="485"/>
                    <a:pt x="625" y="312"/>
                  </a:cubicBezTo>
                  <a:cubicBezTo>
                    <a:pt x="625" y="140"/>
                    <a:pt x="484"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5930025"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5953325" y="4091550"/>
              <a:ext cx="15650" cy="15650"/>
            </a:xfrm>
            <a:custGeom>
              <a:rect b="b" l="l" r="r" t="t"/>
              <a:pathLst>
                <a:path extrusionOk="0" h="626" w="626">
                  <a:moveTo>
                    <a:pt x="313" y="1"/>
                  </a:moveTo>
                  <a:cubicBezTo>
                    <a:pt x="141" y="1"/>
                    <a:pt x="0" y="140"/>
                    <a:pt x="0" y="313"/>
                  </a:cubicBezTo>
                  <a:cubicBezTo>
                    <a:pt x="0" y="486"/>
                    <a:pt x="141"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5976675"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5999975" y="4091550"/>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
            <p:cNvSpPr/>
            <p:nvPr/>
          </p:nvSpPr>
          <p:spPr>
            <a:xfrm>
              <a:off x="6023325"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
            <p:cNvSpPr/>
            <p:nvPr/>
          </p:nvSpPr>
          <p:spPr>
            <a:xfrm>
              <a:off x="6046675" y="4091550"/>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
            <p:cNvSpPr/>
            <p:nvPr/>
          </p:nvSpPr>
          <p:spPr>
            <a:xfrm>
              <a:off x="6067350" y="4091550"/>
              <a:ext cx="18250" cy="15650"/>
            </a:xfrm>
            <a:custGeom>
              <a:rect b="b" l="l" r="r" t="t"/>
              <a:pathLst>
                <a:path extrusionOk="0" h="626" w="730">
                  <a:moveTo>
                    <a:pt x="418" y="1"/>
                  </a:moveTo>
                  <a:cubicBezTo>
                    <a:pt x="140" y="1"/>
                    <a:pt x="1" y="337"/>
                    <a:pt x="198" y="534"/>
                  </a:cubicBezTo>
                  <a:cubicBezTo>
                    <a:pt x="261" y="598"/>
                    <a:pt x="339" y="626"/>
                    <a:pt x="416" y="626"/>
                  </a:cubicBezTo>
                  <a:cubicBezTo>
                    <a:pt x="576" y="626"/>
                    <a:pt x="730" y="502"/>
                    <a:pt x="730" y="313"/>
                  </a:cubicBezTo>
                  <a:cubicBezTo>
                    <a:pt x="730" y="140"/>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6093325"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6116650" y="409155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6139975"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6160650" y="4091550"/>
              <a:ext cx="18300" cy="15650"/>
            </a:xfrm>
            <a:custGeom>
              <a:rect b="b" l="l" r="r" t="t"/>
              <a:pathLst>
                <a:path extrusionOk="0" h="626" w="732">
                  <a:moveTo>
                    <a:pt x="419" y="1"/>
                  </a:moveTo>
                  <a:cubicBezTo>
                    <a:pt x="140" y="1"/>
                    <a:pt x="1" y="337"/>
                    <a:pt x="198" y="534"/>
                  </a:cubicBezTo>
                  <a:cubicBezTo>
                    <a:pt x="261" y="598"/>
                    <a:pt x="340" y="626"/>
                    <a:pt x="417" y="626"/>
                  </a:cubicBezTo>
                  <a:cubicBezTo>
                    <a:pt x="577" y="626"/>
                    <a:pt x="731" y="502"/>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6186625"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620995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6233275" y="4091550"/>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625660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6279950" y="409155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630325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6323950" y="4091550"/>
              <a:ext cx="18300" cy="15650"/>
            </a:xfrm>
            <a:custGeom>
              <a:rect b="b" l="l" r="r" t="t"/>
              <a:pathLst>
                <a:path extrusionOk="0" h="626" w="732">
                  <a:moveTo>
                    <a:pt x="419" y="1"/>
                  </a:moveTo>
                  <a:cubicBezTo>
                    <a:pt x="140" y="1"/>
                    <a:pt x="1" y="337"/>
                    <a:pt x="198" y="534"/>
                  </a:cubicBezTo>
                  <a:cubicBezTo>
                    <a:pt x="261" y="598"/>
                    <a:pt x="340" y="626"/>
                    <a:pt x="416" y="626"/>
                  </a:cubicBezTo>
                  <a:cubicBezTo>
                    <a:pt x="577" y="626"/>
                    <a:pt x="731" y="502"/>
                    <a:pt x="731" y="313"/>
                  </a:cubicBezTo>
                  <a:cubicBezTo>
                    <a:pt x="731" y="140"/>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
            <p:cNvSpPr/>
            <p:nvPr/>
          </p:nvSpPr>
          <p:spPr>
            <a:xfrm>
              <a:off x="6349900" y="409155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
            <p:cNvSpPr/>
            <p:nvPr/>
          </p:nvSpPr>
          <p:spPr>
            <a:xfrm>
              <a:off x="637325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6396600" y="4091550"/>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641990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6443250"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6466550" y="409155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6487275" y="4091550"/>
              <a:ext cx="18250" cy="15650"/>
            </a:xfrm>
            <a:custGeom>
              <a:rect b="b" l="l" r="r" t="t"/>
              <a:pathLst>
                <a:path extrusionOk="0" h="626" w="730">
                  <a:moveTo>
                    <a:pt x="418" y="1"/>
                  </a:moveTo>
                  <a:cubicBezTo>
                    <a:pt x="139" y="1"/>
                    <a:pt x="1" y="337"/>
                    <a:pt x="196" y="534"/>
                  </a:cubicBezTo>
                  <a:cubicBezTo>
                    <a:pt x="260" y="598"/>
                    <a:pt x="338" y="626"/>
                    <a:pt x="415" y="626"/>
                  </a:cubicBezTo>
                  <a:cubicBezTo>
                    <a:pt x="576" y="626"/>
                    <a:pt x="730" y="502"/>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6513250" y="4091550"/>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5930025"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
            <p:cNvSpPr/>
            <p:nvPr/>
          </p:nvSpPr>
          <p:spPr>
            <a:xfrm>
              <a:off x="5953325" y="4071550"/>
              <a:ext cx="15650" cy="15625"/>
            </a:xfrm>
            <a:custGeom>
              <a:rect b="b" l="l" r="r" t="t"/>
              <a:pathLst>
                <a:path extrusionOk="0" h="625" w="626">
                  <a:moveTo>
                    <a:pt x="313" y="0"/>
                  </a:moveTo>
                  <a:cubicBezTo>
                    <a:pt x="141" y="0"/>
                    <a:pt x="0" y="140"/>
                    <a:pt x="0" y="313"/>
                  </a:cubicBezTo>
                  <a:cubicBezTo>
                    <a:pt x="0" y="485"/>
                    <a:pt x="141"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
            <p:cNvSpPr/>
            <p:nvPr/>
          </p:nvSpPr>
          <p:spPr>
            <a:xfrm>
              <a:off x="5976675"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
            <p:cNvSpPr/>
            <p:nvPr/>
          </p:nvSpPr>
          <p:spPr>
            <a:xfrm>
              <a:off x="5999975" y="4071550"/>
              <a:ext cx="15650" cy="15625"/>
            </a:xfrm>
            <a:custGeom>
              <a:rect b="b" l="l" r="r" t="t"/>
              <a:pathLst>
                <a:path extrusionOk="0" h="625" w="626">
                  <a:moveTo>
                    <a:pt x="313" y="0"/>
                  </a:moveTo>
                  <a:cubicBezTo>
                    <a:pt x="141" y="0"/>
                    <a:pt x="1" y="140"/>
                    <a:pt x="1" y="313"/>
                  </a:cubicBezTo>
                  <a:cubicBezTo>
                    <a:pt x="1" y="485"/>
                    <a:pt x="141"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6023325"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6046675" y="4071550"/>
              <a:ext cx="15625" cy="15625"/>
            </a:xfrm>
            <a:custGeom>
              <a:rect b="b" l="l" r="r" t="t"/>
              <a:pathLst>
                <a:path extrusionOk="0" h="625" w="625">
                  <a:moveTo>
                    <a:pt x="312" y="0"/>
                  </a:moveTo>
                  <a:cubicBezTo>
                    <a:pt x="139" y="0"/>
                    <a:pt x="0" y="140"/>
                    <a:pt x="0" y="313"/>
                  </a:cubicBezTo>
                  <a:cubicBezTo>
                    <a:pt x="0" y="485"/>
                    <a:pt x="139"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6067350" y="4071550"/>
              <a:ext cx="18250" cy="15650"/>
            </a:xfrm>
            <a:custGeom>
              <a:rect b="b" l="l" r="r" t="t"/>
              <a:pathLst>
                <a:path extrusionOk="0" h="626" w="730">
                  <a:moveTo>
                    <a:pt x="418" y="0"/>
                  </a:moveTo>
                  <a:cubicBezTo>
                    <a:pt x="140" y="0"/>
                    <a:pt x="1" y="337"/>
                    <a:pt x="198" y="534"/>
                  </a:cubicBezTo>
                  <a:cubicBezTo>
                    <a:pt x="261" y="597"/>
                    <a:pt x="339" y="625"/>
                    <a:pt x="415" y="625"/>
                  </a:cubicBezTo>
                  <a:cubicBezTo>
                    <a:pt x="575" y="625"/>
                    <a:pt x="730" y="501"/>
                    <a:pt x="730" y="313"/>
                  </a:cubicBezTo>
                  <a:cubicBezTo>
                    <a:pt x="730" y="140"/>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6093325"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6116650" y="407155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6139975"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6160650" y="4071550"/>
              <a:ext cx="18300" cy="15650"/>
            </a:xfrm>
            <a:custGeom>
              <a:rect b="b" l="l" r="r" t="t"/>
              <a:pathLst>
                <a:path extrusionOk="0" h="626" w="732">
                  <a:moveTo>
                    <a:pt x="419" y="0"/>
                  </a:moveTo>
                  <a:cubicBezTo>
                    <a:pt x="140" y="0"/>
                    <a:pt x="1" y="337"/>
                    <a:pt x="198" y="534"/>
                  </a:cubicBezTo>
                  <a:cubicBezTo>
                    <a:pt x="261" y="597"/>
                    <a:pt x="339" y="625"/>
                    <a:pt x="416" y="625"/>
                  </a:cubicBezTo>
                  <a:cubicBezTo>
                    <a:pt x="577" y="625"/>
                    <a:pt x="731" y="501"/>
                    <a:pt x="731" y="313"/>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6186625"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620995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6233275" y="4071550"/>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625660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
            <p:cNvSpPr/>
            <p:nvPr/>
          </p:nvSpPr>
          <p:spPr>
            <a:xfrm>
              <a:off x="6279950" y="407155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
            <p:cNvSpPr/>
            <p:nvPr/>
          </p:nvSpPr>
          <p:spPr>
            <a:xfrm>
              <a:off x="630325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6323950" y="4071550"/>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6349900" y="407155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637325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6396600" y="4071550"/>
              <a:ext cx="15625" cy="15625"/>
            </a:xfrm>
            <a:custGeom>
              <a:rect b="b" l="l" r="r" t="t"/>
              <a:pathLst>
                <a:path extrusionOk="0" h="625" w="625">
                  <a:moveTo>
                    <a:pt x="313" y="0"/>
                  </a:moveTo>
                  <a:cubicBezTo>
                    <a:pt x="140" y="0"/>
                    <a:pt x="0" y="140"/>
                    <a:pt x="0" y="313"/>
                  </a:cubicBezTo>
                  <a:cubicBezTo>
                    <a:pt x="0" y="485"/>
                    <a:pt x="140" y="625"/>
                    <a:pt x="313" y="625"/>
                  </a:cubicBezTo>
                  <a:cubicBezTo>
                    <a:pt x="484" y="625"/>
                    <a:pt x="625" y="485"/>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641990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6443250"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6466550" y="407155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
            <p:cNvSpPr/>
            <p:nvPr/>
          </p:nvSpPr>
          <p:spPr>
            <a:xfrm>
              <a:off x="6487275" y="4071550"/>
              <a:ext cx="18250" cy="15650"/>
            </a:xfrm>
            <a:custGeom>
              <a:rect b="b" l="l" r="r" t="t"/>
              <a:pathLst>
                <a:path extrusionOk="0" h="626" w="730">
                  <a:moveTo>
                    <a:pt x="418" y="0"/>
                  </a:moveTo>
                  <a:cubicBezTo>
                    <a:pt x="139" y="0"/>
                    <a:pt x="1" y="337"/>
                    <a:pt x="196" y="534"/>
                  </a:cubicBezTo>
                  <a:cubicBezTo>
                    <a:pt x="260" y="597"/>
                    <a:pt x="338" y="625"/>
                    <a:pt x="415" y="625"/>
                  </a:cubicBezTo>
                  <a:cubicBezTo>
                    <a:pt x="575" y="625"/>
                    <a:pt x="730" y="501"/>
                    <a:pt x="730" y="313"/>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
            <p:cNvSpPr/>
            <p:nvPr/>
          </p:nvSpPr>
          <p:spPr>
            <a:xfrm>
              <a:off x="6513250" y="4071550"/>
              <a:ext cx="15625" cy="15625"/>
            </a:xfrm>
            <a:custGeom>
              <a:rect b="b" l="l" r="r" t="t"/>
              <a:pathLst>
                <a:path extrusionOk="0" h="625" w="625">
                  <a:moveTo>
                    <a:pt x="312" y="0"/>
                  </a:moveTo>
                  <a:cubicBezTo>
                    <a:pt x="140" y="0"/>
                    <a:pt x="0" y="140"/>
                    <a:pt x="0" y="313"/>
                  </a:cubicBezTo>
                  <a:cubicBezTo>
                    <a:pt x="0" y="485"/>
                    <a:pt x="140" y="625"/>
                    <a:pt x="312" y="625"/>
                  </a:cubicBezTo>
                  <a:cubicBezTo>
                    <a:pt x="484" y="625"/>
                    <a:pt x="625" y="485"/>
                    <a:pt x="625" y="313"/>
                  </a:cubicBezTo>
                  <a:cubicBezTo>
                    <a:pt x="625" y="140"/>
                    <a:pt x="484"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
            <p:cNvSpPr/>
            <p:nvPr/>
          </p:nvSpPr>
          <p:spPr>
            <a:xfrm>
              <a:off x="5930025"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5953325" y="4051525"/>
              <a:ext cx="15650" cy="15650"/>
            </a:xfrm>
            <a:custGeom>
              <a:rect b="b" l="l" r="r" t="t"/>
              <a:pathLst>
                <a:path extrusionOk="0" h="626" w="626">
                  <a:moveTo>
                    <a:pt x="313" y="1"/>
                  </a:moveTo>
                  <a:cubicBezTo>
                    <a:pt x="141" y="1"/>
                    <a:pt x="0" y="140"/>
                    <a:pt x="0" y="313"/>
                  </a:cubicBezTo>
                  <a:cubicBezTo>
                    <a:pt x="0" y="486"/>
                    <a:pt x="141" y="626"/>
                    <a:pt x="313" y="626"/>
                  </a:cubicBezTo>
                  <a:cubicBezTo>
                    <a:pt x="486" y="626"/>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5976675"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5999975" y="4051525"/>
              <a:ext cx="15650" cy="15650"/>
            </a:xfrm>
            <a:custGeom>
              <a:rect b="b" l="l" r="r" t="t"/>
              <a:pathLst>
                <a:path extrusionOk="0" h="626" w="626">
                  <a:moveTo>
                    <a:pt x="313" y="1"/>
                  </a:moveTo>
                  <a:cubicBezTo>
                    <a:pt x="141" y="1"/>
                    <a:pt x="1" y="140"/>
                    <a:pt x="1" y="313"/>
                  </a:cubicBezTo>
                  <a:cubicBezTo>
                    <a:pt x="1" y="486"/>
                    <a:pt x="141" y="626"/>
                    <a:pt x="313" y="626"/>
                  </a:cubicBezTo>
                  <a:cubicBezTo>
                    <a:pt x="486" y="626"/>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6023325"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6046675" y="4051525"/>
              <a:ext cx="15625" cy="15650"/>
            </a:xfrm>
            <a:custGeom>
              <a:rect b="b" l="l" r="r" t="t"/>
              <a:pathLst>
                <a:path extrusionOk="0" h="626" w="625">
                  <a:moveTo>
                    <a:pt x="312" y="1"/>
                  </a:moveTo>
                  <a:cubicBezTo>
                    <a:pt x="139" y="1"/>
                    <a:pt x="0" y="140"/>
                    <a:pt x="0" y="313"/>
                  </a:cubicBezTo>
                  <a:cubicBezTo>
                    <a:pt x="0" y="486"/>
                    <a:pt x="139" y="626"/>
                    <a:pt x="312" y="626"/>
                  </a:cubicBezTo>
                  <a:cubicBezTo>
                    <a:pt x="485" y="626"/>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6067350" y="4051525"/>
              <a:ext cx="18250" cy="15650"/>
            </a:xfrm>
            <a:custGeom>
              <a:rect b="b" l="l" r="r" t="t"/>
              <a:pathLst>
                <a:path extrusionOk="0" h="626" w="730">
                  <a:moveTo>
                    <a:pt x="418" y="1"/>
                  </a:moveTo>
                  <a:cubicBezTo>
                    <a:pt x="140" y="1"/>
                    <a:pt x="1" y="336"/>
                    <a:pt x="198" y="533"/>
                  </a:cubicBezTo>
                  <a:cubicBezTo>
                    <a:pt x="261" y="597"/>
                    <a:pt x="339" y="625"/>
                    <a:pt x="416" y="625"/>
                  </a:cubicBezTo>
                  <a:cubicBezTo>
                    <a:pt x="576" y="625"/>
                    <a:pt x="730" y="501"/>
                    <a:pt x="730" y="313"/>
                  </a:cubicBezTo>
                  <a:cubicBezTo>
                    <a:pt x="730" y="140"/>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6093325"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6116650" y="4051525"/>
              <a:ext cx="15650" cy="15650"/>
            </a:xfrm>
            <a:custGeom>
              <a:rect b="b" l="l" r="r" t="t"/>
              <a:pathLst>
                <a:path extrusionOk="0" h="626" w="626">
                  <a:moveTo>
                    <a:pt x="313" y="1"/>
                  </a:moveTo>
                  <a:cubicBezTo>
                    <a:pt x="140" y="1"/>
                    <a:pt x="1" y="140"/>
                    <a:pt x="1" y="313"/>
                  </a:cubicBezTo>
                  <a:cubicBezTo>
                    <a:pt x="1" y="486"/>
                    <a:pt x="140" y="626"/>
                    <a:pt x="313" y="626"/>
                  </a:cubicBezTo>
                  <a:cubicBezTo>
                    <a:pt x="484" y="626"/>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6139975"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6160650" y="4051525"/>
              <a:ext cx="18300" cy="15650"/>
            </a:xfrm>
            <a:custGeom>
              <a:rect b="b" l="l" r="r" t="t"/>
              <a:pathLst>
                <a:path extrusionOk="0" h="626" w="732">
                  <a:moveTo>
                    <a:pt x="419" y="1"/>
                  </a:moveTo>
                  <a:cubicBezTo>
                    <a:pt x="140" y="1"/>
                    <a:pt x="1" y="336"/>
                    <a:pt x="198" y="533"/>
                  </a:cubicBezTo>
                  <a:cubicBezTo>
                    <a:pt x="262" y="597"/>
                    <a:pt x="340" y="625"/>
                    <a:pt x="417" y="625"/>
                  </a:cubicBezTo>
                  <a:cubicBezTo>
                    <a:pt x="577" y="625"/>
                    <a:pt x="731" y="501"/>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6186625"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
            <p:cNvSpPr/>
            <p:nvPr/>
          </p:nvSpPr>
          <p:spPr>
            <a:xfrm>
              <a:off x="620995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
            <p:cNvSpPr/>
            <p:nvPr/>
          </p:nvSpPr>
          <p:spPr>
            <a:xfrm>
              <a:off x="6233275" y="4051525"/>
              <a:ext cx="15625" cy="15650"/>
            </a:xfrm>
            <a:custGeom>
              <a:rect b="b" l="l" r="r" t="t"/>
              <a:pathLst>
                <a:path extrusionOk="0" h="626" w="625">
                  <a:moveTo>
                    <a:pt x="312" y="1"/>
                  </a:moveTo>
                  <a:cubicBezTo>
                    <a:pt x="141" y="1"/>
                    <a:pt x="0" y="140"/>
                    <a:pt x="0" y="313"/>
                  </a:cubicBezTo>
                  <a:cubicBezTo>
                    <a:pt x="0" y="486"/>
                    <a:pt x="141" y="626"/>
                    <a:pt x="312" y="626"/>
                  </a:cubicBezTo>
                  <a:cubicBezTo>
                    <a:pt x="485" y="626"/>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625660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6279950" y="4051525"/>
              <a:ext cx="15650" cy="15650"/>
            </a:xfrm>
            <a:custGeom>
              <a:rect b="b" l="l" r="r" t="t"/>
              <a:pathLst>
                <a:path extrusionOk="0" h="626" w="626">
                  <a:moveTo>
                    <a:pt x="313" y="1"/>
                  </a:moveTo>
                  <a:cubicBezTo>
                    <a:pt x="140" y="1"/>
                    <a:pt x="1" y="140"/>
                    <a:pt x="1" y="313"/>
                  </a:cubicBezTo>
                  <a:cubicBezTo>
                    <a:pt x="1" y="486"/>
                    <a:pt x="140" y="626"/>
                    <a:pt x="313" y="626"/>
                  </a:cubicBezTo>
                  <a:cubicBezTo>
                    <a:pt x="484" y="626"/>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630325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6323950" y="4051525"/>
              <a:ext cx="18300" cy="15650"/>
            </a:xfrm>
            <a:custGeom>
              <a:rect b="b" l="l" r="r" t="t"/>
              <a:pathLst>
                <a:path extrusionOk="0" h="626" w="732">
                  <a:moveTo>
                    <a:pt x="422" y="1"/>
                  </a:moveTo>
                  <a:cubicBezTo>
                    <a:pt x="421" y="1"/>
                    <a:pt x="420" y="1"/>
                    <a:pt x="419" y="1"/>
                  </a:cubicBezTo>
                  <a:cubicBezTo>
                    <a:pt x="418" y="1"/>
                    <a:pt x="418" y="1"/>
                    <a:pt x="417" y="1"/>
                  </a:cubicBezTo>
                  <a:cubicBezTo>
                    <a:pt x="139" y="1"/>
                    <a:pt x="1" y="336"/>
                    <a:pt x="198" y="533"/>
                  </a:cubicBezTo>
                  <a:cubicBezTo>
                    <a:pt x="261" y="597"/>
                    <a:pt x="340" y="625"/>
                    <a:pt x="417" y="625"/>
                  </a:cubicBezTo>
                  <a:cubicBezTo>
                    <a:pt x="577" y="625"/>
                    <a:pt x="731" y="501"/>
                    <a:pt x="731" y="313"/>
                  </a:cubicBezTo>
                  <a:cubicBezTo>
                    <a:pt x="731" y="141"/>
                    <a:pt x="593" y="1"/>
                    <a:pt x="42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6349900" y="4051525"/>
              <a:ext cx="15650" cy="15650"/>
            </a:xfrm>
            <a:custGeom>
              <a:rect b="b" l="l" r="r" t="t"/>
              <a:pathLst>
                <a:path extrusionOk="0" h="626" w="626">
                  <a:moveTo>
                    <a:pt x="313" y="1"/>
                  </a:moveTo>
                  <a:cubicBezTo>
                    <a:pt x="142" y="1"/>
                    <a:pt x="1" y="140"/>
                    <a:pt x="1" y="313"/>
                  </a:cubicBezTo>
                  <a:cubicBezTo>
                    <a:pt x="1" y="486"/>
                    <a:pt x="142" y="626"/>
                    <a:pt x="313" y="626"/>
                  </a:cubicBezTo>
                  <a:cubicBezTo>
                    <a:pt x="486" y="626"/>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637325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6396600" y="4051525"/>
              <a:ext cx="15625" cy="15650"/>
            </a:xfrm>
            <a:custGeom>
              <a:rect b="b" l="l" r="r" t="t"/>
              <a:pathLst>
                <a:path extrusionOk="0" h="626" w="625">
                  <a:moveTo>
                    <a:pt x="313" y="1"/>
                  </a:moveTo>
                  <a:cubicBezTo>
                    <a:pt x="140" y="1"/>
                    <a:pt x="0" y="140"/>
                    <a:pt x="0" y="313"/>
                  </a:cubicBezTo>
                  <a:cubicBezTo>
                    <a:pt x="0" y="486"/>
                    <a:pt x="140" y="626"/>
                    <a:pt x="313" y="626"/>
                  </a:cubicBezTo>
                  <a:cubicBezTo>
                    <a:pt x="484" y="626"/>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
            <p:cNvSpPr/>
            <p:nvPr/>
          </p:nvSpPr>
          <p:spPr>
            <a:xfrm>
              <a:off x="641990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
            <p:cNvSpPr/>
            <p:nvPr/>
          </p:nvSpPr>
          <p:spPr>
            <a:xfrm>
              <a:off x="6443250"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
            <p:cNvSpPr/>
            <p:nvPr/>
          </p:nvSpPr>
          <p:spPr>
            <a:xfrm>
              <a:off x="6466550" y="4051525"/>
              <a:ext cx="15650" cy="15650"/>
            </a:xfrm>
            <a:custGeom>
              <a:rect b="b" l="l" r="r" t="t"/>
              <a:pathLst>
                <a:path extrusionOk="0" h="626" w="626">
                  <a:moveTo>
                    <a:pt x="313" y="1"/>
                  </a:moveTo>
                  <a:cubicBezTo>
                    <a:pt x="142" y="1"/>
                    <a:pt x="1" y="140"/>
                    <a:pt x="1" y="313"/>
                  </a:cubicBezTo>
                  <a:cubicBezTo>
                    <a:pt x="1" y="486"/>
                    <a:pt x="142" y="626"/>
                    <a:pt x="313" y="626"/>
                  </a:cubicBezTo>
                  <a:cubicBezTo>
                    <a:pt x="486" y="626"/>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6487275" y="4051525"/>
              <a:ext cx="18250" cy="15650"/>
            </a:xfrm>
            <a:custGeom>
              <a:rect b="b" l="l" r="r" t="t"/>
              <a:pathLst>
                <a:path extrusionOk="0" h="626" w="730">
                  <a:moveTo>
                    <a:pt x="418" y="1"/>
                  </a:moveTo>
                  <a:cubicBezTo>
                    <a:pt x="139" y="1"/>
                    <a:pt x="1" y="336"/>
                    <a:pt x="196" y="533"/>
                  </a:cubicBezTo>
                  <a:cubicBezTo>
                    <a:pt x="260" y="597"/>
                    <a:pt x="339" y="625"/>
                    <a:pt x="415" y="625"/>
                  </a:cubicBezTo>
                  <a:cubicBezTo>
                    <a:pt x="576" y="625"/>
                    <a:pt x="730" y="501"/>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6513250" y="4051525"/>
              <a:ext cx="15625" cy="15650"/>
            </a:xfrm>
            <a:custGeom>
              <a:rect b="b" l="l" r="r" t="t"/>
              <a:pathLst>
                <a:path extrusionOk="0" h="626" w="625">
                  <a:moveTo>
                    <a:pt x="312" y="1"/>
                  </a:moveTo>
                  <a:cubicBezTo>
                    <a:pt x="140" y="1"/>
                    <a:pt x="0" y="140"/>
                    <a:pt x="0" y="313"/>
                  </a:cubicBezTo>
                  <a:cubicBezTo>
                    <a:pt x="0" y="486"/>
                    <a:pt x="140" y="626"/>
                    <a:pt x="312" y="626"/>
                  </a:cubicBezTo>
                  <a:cubicBezTo>
                    <a:pt x="484" y="626"/>
                    <a:pt x="625" y="486"/>
                    <a:pt x="625" y="313"/>
                  </a:cubicBezTo>
                  <a:cubicBezTo>
                    <a:pt x="625" y="140"/>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5953325" y="4031525"/>
              <a:ext cx="15650" cy="15650"/>
            </a:xfrm>
            <a:custGeom>
              <a:rect b="b" l="l" r="r" t="t"/>
              <a:pathLst>
                <a:path extrusionOk="0" h="626" w="626">
                  <a:moveTo>
                    <a:pt x="313" y="1"/>
                  </a:moveTo>
                  <a:cubicBezTo>
                    <a:pt x="141" y="1"/>
                    <a:pt x="0" y="140"/>
                    <a:pt x="0" y="313"/>
                  </a:cubicBezTo>
                  <a:cubicBezTo>
                    <a:pt x="0" y="486"/>
                    <a:pt x="141"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5976675"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5930025"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5999975" y="403152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6023325"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6046675" y="403152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6067350" y="4031525"/>
              <a:ext cx="18250" cy="15625"/>
            </a:xfrm>
            <a:custGeom>
              <a:rect b="b" l="l" r="r" t="t"/>
              <a:pathLst>
                <a:path extrusionOk="0" h="625" w="730">
                  <a:moveTo>
                    <a:pt x="418" y="1"/>
                  </a:moveTo>
                  <a:cubicBezTo>
                    <a:pt x="140" y="1"/>
                    <a:pt x="1" y="337"/>
                    <a:pt x="198" y="533"/>
                  </a:cubicBezTo>
                  <a:cubicBezTo>
                    <a:pt x="261" y="596"/>
                    <a:pt x="339" y="625"/>
                    <a:pt x="416" y="625"/>
                  </a:cubicBezTo>
                  <a:cubicBezTo>
                    <a:pt x="576" y="625"/>
                    <a:pt x="730" y="500"/>
                    <a:pt x="730" y="313"/>
                  </a:cubicBezTo>
                  <a:cubicBezTo>
                    <a:pt x="730" y="140"/>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6093325"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6116650" y="40315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6139975"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6160650" y="4031525"/>
              <a:ext cx="18300" cy="15625"/>
            </a:xfrm>
            <a:custGeom>
              <a:rect b="b" l="l" r="r" t="t"/>
              <a:pathLst>
                <a:path extrusionOk="0" h="625" w="732">
                  <a:moveTo>
                    <a:pt x="419" y="1"/>
                  </a:moveTo>
                  <a:cubicBezTo>
                    <a:pt x="140" y="1"/>
                    <a:pt x="1" y="337"/>
                    <a:pt x="198" y="533"/>
                  </a:cubicBezTo>
                  <a:cubicBezTo>
                    <a:pt x="262" y="596"/>
                    <a:pt x="340" y="625"/>
                    <a:pt x="417" y="625"/>
                  </a:cubicBezTo>
                  <a:cubicBezTo>
                    <a:pt x="577" y="625"/>
                    <a:pt x="731" y="500"/>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6186625"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620995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
            <p:cNvSpPr/>
            <p:nvPr/>
          </p:nvSpPr>
          <p:spPr>
            <a:xfrm>
              <a:off x="6233275" y="403152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625660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6279950" y="40315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
            <p:cNvSpPr/>
            <p:nvPr/>
          </p:nvSpPr>
          <p:spPr>
            <a:xfrm>
              <a:off x="630325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
            <p:cNvSpPr/>
            <p:nvPr/>
          </p:nvSpPr>
          <p:spPr>
            <a:xfrm>
              <a:off x="6323950" y="4031525"/>
              <a:ext cx="18300" cy="15625"/>
            </a:xfrm>
            <a:custGeom>
              <a:rect b="b" l="l" r="r" t="t"/>
              <a:pathLst>
                <a:path extrusionOk="0" h="625" w="732">
                  <a:moveTo>
                    <a:pt x="419" y="1"/>
                  </a:moveTo>
                  <a:cubicBezTo>
                    <a:pt x="140" y="1"/>
                    <a:pt x="1" y="337"/>
                    <a:pt x="198" y="533"/>
                  </a:cubicBezTo>
                  <a:cubicBezTo>
                    <a:pt x="261" y="596"/>
                    <a:pt x="340" y="625"/>
                    <a:pt x="417" y="625"/>
                  </a:cubicBezTo>
                  <a:cubicBezTo>
                    <a:pt x="577" y="625"/>
                    <a:pt x="731" y="500"/>
                    <a:pt x="731" y="313"/>
                  </a:cubicBezTo>
                  <a:cubicBezTo>
                    <a:pt x="731" y="140"/>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6349900" y="40315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637325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6396600" y="403152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641990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6443250"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6466550" y="40315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6487275" y="4031525"/>
              <a:ext cx="18250" cy="15625"/>
            </a:xfrm>
            <a:custGeom>
              <a:rect b="b" l="l" r="r" t="t"/>
              <a:pathLst>
                <a:path extrusionOk="0" h="625" w="730">
                  <a:moveTo>
                    <a:pt x="418" y="1"/>
                  </a:moveTo>
                  <a:cubicBezTo>
                    <a:pt x="139" y="1"/>
                    <a:pt x="1" y="337"/>
                    <a:pt x="196" y="533"/>
                  </a:cubicBezTo>
                  <a:cubicBezTo>
                    <a:pt x="260" y="596"/>
                    <a:pt x="339" y="625"/>
                    <a:pt x="415" y="625"/>
                  </a:cubicBezTo>
                  <a:cubicBezTo>
                    <a:pt x="576" y="625"/>
                    <a:pt x="730" y="500"/>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6513250" y="403152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5953325" y="4011525"/>
              <a:ext cx="15650" cy="15625"/>
            </a:xfrm>
            <a:custGeom>
              <a:rect b="b" l="l" r="r" t="t"/>
              <a:pathLst>
                <a:path extrusionOk="0" h="625" w="626">
                  <a:moveTo>
                    <a:pt x="313" y="0"/>
                  </a:moveTo>
                  <a:cubicBezTo>
                    <a:pt x="141" y="0"/>
                    <a:pt x="0" y="140"/>
                    <a:pt x="0" y="313"/>
                  </a:cubicBezTo>
                  <a:cubicBezTo>
                    <a:pt x="0" y="484"/>
                    <a:pt x="141" y="625"/>
                    <a:pt x="313" y="625"/>
                  </a:cubicBezTo>
                  <a:cubicBezTo>
                    <a:pt x="486" y="625"/>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5976675" y="4011525"/>
              <a:ext cx="15625" cy="15625"/>
            </a:xfrm>
            <a:custGeom>
              <a:rect b="b" l="l" r="r" t="t"/>
              <a:pathLst>
                <a:path extrusionOk="0" h="625" w="625">
                  <a:moveTo>
                    <a:pt x="313" y="0"/>
                  </a:moveTo>
                  <a:cubicBezTo>
                    <a:pt x="140" y="0"/>
                    <a:pt x="0" y="140"/>
                    <a:pt x="0" y="313"/>
                  </a:cubicBezTo>
                  <a:cubicBezTo>
                    <a:pt x="0" y="484"/>
                    <a:pt x="140" y="625"/>
                    <a:pt x="313" y="625"/>
                  </a:cubicBezTo>
                  <a:cubicBezTo>
                    <a:pt x="485" y="625"/>
                    <a:pt x="625" y="484"/>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5999975" y="4011525"/>
              <a:ext cx="15650" cy="15625"/>
            </a:xfrm>
            <a:custGeom>
              <a:rect b="b" l="l" r="r" t="t"/>
              <a:pathLst>
                <a:path extrusionOk="0" h="625" w="626">
                  <a:moveTo>
                    <a:pt x="313" y="0"/>
                  </a:moveTo>
                  <a:cubicBezTo>
                    <a:pt x="141" y="0"/>
                    <a:pt x="1" y="140"/>
                    <a:pt x="1" y="313"/>
                  </a:cubicBezTo>
                  <a:cubicBezTo>
                    <a:pt x="1" y="484"/>
                    <a:pt x="141" y="625"/>
                    <a:pt x="313" y="625"/>
                  </a:cubicBezTo>
                  <a:cubicBezTo>
                    <a:pt x="486" y="625"/>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6023325" y="4011525"/>
              <a:ext cx="15625" cy="15625"/>
            </a:xfrm>
            <a:custGeom>
              <a:rect b="b" l="l" r="r" t="t"/>
              <a:pathLst>
                <a:path extrusionOk="0" h="625" w="625">
                  <a:moveTo>
                    <a:pt x="313" y="0"/>
                  </a:moveTo>
                  <a:cubicBezTo>
                    <a:pt x="140" y="0"/>
                    <a:pt x="0" y="140"/>
                    <a:pt x="0" y="313"/>
                  </a:cubicBezTo>
                  <a:cubicBezTo>
                    <a:pt x="0" y="484"/>
                    <a:pt x="140" y="625"/>
                    <a:pt x="313" y="625"/>
                  </a:cubicBezTo>
                  <a:cubicBezTo>
                    <a:pt x="485" y="625"/>
                    <a:pt x="625" y="484"/>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6046675" y="4011525"/>
              <a:ext cx="15625" cy="15625"/>
            </a:xfrm>
            <a:custGeom>
              <a:rect b="b" l="l" r="r" t="t"/>
              <a:pathLst>
                <a:path extrusionOk="0" h="625" w="625">
                  <a:moveTo>
                    <a:pt x="312" y="0"/>
                  </a:moveTo>
                  <a:cubicBezTo>
                    <a:pt x="139" y="0"/>
                    <a:pt x="0" y="140"/>
                    <a:pt x="0" y="313"/>
                  </a:cubicBezTo>
                  <a:cubicBezTo>
                    <a:pt x="0" y="484"/>
                    <a:pt x="139" y="625"/>
                    <a:pt x="312" y="625"/>
                  </a:cubicBezTo>
                  <a:cubicBezTo>
                    <a:pt x="485" y="625"/>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6067350" y="4011525"/>
              <a:ext cx="18250" cy="15625"/>
            </a:xfrm>
            <a:custGeom>
              <a:rect b="b" l="l" r="r" t="t"/>
              <a:pathLst>
                <a:path extrusionOk="0" h="625" w="730">
                  <a:moveTo>
                    <a:pt x="418" y="0"/>
                  </a:moveTo>
                  <a:cubicBezTo>
                    <a:pt x="140" y="0"/>
                    <a:pt x="1" y="337"/>
                    <a:pt x="198" y="532"/>
                  </a:cubicBezTo>
                  <a:cubicBezTo>
                    <a:pt x="261" y="596"/>
                    <a:pt x="339" y="625"/>
                    <a:pt x="416" y="625"/>
                  </a:cubicBezTo>
                  <a:cubicBezTo>
                    <a:pt x="576" y="625"/>
                    <a:pt x="730" y="500"/>
                    <a:pt x="730" y="313"/>
                  </a:cubicBezTo>
                  <a:cubicBezTo>
                    <a:pt x="730" y="140"/>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6093325"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6116650" y="4011525"/>
              <a:ext cx="15650" cy="15625"/>
            </a:xfrm>
            <a:custGeom>
              <a:rect b="b" l="l" r="r" t="t"/>
              <a:pathLst>
                <a:path extrusionOk="0" h="625" w="626">
                  <a:moveTo>
                    <a:pt x="313" y="0"/>
                  </a:moveTo>
                  <a:cubicBezTo>
                    <a:pt x="140" y="0"/>
                    <a:pt x="1" y="140"/>
                    <a:pt x="1" y="313"/>
                  </a:cubicBezTo>
                  <a:cubicBezTo>
                    <a:pt x="1" y="484"/>
                    <a:pt x="140" y="625"/>
                    <a:pt x="313" y="625"/>
                  </a:cubicBezTo>
                  <a:cubicBezTo>
                    <a:pt x="484" y="625"/>
                    <a:pt x="625" y="484"/>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6139975"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6160650" y="4011525"/>
              <a:ext cx="18300" cy="15625"/>
            </a:xfrm>
            <a:custGeom>
              <a:rect b="b" l="l" r="r" t="t"/>
              <a:pathLst>
                <a:path extrusionOk="0" h="625" w="732">
                  <a:moveTo>
                    <a:pt x="419" y="0"/>
                  </a:moveTo>
                  <a:cubicBezTo>
                    <a:pt x="140" y="0"/>
                    <a:pt x="1" y="337"/>
                    <a:pt x="198" y="532"/>
                  </a:cubicBezTo>
                  <a:cubicBezTo>
                    <a:pt x="262" y="596"/>
                    <a:pt x="340" y="625"/>
                    <a:pt x="417" y="625"/>
                  </a:cubicBezTo>
                  <a:cubicBezTo>
                    <a:pt x="577" y="625"/>
                    <a:pt x="731" y="500"/>
                    <a:pt x="731" y="313"/>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6186625"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620995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6233275" y="4011525"/>
              <a:ext cx="15625" cy="15625"/>
            </a:xfrm>
            <a:custGeom>
              <a:rect b="b" l="l" r="r" t="t"/>
              <a:pathLst>
                <a:path extrusionOk="0" h="625" w="625">
                  <a:moveTo>
                    <a:pt x="312" y="0"/>
                  </a:moveTo>
                  <a:cubicBezTo>
                    <a:pt x="141" y="0"/>
                    <a:pt x="0" y="140"/>
                    <a:pt x="0" y="313"/>
                  </a:cubicBezTo>
                  <a:cubicBezTo>
                    <a:pt x="0" y="484"/>
                    <a:pt x="141" y="625"/>
                    <a:pt x="312" y="625"/>
                  </a:cubicBezTo>
                  <a:cubicBezTo>
                    <a:pt x="485" y="625"/>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625660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6279950" y="4011525"/>
              <a:ext cx="15650" cy="15625"/>
            </a:xfrm>
            <a:custGeom>
              <a:rect b="b" l="l" r="r" t="t"/>
              <a:pathLst>
                <a:path extrusionOk="0" h="625" w="626">
                  <a:moveTo>
                    <a:pt x="313" y="0"/>
                  </a:moveTo>
                  <a:cubicBezTo>
                    <a:pt x="140" y="0"/>
                    <a:pt x="1" y="140"/>
                    <a:pt x="1" y="313"/>
                  </a:cubicBezTo>
                  <a:cubicBezTo>
                    <a:pt x="1" y="484"/>
                    <a:pt x="140" y="625"/>
                    <a:pt x="313" y="625"/>
                  </a:cubicBezTo>
                  <a:cubicBezTo>
                    <a:pt x="484" y="625"/>
                    <a:pt x="625" y="484"/>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630325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6323950" y="4011525"/>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6349900" y="4011525"/>
              <a:ext cx="15650" cy="15625"/>
            </a:xfrm>
            <a:custGeom>
              <a:rect b="b" l="l" r="r" t="t"/>
              <a:pathLst>
                <a:path extrusionOk="0" h="625" w="626">
                  <a:moveTo>
                    <a:pt x="313" y="0"/>
                  </a:moveTo>
                  <a:cubicBezTo>
                    <a:pt x="142" y="0"/>
                    <a:pt x="1" y="140"/>
                    <a:pt x="1" y="313"/>
                  </a:cubicBezTo>
                  <a:cubicBezTo>
                    <a:pt x="1" y="484"/>
                    <a:pt x="142" y="625"/>
                    <a:pt x="313" y="625"/>
                  </a:cubicBezTo>
                  <a:cubicBezTo>
                    <a:pt x="486" y="625"/>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637325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6396600" y="4011525"/>
              <a:ext cx="15625" cy="15625"/>
            </a:xfrm>
            <a:custGeom>
              <a:rect b="b" l="l" r="r" t="t"/>
              <a:pathLst>
                <a:path extrusionOk="0" h="625" w="625">
                  <a:moveTo>
                    <a:pt x="313" y="0"/>
                  </a:moveTo>
                  <a:cubicBezTo>
                    <a:pt x="140" y="0"/>
                    <a:pt x="0" y="140"/>
                    <a:pt x="0" y="313"/>
                  </a:cubicBezTo>
                  <a:cubicBezTo>
                    <a:pt x="0" y="484"/>
                    <a:pt x="140" y="625"/>
                    <a:pt x="313" y="625"/>
                  </a:cubicBezTo>
                  <a:cubicBezTo>
                    <a:pt x="484" y="625"/>
                    <a:pt x="625" y="484"/>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
            <p:cNvSpPr/>
            <p:nvPr/>
          </p:nvSpPr>
          <p:spPr>
            <a:xfrm>
              <a:off x="641990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6443250" y="4011525"/>
              <a:ext cx="15625" cy="15625"/>
            </a:xfrm>
            <a:custGeom>
              <a:rect b="b" l="l" r="r" t="t"/>
              <a:pathLst>
                <a:path extrusionOk="0" h="625" w="625">
                  <a:moveTo>
                    <a:pt x="313" y="0"/>
                  </a:moveTo>
                  <a:cubicBezTo>
                    <a:pt x="140" y="0"/>
                    <a:pt x="0" y="140"/>
                    <a:pt x="0" y="313"/>
                  </a:cubicBezTo>
                  <a:cubicBezTo>
                    <a:pt x="0" y="484"/>
                    <a:pt x="140" y="625"/>
                    <a:pt x="313" y="625"/>
                  </a:cubicBezTo>
                  <a:cubicBezTo>
                    <a:pt x="485" y="625"/>
                    <a:pt x="625" y="484"/>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6466550" y="4011525"/>
              <a:ext cx="15650" cy="15625"/>
            </a:xfrm>
            <a:custGeom>
              <a:rect b="b" l="l" r="r" t="t"/>
              <a:pathLst>
                <a:path extrusionOk="0" h="625" w="626">
                  <a:moveTo>
                    <a:pt x="313" y="0"/>
                  </a:moveTo>
                  <a:cubicBezTo>
                    <a:pt x="142" y="0"/>
                    <a:pt x="1" y="140"/>
                    <a:pt x="1" y="313"/>
                  </a:cubicBezTo>
                  <a:cubicBezTo>
                    <a:pt x="1" y="484"/>
                    <a:pt x="142" y="625"/>
                    <a:pt x="313" y="625"/>
                  </a:cubicBezTo>
                  <a:cubicBezTo>
                    <a:pt x="486" y="625"/>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6487275" y="4011525"/>
              <a:ext cx="18250" cy="15625"/>
            </a:xfrm>
            <a:custGeom>
              <a:rect b="b" l="l" r="r" t="t"/>
              <a:pathLst>
                <a:path extrusionOk="0" h="625" w="730">
                  <a:moveTo>
                    <a:pt x="418" y="0"/>
                  </a:moveTo>
                  <a:cubicBezTo>
                    <a:pt x="139" y="0"/>
                    <a:pt x="1" y="337"/>
                    <a:pt x="196" y="532"/>
                  </a:cubicBezTo>
                  <a:cubicBezTo>
                    <a:pt x="260" y="596"/>
                    <a:pt x="339" y="625"/>
                    <a:pt x="415" y="625"/>
                  </a:cubicBezTo>
                  <a:cubicBezTo>
                    <a:pt x="576" y="625"/>
                    <a:pt x="730" y="500"/>
                    <a:pt x="730" y="313"/>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6513250" y="4011525"/>
              <a:ext cx="15625" cy="15625"/>
            </a:xfrm>
            <a:custGeom>
              <a:rect b="b" l="l" r="r" t="t"/>
              <a:pathLst>
                <a:path extrusionOk="0" h="625" w="625">
                  <a:moveTo>
                    <a:pt x="312" y="0"/>
                  </a:moveTo>
                  <a:cubicBezTo>
                    <a:pt x="140" y="0"/>
                    <a:pt x="0" y="140"/>
                    <a:pt x="0" y="313"/>
                  </a:cubicBezTo>
                  <a:cubicBezTo>
                    <a:pt x="0" y="484"/>
                    <a:pt x="140" y="625"/>
                    <a:pt x="312" y="625"/>
                  </a:cubicBezTo>
                  <a:cubicBezTo>
                    <a:pt x="484" y="625"/>
                    <a:pt x="625" y="484"/>
                    <a:pt x="625" y="313"/>
                  </a:cubicBezTo>
                  <a:cubicBezTo>
                    <a:pt x="625" y="140"/>
                    <a:pt x="484"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5953325" y="3991500"/>
              <a:ext cx="15650" cy="15650"/>
            </a:xfrm>
            <a:custGeom>
              <a:rect b="b" l="l" r="r" t="t"/>
              <a:pathLst>
                <a:path extrusionOk="0" h="626" w="626">
                  <a:moveTo>
                    <a:pt x="313" y="1"/>
                  </a:moveTo>
                  <a:cubicBezTo>
                    <a:pt x="141" y="1"/>
                    <a:pt x="0" y="140"/>
                    <a:pt x="0" y="313"/>
                  </a:cubicBezTo>
                  <a:cubicBezTo>
                    <a:pt x="0" y="484"/>
                    <a:pt x="141"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5976675" y="399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
            <p:cNvSpPr/>
            <p:nvPr/>
          </p:nvSpPr>
          <p:spPr>
            <a:xfrm>
              <a:off x="5999975" y="3991500"/>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
            <p:cNvSpPr/>
            <p:nvPr/>
          </p:nvSpPr>
          <p:spPr>
            <a:xfrm>
              <a:off x="6023325" y="399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
            <p:cNvSpPr/>
            <p:nvPr/>
          </p:nvSpPr>
          <p:spPr>
            <a:xfrm>
              <a:off x="6046675" y="3991500"/>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6067350" y="3991500"/>
              <a:ext cx="18250" cy="15650"/>
            </a:xfrm>
            <a:custGeom>
              <a:rect b="b" l="l" r="r" t="t"/>
              <a:pathLst>
                <a:path extrusionOk="0" h="626" w="730">
                  <a:moveTo>
                    <a:pt x="418" y="1"/>
                  </a:moveTo>
                  <a:cubicBezTo>
                    <a:pt x="140" y="1"/>
                    <a:pt x="1" y="337"/>
                    <a:pt x="198" y="533"/>
                  </a:cubicBezTo>
                  <a:cubicBezTo>
                    <a:pt x="261" y="597"/>
                    <a:pt x="339" y="625"/>
                    <a:pt x="416" y="625"/>
                  </a:cubicBezTo>
                  <a:cubicBezTo>
                    <a:pt x="576" y="625"/>
                    <a:pt x="730" y="501"/>
                    <a:pt x="730" y="313"/>
                  </a:cubicBezTo>
                  <a:cubicBezTo>
                    <a:pt x="730" y="140"/>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6093325"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6116650" y="399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6139975"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6160650" y="3991500"/>
              <a:ext cx="18300" cy="15650"/>
            </a:xfrm>
            <a:custGeom>
              <a:rect b="b" l="l" r="r" t="t"/>
              <a:pathLst>
                <a:path extrusionOk="0" h="626" w="732">
                  <a:moveTo>
                    <a:pt x="419" y="1"/>
                  </a:moveTo>
                  <a:cubicBezTo>
                    <a:pt x="140" y="1"/>
                    <a:pt x="1" y="337"/>
                    <a:pt x="198" y="533"/>
                  </a:cubicBezTo>
                  <a:cubicBezTo>
                    <a:pt x="262" y="597"/>
                    <a:pt x="340" y="625"/>
                    <a:pt x="417" y="625"/>
                  </a:cubicBezTo>
                  <a:cubicBezTo>
                    <a:pt x="577" y="625"/>
                    <a:pt x="731" y="501"/>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6186625"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620995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6233275" y="3991500"/>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625660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
            <p:cNvSpPr/>
            <p:nvPr/>
          </p:nvSpPr>
          <p:spPr>
            <a:xfrm>
              <a:off x="6279950" y="399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
            <p:cNvSpPr/>
            <p:nvPr/>
          </p:nvSpPr>
          <p:spPr>
            <a:xfrm>
              <a:off x="630325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6323950" y="3991500"/>
              <a:ext cx="18300" cy="15650"/>
            </a:xfrm>
            <a:custGeom>
              <a:rect b="b" l="l" r="r" t="t"/>
              <a:pathLst>
                <a:path extrusionOk="0" h="626" w="732">
                  <a:moveTo>
                    <a:pt x="419" y="1"/>
                  </a:moveTo>
                  <a:cubicBezTo>
                    <a:pt x="140" y="1"/>
                    <a:pt x="1" y="336"/>
                    <a:pt x="198" y="533"/>
                  </a:cubicBezTo>
                  <a:cubicBezTo>
                    <a:pt x="261" y="597"/>
                    <a:pt x="340" y="625"/>
                    <a:pt x="417" y="625"/>
                  </a:cubicBezTo>
                  <a:cubicBezTo>
                    <a:pt x="577" y="625"/>
                    <a:pt x="731" y="501"/>
                    <a:pt x="731" y="313"/>
                  </a:cubicBezTo>
                  <a:cubicBezTo>
                    <a:pt x="731" y="140"/>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6349900" y="399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637325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6396600" y="3991500"/>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641990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6443250" y="399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6466550" y="399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6487275" y="3991500"/>
              <a:ext cx="18250" cy="15650"/>
            </a:xfrm>
            <a:custGeom>
              <a:rect b="b" l="l" r="r" t="t"/>
              <a:pathLst>
                <a:path extrusionOk="0" h="626" w="730">
                  <a:moveTo>
                    <a:pt x="418" y="1"/>
                  </a:moveTo>
                  <a:cubicBezTo>
                    <a:pt x="139" y="1"/>
                    <a:pt x="1" y="337"/>
                    <a:pt x="196" y="533"/>
                  </a:cubicBezTo>
                  <a:cubicBezTo>
                    <a:pt x="260" y="597"/>
                    <a:pt x="339" y="625"/>
                    <a:pt x="415" y="625"/>
                  </a:cubicBezTo>
                  <a:cubicBezTo>
                    <a:pt x="576" y="625"/>
                    <a:pt x="730" y="501"/>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6513250" y="3991500"/>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
            <p:cNvSpPr/>
            <p:nvPr/>
          </p:nvSpPr>
          <p:spPr>
            <a:xfrm>
              <a:off x="5953325" y="3971500"/>
              <a:ext cx="15650" cy="15650"/>
            </a:xfrm>
            <a:custGeom>
              <a:rect b="b" l="l" r="r" t="t"/>
              <a:pathLst>
                <a:path extrusionOk="0" h="626" w="626">
                  <a:moveTo>
                    <a:pt x="313" y="1"/>
                  </a:moveTo>
                  <a:cubicBezTo>
                    <a:pt x="141" y="1"/>
                    <a:pt x="0" y="140"/>
                    <a:pt x="0" y="313"/>
                  </a:cubicBezTo>
                  <a:cubicBezTo>
                    <a:pt x="0" y="484"/>
                    <a:pt x="141"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
            <p:cNvSpPr/>
            <p:nvPr/>
          </p:nvSpPr>
          <p:spPr>
            <a:xfrm>
              <a:off x="5976675" y="397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5999975" y="3971500"/>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6023325" y="397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6046675" y="3971500"/>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6067350" y="3971475"/>
              <a:ext cx="18250" cy="15650"/>
            </a:xfrm>
            <a:custGeom>
              <a:rect b="b" l="l" r="r" t="t"/>
              <a:pathLst>
                <a:path extrusionOk="0" h="626" w="730">
                  <a:moveTo>
                    <a:pt x="418" y="0"/>
                  </a:moveTo>
                  <a:cubicBezTo>
                    <a:pt x="140" y="0"/>
                    <a:pt x="1" y="337"/>
                    <a:pt x="198" y="534"/>
                  </a:cubicBezTo>
                  <a:cubicBezTo>
                    <a:pt x="261" y="597"/>
                    <a:pt x="339" y="625"/>
                    <a:pt x="416" y="625"/>
                  </a:cubicBezTo>
                  <a:cubicBezTo>
                    <a:pt x="576" y="625"/>
                    <a:pt x="730" y="501"/>
                    <a:pt x="730" y="312"/>
                  </a:cubicBezTo>
                  <a:cubicBezTo>
                    <a:pt x="730" y="139"/>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6093325"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6116650" y="397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6139975"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6160650" y="3971475"/>
              <a:ext cx="18300" cy="15650"/>
            </a:xfrm>
            <a:custGeom>
              <a:rect b="b" l="l" r="r" t="t"/>
              <a:pathLst>
                <a:path extrusionOk="0" h="626" w="732">
                  <a:moveTo>
                    <a:pt x="419" y="0"/>
                  </a:moveTo>
                  <a:cubicBezTo>
                    <a:pt x="140" y="0"/>
                    <a:pt x="1" y="337"/>
                    <a:pt x="198" y="534"/>
                  </a:cubicBezTo>
                  <a:cubicBezTo>
                    <a:pt x="261" y="597"/>
                    <a:pt x="340" y="625"/>
                    <a:pt x="417" y="625"/>
                  </a:cubicBezTo>
                  <a:cubicBezTo>
                    <a:pt x="577" y="625"/>
                    <a:pt x="731" y="501"/>
                    <a:pt x="731" y="312"/>
                  </a:cubicBezTo>
                  <a:cubicBezTo>
                    <a:pt x="731" y="139"/>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6186625"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
            <p:cNvSpPr/>
            <p:nvPr/>
          </p:nvSpPr>
          <p:spPr>
            <a:xfrm>
              <a:off x="620995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
            <p:cNvSpPr/>
            <p:nvPr/>
          </p:nvSpPr>
          <p:spPr>
            <a:xfrm>
              <a:off x="6233275" y="3971500"/>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625660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6279950" y="397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630325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6323950" y="3971475"/>
              <a:ext cx="18300" cy="15650"/>
            </a:xfrm>
            <a:custGeom>
              <a:rect b="b" l="l" r="r" t="t"/>
              <a:pathLst>
                <a:path extrusionOk="0" h="626" w="732">
                  <a:moveTo>
                    <a:pt x="419" y="0"/>
                  </a:moveTo>
                  <a:cubicBezTo>
                    <a:pt x="140" y="0"/>
                    <a:pt x="1" y="337"/>
                    <a:pt x="198" y="534"/>
                  </a:cubicBezTo>
                  <a:cubicBezTo>
                    <a:pt x="261" y="597"/>
                    <a:pt x="340" y="625"/>
                    <a:pt x="416" y="625"/>
                  </a:cubicBezTo>
                  <a:cubicBezTo>
                    <a:pt x="577" y="625"/>
                    <a:pt x="731" y="501"/>
                    <a:pt x="731" y="312"/>
                  </a:cubicBezTo>
                  <a:cubicBezTo>
                    <a:pt x="731" y="139"/>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6349900" y="397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637325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6396600" y="3971500"/>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641990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6443250" y="397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
            <p:cNvSpPr/>
            <p:nvPr/>
          </p:nvSpPr>
          <p:spPr>
            <a:xfrm>
              <a:off x="6466550" y="397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
            <p:cNvSpPr/>
            <p:nvPr/>
          </p:nvSpPr>
          <p:spPr>
            <a:xfrm>
              <a:off x="6487275" y="3971475"/>
              <a:ext cx="18250" cy="15650"/>
            </a:xfrm>
            <a:custGeom>
              <a:rect b="b" l="l" r="r" t="t"/>
              <a:pathLst>
                <a:path extrusionOk="0" h="626" w="730">
                  <a:moveTo>
                    <a:pt x="418" y="0"/>
                  </a:moveTo>
                  <a:cubicBezTo>
                    <a:pt x="139" y="0"/>
                    <a:pt x="1" y="337"/>
                    <a:pt x="196" y="534"/>
                  </a:cubicBezTo>
                  <a:cubicBezTo>
                    <a:pt x="260" y="597"/>
                    <a:pt x="338" y="625"/>
                    <a:pt x="415" y="625"/>
                  </a:cubicBezTo>
                  <a:cubicBezTo>
                    <a:pt x="576" y="625"/>
                    <a:pt x="730" y="501"/>
                    <a:pt x="730" y="312"/>
                  </a:cubicBezTo>
                  <a:cubicBezTo>
                    <a:pt x="730" y="139"/>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6513250" y="3971500"/>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5976675" y="395145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5999975" y="3951450"/>
              <a:ext cx="15650" cy="15650"/>
            </a:xfrm>
            <a:custGeom>
              <a:rect b="b" l="l" r="r" t="t"/>
              <a:pathLst>
                <a:path extrusionOk="0" h="626" w="626">
                  <a:moveTo>
                    <a:pt x="313" y="1"/>
                  </a:moveTo>
                  <a:cubicBezTo>
                    <a:pt x="141" y="1"/>
                    <a:pt x="1" y="142"/>
                    <a:pt x="1" y="313"/>
                  </a:cubicBezTo>
                  <a:cubicBezTo>
                    <a:pt x="1" y="486"/>
                    <a:pt x="141"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6023325" y="395145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6046675" y="3951450"/>
              <a:ext cx="15625" cy="15650"/>
            </a:xfrm>
            <a:custGeom>
              <a:rect b="b" l="l" r="r" t="t"/>
              <a:pathLst>
                <a:path extrusionOk="0" h="626" w="625">
                  <a:moveTo>
                    <a:pt x="312" y="1"/>
                  </a:moveTo>
                  <a:cubicBezTo>
                    <a:pt x="139" y="1"/>
                    <a:pt x="0" y="142"/>
                    <a:pt x="0" y="313"/>
                  </a:cubicBezTo>
                  <a:cubicBezTo>
                    <a:pt x="0" y="486"/>
                    <a:pt x="139"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6067350" y="3951500"/>
              <a:ext cx="18250" cy="15625"/>
            </a:xfrm>
            <a:custGeom>
              <a:rect b="b" l="l" r="r" t="t"/>
              <a:pathLst>
                <a:path extrusionOk="0" h="625" w="730">
                  <a:moveTo>
                    <a:pt x="418" y="0"/>
                  </a:moveTo>
                  <a:cubicBezTo>
                    <a:pt x="140" y="0"/>
                    <a:pt x="1" y="335"/>
                    <a:pt x="198" y="532"/>
                  </a:cubicBezTo>
                  <a:cubicBezTo>
                    <a:pt x="261" y="596"/>
                    <a:pt x="339" y="625"/>
                    <a:pt x="416" y="625"/>
                  </a:cubicBezTo>
                  <a:cubicBezTo>
                    <a:pt x="576" y="625"/>
                    <a:pt x="730" y="500"/>
                    <a:pt x="730" y="312"/>
                  </a:cubicBezTo>
                  <a:cubicBezTo>
                    <a:pt x="730" y="140"/>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6093325" y="395145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6116650" y="395145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6139975" y="395145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
            <p:cNvSpPr/>
            <p:nvPr/>
          </p:nvSpPr>
          <p:spPr>
            <a:xfrm>
              <a:off x="6160650" y="3951500"/>
              <a:ext cx="18300" cy="15625"/>
            </a:xfrm>
            <a:custGeom>
              <a:rect b="b" l="l" r="r" t="t"/>
              <a:pathLst>
                <a:path extrusionOk="0" h="625" w="732">
                  <a:moveTo>
                    <a:pt x="419" y="0"/>
                  </a:moveTo>
                  <a:cubicBezTo>
                    <a:pt x="140" y="0"/>
                    <a:pt x="1" y="335"/>
                    <a:pt x="198" y="532"/>
                  </a:cubicBezTo>
                  <a:cubicBezTo>
                    <a:pt x="262" y="596"/>
                    <a:pt x="340" y="625"/>
                    <a:pt x="417" y="625"/>
                  </a:cubicBezTo>
                  <a:cubicBezTo>
                    <a:pt x="577" y="625"/>
                    <a:pt x="731" y="500"/>
                    <a:pt x="731" y="312"/>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
            <p:cNvSpPr/>
            <p:nvPr/>
          </p:nvSpPr>
          <p:spPr>
            <a:xfrm>
              <a:off x="6186625" y="395145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
            <p:cNvSpPr/>
            <p:nvPr/>
          </p:nvSpPr>
          <p:spPr>
            <a:xfrm>
              <a:off x="620995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6233275" y="3951450"/>
              <a:ext cx="15625" cy="15650"/>
            </a:xfrm>
            <a:custGeom>
              <a:rect b="b" l="l" r="r" t="t"/>
              <a:pathLst>
                <a:path extrusionOk="0" h="626" w="625">
                  <a:moveTo>
                    <a:pt x="312" y="1"/>
                  </a:moveTo>
                  <a:cubicBezTo>
                    <a:pt x="141" y="1"/>
                    <a:pt x="0" y="142"/>
                    <a:pt x="0" y="313"/>
                  </a:cubicBezTo>
                  <a:cubicBezTo>
                    <a:pt x="0" y="486"/>
                    <a:pt x="141"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625660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6279950" y="395145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630325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6323950" y="3951500"/>
              <a:ext cx="18300" cy="15625"/>
            </a:xfrm>
            <a:custGeom>
              <a:rect b="b" l="l" r="r" t="t"/>
              <a:pathLst>
                <a:path extrusionOk="0" h="625" w="732">
                  <a:moveTo>
                    <a:pt x="422" y="0"/>
                  </a:moveTo>
                  <a:cubicBezTo>
                    <a:pt x="421" y="0"/>
                    <a:pt x="420" y="0"/>
                    <a:pt x="419" y="0"/>
                  </a:cubicBezTo>
                  <a:cubicBezTo>
                    <a:pt x="418" y="0"/>
                    <a:pt x="418" y="0"/>
                    <a:pt x="417" y="0"/>
                  </a:cubicBezTo>
                  <a:cubicBezTo>
                    <a:pt x="139" y="0"/>
                    <a:pt x="1" y="336"/>
                    <a:pt x="198" y="532"/>
                  </a:cubicBezTo>
                  <a:cubicBezTo>
                    <a:pt x="261" y="596"/>
                    <a:pt x="340" y="625"/>
                    <a:pt x="417" y="625"/>
                  </a:cubicBezTo>
                  <a:cubicBezTo>
                    <a:pt x="577" y="625"/>
                    <a:pt x="731" y="500"/>
                    <a:pt x="731" y="312"/>
                  </a:cubicBezTo>
                  <a:cubicBezTo>
                    <a:pt x="731" y="141"/>
                    <a:pt x="593" y="0"/>
                    <a:pt x="42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6349900" y="395145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637325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6396600" y="3951450"/>
              <a:ext cx="15625" cy="15650"/>
            </a:xfrm>
            <a:custGeom>
              <a:rect b="b" l="l" r="r" t="t"/>
              <a:pathLst>
                <a:path extrusionOk="0" h="626" w="625">
                  <a:moveTo>
                    <a:pt x="313" y="1"/>
                  </a:moveTo>
                  <a:cubicBezTo>
                    <a:pt x="140" y="1"/>
                    <a:pt x="0" y="142"/>
                    <a:pt x="0" y="313"/>
                  </a:cubicBezTo>
                  <a:cubicBezTo>
                    <a:pt x="0" y="486"/>
                    <a:pt x="140" y="625"/>
                    <a:pt x="313" y="625"/>
                  </a:cubicBezTo>
                  <a:cubicBezTo>
                    <a:pt x="484" y="625"/>
                    <a:pt x="625" y="486"/>
                    <a:pt x="625" y="313"/>
                  </a:cubicBezTo>
                  <a:cubicBezTo>
                    <a:pt x="625" y="142"/>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641990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6443250" y="395145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6466550" y="395145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6487275" y="3951500"/>
              <a:ext cx="18250" cy="15625"/>
            </a:xfrm>
            <a:custGeom>
              <a:rect b="b" l="l" r="r" t="t"/>
              <a:pathLst>
                <a:path extrusionOk="0" h="625" w="730">
                  <a:moveTo>
                    <a:pt x="418" y="0"/>
                  </a:moveTo>
                  <a:cubicBezTo>
                    <a:pt x="139" y="0"/>
                    <a:pt x="1" y="335"/>
                    <a:pt x="196" y="532"/>
                  </a:cubicBezTo>
                  <a:cubicBezTo>
                    <a:pt x="260" y="596"/>
                    <a:pt x="339" y="625"/>
                    <a:pt x="415" y="625"/>
                  </a:cubicBezTo>
                  <a:cubicBezTo>
                    <a:pt x="576" y="625"/>
                    <a:pt x="730" y="500"/>
                    <a:pt x="730" y="312"/>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6513250" y="3951450"/>
              <a:ext cx="15625" cy="15650"/>
            </a:xfrm>
            <a:custGeom>
              <a:rect b="b" l="l" r="r" t="t"/>
              <a:pathLst>
                <a:path extrusionOk="0" h="626" w="625">
                  <a:moveTo>
                    <a:pt x="312" y="1"/>
                  </a:moveTo>
                  <a:cubicBezTo>
                    <a:pt x="140" y="1"/>
                    <a:pt x="0" y="142"/>
                    <a:pt x="0" y="313"/>
                  </a:cubicBezTo>
                  <a:cubicBezTo>
                    <a:pt x="0" y="486"/>
                    <a:pt x="140" y="625"/>
                    <a:pt x="312" y="625"/>
                  </a:cubicBezTo>
                  <a:cubicBezTo>
                    <a:pt x="484" y="625"/>
                    <a:pt x="625" y="486"/>
                    <a:pt x="625" y="313"/>
                  </a:cubicBezTo>
                  <a:cubicBezTo>
                    <a:pt x="625" y="142"/>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5976675" y="3931450"/>
              <a:ext cx="15625" cy="15625"/>
            </a:xfrm>
            <a:custGeom>
              <a:rect b="b" l="l" r="r" t="t"/>
              <a:pathLst>
                <a:path extrusionOk="0" h="625" w="625">
                  <a:moveTo>
                    <a:pt x="313" y="0"/>
                  </a:moveTo>
                  <a:cubicBezTo>
                    <a:pt x="140" y="0"/>
                    <a:pt x="0" y="141"/>
                    <a:pt x="0" y="313"/>
                  </a:cubicBezTo>
                  <a:cubicBezTo>
                    <a:pt x="0" y="485"/>
                    <a:pt x="140" y="625"/>
                    <a:pt x="313" y="625"/>
                  </a:cubicBezTo>
                  <a:cubicBezTo>
                    <a:pt x="485" y="625"/>
                    <a:pt x="625" y="485"/>
                    <a:pt x="625" y="313"/>
                  </a:cubicBezTo>
                  <a:cubicBezTo>
                    <a:pt x="625" y="141"/>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5999975" y="3931450"/>
              <a:ext cx="15650" cy="15625"/>
            </a:xfrm>
            <a:custGeom>
              <a:rect b="b" l="l" r="r" t="t"/>
              <a:pathLst>
                <a:path extrusionOk="0" h="625" w="626">
                  <a:moveTo>
                    <a:pt x="313" y="0"/>
                  </a:moveTo>
                  <a:cubicBezTo>
                    <a:pt x="141" y="0"/>
                    <a:pt x="1" y="141"/>
                    <a:pt x="1" y="313"/>
                  </a:cubicBezTo>
                  <a:cubicBezTo>
                    <a:pt x="1" y="485"/>
                    <a:pt x="141" y="625"/>
                    <a:pt x="313" y="625"/>
                  </a:cubicBezTo>
                  <a:cubicBezTo>
                    <a:pt x="486" y="625"/>
                    <a:pt x="625" y="485"/>
                    <a:pt x="625" y="313"/>
                  </a:cubicBezTo>
                  <a:cubicBezTo>
                    <a:pt x="625" y="141"/>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
            <p:cNvSpPr/>
            <p:nvPr/>
          </p:nvSpPr>
          <p:spPr>
            <a:xfrm>
              <a:off x="6023325" y="3931450"/>
              <a:ext cx="15625" cy="15625"/>
            </a:xfrm>
            <a:custGeom>
              <a:rect b="b" l="l" r="r" t="t"/>
              <a:pathLst>
                <a:path extrusionOk="0" h="625" w="625">
                  <a:moveTo>
                    <a:pt x="313" y="0"/>
                  </a:moveTo>
                  <a:cubicBezTo>
                    <a:pt x="140" y="0"/>
                    <a:pt x="0" y="141"/>
                    <a:pt x="0" y="313"/>
                  </a:cubicBezTo>
                  <a:cubicBezTo>
                    <a:pt x="0" y="485"/>
                    <a:pt x="140" y="625"/>
                    <a:pt x="313" y="625"/>
                  </a:cubicBezTo>
                  <a:cubicBezTo>
                    <a:pt x="485" y="625"/>
                    <a:pt x="625" y="485"/>
                    <a:pt x="625" y="313"/>
                  </a:cubicBezTo>
                  <a:cubicBezTo>
                    <a:pt x="625" y="141"/>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6046675" y="3931450"/>
              <a:ext cx="15625" cy="15625"/>
            </a:xfrm>
            <a:custGeom>
              <a:rect b="b" l="l" r="r" t="t"/>
              <a:pathLst>
                <a:path extrusionOk="0" h="625" w="625">
                  <a:moveTo>
                    <a:pt x="312" y="0"/>
                  </a:moveTo>
                  <a:cubicBezTo>
                    <a:pt x="139" y="0"/>
                    <a:pt x="0" y="141"/>
                    <a:pt x="0" y="313"/>
                  </a:cubicBezTo>
                  <a:cubicBezTo>
                    <a:pt x="0" y="485"/>
                    <a:pt x="139" y="625"/>
                    <a:pt x="312" y="625"/>
                  </a:cubicBezTo>
                  <a:cubicBezTo>
                    <a:pt x="485" y="625"/>
                    <a:pt x="625" y="485"/>
                    <a:pt x="625" y="313"/>
                  </a:cubicBezTo>
                  <a:cubicBezTo>
                    <a:pt x="625" y="141"/>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6067350" y="3931450"/>
              <a:ext cx="18250" cy="15675"/>
            </a:xfrm>
            <a:custGeom>
              <a:rect b="b" l="l" r="r" t="t"/>
              <a:pathLst>
                <a:path extrusionOk="0" h="627" w="730">
                  <a:moveTo>
                    <a:pt x="418" y="0"/>
                  </a:moveTo>
                  <a:cubicBezTo>
                    <a:pt x="140" y="0"/>
                    <a:pt x="1" y="337"/>
                    <a:pt x="198" y="534"/>
                  </a:cubicBezTo>
                  <a:cubicBezTo>
                    <a:pt x="261" y="598"/>
                    <a:pt x="339" y="626"/>
                    <a:pt x="416" y="626"/>
                  </a:cubicBezTo>
                  <a:cubicBezTo>
                    <a:pt x="576" y="626"/>
                    <a:pt x="730" y="501"/>
                    <a:pt x="730" y="313"/>
                  </a:cubicBezTo>
                  <a:cubicBezTo>
                    <a:pt x="730" y="141"/>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
            <p:cNvSpPr/>
            <p:nvPr/>
          </p:nvSpPr>
          <p:spPr>
            <a:xfrm>
              <a:off x="6093325" y="3931450"/>
              <a:ext cx="15625" cy="15625"/>
            </a:xfrm>
            <a:custGeom>
              <a:rect b="b" l="l" r="r" t="t"/>
              <a:pathLst>
                <a:path extrusionOk="0" h="625" w="625">
                  <a:moveTo>
                    <a:pt x="312" y="0"/>
                  </a:moveTo>
                  <a:cubicBezTo>
                    <a:pt x="140" y="0"/>
                    <a:pt x="0" y="141"/>
                    <a:pt x="0" y="313"/>
                  </a:cubicBezTo>
                  <a:cubicBezTo>
                    <a:pt x="0" y="485"/>
                    <a:pt x="140" y="625"/>
                    <a:pt x="312" y="625"/>
                  </a:cubicBezTo>
                  <a:cubicBezTo>
                    <a:pt x="485" y="625"/>
                    <a:pt x="625" y="485"/>
                    <a:pt x="625" y="313"/>
                  </a:cubicBezTo>
                  <a:cubicBezTo>
                    <a:pt x="625" y="141"/>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
            <p:cNvSpPr/>
            <p:nvPr/>
          </p:nvSpPr>
          <p:spPr>
            <a:xfrm>
              <a:off x="6116650" y="3931450"/>
              <a:ext cx="15650" cy="15625"/>
            </a:xfrm>
            <a:custGeom>
              <a:rect b="b" l="l" r="r" t="t"/>
              <a:pathLst>
                <a:path extrusionOk="0" h="625" w="626">
                  <a:moveTo>
                    <a:pt x="313" y="0"/>
                  </a:moveTo>
                  <a:cubicBezTo>
                    <a:pt x="140" y="0"/>
                    <a:pt x="1" y="141"/>
                    <a:pt x="1" y="313"/>
                  </a:cubicBezTo>
                  <a:cubicBezTo>
                    <a:pt x="1" y="485"/>
                    <a:pt x="140" y="625"/>
                    <a:pt x="313" y="625"/>
                  </a:cubicBezTo>
                  <a:cubicBezTo>
                    <a:pt x="484" y="625"/>
                    <a:pt x="625" y="485"/>
                    <a:pt x="625" y="313"/>
                  </a:cubicBezTo>
                  <a:cubicBezTo>
                    <a:pt x="625" y="141"/>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6139975" y="3931450"/>
              <a:ext cx="15625" cy="15625"/>
            </a:xfrm>
            <a:custGeom>
              <a:rect b="b" l="l" r="r" t="t"/>
              <a:pathLst>
                <a:path extrusionOk="0" h="625" w="625">
                  <a:moveTo>
                    <a:pt x="312" y="0"/>
                  </a:moveTo>
                  <a:cubicBezTo>
                    <a:pt x="140" y="0"/>
                    <a:pt x="0" y="141"/>
                    <a:pt x="0" y="313"/>
                  </a:cubicBezTo>
                  <a:cubicBezTo>
                    <a:pt x="0" y="485"/>
                    <a:pt x="140" y="625"/>
                    <a:pt x="312" y="625"/>
                  </a:cubicBezTo>
                  <a:cubicBezTo>
                    <a:pt x="485" y="625"/>
                    <a:pt x="625" y="485"/>
                    <a:pt x="625" y="313"/>
                  </a:cubicBezTo>
                  <a:cubicBezTo>
                    <a:pt x="625" y="141"/>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6160650" y="3931450"/>
              <a:ext cx="18300" cy="15675"/>
            </a:xfrm>
            <a:custGeom>
              <a:rect b="b" l="l" r="r" t="t"/>
              <a:pathLst>
                <a:path extrusionOk="0" h="627" w="732">
                  <a:moveTo>
                    <a:pt x="419" y="0"/>
                  </a:moveTo>
                  <a:cubicBezTo>
                    <a:pt x="140" y="0"/>
                    <a:pt x="1" y="337"/>
                    <a:pt x="198" y="534"/>
                  </a:cubicBezTo>
                  <a:cubicBezTo>
                    <a:pt x="262" y="598"/>
                    <a:pt x="340" y="626"/>
                    <a:pt x="417" y="626"/>
                  </a:cubicBezTo>
                  <a:cubicBezTo>
                    <a:pt x="577" y="626"/>
                    <a:pt x="731" y="501"/>
                    <a:pt x="731" y="313"/>
                  </a:cubicBezTo>
                  <a:cubicBezTo>
                    <a:pt x="731" y="141"/>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6186625" y="3931450"/>
              <a:ext cx="15625" cy="15625"/>
            </a:xfrm>
            <a:custGeom>
              <a:rect b="b" l="l" r="r" t="t"/>
              <a:pathLst>
                <a:path extrusionOk="0" h="625" w="625">
                  <a:moveTo>
                    <a:pt x="312" y="0"/>
                  </a:moveTo>
                  <a:cubicBezTo>
                    <a:pt x="140" y="0"/>
                    <a:pt x="0" y="141"/>
                    <a:pt x="0" y="313"/>
                  </a:cubicBezTo>
                  <a:cubicBezTo>
                    <a:pt x="0" y="485"/>
                    <a:pt x="140" y="625"/>
                    <a:pt x="312" y="625"/>
                  </a:cubicBezTo>
                  <a:cubicBezTo>
                    <a:pt x="485" y="625"/>
                    <a:pt x="625" y="485"/>
                    <a:pt x="625" y="313"/>
                  </a:cubicBezTo>
                  <a:cubicBezTo>
                    <a:pt x="625" y="141"/>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620995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6233275" y="3931450"/>
              <a:ext cx="15625" cy="15625"/>
            </a:xfrm>
            <a:custGeom>
              <a:rect b="b" l="l" r="r" t="t"/>
              <a:pathLst>
                <a:path extrusionOk="0" h="625" w="625">
                  <a:moveTo>
                    <a:pt x="312" y="0"/>
                  </a:moveTo>
                  <a:cubicBezTo>
                    <a:pt x="141" y="0"/>
                    <a:pt x="0" y="141"/>
                    <a:pt x="0" y="313"/>
                  </a:cubicBezTo>
                  <a:cubicBezTo>
                    <a:pt x="0" y="485"/>
                    <a:pt x="141" y="625"/>
                    <a:pt x="312" y="625"/>
                  </a:cubicBezTo>
                  <a:cubicBezTo>
                    <a:pt x="485" y="625"/>
                    <a:pt x="625" y="485"/>
                    <a:pt x="625" y="313"/>
                  </a:cubicBezTo>
                  <a:cubicBezTo>
                    <a:pt x="625" y="141"/>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625660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6279950" y="3931450"/>
              <a:ext cx="15650" cy="15625"/>
            </a:xfrm>
            <a:custGeom>
              <a:rect b="b" l="l" r="r" t="t"/>
              <a:pathLst>
                <a:path extrusionOk="0" h="625" w="626">
                  <a:moveTo>
                    <a:pt x="313" y="0"/>
                  </a:moveTo>
                  <a:cubicBezTo>
                    <a:pt x="140" y="0"/>
                    <a:pt x="1" y="141"/>
                    <a:pt x="1" y="313"/>
                  </a:cubicBezTo>
                  <a:cubicBezTo>
                    <a:pt x="1" y="485"/>
                    <a:pt x="140" y="625"/>
                    <a:pt x="313" y="625"/>
                  </a:cubicBezTo>
                  <a:cubicBezTo>
                    <a:pt x="484" y="625"/>
                    <a:pt x="625" y="485"/>
                    <a:pt x="625" y="313"/>
                  </a:cubicBezTo>
                  <a:cubicBezTo>
                    <a:pt x="625" y="141"/>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630325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6323950" y="3931450"/>
              <a:ext cx="18300" cy="15675"/>
            </a:xfrm>
            <a:custGeom>
              <a:rect b="b" l="l" r="r" t="t"/>
              <a:pathLst>
                <a:path extrusionOk="0" h="627" w="732">
                  <a:moveTo>
                    <a:pt x="419" y="0"/>
                  </a:moveTo>
                  <a:cubicBezTo>
                    <a:pt x="140" y="0"/>
                    <a:pt x="1" y="337"/>
                    <a:pt x="198" y="534"/>
                  </a:cubicBezTo>
                  <a:cubicBezTo>
                    <a:pt x="261" y="598"/>
                    <a:pt x="340" y="626"/>
                    <a:pt x="416" y="626"/>
                  </a:cubicBezTo>
                  <a:cubicBezTo>
                    <a:pt x="577" y="626"/>
                    <a:pt x="731" y="501"/>
                    <a:pt x="731" y="313"/>
                  </a:cubicBezTo>
                  <a:cubicBezTo>
                    <a:pt x="731" y="141"/>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6349900" y="3931450"/>
              <a:ext cx="15650" cy="15625"/>
            </a:xfrm>
            <a:custGeom>
              <a:rect b="b" l="l" r="r" t="t"/>
              <a:pathLst>
                <a:path extrusionOk="0" h="625" w="626">
                  <a:moveTo>
                    <a:pt x="313" y="0"/>
                  </a:moveTo>
                  <a:cubicBezTo>
                    <a:pt x="142" y="0"/>
                    <a:pt x="1" y="141"/>
                    <a:pt x="1" y="313"/>
                  </a:cubicBezTo>
                  <a:cubicBezTo>
                    <a:pt x="1" y="485"/>
                    <a:pt x="142" y="625"/>
                    <a:pt x="313" y="625"/>
                  </a:cubicBezTo>
                  <a:cubicBezTo>
                    <a:pt x="486" y="625"/>
                    <a:pt x="625" y="485"/>
                    <a:pt x="625" y="313"/>
                  </a:cubicBezTo>
                  <a:cubicBezTo>
                    <a:pt x="625" y="141"/>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637325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6396600" y="3931450"/>
              <a:ext cx="15625" cy="15625"/>
            </a:xfrm>
            <a:custGeom>
              <a:rect b="b" l="l" r="r" t="t"/>
              <a:pathLst>
                <a:path extrusionOk="0" h="625" w="625">
                  <a:moveTo>
                    <a:pt x="313" y="0"/>
                  </a:moveTo>
                  <a:cubicBezTo>
                    <a:pt x="140" y="0"/>
                    <a:pt x="0" y="141"/>
                    <a:pt x="0" y="313"/>
                  </a:cubicBezTo>
                  <a:cubicBezTo>
                    <a:pt x="0" y="485"/>
                    <a:pt x="140" y="625"/>
                    <a:pt x="313" y="625"/>
                  </a:cubicBezTo>
                  <a:cubicBezTo>
                    <a:pt x="484" y="625"/>
                    <a:pt x="625" y="485"/>
                    <a:pt x="625" y="313"/>
                  </a:cubicBezTo>
                  <a:cubicBezTo>
                    <a:pt x="625" y="141"/>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641990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6443250" y="3931450"/>
              <a:ext cx="15625" cy="15625"/>
            </a:xfrm>
            <a:custGeom>
              <a:rect b="b" l="l" r="r" t="t"/>
              <a:pathLst>
                <a:path extrusionOk="0" h="625" w="625">
                  <a:moveTo>
                    <a:pt x="313" y="0"/>
                  </a:moveTo>
                  <a:cubicBezTo>
                    <a:pt x="140" y="0"/>
                    <a:pt x="0" y="141"/>
                    <a:pt x="0" y="313"/>
                  </a:cubicBezTo>
                  <a:cubicBezTo>
                    <a:pt x="0" y="485"/>
                    <a:pt x="140" y="625"/>
                    <a:pt x="313" y="625"/>
                  </a:cubicBezTo>
                  <a:cubicBezTo>
                    <a:pt x="485" y="625"/>
                    <a:pt x="625" y="485"/>
                    <a:pt x="625" y="313"/>
                  </a:cubicBezTo>
                  <a:cubicBezTo>
                    <a:pt x="625" y="141"/>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6466550" y="3931450"/>
              <a:ext cx="15650" cy="15625"/>
            </a:xfrm>
            <a:custGeom>
              <a:rect b="b" l="l" r="r" t="t"/>
              <a:pathLst>
                <a:path extrusionOk="0" h="625" w="626">
                  <a:moveTo>
                    <a:pt x="313" y="0"/>
                  </a:moveTo>
                  <a:cubicBezTo>
                    <a:pt x="142" y="0"/>
                    <a:pt x="1" y="141"/>
                    <a:pt x="1" y="313"/>
                  </a:cubicBezTo>
                  <a:cubicBezTo>
                    <a:pt x="1" y="485"/>
                    <a:pt x="142" y="625"/>
                    <a:pt x="313" y="625"/>
                  </a:cubicBezTo>
                  <a:cubicBezTo>
                    <a:pt x="486" y="625"/>
                    <a:pt x="625" y="485"/>
                    <a:pt x="625" y="313"/>
                  </a:cubicBezTo>
                  <a:cubicBezTo>
                    <a:pt x="625" y="141"/>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6487275" y="3931450"/>
              <a:ext cx="18250" cy="15675"/>
            </a:xfrm>
            <a:custGeom>
              <a:rect b="b" l="l" r="r" t="t"/>
              <a:pathLst>
                <a:path extrusionOk="0" h="627" w="730">
                  <a:moveTo>
                    <a:pt x="418" y="0"/>
                  </a:moveTo>
                  <a:cubicBezTo>
                    <a:pt x="139" y="0"/>
                    <a:pt x="1" y="337"/>
                    <a:pt x="196" y="534"/>
                  </a:cubicBezTo>
                  <a:cubicBezTo>
                    <a:pt x="260" y="598"/>
                    <a:pt x="338" y="626"/>
                    <a:pt x="415" y="626"/>
                  </a:cubicBezTo>
                  <a:cubicBezTo>
                    <a:pt x="576" y="626"/>
                    <a:pt x="730" y="501"/>
                    <a:pt x="730" y="313"/>
                  </a:cubicBezTo>
                  <a:cubicBezTo>
                    <a:pt x="730" y="141"/>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6513250" y="3931450"/>
              <a:ext cx="15625" cy="15625"/>
            </a:xfrm>
            <a:custGeom>
              <a:rect b="b" l="l" r="r" t="t"/>
              <a:pathLst>
                <a:path extrusionOk="0" h="625" w="625">
                  <a:moveTo>
                    <a:pt x="312" y="0"/>
                  </a:moveTo>
                  <a:cubicBezTo>
                    <a:pt x="140" y="0"/>
                    <a:pt x="0" y="141"/>
                    <a:pt x="0" y="313"/>
                  </a:cubicBezTo>
                  <a:cubicBezTo>
                    <a:pt x="0" y="485"/>
                    <a:pt x="140" y="625"/>
                    <a:pt x="312" y="625"/>
                  </a:cubicBezTo>
                  <a:cubicBezTo>
                    <a:pt x="484" y="625"/>
                    <a:pt x="625" y="485"/>
                    <a:pt x="625" y="313"/>
                  </a:cubicBezTo>
                  <a:cubicBezTo>
                    <a:pt x="625" y="141"/>
                    <a:pt x="484"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5999975" y="3911425"/>
              <a:ext cx="15650" cy="15650"/>
            </a:xfrm>
            <a:custGeom>
              <a:rect b="b" l="l" r="r" t="t"/>
              <a:pathLst>
                <a:path extrusionOk="0" h="626" w="626">
                  <a:moveTo>
                    <a:pt x="313" y="1"/>
                  </a:moveTo>
                  <a:cubicBezTo>
                    <a:pt x="141" y="1"/>
                    <a:pt x="1" y="142"/>
                    <a:pt x="1" y="313"/>
                  </a:cubicBezTo>
                  <a:cubicBezTo>
                    <a:pt x="1" y="486"/>
                    <a:pt x="141"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6023325" y="3911425"/>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6046675" y="3911425"/>
              <a:ext cx="15625" cy="15650"/>
            </a:xfrm>
            <a:custGeom>
              <a:rect b="b" l="l" r="r" t="t"/>
              <a:pathLst>
                <a:path extrusionOk="0" h="626" w="625">
                  <a:moveTo>
                    <a:pt x="312" y="1"/>
                  </a:moveTo>
                  <a:cubicBezTo>
                    <a:pt x="139" y="1"/>
                    <a:pt x="0" y="142"/>
                    <a:pt x="0" y="313"/>
                  </a:cubicBezTo>
                  <a:cubicBezTo>
                    <a:pt x="0" y="486"/>
                    <a:pt x="139"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6067350" y="3911425"/>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2"/>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6093325" y="3911425"/>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6116650" y="3911425"/>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6139975" y="3911425"/>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6160650" y="3911425"/>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2"/>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6186625" y="3911425"/>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620995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6233275" y="3911425"/>
              <a:ext cx="15625" cy="15650"/>
            </a:xfrm>
            <a:custGeom>
              <a:rect b="b" l="l" r="r" t="t"/>
              <a:pathLst>
                <a:path extrusionOk="0" h="626" w="625">
                  <a:moveTo>
                    <a:pt x="312" y="1"/>
                  </a:moveTo>
                  <a:cubicBezTo>
                    <a:pt x="141" y="1"/>
                    <a:pt x="0" y="142"/>
                    <a:pt x="0" y="313"/>
                  </a:cubicBezTo>
                  <a:cubicBezTo>
                    <a:pt x="0" y="486"/>
                    <a:pt x="141"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
            <p:cNvSpPr/>
            <p:nvPr/>
          </p:nvSpPr>
          <p:spPr>
            <a:xfrm>
              <a:off x="625660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6279950" y="3911425"/>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630325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6323950" y="3911425"/>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2"/>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6349900" y="3911425"/>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637325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6396600" y="3911425"/>
              <a:ext cx="15625" cy="15650"/>
            </a:xfrm>
            <a:custGeom>
              <a:rect b="b" l="l" r="r" t="t"/>
              <a:pathLst>
                <a:path extrusionOk="0" h="626" w="625">
                  <a:moveTo>
                    <a:pt x="313" y="1"/>
                  </a:moveTo>
                  <a:cubicBezTo>
                    <a:pt x="140" y="1"/>
                    <a:pt x="0" y="142"/>
                    <a:pt x="0" y="313"/>
                  </a:cubicBezTo>
                  <a:cubicBezTo>
                    <a:pt x="0" y="486"/>
                    <a:pt x="140" y="625"/>
                    <a:pt x="313" y="625"/>
                  </a:cubicBezTo>
                  <a:cubicBezTo>
                    <a:pt x="484" y="625"/>
                    <a:pt x="625" y="486"/>
                    <a:pt x="625" y="313"/>
                  </a:cubicBezTo>
                  <a:cubicBezTo>
                    <a:pt x="625" y="142"/>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
            <p:cNvSpPr/>
            <p:nvPr/>
          </p:nvSpPr>
          <p:spPr>
            <a:xfrm>
              <a:off x="641990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
            <p:cNvSpPr/>
            <p:nvPr/>
          </p:nvSpPr>
          <p:spPr>
            <a:xfrm>
              <a:off x="6443250" y="3911425"/>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
            <p:cNvSpPr/>
            <p:nvPr/>
          </p:nvSpPr>
          <p:spPr>
            <a:xfrm>
              <a:off x="6466550" y="3911425"/>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6487275" y="3911425"/>
              <a:ext cx="18250" cy="15675"/>
            </a:xfrm>
            <a:custGeom>
              <a:rect b="b" l="l" r="r" t="t"/>
              <a:pathLst>
                <a:path extrusionOk="0" h="627" w="730">
                  <a:moveTo>
                    <a:pt x="418" y="1"/>
                  </a:moveTo>
                  <a:cubicBezTo>
                    <a:pt x="139" y="1"/>
                    <a:pt x="1" y="337"/>
                    <a:pt x="196" y="534"/>
                  </a:cubicBezTo>
                  <a:cubicBezTo>
                    <a:pt x="260" y="598"/>
                    <a:pt x="338" y="627"/>
                    <a:pt x="415" y="627"/>
                  </a:cubicBezTo>
                  <a:cubicBezTo>
                    <a:pt x="576" y="627"/>
                    <a:pt x="730" y="502"/>
                    <a:pt x="730" y="313"/>
                  </a:cubicBezTo>
                  <a:cubicBezTo>
                    <a:pt x="730" y="142"/>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6513250" y="3911425"/>
              <a:ext cx="15625" cy="15650"/>
            </a:xfrm>
            <a:custGeom>
              <a:rect b="b" l="l" r="r" t="t"/>
              <a:pathLst>
                <a:path extrusionOk="0" h="626" w="625">
                  <a:moveTo>
                    <a:pt x="312" y="1"/>
                  </a:moveTo>
                  <a:cubicBezTo>
                    <a:pt x="140" y="1"/>
                    <a:pt x="0" y="142"/>
                    <a:pt x="0" y="313"/>
                  </a:cubicBezTo>
                  <a:cubicBezTo>
                    <a:pt x="0" y="486"/>
                    <a:pt x="140" y="625"/>
                    <a:pt x="312" y="625"/>
                  </a:cubicBezTo>
                  <a:cubicBezTo>
                    <a:pt x="484" y="625"/>
                    <a:pt x="625" y="486"/>
                    <a:pt x="625" y="313"/>
                  </a:cubicBezTo>
                  <a:cubicBezTo>
                    <a:pt x="625" y="142"/>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5999975" y="389142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6023325" y="38914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6046675" y="389142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6067350" y="3891425"/>
              <a:ext cx="18250" cy="15675"/>
            </a:xfrm>
            <a:custGeom>
              <a:rect b="b" l="l" r="r" t="t"/>
              <a:pathLst>
                <a:path extrusionOk="0" h="627" w="730">
                  <a:moveTo>
                    <a:pt x="418" y="1"/>
                  </a:moveTo>
                  <a:cubicBezTo>
                    <a:pt x="140" y="1"/>
                    <a:pt x="1" y="337"/>
                    <a:pt x="198" y="534"/>
                  </a:cubicBezTo>
                  <a:cubicBezTo>
                    <a:pt x="261" y="598"/>
                    <a:pt x="339" y="626"/>
                    <a:pt x="416" y="626"/>
                  </a:cubicBezTo>
                  <a:cubicBezTo>
                    <a:pt x="576" y="626"/>
                    <a:pt x="730" y="502"/>
                    <a:pt x="730" y="313"/>
                  </a:cubicBezTo>
                  <a:cubicBezTo>
                    <a:pt x="730" y="140"/>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6093325" y="38914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6116650" y="38914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6139975" y="38914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6160650" y="3891425"/>
              <a:ext cx="18300" cy="15675"/>
            </a:xfrm>
            <a:custGeom>
              <a:rect b="b" l="l" r="r" t="t"/>
              <a:pathLst>
                <a:path extrusionOk="0" h="627" w="732">
                  <a:moveTo>
                    <a:pt x="419" y="1"/>
                  </a:moveTo>
                  <a:cubicBezTo>
                    <a:pt x="140" y="1"/>
                    <a:pt x="1" y="337"/>
                    <a:pt x="198" y="534"/>
                  </a:cubicBezTo>
                  <a:cubicBezTo>
                    <a:pt x="262" y="598"/>
                    <a:pt x="340" y="626"/>
                    <a:pt x="417" y="626"/>
                  </a:cubicBezTo>
                  <a:cubicBezTo>
                    <a:pt x="577" y="626"/>
                    <a:pt x="731" y="502"/>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6186625" y="38914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620995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6233275" y="389142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625660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6279950" y="38914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
            <p:cNvSpPr/>
            <p:nvPr/>
          </p:nvSpPr>
          <p:spPr>
            <a:xfrm>
              <a:off x="630325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6323950" y="3891425"/>
              <a:ext cx="18300" cy="15675"/>
            </a:xfrm>
            <a:custGeom>
              <a:rect b="b" l="l" r="r" t="t"/>
              <a:pathLst>
                <a:path extrusionOk="0" h="627" w="732">
                  <a:moveTo>
                    <a:pt x="419" y="1"/>
                  </a:moveTo>
                  <a:cubicBezTo>
                    <a:pt x="140" y="1"/>
                    <a:pt x="1" y="337"/>
                    <a:pt x="198" y="534"/>
                  </a:cubicBezTo>
                  <a:cubicBezTo>
                    <a:pt x="261" y="598"/>
                    <a:pt x="340" y="626"/>
                    <a:pt x="416" y="626"/>
                  </a:cubicBezTo>
                  <a:cubicBezTo>
                    <a:pt x="577" y="626"/>
                    <a:pt x="731" y="502"/>
                    <a:pt x="731" y="313"/>
                  </a:cubicBezTo>
                  <a:cubicBezTo>
                    <a:pt x="731" y="140"/>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6349900" y="38914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
            <p:cNvSpPr/>
            <p:nvPr/>
          </p:nvSpPr>
          <p:spPr>
            <a:xfrm>
              <a:off x="637325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
            <p:cNvSpPr/>
            <p:nvPr/>
          </p:nvSpPr>
          <p:spPr>
            <a:xfrm>
              <a:off x="6396600" y="389142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641990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6443250" y="38914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6466550" y="38914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6487275" y="3891425"/>
              <a:ext cx="18250" cy="15675"/>
            </a:xfrm>
            <a:custGeom>
              <a:rect b="b" l="l" r="r" t="t"/>
              <a:pathLst>
                <a:path extrusionOk="0" h="627" w="730">
                  <a:moveTo>
                    <a:pt x="418" y="1"/>
                  </a:moveTo>
                  <a:cubicBezTo>
                    <a:pt x="139" y="1"/>
                    <a:pt x="1" y="337"/>
                    <a:pt x="196" y="534"/>
                  </a:cubicBezTo>
                  <a:cubicBezTo>
                    <a:pt x="260" y="598"/>
                    <a:pt x="338" y="626"/>
                    <a:pt x="415" y="626"/>
                  </a:cubicBezTo>
                  <a:cubicBezTo>
                    <a:pt x="576" y="626"/>
                    <a:pt x="730" y="502"/>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6513250" y="389142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6023325" y="387142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6046675" y="3871425"/>
              <a:ext cx="15625" cy="15625"/>
            </a:xfrm>
            <a:custGeom>
              <a:rect b="b" l="l" r="r" t="t"/>
              <a:pathLst>
                <a:path extrusionOk="0" h="625" w="625">
                  <a:moveTo>
                    <a:pt x="312" y="0"/>
                  </a:moveTo>
                  <a:cubicBezTo>
                    <a:pt x="139" y="0"/>
                    <a:pt x="0" y="140"/>
                    <a:pt x="0" y="312"/>
                  </a:cubicBezTo>
                  <a:cubicBezTo>
                    <a:pt x="0" y="485"/>
                    <a:pt x="139"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6067350" y="3871425"/>
              <a:ext cx="18250" cy="15675"/>
            </a:xfrm>
            <a:custGeom>
              <a:rect b="b" l="l" r="r" t="t"/>
              <a:pathLst>
                <a:path extrusionOk="0" h="627" w="730">
                  <a:moveTo>
                    <a:pt x="418" y="0"/>
                  </a:moveTo>
                  <a:cubicBezTo>
                    <a:pt x="140" y="0"/>
                    <a:pt x="1" y="337"/>
                    <a:pt x="198" y="534"/>
                  </a:cubicBezTo>
                  <a:cubicBezTo>
                    <a:pt x="261" y="597"/>
                    <a:pt x="339" y="626"/>
                    <a:pt x="416" y="626"/>
                  </a:cubicBezTo>
                  <a:cubicBezTo>
                    <a:pt x="576" y="626"/>
                    <a:pt x="730" y="501"/>
                    <a:pt x="730" y="312"/>
                  </a:cubicBezTo>
                  <a:cubicBezTo>
                    <a:pt x="730" y="140"/>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6093325" y="387142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6116650" y="387142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6139975" y="387142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6160650" y="3871425"/>
              <a:ext cx="18300" cy="15675"/>
            </a:xfrm>
            <a:custGeom>
              <a:rect b="b" l="l" r="r" t="t"/>
              <a:pathLst>
                <a:path extrusionOk="0" h="627" w="732">
                  <a:moveTo>
                    <a:pt x="419" y="0"/>
                  </a:moveTo>
                  <a:cubicBezTo>
                    <a:pt x="140" y="0"/>
                    <a:pt x="1" y="337"/>
                    <a:pt x="198" y="534"/>
                  </a:cubicBezTo>
                  <a:cubicBezTo>
                    <a:pt x="262" y="597"/>
                    <a:pt x="340" y="626"/>
                    <a:pt x="417" y="626"/>
                  </a:cubicBezTo>
                  <a:cubicBezTo>
                    <a:pt x="577" y="626"/>
                    <a:pt x="731" y="501"/>
                    <a:pt x="731" y="312"/>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6186625" y="387142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620995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6233275" y="3871425"/>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625660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6279950" y="387142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630325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6323950" y="3871425"/>
              <a:ext cx="18300" cy="15675"/>
            </a:xfrm>
            <a:custGeom>
              <a:rect b="b" l="l" r="r" t="t"/>
              <a:pathLst>
                <a:path extrusionOk="0" h="627" w="732">
                  <a:moveTo>
                    <a:pt x="419" y="0"/>
                  </a:moveTo>
                  <a:cubicBezTo>
                    <a:pt x="140" y="0"/>
                    <a:pt x="1" y="337"/>
                    <a:pt x="198" y="534"/>
                  </a:cubicBezTo>
                  <a:cubicBezTo>
                    <a:pt x="261" y="597"/>
                    <a:pt x="340" y="626"/>
                    <a:pt x="416" y="626"/>
                  </a:cubicBezTo>
                  <a:cubicBezTo>
                    <a:pt x="577" y="626"/>
                    <a:pt x="731" y="501"/>
                    <a:pt x="731" y="312"/>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6349900" y="387142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637325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6396600" y="3871425"/>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641990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6443250" y="387142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6466550" y="387142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6487275" y="3871425"/>
              <a:ext cx="18250" cy="15675"/>
            </a:xfrm>
            <a:custGeom>
              <a:rect b="b" l="l" r="r" t="t"/>
              <a:pathLst>
                <a:path extrusionOk="0" h="627" w="730">
                  <a:moveTo>
                    <a:pt x="418" y="0"/>
                  </a:moveTo>
                  <a:cubicBezTo>
                    <a:pt x="139" y="0"/>
                    <a:pt x="1" y="337"/>
                    <a:pt x="196" y="534"/>
                  </a:cubicBezTo>
                  <a:cubicBezTo>
                    <a:pt x="260" y="597"/>
                    <a:pt x="338" y="626"/>
                    <a:pt x="415" y="626"/>
                  </a:cubicBezTo>
                  <a:cubicBezTo>
                    <a:pt x="576" y="626"/>
                    <a:pt x="730" y="501"/>
                    <a:pt x="730" y="312"/>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6046675" y="3851400"/>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6067350" y="3851400"/>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0"/>
                    <a:pt x="590"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
            <p:cNvSpPr/>
            <p:nvPr/>
          </p:nvSpPr>
          <p:spPr>
            <a:xfrm>
              <a:off x="6093325" y="38514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6116650" y="38514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6139975" y="38514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6160650" y="3851400"/>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6186625" y="38514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620995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6233275" y="3851400"/>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
            <p:cNvSpPr/>
            <p:nvPr/>
          </p:nvSpPr>
          <p:spPr>
            <a:xfrm>
              <a:off x="625660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
            <p:cNvSpPr/>
            <p:nvPr/>
          </p:nvSpPr>
          <p:spPr>
            <a:xfrm>
              <a:off x="6279950" y="38514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630325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6323950" y="3851400"/>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0"/>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6349900" y="38514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637325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6396600" y="3851400"/>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641990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6443250" y="385140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6466550" y="38514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6067350" y="3831400"/>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3"/>
                  </a:cubicBezTo>
                  <a:cubicBezTo>
                    <a:pt x="730" y="140"/>
                    <a:pt x="590"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
            <p:cNvSpPr/>
            <p:nvPr/>
          </p:nvSpPr>
          <p:spPr>
            <a:xfrm>
              <a:off x="6093325" y="3831400"/>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
            <p:cNvSpPr/>
            <p:nvPr/>
          </p:nvSpPr>
          <p:spPr>
            <a:xfrm>
              <a:off x="6116650" y="3831400"/>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6139975" y="3831400"/>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6160650" y="3831400"/>
              <a:ext cx="18300" cy="15650"/>
            </a:xfrm>
            <a:custGeom>
              <a:rect b="b" l="l" r="r" t="t"/>
              <a:pathLst>
                <a:path extrusionOk="0" h="626" w="732">
                  <a:moveTo>
                    <a:pt x="419" y="0"/>
                  </a:moveTo>
                  <a:cubicBezTo>
                    <a:pt x="140" y="0"/>
                    <a:pt x="1" y="337"/>
                    <a:pt x="198" y="534"/>
                  </a:cubicBezTo>
                  <a:cubicBezTo>
                    <a:pt x="261" y="597"/>
                    <a:pt x="340" y="626"/>
                    <a:pt x="417" y="626"/>
                  </a:cubicBezTo>
                  <a:cubicBezTo>
                    <a:pt x="577" y="626"/>
                    <a:pt x="731" y="501"/>
                    <a:pt x="731" y="313"/>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6186625" y="3831400"/>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620995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6233275" y="3831400"/>
              <a:ext cx="15625" cy="15625"/>
            </a:xfrm>
            <a:custGeom>
              <a:rect b="b" l="l" r="r" t="t"/>
              <a:pathLst>
                <a:path extrusionOk="0" h="625" w="625">
                  <a:moveTo>
                    <a:pt x="312" y="0"/>
                  </a:moveTo>
                  <a:cubicBezTo>
                    <a:pt x="141" y="0"/>
                    <a:pt x="0" y="140"/>
                    <a:pt x="0" y="313"/>
                  </a:cubicBezTo>
                  <a:cubicBezTo>
                    <a:pt x="0" y="486"/>
                    <a:pt x="141" y="625"/>
                    <a:pt x="312" y="625"/>
                  </a:cubicBezTo>
                  <a:cubicBezTo>
                    <a:pt x="485" y="625"/>
                    <a:pt x="625" y="486"/>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625660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6279950" y="3831400"/>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630325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6323950" y="3831400"/>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3"/>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
            <p:cNvSpPr/>
            <p:nvPr/>
          </p:nvSpPr>
          <p:spPr>
            <a:xfrm>
              <a:off x="6349900" y="3831400"/>
              <a:ext cx="15650" cy="15625"/>
            </a:xfrm>
            <a:custGeom>
              <a:rect b="b" l="l" r="r" t="t"/>
              <a:pathLst>
                <a:path extrusionOk="0" h="625" w="626">
                  <a:moveTo>
                    <a:pt x="313" y="0"/>
                  </a:moveTo>
                  <a:cubicBezTo>
                    <a:pt x="142" y="0"/>
                    <a:pt x="1" y="140"/>
                    <a:pt x="1" y="313"/>
                  </a:cubicBezTo>
                  <a:cubicBezTo>
                    <a:pt x="1" y="486"/>
                    <a:pt x="142"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637325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6396600" y="3831400"/>
              <a:ext cx="15625" cy="15625"/>
            </a:xfrm>
            <a:custGeom>
              <a:rect b="b" l="l" r="r" t="t"/>
              <a:pathLst>
                <a:path extrusionOk="0" h="625" w="625">
                  <a:moveTo>
                    <a:pt x="313" y="0"/>
                  </a:moveTo>
                  <a:cubicBezTo>
                    <a:pt x="140" y="0"/>
                    <a:pt x="0" y="140"/>
                    <a:pt x="0" y="313"/>
                  </a:cubicBezTo>
                  <a:cubicBezTo>
                    <a:pt x="0" y="486"/>
                    <a:pt x="140" y="625"/>
                    <a:pt x="313" y="625"/>
                  </a:cubicBezTo>
                  <a:cubicBezTo>
                    <a:pt x="484" y="625"/>
                    <a:pt x="625" y="486"/>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641990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6443250" y="3831400"/>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6093325" y="38114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6116650" y="38114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6139975" y="38114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6160650" y="3811400"/>
              <a:ext cx="18300" cy="15650"/>
            </a:xfrm>
            <a:custGeom>
              <a:rect b="b" l="l" r="r" t="t"/>
              <a:pathLst>
                <a:path extrusionOk="0" h="626" w="732">
                  <a:moveTo>
                    <a:pt x="419" y="0"/>
                  </a:moveTo>
                  <a:cubicBezTo>
                    <a:pt x="140" y="0"/>
                    <a:pt x="1" y="337"/>
                    <a:pt x="198" y="534"/>
                  </a:cubicBezTo>
                  <a:cubicBezTo>
                    <a:pt x="261" y="597"/>
                    <a:pt x="340" y="625"/>
                    <a:pt x="417" y="625"/>
                  </a:cubicBezTo>
                  <a:cubicBezTo>
                    <a:pt x="577" y="625"/>
                    <a:pt x="731" y="501"/>
                    <a:pt x="731" y="312"/>
                  </a:cubicBezTo>
                  <a:cubicBezTo>
                    <a:pt x="731" y="140"/>
                    <a:pt x="590"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6186625" y="38114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620995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6233275" y="3811400"/>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625660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6279950" y="38114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630325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6323950" y="3811400"/>
              <a:ext cx="18300" cy="15650"/>
            </a:xfrm>
            <a:custGeom>
              <a:rect b="b" l="l" r="r" t="t"/>
              <a:pathLst>
                <a:path extrusionOk="0" h="626" w="732">
                  <a:moveTo>
                    <a:pt x="419" y="0"/>
                  </a:moveTo>
                  <a:cubicBezTo>
                    <a:pt x="140" y="0"/>
                    <a:pt x="1" y="337"/>
                    <a:pt x="198" y="534"/>
                  </a:cubicBezTo>
                  <a:cubicBezTo>
                    <a:pt x="261" y="597"/>
                    <a:pt x="340" y="625"/>
                    <a:pt x="416" y="625"/>
                  </a:cubicBezTo>
                  <a:cubicBezTo>
                    <a:pt x="577" y="625"/>
                    <a:pt x="731" y="501"/>
                    <a:pt x="731" y="312"/>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6349900" y="3811400"/>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637325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6396600" y="3811400"/>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641990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a:off x="6139975" y="37913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a:off x="6160650" y="3791375"/>
              <a:ext cx="18300" cy="15650"/>
            </a:xfrm>
            <a:custGeom>
              <a:rect b="b" l="l" r="r" t="t"/>
              <a:pathLst>
                <a:path extrusionOk="0" h="626" w="732">
                  <a:moveTo>
                    <a:pt x="419" y="1"/>
                  </a:moveTo>
                  <a:cubicBezTo>
                    <a:pt x="140" y="1"/>
                    <a:pt x="1" y="337"/>
                    <a:pt x="198" y="534"/>
                  </a:cubicBezTo>
                  <a:cubicBezTo>
                    <a:pt x="261" y="597"/>
                    <a:pt x="339" y="626"/>
                    <a:pt x="416" y="626"/>
                  </a:cubicBezTo>
                  <a:cubicBezTo>
                    <a:pt x="577" y="626"/>
                    <a:pt x="731" y="501"/>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a:off x="6186625" y="37913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a:off x="620995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
            <p:cNvSpPr/>
            <p:nvPr/>
          </p:nvSpPr>
          <p:spPr>
            <a:xfrm>
              <a:off x="6233275" y="379137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
            <p:cNvSpPr/>
            <p:nvPr/>
          </p:nvSpPr>
          <p:spPr>
            <a:xfrm>
              <a:off x="625660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
            <p:cNvSpPr/>
            <p:nvPr/>
          </p:nvSpPr>
          <p:spPr>
            <a:xfrm>
              <a:off x="6279950" y="37913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
            <p:cNvSpPr/>
            <p:nvPr/>
          </p:nvSpPr>
          <p:spPr>
            <a:xfrm>
              <a:off x="630325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
            <p:cNvSpPr/>
            <p:nvPr/>
          </p:nvSpPr>
          <p:spPr>
            <a:xfrm>
              <a:off x="6323950" y="3791375"/>
              <a:ext cx="18300" cy="15650"/>
            </a:xfrm>
            <a:custGeom>
              <a:rect b="b" l="l" r="r" t="t"/>
              <a:pathLst>
                <a:path extrusionOk="0" h="626" w="732">
                  <a:moveTo>
                    <a:pt x="419" y="1"/>
                  </a:moveTo>
                  <a:cubicBezTo>
                    <a:pt x="140" y="1"/>
                    <a:pt x="1" y="337"/>
                    <a:pt x="198" y="533"/>
                  </a:cubicBezTo>
                  <a:cubicBezTo>
                    <a:pt x="261" y="597"/>
                    <a:pt x="340" y="625"/>
                    <a:pt x="417" y="625"/>
                  </a:cubicBezTo>
                  <a:cubicBezTo>
                    <a:pt x="577" y="625"/>
                    <a:pt x="731" y="501"/>
                    <a:pt x="731" y="313"/>
                  </a:cubicBezTo>
                  <a:cubicBezTo>
                    <a:pt x="731" y="140"/>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
            <p:cNvSpPr/>
            <p:nvPr/>
          </p:nvSpPr>
          <p:spPr>
            <a:xfrm>
              <a:off x="6349900" y="37913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
            <p:cNvSpPr/>
            <p:nvPr/>
          </p:nvSpPr>
          <p:spPr>
            <a:xfrm>
              <a:off x="637325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
            <p:cNvSpPr/>
            <p:nvPr/>
          </p:nvSpPr>
          <p:spPr>
            <a:xfrm>
              <a:off x="6186625" y="377137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
            <p:cNvSpPr/>
            <p:nvPr/>
          </p:nvSpPr>
          <p:spPr>
            <a:xfrm>
              <a:off x="6209950" y="377137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
            <p:cNvSpPr/>
            <p:nvPr/>
          </p:nvSpPr>
          <p:spPr>
            <a:xfrm>
              <a:off x="6233275" y="3771375"/>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
            <p:cNvSpPr/>
            <p:nvPr/>
          </p:nvSpPr>
          <p:spPr>
            <a:xfrm>
              <a:off x="6256600" y="377137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
            <p:cNvSpPr/>
            <p:nvPr/>
          </p:nvSpPr>
          <p:spPr>
            <a:xfrm>
              <a:off x="6279950" y="3771375"/>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
            <p:cNvSpPr/>
            <p:nvPr/>
          </p:nvSpPr>
          <p:spPr>
            <a:xfrm>
              <a:off x="6303250" y="377137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
            <p:cNvSpPr/>
            <p:nvPr/>
          </p:nvSpPr>
          <p:spPr>
            <a:xfrm>
              <a:off x="6323950" y="3771375"/>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
            <p:cNvSpPr/>
            <p:nvPr/>
          </p:nvSpPr>
          <p:spPr>
            <a:xfrm>
              <a:off x="6139975" y="43917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
            <p:cNvSpPr/>
            <p:nvPr/>
          </p:nvSpPr>
          <p:spPr>
            <a:xfrm>
              <a:off x="6160650" y="4391725"/>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0"/>
                    <a:pt x="590"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
            <p:cNvSpPr/>
            <p:nvPr/>
          </p:nvSpPr>
          <p:spPr>
            <a:xfrm>
              <a:off x="6186625" y="43917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
            <p:cNvSpPr/>
            <p:nvPr/>
          </p:nvSpPr>
          <p:spPr>
            <a:xfrm>
              <a:off x="620995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
            <p:cNvSpPr/>
            <p:nvPr/>
          </p:nvSpPr>
          <p:spPr>
            <a:xfrm>
              <a:off x="6233275" y="439172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
            <p:cNvSpPr/>
            <p:nvPr/>
          </p:nvSpPr>
          <p:spPr>
            <a:xfrm>
              <a:off x="625660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
            <p:cNvSpPr/>
            <p:nvPr/>
          </p:nvSpPr>
          <p:spPr>
            <a:xfrm>
              <a:off x="6279950" y="43917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
            <p:cNvSpPr/>
            <p:nvPr/>
          </p:nvSpPr>
          <p:spPr>
            <a:xfrm>
              <a:off x="630325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
            <p:cNvSpPr/>
            <p:nvPr/>
          </p:nvSpPr>
          <p:spPr>
            <a:xfrm>
              <a:off x="6323950" y="4391725"/>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0"/>
                    <a:pt x="592"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
            <p:cNvSpPr/>
            <p:nvPr/>
          </p:nvSpPr>
          <p:spPr>
            <a:xfrm>
              <a:off x="6349900" y="43917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
            <p:cNvSpPr/>
            <p:nvPr/>
          </p:nvSpPr>
          <p:spPr>
            <a:xfrm>
              <a:off x="637325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
            <p:cNvSpPr/>
            <p:nvPr/>
          </p:nvSpPr>
          <p:spPr>
            <a:xfrm>
              <a:off x="6093325" y="437172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
            <p:cNvSpPr/>
            <p:nvPr/>
          </p:nvSpPr>
          <p:spPr>
            <a:xfrm>
              <a:off x="6116650" y="4371725"/>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
            <p:cNvSpPr/>
            <p:nvPr/>
          </p:nvSpPr>
          <p:spPr>
            <a:xfrm>
              <a:off x="6139975" y="437172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
            <p:cNvSpPr/>
            <p:nvPr/>
          </p:nvSpPr>
          <p:spPr>
            <a:xfrm>
              <a:off x="6160650" y="4371750"/>
              <a:ext cx="18300" cy="15650"/>
            </a:xfrm>
            <a:custGeom>
              <a:rect b="b" l="l" r="r" t="t"/>
              <a:pathLst>
                <a:path extrusionOk="0" h="626" w="732">
                  <a:moveTo>
                    <a:pt x="422" y="1"/>
                  </a:moveTo>
                  <a:cubicBezTo>
                    <a:pt x="421" y="1"/>
                    <a:pt x="420" y="1"/>
                    <a:pt x="419" y="1"/>
                  </a:cubicBezTo>
                  <a:cubicBezTo>
                    <a:pt x="140" y="1"/>
                    <a:pt x="1" y="336"/>
                    <a:pt x="198" y="533"/>
                  </a:cubicBezTo>
                  <a:cubicBezTo>
                    <a:pt x="262" y="597"/>
                    <a:pt x="340" y="625"/>
                    <a:pt x="417" y="625"/>
                  </a:cubicBezTo>
                  <a:cubicBezTo>
                    <a:pt x="577" y="625"/>
                    <a:pt x="731" y="501"/>
                    <a:pt x="731" y="313"/>
                  </a:cubicBezTo>
                  <a:cubicBezTo>
                    <a:pt x="731" y="141"/>
                    <a:pt x="592" y="1"/>
                    <a:pt x="42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
            <p:cNvSpPr/>
            <p:nvPr/>
          </p:nvSpPr>
          <p:spPr>
            <a:xfrm>
              <a:off x="6186625" y="437172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
            <p:cNvSpPr/>
            <p:nvPr/>
          </p:nvSpPr>
          <p:spPr>
            <a:xfrm>
              <a:off x="6186625" y="441175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
            <p:cNvSpPr/>
            <p:nvPr/>
          </p:nvSpPr>
          <p:spPr>
            <a:xfrm>
              <a:off x="6209950" y="441175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
            <p:cNvSpPr/>
            <p:nvPr/>
          </p:nvSpPr>
          <p:spPr>
            <a:xfrm>
              <a:off x="6233275" y="4411750"/>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
            <p:cNvSpPr/>
            <p:nvPr/>
          </p:nvSpPr>
          <p:spPr>
            <a:xfrm>
              <a:off x="6256600" y="441175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
            <p:cNvSpPr/>
            <p:nvPr/>
          </p:nvSpPr>
          <p:spPr>
            <a:xfrm>
              <a:off x="6279950" y="441175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
            <p:cNvSpPr/>
            <p:nvPr/>
          </p:nvSpPr>
          <p:spPr>
            <a:xfrm>
              <a:off x="6303250" y="441175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
            <p:cNvSpPr/>
            <p:nvPr/>
          </p:nvSpPr>
          <p:spPr>
            <a:xfrm>
              <a:off x="6323950" y="4411750"/>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2"/>
                  </a:cubicBezTo>
                  <a:cubicBezTo>
                    <a:pt x="731" y="140"/>
                    <a:pt x="592" y="0"/>
                    <a:pt x="41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
            <p:cNvSpPr/>
            <p:nvPr/>
          </p:nvSpPr>
          <p:spPr>
            <a:xfrm>
              <a:off x="620995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
            <p:cNvSpPr/>
            <p:nvPr/>
          </p:nvSpPr>
          <p:spPr>
            <a:xfrm>
              <a:off x="6233275" y="4371725"/>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
            <p:cNvSpPr/>
            <p:nvPr/>
          </p:nvSpPr>
          <p:spPr>
            <a:xfrm>
              <a:off x="625660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
            <p:cNvSpPr/>
            <p:nvPr/>
          </p:nvSpPr>
          <p:spPr>
            <a:xfrm>
              <a:off x="6279950" y="4371725"/>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
            <p:cNvSpPr/>
            <p:nvPr/>
          </p:nvSpPr>
          <p:spPr>
            <a:xfrm>
              <a:off x="630325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
            <p:cNvSpPr/>
            <p:nvPr/>
          </p:nvSpPr>
          <p:spPr>
            <a:xfrm>
              <a:off x="6323950" y="4371750"/>
              <a:ext cx="18300" cy="15650"/>
            </a:xfrm>
            <a:custGeom>
              <a:rect b="b" l="l" r="r" t="t"/>
              <a:pathLst>
                <a:path extrusionOk="0" h="626" w="732">
                  <a:moveTo>
                    <a:pt x="422" y="1"/>
                  </a:moveTo>
                  <a:cubicBezTo>
                    <a:pt x="421" y="1"/>
                    <a:pt x="420" y="1"/>
                    <a:pt x="419" y="1"/>
                  </a:cubicBezTo>
                  <a:cubicBezTo>
                    <a:pt x="418" y="1"/>
                    <a:pt x="418" y="1"/>
                    <a:pt x="417" y="1"/>
                  </a:cubicBezTo>
                  <a:cubicBezTo>
                    <a:pt x="139" y="1"/>
                    <a:pt x="1" y="336"/>
                    <a:pt x="198" y="533"/>
                  </a:cubicBezTo>
                  <a:cubicBezTo>
                    <a:pt x="261" y="597"/>
                    <a:pt x="340" y="625"/>
                    <a:pt x="417" y="625"/>
                  </a:cubicBezTo>
                  <a:cubicBezTo>
                    <a:pt x="577" y="625"/>
                    <a:pt x="731" y="501"/>
                    <a:pt x="731" y="313"/>
                  </a:cubicBezTo>
                  <a:cubicBezTo>
                    <a:pt x="731" y="141"/>
                    <a:pt x="593" y="1"/>
                    <a:pt x="42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
            <p:cNvSpPr/>
            <p:nvPr/>
          </p:nvSpPr>
          <p:spPr>
            <a:xfrm>
              <a:off x="6349900" y="4371725"/>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
            <p:cNvSpPr/>
            <p:nvPr/>
          </p:nvSpPr>
          <p:spPr>
            <a:xfrm>
              <a:off x="637325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
            <p:cNvSpPr/>
            <p:nvPr/>
          </p:nvSpPr>
          <p:spPr>
            <a:xfrm>
              <a:off x="6396600" y="4371725"/>
              <a:ext cx="15625" cy="15625"/>
            </a:xfrm>
            <a:custGeom>
              <a:rect b="b" l="l" r="r" t="t"/>
              <a:pathLst>
                <a:path extrusionOk="0" h="625" w="625">
                  <a:moveTo>
                    <a:pt x="313" y="0"/>
                  </a:moveTo>
                  <a:cubicBezTo>
                    <a:pt x="140" y="0"/>
                    <a:pt x="0" y="140"/>
                    <a:pt x="0" y="313"/>
                  </a:cubicBezTo>
                  <a:cubicBezTo>
                    <a:pt x="0" y="485"/>
                    <a:pt x="140" y="625"/>
                    <a:pt x="313" y="625"/>
                  </a:cubicBezTo>
                  <a:cubicBezTo>
                    <a:pt x="484" y="625"/>
                    <a:pt x="625" y="485"/>
                    <a:pt x="625" y="313"/>
                  </a:cubicBezTo>
                  <a:cubicBezTo>
                    <a:pt x="625" y="140"/>
                    <a:pt x="484"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
            <p:cNvSpPr/>
            <p:nvPr/>
          </p:nvSpPr>
          <p:spPr>
            <a:xfrm>
              <a:off x="641990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
            <p:cNvSpPr/>
            <p:nvPr/>
          </p:nvSpPr>
          <p:spPr>
            <a:xfrm>
              <a:off x="6536550" y="4251675"/>
              <a:ext cx="15625" cy="15625"/>
            </a:xfrm>
            <a:custGeom>
              <a:rect b="b" l="l" r="r" t="t"/>
              <a:pathLst>
                <a:path extrusionOk="0" h="625" w="625">
                  <a:moveTo>
                    <a:pt x="313" y="0"/>
                  </a:moveTo>
                  <a:cubicBezTo>
                    <a:pt x="140" y="0"/>
                    <a:pt x="0" y="140"/>
                    <a:pt x="0" y="312"/>
                  </a:cubicBezTo>
                  <a:cubicBezTo>
                    <a:pt x="0" y="484"/>
                    <a:pt x="140" y="625"/>
                    <a:pt x="313" y="625"/>
                  </a:cubicBezTo>
                  <a:cubicBezTo>
                    <a:pt x="486" y="625"/>
                    <a:pt x="625" y="484"/>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
            <p:cNvSpPr/>
            <p:nvPr/>
          </p:nvSpPr>
          <p:spPr>
            <a:xfrm>
              <a:off x="6536550" y="4231650"/>
              <a:ext cx="15625" cy="15650"/>
            </a:xfrm>
            <a:custGeom>
              <a:rect b="b" l="l" r="r" t="t"/>
              <a:pathLst>
                <a:path extrusionOk="0" h="626" w="625">
                  <a:moveTo>
                    <a:pt x="313" y="1"/>
                  </a:moveTo>
                  <a:cubicBezTo>
                    <a:pt x="140" y="1"/>
                    <a:pt x="0" y="140"/>
                    <a:pt x="0" y="313"/>
                  </a:cubicBezTo>
                  <a:cubicBezTo>
                    <a:pt x="0"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
            <p:cNvSpPr/>
            <p:nvPr/>
          </p:nvSpPr>
          <p:spPr>
            <a:xfrm>
              <a:off x="6536550" y="4211650"/>
              <a:ext cx="15625" cy="15600"/>
            </a:xfrm>
            <a:custGeom>
              <a:rect b="b" l="l" r="r" t="t"/>
              <a:pathLst>
                <a:path extrusionOk="0" h="624" w="625">
                  <a:moveTo>
                    <a:pt x="313" y="0"/>
                  </a:moveTo>
                  <a:cubicBezTo>
                    <a:pt x="140" y="0"/>
                    <a:pt x="0" y="140"/>
                    <a:pt x="0" y="313"/>
                  </a:cubicBezTo>
                  <a:cubicBezTo>
                    <a:pt x="0" y="484"/>
                    <a:pt x="140" y="623"/>
                    <a:pt x="313" y="623"/>
                  </a:cubicBezTo>
                  <a:cubicBezTo>
                    <a:pt x="486" y="623"/>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
            <p:cNvSpPr/>
            <p:nvPr/>
          </p:nvSpPr>
          <p:spPr>
            <a:xfrm>
              <a:off x="6559900"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
            <p:cNvSpPr/>
            <p:nvPr/>
          </p:nvSpPr>
          <p:spPr>
            <a:xfrm>
              <a:off x="6536550" y="4191600"/>
              <a:ext cx="15625" cy="15650"/>
            </a:xfrm>
            <a:custGeom>
              <a:rect b="b" l="l" r="r" t="t"/>
              <a:pathLst>
                <a:path extrusionOk="0" h="626" w="625">
                  <a:moveTo>
                    <a:pt x="313" y="1"/>
                  </a:moveTo>
                  <a:cubicBezTo>
                    <a:pt x="140" y="1"/>
                    <a:pt x="0" y="142"/>
                    <a:pt x="0" y="313"/>
                  </a:cubicBezTo>
                  <a:cubicBezTo>
                    <a:pt x="0"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
            <p:cNvSpPr/>
            <p:nvPr/>
          </p:nvSpPr>
          <p:spPr>
            <a:xfrm>
              <a:off x="6559900"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
            <p:cNvSpPr/>
            <p:nvPr/>
          </p:nvSpPr>
          <p:spPr>
            <a:xfrm>
              <a:off x="6536550" y="4171600"/>
              <a:ext cx="15625" cy="15625"/>
            </a:xfrm>
            <a:custGeom>
              <a:rect b="b" l="l" r="r" t="t"/>
              <a:pathLst>
                <a:path extrusionOk="0" h="625" w="625">
                  <a:moveTo>
                    <a:pt x="313" y="0"/>
                  </a:moveTo>
                  <a:cubicBezTo>
                    <a:pt x="140" y="0"/>
                    <a:pt x="0" y="140"/>
                    <a:pt x="0" y="312"/>
                  </a:cubicBezTo>
                  <a:cubicBezTo>
                    <a:pt x="0"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
            <p:cNvSpPr/>
            <p:nvPr/>
          </p:nvSpPr>
          <p:spPr>
            <a:xfrm>
              <a:off x="6559900"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
            <p:cNvSpPr/>
            <p:nvPr/>
          </p:nvSpPr>
          <p:spPr>
            <a:xfrm>
              <a:off x="6536550" y="4151575"/>
              <a:ext cx="15625" cy="15650"/>
            </a:xfrm>
            <a:custGeom>
              <a:rect b="b" l="l" r="r" t="t"/>
              <a:pathLst>
                <a:path extrusionOk="0" h="626" w="625">
                  <a:moveTo>
                    <a:pt x="313" y="1"/>
                  </a:moveTo>
                  <a:cubicBezTo>
                    <a:pt x="140" y="1"/>
                    <a:pt x="0" y="140"/>
                    <a:pt x="0" y="313"/>
                  </a:cubicBezTo>
                  <a:cubicBezTo>
                    <a:pt x="0"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
            <p:cNvSpPr/>
            <p:nvPr/>
          </p:nvSpPr>
          <p:spPr>
            <a:xfrm>
              <a:off x="6559900"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
            <p:cNvSpPr/>
            <p:nvPr/>
          </p:nvSpPr>
          <p:spPr>
            <a:xfrm>
              <a:off x="6580575" y="4151575"/>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
            <p:cNvSpPr/>
            <p:nvPr/>
          </p:nvSpPr>
          <p:spPr>
            <a:xfrm>
              <a:off x="6536550" y="4131575"/>
              <a:ext cx="15625" cy="15625"/>
            </a:xfrm>
            <a:custGeom>
              <a:rect b="b" l="l" r="r" t="t"/>
              <a:pathLst>
                <a:path extrusionOk="0" h="625" w="625">
                  <a:moveTo>
                    <a:pt x="313" y="0"/>
                  </a:moveTo>
                  <a:cubicBezTo>
                    <a:pt x="140" y="0"/>
                    <a:pt x="0" y="140"/>
                    <a:pt x="0" y="313"/>
                  </a:cubicBezTo>
                  <a:cubicBezTo>
                    <a:pt x="0" y="486"/>
                    <a:pt x="140" y="625"/>
                    <a:pt x="313" y="625"/>
                  </a:cubicBezTo>
                  <a:cubicBezTo>
                    <a:pt x="486" y="625"/>
                    <a:pt x="625" y="486"/>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
            <p:cNvSpPr/>
            <p:nvPr/>
          </p:nvSpPr>
          <p:spPr>
            <a:xfrm>
              <a:off x="6559900"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
            <p:cNvSpPr/>
            <p:nvPr/>
          </p:nvSpPr>
          <p:spPr>
            <a:xfrm>
              <a:off x="6580575" y="413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3"/>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
            <p:cNvSpPr/>
            <p:nvPr/>
          </p:nvSpPr>
          <p:spPr>
            <a:xfrm>
              <a:off x="6536550" y="4111575"/>
              <a:ext cx="15625" cy="15625"/>
            </a:xfrm>
            <a:custGeom>
              <a:rect b="b" l="l" r="r" t="t"/>
              <a:pathLst>
                <a:path extrusionOk="0" h="625" w="625">
                  <a:moveTo>
                    <a:pt x="313" y="0"/>
                  </a:moveTo>
                  <a:cubicBezTo>
                    <a:pt x="140" y="0"/>
                    <a:pt x="0" y="140"/>
                    <a:pt x="0" y="312"/>
                  </a:cubicBezTo>
                  <a:cubicBezTo>
                    <a:pt x="0" y="485"/>
                    <a:pt x="140" y="625"/>
                    <a:pt x="313" y="625"/>
                  </a:cubicBezTo>
                  <a:cubicBezTo>
                    <a:pt x="486" y="625"/>
                    <a:pt x="625" y="485"/>
                    <a:pt x="625" y="312"/>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
            <p:cNvSpPr/>
            <p:nvPr/>
          </p:nvSpPr>
          <p:spPr>
            <a:xfrm>
              <a:off x="6559900"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
            <p:cNvSpPr/>
            <p:nvPr/>
          </p:nvSpPr>
          <p:spPr>
            <a:xfrm>
              <a:off x="6580575" y="411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2"/>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
            <p:cNvSpPr/>
            <p:nvPr/>
          </p:nvSpPr>
          <p:spPr>
            <a:xfrm>
              <a:off x="6536550" y="4091550"/>
              <a:ext cx="15625" cy="15650"/>
            </a:xfrm>
            <a:custGeom>
              <a:rect b="b" l="l" r="r" t="t"/>
              <a:pathLst>
                <a:path extrusionOk="0" h="626" w="625">
                  <a:moveTo>
                    <a:pt x="313" y="1"/>
                  </a:moveTo>
                  <a:cubicBezTo>
                    <a:pt x="140" y="1"/>
                    <a:pt x="0" y="140"/>
                    <a:pt x="0" y="313"/>
                  </a:cubicBezTo>
                  <a:cubicBezTo>
                    <a:pt x="0"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
            <p:cNvSpPr/>
            <p:nvPr/>
          </p:nvSpPr>
          <p:spPr>
            <a:xfrm>
              <a:off x="6559900"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
            <p:cNvSpPr/>
            <p:nvPr/>
          </p:nvSpPr>
          <p:spPr>
            <a:xfrm>
              <a:off x="6580575" y="4091550"/>
              <a:ext cx="18250" cy="15650"/>
            </a:xfrm>
            <a:custGeom>
              <a:rect b="b" l="l" r="r" t="t"/>
              <a:pathLst>
                <a:path extrusionOk="0" h="626" w="730">
                  <a:moveTo>
                    <a:pt x="418" y="1"/>
                  </a:moveTo>
                  <a:cubicBezTo>
                    <a:pt x="140" y="1"/>
                    <a:pt x="1" y="337"/>
                    <a:pt x="198" y="534"/>
                  </a:cubicBezTo>
                  <a:cubicBezTo>
                    <a:pt x="261" y="598"/>
                    <a:pt x="339" y="626"/>
                    <a:pt x="416" y="626"/>
                  </a:cubicBezTo>
                  <a:cubicBezTo>
                    <a:pt x="576" y="626"/>
                    <a:pt x="730" y="502"/>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
            <p:cNvSpPr/>
            <p:nvPr/>
          </p:nvSpPr>
          <p:spPr>
            <a:xfrm>
              <a:off x="6536550" y="4071550"/>
              <a:ext cx="15625" cy="15625"/>
            </a:xfrm>
            <a:custGeom>
              <a:rect b="b" l="l" r="r" t="t"/>
              <a:pathLst>
                <a:path extrusionOk="0" h="625" w="625">
                  <a:moveTo>
                    <a:pt x="313" y="0"/>
                  </a:moveTo>
                  <a:cubicBezTo>
                    <a:pt x="140" y="0"/>
                    <a:pt x="0" y="140"/>
                    <a:pt x="0" y="313"/>
                  </a:cubicBezTo>
                  <a:cubicBezTo>
                    <a:pt x="0" y="485"/>
                    <a:pt x="140" y="625"/>
                    <a:pt x="313" y="625"/>
                  </a:cubicBezTo>
                  <a:cubicBezTo>
                    <a:pt x="486" y="625"/>
                    <a:pt x="625" y="485"/>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
            <p:cNvSpPr/>
            <p:nvPr/>
          </p:nvSpPr>
          <p:spPr>
            <a:xfrm>
              <a:off x="6559900"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
            <p:cNvSpPr/>
            <p:nvPr/>
          </p:nvSpPr>
          <p:spPr>
            <a:xfrm>
              <a:off x="6580575" y="4071550"/>
              <a:ext cx="18250" cy="15625"/>
            </a:xfrm>
            <a:custGeom>
              <a:rect b="b" l="l" r="r" t="t"/>
              <a:pathLst>
                <a:path extrusionOk="0" h="625" w="730">
                  <a:moveTo>
                    <a:pt x="418" y="0"/>
                  </a:moveTo>
                  <a:cubicBezTo>
                    <a:pt x="140" y="0"/>
                    <a:pt x="1" y="337"/>
                    <a:pt x="198" y="532"/>
                  </a:cubicBezTo>
                  <a:cubicBezTo>
                    <a:pt x="261" y="596"/>
                    <a:pt x="339" y="625"/>
                    <a:pt x="416" y="625"/>
                  </a:cubicBezTo>
                  <a:cubicBezTo>
                    <a:pt x="576" y="625"/>
                    <a:pt x="730" y="500"/>
                    <a:pt x="730" y="313"/>
                  </a:cubicBezTo>
                  <a:cubicBezTo>
                    <a:pt x="730" y="140"/>
                    <a:pt x="591" y="0"/>
                    <a:pt x="41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
            <p:cNvSpPr/>
            <p:nvPr/>
          </p:nvSpPr>
          <p:spPr>
            <a:xfrm>
              <a:off x="6536550" y="4051525"/>
              <a:ext cx="15625" cy="15650"/>
            </a:xfrm>
            <a:custGeom>
              <a:rect b="b" l="l" r="r" t="t"/>
              <a:pathLst>
                <a:path extrusionOk="0" h="626" w="625">
                  <a:moveTo>
                    <a:pt x="313" y="1"/>
                  </a:moveTo>
                  <a:cubicBezTo>
                    <a:pt x="140" y="1"/>
                    <a:pt x="0" y="140"/>
                    <a:pt x="0" y="313"/>
                  </a:cubicBezTo>
                  <a:cubicBezTo>
                    <a:pt x="0" y="486"/>
                    <a:pt x="140" y="626"/>
                    <a:pt x="313" y="626"/>
                  </a:cubicBezTo>
                  <a:cubicBezTo>
                    <a:pt x="486" y="626"/>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
            <p:cNvSpPr/>
            <p:nvPr/>
          </p:nvSpPr>
          <p:spPr>
            <a:xfrm>
              <a:off x="6559900"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
            <p:cNvSpPr/>
            <p:nvPr/>
          </p:nvSpPr>
          <p:spPr>
            <a:xfrm>
              <a:off x="6580600" y="4051525"/>
              <a:ext cx="18225" cy="15650"/>
            </a:xfrm>
            <a:custGeom>
              <a:rect b="b" l="l" r="r" t="t"/>
              <a:pathLst>
                <a:path extrusionOk="0" h="626" w="729">
                  <a:moveTo>
                    <a:pt x="419" y="1"/>
                  </a:moveTo>
                  <a:cubicBezTo>
                    <a:pt x="419" y="1"/>
                    <a:pt x="418" y="1"/>
                    <a:pt x="417" y="1"/>
                  </a:cubicBezTo>
                  <a:cubicBezTo>
                    <a:pt x="416" y="1"/>
                    <a:pt x="415" y="1"/>
                    <a:pt x="415" y="1"/>
                  </a:cubicBezTo>
                  <a:cubicBezTo>
                    <a:pt x="139" y="1"/>
                    <a:pt x="0" y="336"/>
                    <a:pt x="197" y="533"/>
                  </a:cubicBezTo>
                  <a:cubicBezTo>
                    <a:pt x="260" y="597"/>
                    <a:pt x="338" y="625"/>
                    <a:pt x="415" y="625"/>
                  </a:cubicBezTo>
                  <a:cubicBezTo>
                    <a:pt x="575" y="625"/>
                    <a:pt x="729" y="501"/>
                    <a:pt x="729" y="313"/>
                  </a:cubicBezTo>
                  <a:cubicBezTo>
                    <a:pt x="729" y="141"/>
                    <a:pt x="591" y="1"/>
                    <a:pt x="41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
            <p:cNvSpPr/>
            <p:nvPr/>
          </p:nvSpPr>
          <p:spPr>
            <a:xfrm>
              <a:off x="6536550" y="4031525"/>
              <a:ext cx="15625" cy="15650"/>
            </a:xfrm>
            <a:custGeom>
              <a:rect b="b" l="l" r="r" t="t"/>
              <a:pathLst>
                <a:path extrusionOk="0" h="626" w="625">
                  <a:moveTo>
                    <a:pt x="313" y="1"/>
                  </a:moveTo>
                  <a:cubicBezTo>
                    <a:pt x="140" y="1"/>
                    <a:pt x="0" y="140"/>
                    <a:pt x="0" y="313"/>
                  </a:cubicBezTo>
                  <a:cubicBezTo>
                    <a:pt x="0" y="486"/>
                    <a:pt x="140" y="625"/>
                    <a:pt x="313" y="625"/>
                  </a:cubicBezTo>
                  <a:cubicBezTo>
                    <a:pt x="486" y="625"/>
                    <a:pt x="625" y="486"/>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
            <p:cNvSpPr/>
            <p:nvPr/>
          </p:nvSpPr>
          <p:spPr>
            <a:xfrm>
              <a:off x="6559900"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
            <p:cNvSpPr/>
            <p:nvPr/>
          </p:nvSpPr>
          <p:spPr>
            <a:xfrm>
              <a:off x="6580575" y="4031525"/>
              <a:ext cx="18250" cy="15625"/>
            </a:xfrm>
            <a:custGeom>
              <a:rect b="b" l="l" r="r" t="t"/>
              <a:pathLst>
                <a:path extrusionOk="0" h="625" w="730">
                  <a:moveTo>
                    <a:pt x="418" y="1"/>
                  </a:moveTo>
                  <a:cubicBezTo>
                    <a:pt x="140" y="1"/>
                    <a:pt x="1" y="337"/>
                    <a:pt x="198" y="533"/>
                  </a:cubicBezTo>
                  <a:cubicBezTo>
                    <a:pt x="261" y="596"/>
                    <a:pt x="339" y="625"/>
                    <a:pt x="416" y="625"/>
                  </a:cubicBezTo>
                  <a:cubicBezTo>
                    <a:pt x="576" y="625"/>
                    <a:pt x="730" y="500"/>
                    <a:pt x="730" y="313"/>
                  </a:cubicBezTo>
                  <a:cubicBezTo>
                    <a:pt x="730" y="140"/>
                    <a:pt x="591" y="1"/>
                    <a:pt x="41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
            <p:cNvSpPr/>
            <p:nvPr/>
          </p:nvSpPr>
          <p:spPr>
            <a:xfrm>
              <a:off x="6536550" y="4011525"/>
              <a:ext cx="15625" cy="15625"/>
            </a:xfrm>
            <a:custGeom>
              <a:rect b="b" l="l" r="r" t="t"/>
              <a:pathLst>
                <a:path extrusionOk="0" h="625" w="625">
                  <a:moveTo>
                    <a:pt x="313" y="0"/>
                  </a:moveTo>
                  <a:cubicBezTo>
                    <a:pt x="140" y="0"/>
                    <a:pt x="0" y="140"/>
                    <a:pt x="0" y="313"/>
                  </a:cubicBezTo>
                  <a:cubicBezTo>
                    <a:pt x="0" y="484"/>
                    <a:pt x="140" y="625"/>
                    <a:pt x="313" y="625"/>
                  </a:cubicBezTo>
                  <a:cubicBezTo>
                    <a:pt x="486" y="625"/>
                    <a:pt x="625" y="484"/>
                    <a:pt x="625" y="313"/>
                  </a:cubicBezTo>
                  <a:cubicBezTo>
                    <a:pt x="625" y="140"/>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
            <p:cNvSpPr/>
            <p:nvPr/>
          </p:nvSpPr>
          <p:spPr>
            <a:xfrm>
              <a:off x="6559900"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
            <p:cNvSpPr/>
            <p:nvPr/>
          </p:nvSpPr>
          <p:spPr>
            <a:xfrm>
              <a:off x="6536550" y="3991500"/>
              <a:ext cx="15625" cy="15650"/>
            </a:xfrm>
            <a:custGeom>
              <a:rect b="b" l="l" r="r" t="t"/>
              <a:pathLst>
                <a:path extrusionOk="0" h="626" w="625">
                  <a:moveTo>
                    <a:pt x="313" y="1"/>
                  </a:moveTo>
                  <a:cubicBezTo>
                    <a:pt x="140" y="1"/>
                    <a:pt x="0" y="140"/>
                    <a:pt x="0" y="313"/>
                  </a:cubicBezTo>
                  <a:cubicBezTo>
                    <a:pt x="0"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
            <p:cNvSpPr/>
            <p:nvPr/>
          </p:nvSpPr>
          <p:spPr>
            <a:xfrm>
              <a:off x="6559900"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
            <p:cNvSpPr/>
            <p:nvPr/>
          </p:nvSpPr>
          <p:spPr>
            <a:xfrm>
              <a:off x="6536550" y="3971500"/>
              <a:ext cx="15625" cy="15650"/>
            </a:xfrm>
            <a:custGeom>
              <a:rect b="b" l="l" r="r" t="t"/>
              <a:pathLst>
                <a:path extrusionOk="0" h="626" w="625">
                  <a:moveTo>
                    <a:pt x="313" y="1"/>
                  </a:moveTo>
                  <a:cubicBezTo>
                    <a:pt x="140" y="1"/>
                    <a:pt x="0" y="140"/>
                    <a:pt x="0" y="313"/>
                  </a:cubicBezTo>
                  <a:cubicBezTo>
                    <a:pt x="0" y="484"/>
                    <a:pt x="140" y="625"/>
                    <a:pt x="313" y="625"/>
                  </a:cubicBezTo>
                  <a:cubicBezTo>
                    <a:pt x="486" y="625"/>
                    <a:pt x="625" y="484"/>
                    <a:pt x="625" y="313"/>
                  </a:cubicBezTo>
                  <a:cubicBezTo>
                    <a:pt x="625" y="140"/>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
            <p:cNvSpPr/>
            <p:nvPr/>
          </p:nvSpPr>
          <p:spPr>
            <a:xfrm>
              <a:off x="6559900"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
            <p:cNvSpPr/>
            <p:nvPr/>
          </p:nvSpPr>
          <p:spPr>
            <a:xfrm>
              <a:off x="6536550" y="3951450"/>
              <a:ext cx="15625" cy="15650"/>
            </a:xfrm>
            <a:custGeom>
              <a:rect b="b" l="l" r="r" t="t"/>
              <a:pathLst>
                <a:path extrusionOk="0" h="626" w="625">
                  <a:moveTo>
                    <a:pt x="313" y="1"/>
                  </a:moveTo>
                  <a:cubicBezTo>
                    <a:pt x="140" y="1"/>
                    <a:pt x="0" y="142"/>
                    <a:pt x="0" y="313"/>
                  </a:cubicBezTo>
                  <a:cubicBezTo>
                    <a:pt x="0" y="486"/>
                    <a:pt x="140" y="625"/>
                    <a:pt x="313" y="625"/>
                  </a:cubicBezTo>
                  <a:cubicBezTo>
                    <a:pt x="486" y="625"/>
                    <a:pt x="625" y="486"/>
                    <a:pt x="625" y="313"/>
                  </a:cubicBezTo>
                  <a:cubicBezTo>
                    <a:pt x="625" y="142"/>
                    <a:pt x="486" y="1"/>
                    <a:pt x="31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
            <p:cNvSpPr/>
            <p:nvPr/>
          </p:nvSpPr>
          <p:spPr>
            <a:xfrm>
              <a:off x="6536550" y="3931450"/>
              <a:ext cx="15625" cy="15625"/>
            </a:xfrm>
            <a:custGeom>
              <a:rect b="b" l="l" r="r" t="t"/>
              <a:pathLst>
                <a:path extrusionOk="0" h="625" w="625">
                  <a:moveTo>
                    <a:pt x="313" y="0"/>
                  </a:moveTo>
                  <a:cubicBezTo>
                    <a:pt x="140" y="0"/>
                    <a:pt x="0" y="141"/>
                    <a:pt x="0" y="313"/>
                  </a:cubicBezTo>
                  <a:cubicBezTo>
                    <a:pt x="0" y="485"/>
                    <a:pt x="140" y="625"/>
                    <a:pt x="313" y="625"/>
                  </a:cubicBezTo>
                  <a:cubicBezTo>
                    <a:pt x="486" y="625"/>
                    <a:pt x="625" y="485"/>
                    <a:pt x="625" y="313"/>
                  </a:cubicBezTo>
                  <a:cubicBezTo>
                    <a:pt x="625" y="141"/>
                    <a:pt x="486" y="0"/>
                    <a:pt x="31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2"/>
          <p:cNvGrpSpPr/>
          <p:nvPr/>
        </p:nvGrpSpPr>
        <p:grpSpPr>
          <a:xfrm>
            <a:off x="3490929" y="4281490"/>
            <a:ext cx="1490178" cy="21378"/>
            <a:chOff x="2940000" y="3484425"/>
            <a:chExt cx="876575" cy="12575"/>
          </a:xfrm>
        </p:grpSpPr>
        <p:sp>
          <p:nvSpPr>
            <p:cNvPr id="988" name="Google Shape;988;p2"/>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 name="Google Shape;1000;p2"/>
          <p:cNvSpPr/>
          <p:nvPr/>
        </p:nvSpPr>
        <p:spPr>
          <a:xfrm>
            <a:off x="4370697" y="4177725"/>
            <a:ext cx="3232040" cy="3232125"/>
          </a:xfrm>
          <a:custGeom>
            <a:rect b="b" l="l" r="r" t="t"/>
            <a:pathLst>
              <a:path extrusionOk="0" h="76050" w="76048">
                <a:moveTo>
                  <a:pt x="38024" y="210"/>
                </a:moveTo>
                <a:cubicBezTo>
                  <a:pt x="58874" y="210"/>
                  <a:pt x="75838" y="17174"/>
                  <a:pt x="75838" y="38024"/>
                </a:cubicBezTo>
                <a:cubicBezTo>
                  <a:pt x="75838" y="58876"/>
                  <a:pt x="58874" y="75840"/>
                  <a:pt x="38024" y="75840"/>
                </a:cubicBezTo>
                <a:cubicBezTo>
                  <a:pt x="17173" y="75840"/>
                  <a:pt x="209" y="58876"/>
                  <a:pt x="209" y="38024"/>
                </a:cubicBezTo>
                <a:cubicBezTo>
                  <a:pt x="209" y="17174"/>
                  <a:pt x="17173" y="210"/>
                  <a:pt x="38024" y="210"/>
                </a:cubicBezTo>
                <a:close/>
                <a:moveTo>
                  <a:pt x="38024" y="1"/>
                </a:moveTo>
                <a:cubicBezTo>
                  <a:pt x="17058" y="1"/>
                  <a:pt x="0" y="17059"/>
                  <a:pt x="0" y="38024"/>
                </a:cubicBezTo>
                <a:cubicBezTo>
                  <a:pt x="0" y="58992"/>
                  <a:pt x="17058" y="76049"/>
                  <a:pt x="38024" y="76049"/>
                </a:cubicBezTo>
                <a:cubicBezTo>
                  <a:pt x="58989" y="76049"/>
                  <a:pt x="76047" y="58992"/>
                  <a:pt x="76047" y="38024"/>
                </a:cubicBezTo>
                <a:cubicBezTo>
                  <a:pt x="76047" y="17059"/>
                  <a:pt x="58989" y="1"/>
                  <a:pt x="3802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
          <p:cNvSpPr/>
          <p:nvPr/>
        </p:nvSpPr>
        <p:spPr>
          <a:xfrm>
            <a:off x="3631386" y="4527363"/>
            <a:ext cx="1900005" cy="1900005"/>
          </a:xfrm>
          <a:custGeom>
            <a:rect b="b" l="l" r="r" t="t"/>
            <a:pathLst>
              <a:path extrusionOk="0" h="44706" w="44706">
                <a:moveTo>
                  <a:pt x="22353" y="211"/>
                </a:moveTo>
                <a:cubicBezTo>
                  <a:pt x="34563" y="211"/>
                  <a:pt x="44496" y="10143"/>
                  <a:pt x="44496" y="22353"/>
                </a:cubicBezTo>
                <a:cubicBezTo>
                  <a:pt x="44496" y="34565"/>
                  <a:pt x="34563" y="44496"/>
                  <a:pt x="22353" y="44496"/>
                </a:cubicBezTo>
                <a:cubicBezTo>
                  <a:pt x="10144" y="44496"/>
                  <a:pt x="209" y="34563"/>
                  <a:pt x="209" y="22355"/>
                </a:cubicBezTo>
                <a:cubicBezTo>
                  <a:pt x="209" y="10144"/>
                  <a:pt x="10143" y="211"/>
                  <a:pt x="22353" y="211"/>
                </a:cubicBezTo>
                <a:close/>
                <a:moveTo>
                  <a:pt x="22353" y="0"/>
                </a:moveTo>
                <a:cubicBezTo>
                  <a:pt x="10028" y="0"/>
                  <a:pt x="0" y="10028"/>
                  <a:pt x="0" y="22353"/>
                </a:cubicBezTo>
                <a:cubicBezTo>
                  <a:pt x="0" y="34678"/>
                  <a:pt x="10028" y="44706"/>
                  <a:pt x="22353" y="44706"/>
                </a:cubicBezTo>
                <a:cubicBezTo>
                  <a:pt x="34678" y="44706"/>
                  <a:pt x="44706" y="34678"/>
                  <a:pt x="44706" y="22353"/>
                </a:cubicBezTo>
                <a:cubicBezTo>
                  <a:pt x="44706" y="10028"/>
                  <a:pt x="34678" y="0"/>
                  <a:pt x="223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 name="Google Shape;1002;p2"/>
          <p:cNvGrpSpPr/>
          <p:nvPr/>
        </p:nvGrpSpPr>
        <p:grpSpPr>
          <a:xfrm>
            <a:off x="1448644" y="4527366"/>
            <a:ext cx="3123368" cy="3058236"/>
            <a:chOff x="236475" y="527300"/>
            <a:chExt cx="1124525" cy="1101075"/>
          </a:xfrm>
        </p:grpSpPr>
        <p:sp>
          <p:nvSpPr>
            <p:cNvPr id="1003" name="Google Shape;1003;p2"/>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2"/>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2"/>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2"/>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2"/>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2"/>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2"/>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2"/>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2"/>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2"/>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2"/>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2"/>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2"/>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2"/>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2"/>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2"/>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2"/>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2"/>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2"/>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2"/>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2"/>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2"/>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2"/>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2"/>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2"/>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2"/>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2"/>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2"/>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2"/>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2"/>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2"/>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2"/>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2"/>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2"/>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2"/>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2"/>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2"/>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2"/>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2"/>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2"/>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2"/>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2"/>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2"/>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2"/>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2"/>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2"/>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2"/>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2"/>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2"/>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2"/>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2"/>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2"/>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2"/>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2"/>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2"/>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2"/>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2"/>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2"/>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2"/>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2"/>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2"/>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2"/>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2"/>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2"/>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2"/>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2"/>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2"/>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2"/>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2"/>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2"/>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2"/>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2"/>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2"/>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2"/>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2"/>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2"/>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2"/>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2"/>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7" name="Google Shape;1737;p2"/>
          <p:cNvSpPr/>
          <p:nvPr/>
        </p:nvSpPr>
        <p:spPr>
          <a:xfrm>
            <a:off x="134148" y="4324586"/>
            <a:ext cx="445241" cy="385621"/>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
          <p:cNvSpPr/>
          <p:nvPr/>
        </p:nvSpPr>
        <p:spPr>
          <a:xfrm>
            <a:off x="0" y="4190838"/>
            <a:ext cx="1247936" cy="1094228"/>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2"/>
          <p:cNvSpPr/>
          <p:nvPr/>
        </p:nvSpPr>
        <p:spPr>
          <a:xfrm>
            <a:off x="652062" y="4589288"/>
            <a:ext cx="1247936" cy="1094228"/>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2"/>
          <p:cNvSpPr/>
          <p:nvPr/>
        </p:nvSpPr>
        <p:spPr>
          <a:xfrm>
            <a:off x="-244675" y="1453189"/>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
          <p:cNvSpPr/>
          <p:nvPr/>
        </p:nvSpPr>
        <p:spPr>
          <a:xfrm>
            <a:off x="678022" y="2230316"/>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2" name="Google Shape;1742;p2"/>
          <p:cNvGrpSpPr/>
          <p:nvPr/>
        </p:nvGrpSpPr>
        <p:grpSpPr>
          <a:xfrm>
            <a:off x="635480" y="2997806"/>
            <a:ext cx="1019815" cy="944312"/>
            <a:chOff x="2113525" y="2880575"/>
            <a:chExt cx="609500" cy="564375"/>
          </a:xfrm>
        </p:grpSpPr>
        <p:sp>
          <p:nvSpPr>
            <p:cNvPr id="1743" name="Google Shape;1743;p2"/>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2"/>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 name="Google Shape;1747;p2"/>
          <p:cNvGrpSpPr/>
          <p:nvPr/>
        </p:nvGrpSpPr>
        <p:grpSpPr>
          <a:xfrm>
            <a:off x="181799" y="1836767"/>
            <a:ext cx="349968" cy="2052568"/>
            <a:chOff x="1037125" y="2236325"/>
            <a:chExt cx="149100" cy="874475"/>
          </a:xfrm>
        </p:grpSpPr>
        <p:sp>
          <p:nvSpPr>
            <p:cNvPr id="1748" name="Google Shape;1748;p2"/>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2"/>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2"/>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2"/>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2"/>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2"/>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2"/>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2"/>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2"/>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2"/>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2"/>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2"/>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2"/>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2"/>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2"/>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2"/>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2"/>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2"/>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2"/>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2"/>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2"/>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2"/>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2"/>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2"/>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2"/>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2"/>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4" name="Google Shape;1784;p2"/>
          <p:cNvSpPr/>
          <p:nvPr/>
        </p:nvSpPr>
        <p:spPr>
          <a:xfrm>
            <a:off x="531775" y="-489552"/>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
          <p:cNvSpPr/>
          <p:nvPr/>
        </p:nvSpPr>
        <p:spPr>
          <a:xfrm>
            <a:off x="796150" y="-506867"/>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6" name="Google Shape;1786;p2"/>
          <p:cNvGrpSpPr/>
          <p:nvPr/>
        </p:nvGrpSpPr>
        <p:grpSpPr>
          <a:xfrm>
            <a:off x="858989" y="-149437"/>
            <a:ext cx="1236640" cy="1210852"/>
            <a:chOff x="236475" y="527300"/>
            <a:chExt cx="1124525" cy="1101075"/>
          </a:xfrm>
        </p:grpSpPr>
        <p:sp>
          <p:nvSpPr>
            <p:cNvPr id="1787" name="Google Shape;1787;p2"/>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2"/>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2"/>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2"/>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2"/>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2"/>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2"/>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2"/>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2"/>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2"/>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2"/>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2"/>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2"/>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2"/>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2"/>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2"/>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2"/>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2"/>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2"/>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2"/>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2"/>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2"/>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2"/>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2"/>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2"/>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2"/>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2"/>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2"/>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2"/>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2"/>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2"/>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2"/>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2"/>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2"/>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2"/>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2"/>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2"/>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2"/>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2"/>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2"/>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2"/>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2"/>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2"/>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2"/>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2"/>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2"/>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2"/>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2"/>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2"/>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2"/>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2"/>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2"/>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2"/>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2"/>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2"/>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2"/>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2"/>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2"/>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2"/>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2"/>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2"/>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2"/>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2"/>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2"/>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2"/>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2"/>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2"/>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2"/>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2"/>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2"/>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2"/>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2"/>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2"/>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2"/>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2"/>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2"/>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2"/>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2"/>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2"/>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2"/>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2"/>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2"/>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2"/>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2"/>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2"/>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2"/>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2"/>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2"/>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2"/>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2"/>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2"/>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2"/>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2"/>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2"/>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2"/>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2"/>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2"/>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2"/>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2"/>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2"/>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2"/>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2"/>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2"/>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2"/>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2"/>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2"/>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2"/>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2"/>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2"/>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2"/>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2"/>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2"/>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2"/>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2"/>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2"/>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2"/>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2"/>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2"/>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2"/>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2"/>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2"/>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2"/>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2"/>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2"/>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2"/>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2"/>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2"/>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2"/>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2"/>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2"/>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2"/>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2"/>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2"/>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2"/>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2"/>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2"/>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2"/>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2"/>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2"/>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2"/>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2"/>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2"/>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2"/>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2"/>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2"/>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2"/>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2"/>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2"/>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2"/>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2"/>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2"/>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2"/>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2"/>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2"/>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2"/>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2"/>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2"/>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2"/>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2"/>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2"/>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2"/>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2"/>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2"/>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2"/>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2"/>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2"/>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2"/>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2"/>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2"/>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2"/>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2"/>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2"/>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2"/>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2"/>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2"/>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2"/>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2"/>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2"/>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2"/>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2"/>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2"/>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2"/>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2"/>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2"/>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2"/>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2"/>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2"/>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2"/>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2"/>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2"/>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2"/>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2"/>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2"/>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2"/>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2"/>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2"/>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2"/>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2"/>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2"/>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2"/>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2"/>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2"/>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2"/>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2"/>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2"/>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2"/>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2"/>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2"/>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2"/>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2"/>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2"/>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2"/>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2"/>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2"/>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2"/>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2"/>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2"/>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2"/>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2"/>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2"/>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2"/>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2"/>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2"/>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2"/>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2"/>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2"/>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2"/>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2"/>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2"/>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2"/>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2"/>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2"/>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2"/>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2"/>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2"/>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2"/>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2"/>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2"/>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2"/>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2"/>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2"/>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2"/>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2"/>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2"/>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2"/>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2"/>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2"/>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2"/>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2"/>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2"/>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2"/>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2"/>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2"/>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2"/>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2"/>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2"/>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2"/>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2"/>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2"/>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2"/>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2"/>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2"/>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2"/>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2"/>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2"/>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2"/>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2"/>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2"/>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2"/>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2"/>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2"/>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2"/>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2"/>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2"/>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2"/>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2"/>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2"/>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2"/>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2"/>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2"/>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2"/>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2"/>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2"/>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2"/>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2"/>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2"/>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2"/>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2"/>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2"/>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2"/>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2"/>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2"/>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2"/>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2"/>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2"/>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2"/>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2"/>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2"/>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2"/>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2"/>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2"/>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2"/>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2"/>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2"/>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2"/>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2"/>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2"/>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2"/>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2"/>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2"/>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2"/>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2"/>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2"/>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2"/>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2"/>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2"/>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2"/>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2"/>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2"/>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2"/>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2"/>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2"/>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2"/>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2"/>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2"/>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2"/>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2"/>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2"/>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2"/>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2"/>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2"/>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2"/>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2"/>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2"/>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2"/>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2"/>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2"/>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2"/>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2"/>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2"/>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2"/>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2"/>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2"/>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2"/>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2"/>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2"/>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2"/>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2"/>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2"/>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2"/>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2"/>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2"/>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2"/>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2"/>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2"/>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2"/>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2"/>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2"/>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2"/>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2"/>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2"/>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2"/>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2"/>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2"/>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2"/>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2"/>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2"/>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2"/>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2"/>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2"/>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2"/>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2"/>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2"/>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2"/>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2"/>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2"/>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2"/>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2"/>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2"/>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2"/>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2"/>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2"/>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2"/>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2"/>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2"/>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2"/>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2"/>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2"/>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2"/>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2"/>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2"/>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2"/>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2"/>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2"/>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2"/>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2"/>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2"/>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2"/>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2"/>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2"/>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2"/>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2"/>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2"/>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2"/>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2"/>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2"/>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2"/>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2"/>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2"/>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2"/>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2"/>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2"/>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2"/>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2"/>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2"/>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2"/>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2"/>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2"/>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2"/>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2"/>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2"/>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2"/>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2"/>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2"/>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2"/>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2"/>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2"/>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2"/>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2"/>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2"/>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2"/>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2"/>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2"/>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2"/>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2"/>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2"/>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2"/>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2"/>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2"/>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2"/>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2"/>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2"/>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2"/>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2"/>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2"/>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2"/>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2"/>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2"/>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2"/>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2"/>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2"/>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2"/>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2"/>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2"/>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2"/>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2"/>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2"/>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2"/>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2"/>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2"/>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2"/>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2"/>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2"/>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2"/>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2"/>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2"/>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2"/>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2"/>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2"/>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2"/>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2"/>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2"/>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2"/>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2"/>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2"/>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2"/>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2"/>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2"/>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2"/>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2"/>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2"/>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2"/>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2"/>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2"/>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2"/>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2"/>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2"/>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2"/>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2"/>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2"/>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2"/>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2"/>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2"/>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2"/>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2"/>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2"/>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2"/>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2"/>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2"/>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2"/>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2"/>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2"/>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2"/>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2"/>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2"/>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2"/>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2"/>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2"/>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2"/>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2"/>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2"/>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2"/>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2"/>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2"/>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2"/>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2"/>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2"/>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2"/>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2"/>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2"/>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2"/>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2"/>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2"/>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2"/>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2"/>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2"/>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2"/>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2"/>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2"/>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2"/>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2"/>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2"/>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2"/>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2"/>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2"/>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2"/>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2"/>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2"/>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2"/>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2"/>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2"/>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2"/>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2"/>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2"/>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2"/>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2"/>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2"/>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2"/>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2"/>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2"/>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2"/>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2"/>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2"/>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2"/>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2"/>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2"/>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2"/>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2"/>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2"/>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2"/>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2"/>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2"/>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2"/>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2"/>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2"/>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2"/>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2"/>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2"/>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2"/>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2"/>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2"/>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2"/>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2"/>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2"/>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2"/>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2"/>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2"/>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2"/>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2"/>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2"/>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2"/>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2"/>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2"/>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2"/>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2"/>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2"/>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2"/>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2"/>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2"/>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2"/>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2"/>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2"/>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2"/>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2"/>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2"/>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2"/>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2"/>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2"/>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2"/>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2"/>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2"/>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2"/>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2"/>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2"/>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2"/>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2"/>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2"/>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2"/>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2"/>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2"/>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2"/>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2"/>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2"/>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2"/>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2"/>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2"/>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2"/>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2"/>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2"/>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2"/>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2"/>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2"/>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2"/>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2"/>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2"/>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2"/>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2"/>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2"/>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2"/>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2"/>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2"/>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2"/>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2"/>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2"/>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2"/>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2"/>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2"/>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2"/>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2"/>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2"/>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2"/>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2"/>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2"/>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2"/>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2"/>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2"/>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2"/>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2"/>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2"/>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2"/>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2"/>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2"/>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2"/>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2"/>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2"/>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2"/>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2"/>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2"/>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2"/>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2"/>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2"/>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2"/>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2"/>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2"/>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2"/>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2"/>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2"/>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2"/>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2"/>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2"/>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2"/>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2"/>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2"/>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2"/>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2"/>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2"/>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2"/>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2"/>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2"/>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2"/>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2"/>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2"/>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2"/>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2"/>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2"/>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2"/>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2"/>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2"/>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2"/>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2"/>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2"/>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2"/>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2"/>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2"/>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2"/>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2"/>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2"/>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2"/>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2"/>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1" name="Google Shape;2521;p2"/>
          <p:cNvSpPr/>
          <p:nvPr/>
        </p:nvSpPr>
        <p:spPr>
          <a:xfrm>
            <a:off x="2492561" y="-1061662"/>
            <a:ext cx="1900005" cy="1900005"/>
          </a:xfrm>
          <a:custGeom>
            <a:rect b="b" l="l" r="r" t="t"/>
            <a:pathLst>
              <a:path extrusionOk="0" h="44706" w="44706">
                <a:moveTo>
                  <a:pt x="22353" y="211"/>
                </a:moveTo>
                <a:cubicBezTo>
                  <a:pt x="34563" y="211"/>
                  <a:pt x="44496" y="10143"/>
                  <a:pt x="44496" y="22353"/>
                </a:cubicBezTo>
                <a:cubicBezTo>
                  <a:pt x="44496" y="34565"/>
                  <a:pt x="34563" y="44496"/>
                  <a:pt x="22353" y="44496"/>
                </a:cubicBezTo>
                <a:cubicBezTo>
                  <a:pt x="10144" y="44496"/>
                  <a:pt x="209" y="34563"/>
                  <a:pt x="209" y="22355"/>
                </a:cubicBezTo>
                <a:cubicBezTo>
                  <a:pt x="209" y="10144"/>
                  <a:pt x="10143" y="211"/>
                  <a:pt x="22353" y="211"/>
                </a:cubicBezTo>
                <a:close/>
                <a:moveTo>
                  <a:pt x="22353" y="0"/>
                </a:moveTo>
                <a:cubicBezTo>
                  <a:pt x="10028" y="0"/>
                  <a:pt x="0" y="10028"/>
                  <a:pt x="0" y="22353"/>
                </a:cubicBezTo>
                <a:cubicBezTo>
                  <a:pt x="0" y="34678"/>
                  <a:pt x="10028" y="44706"/>
                  <a:pt x="22353" y="44706"/>
                </a:cubicBezTo>
                <a:cubicBezTo>
                  <a:pt x="34678" y="44706"/>
                  <a:pt x="44706" y="34678"/>
                  <a:pt x="44706" y="22353"/>
                </a:cubicBezTo>
                <a:cubicBezTo>
                  <a:pt x="44706" y="10028"/>
                  <a:pt x="34678" y="0"/>
                  <a:pt x="2235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2"/>
          <p:cNvSpPr/>
          <p:nvPr/>
        </p:nvSpPr>
        <p:spPr>
          <a:xfrm>
            <a:off x="3796563" y="285639"/>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2"/>
          <p:cNvSpPr/>
          <p:nvPr/>
        </p:nvSpPr>
        <p:spPr>
          <a:xfrm>
            <a:off x="5221247" y="223854"/>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4" name="Google Shape;2524;p2"/>
          <p:cNvGrpSpPr/>
          <p:nvPr/>
        </p:nvGrpSpPr>
        <p:grpSpPr>
          <a:xfrm>
            <a:off x="1655304" y="1607140"/>
            <a:ext cx="1490178" cy="21378"/>
            <a:chOff x="2940000" y="3484425"/>
            <a:chExt cx="876575" cy="12575"/>
          </a:xfrm>
        </p:grpSpPr>
        <p:sp>
          <p:nvSpPr>
            <p:cNvPr id="2525" name="Google Shape;2525;p2"/>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2"/>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2"/>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2"/>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2"/>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2"/>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2"/>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2"/>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2"/>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2"/>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2"/>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2"/>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7" name="Google Shape;2537;p2"/>
          <p:cNvSpPr/>
          <p:nvPr/>
        </p:nvSpPr>
        <p:spPr>
          <a:xfrm>
            <a:off x="8421482" y="4766695"/>
            <a:ext cx="107096" cy="103087"/>
          </a:xfrm>
          <a:custGeom>
            <a:rect b="b" l="l" r="r" t="t"/>
            <a:pathLst>
              <a:path extrusionOk="0" h="2237" w="2324">
                <a:moveTo>
                  <a:pt x="1207" y="1"/>
                </a:moveTo>
                <a:cubicBezTo>
                  <a:pt x="753" y="1"/>
                  <a:pt x="346" y="272"/>
                  <a:pt x="173" y="690"/>
                </a:cubicBezTo>
                <a:cubicBezTo>
                  <a:pt x="0" y="1109"/>
                  <a:pt x="96" y="1589"/>
                  <a:pt x="415" y="1909"/>
                </a:cubicBezTo>
                <a:cubicBezTo>
                  <a:pt x="629" y="2123"/>
                  <a:pt x="915" y="2237"/>
                  <a:pt x="1206" y="2237"/>
                </a:cubicBezTo>
                <a:cubicBezTo>
                  <a:pt x="1350" y="2237"/>
                  <a:pt x="1496" y="2209"/>
                  <a:pt x="1634" y="2152"/>
                </a:cubicBezTo>
                <a:cubicBezTo>
                  <a:pt x="2051" y="1977"/>
                  <a:pt x="2324" y="1571"/>
                  <a:pt x="2324" y="1118"/>
                </a:cubicBezTo>
                <a:cubicBezTo>
                  <a:pt x="2324" y="501"/>
                  <a:pt x="1824" y="1"/>
                  <a:pt x="1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2"/>
          <p:cNvSpPr txBox="1"/>
          <p:nvPr>
            <p:ph type="ctrTitle"/>
          </p:nvPr>
        </p:nvSpPr>
        <p:spPr>
          <a:xfrm>
            <a:off x="2743201" y="1500680"/>
            <a:ext cx="3657600" cy="20526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accent4"/>
              </a:buClr>
              <a:buSzPts val="3300"/>
              <a:buFont typeface="Poppins Light"/>
              <a:buNone/>
              <a:defRPr b="0" sz="3300">
                <a:solidFill>
                  <a:schemeClr val="accent4"/>
                </a:solidFill>
                <a:latin typeface="Poppins Light"/>
                <a:ea typeface="Poppins Light"/>
                <a:cs typeface="Poppins Light"/>
                <a:sym typeface="Poppins Light"/>
              </a:defRPr>
            </a:lvl1pPr>
            <a:lvl2pPr lvl="1" algn="ctr">
              <a:spcBef>
                <a:spcPts val="0"/>
              </a:spcBef>
              <a:spcAft>
                <a:spcPts val="0"/>
              </a:spcAft>
              <a:buClr>
                <a:schemeClr val="accent4"/>
              </a:buClr>
              <a:buSzPts val="5200"/>
              <a:buNone/>
              <a:defRPr sz="5200">
                <a:solidFill>
                  <a:schemeClr val="accent4"/>
                </a:solidFill>
              </a:defRPr>
            </a:lvl2pPr>
            <a:lvl3pPr lvl="2" algn="ctr">
              <a:spcBef>
                <a:spcPts val="0"/>
              </a:spcBef>
              <a:spcAft>
                <a:spcPts val="0"/>
              </a:spcAft>
              <a:buClr>
                <a:schemeClr val="accent4"/>
              </a:buClr>
              <a:buSzPts val="5200"/>
              <a:buNone/>
              <a:defRPr sz="5200">
                <a:solidFill>
                  <a:schemeClr val="accent4"/>
                </a:solidFill>
              </a:defRPr>
            </a:lvl3pPr>
            <a:lvl4pPr lvl="3" algn="ctr">
              <a:spcBef>
                <a:spcPts val="0"/>
              </a:spcBef>
              <a:spcAft>
                <a:spcPts val="0"/>
              </a:spcAft>
              <a:buClr>
                <a:schemeClr val="accent4"/>
              </a:buClr>
              <a:buSzPts val="5200"/>
              <a:buNone/>
              <a:defRPr sz="5200">
                <a:solidFill>
                  <a:schemeClr val="accent4"/>
                </a:solidFill>
              </a:defRPr>
            </a:lvl4pPr>
            <a:lvl5pPr lvl="4" algn="ctr">
              <a:spcBef>
                <a:spcPts val="0"/>
              </a:spcBef>
              <a:spcAft>
                <a:spcPts val="0"/>
              </a:spcAft>
              <a:buClr>
                <a:schemeClr val="accent4"/>
              </a:buClr>
              <a:buSzPts val="5200"/>
              <a:buNone/>
              <a:defRPr sz="5200">
                <a:solidFill>
                  <a:schemeClr val="accent4"/>
                </a:solidFill>
              </a:defRPr>
            </a:lvl5pPr>
            <a:lvl6pPr lvl="5" algn="ctr">
              <a:spcBef>
                <a:spcPts val="0"/>
              </a:spcBef>
              <a:spcAft>
                <a:spcPts val="0"/>
              </a:spcAft>
              <a:buClr>
                <a:schemeClr val="accent4"/>
              </a:buClr>
              <a:buSzPts val="5200"/>
              <a:buNone/>
              <a:defRPr sz="5200">
                <a:solidFill>
                  <a:schemeClr val="accent4"/>
                </a:solidFill>
              </a:defRPr>
            </a:lvl6pPr>
            <a:lvl7pPr lvl="6" algn="ctr">
              <a:spcBef>
                <a:spcPts val="0"/>
              </a:spcBef>
              <a:spcAft>
                <a:spcPts val="0"/>
              </a:spcAft>
              <a:buClr>
                <a:schemeClr val="accent4"/>
              </a:buClr>
              <a:buSzPts val="5200"/>
              <a:buNone/>
              <a:defRPr sz="5200">
                <a:solidFill>
                  <a:schemeClr val="accent4"/>
                </a:solidFill>
              </a:defRPr>
            </a:lvl7pPr>
            <a:lvl8pPr lvl="7" algn="ctr">
              <a:spcBef>
                <a:spcPts val="0"/>
              </a:spcBef>
              <a:spcAft>
                <a:spcPts val="0"/>
              </a:spcAft>
              <a:buClr>
                <a:schemeClr val="accent4"/>
              </a:buClr>
              <a:buSzPts val="5200"/>
              <a:buNone/>
              <a:defRPr sz="5200">
                <a:solidFill>
                  <a:schemeClr val="accent4"/>
                </a:solidFill>
              </a:defRPr>
            </a:lvl8pPr>
            <a:lvl9pPr lvl="8" algn="ctr">
              <a:spcBef>
                <a:spcPts val="0"/>
              </a:spcBef>
              <a:spcAft>
                <a:spcPts val="0"/>
              </a:spcAft>
              <a:buClr>
                <a:schemeClr val="accent4"/>
              </a:buClr>
              <a:buSzPts val="5200"/>
              <a:buNone/>
              <a:defRPr sz="5200">
                <a:solidFill>
                  <a:schemeClr val="accent4"/>
                </a:solidFill>
              </a:defRPr>
            </a:lvl9pPr>
          </a:lstStyle>
          <a:p/>
        </p:txBody>
      </p:sp>
      <p:sp>
        <p:nvSpPr>
          <p:cNvPr id="2539" name="Google Shape;2539;p2"/>
          <p:cNvSpPr txBox="1"/>
          <p:nvPr>
            <p:ph idx="1" type="subTitle"/>
          </p:nvPr>
        </p:nvSpPr>
        <p:spPr>
          <a:xfrm>
            <a:off x="1700775" y="3152292"/>
            <a:ext cx="5742900" cy="678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Poppins"/>
              <a:buNone/>
              <a:defRPr b="1">
                <a:solidFill>
                  <a:schemeClr val="lt1"/>
                </a:solidFill>
              </a:defRPr>
            </a:lvl1pPr>
            <a:lvl2pPr lvl="1" algn="ctr">
              <a:lnSpc>
                <a:spcPct val="100000"/>
              </a:lnSpc>
              <a:spcBef>
                <a:spcPts val="0"/>
              </a:spcBef>
              <a:spcAft>
                <a:spcPts val="0"/>
              </a:spcAft>
              <a:buClr>
                <a:schemeClr val="lt1"/>
              </a:buClr>
              <a:buSzPts val="1400"/>
              <a:buNone/>
              <a:defRPr>
                <a:solidFill>
                  <a:schemeClr val="lt1"/>
                </a:solidFill>
              </a:defRPr>
            </a:lvl2pPr>
            <a:lvl3pPr lvl="2" algn="ctr">
              <a:lnSpc>
                <a:spcPct val="100000"/>
              </a:lnSpc>
              <a:spcBef>
                <a:spcPts val="0"/>
              </a:spcBef>
              <a:spcAft>
                <a:spcPts val="0"/>
              </a:spcAft>
              <a:buClr>
                <a:schemeClr val="lt1"/>
              </a:buClr>
              <a:buSzPts val="1400"/>
              <a:buNone/>
              <a:defRPr>
                <a:solidFill>
                  <a:schemeClr val="lt1"/>
                </a:solidFill>
              </a:defRPr>
            </a:lvl3pPr>
            <a:lvl4pPr lvl="3" algn="ctr">
              <a:lnSpc>
                <a:spcPct val="100000"/>
              </a:lnSpc>
              <a:spcBef>
                <a:spcPts val="0"/>
              </a:spcBef>
              <a:spcAft>
                <a:spcPts val="0"/>
              </a:spcAft>
              <a:buClr>
                <a:schemeClr val="lt1"/>
              </a:buClr>
              <a:buSzPts val="1400"/>
              <a:buNone/>
              <a:defRPr>
                <a:solidFill>
                  <a:schemeClr val="lt1"/>
                </a:solidFill>
              </a:defRPr>
            </a:lvl4pPr>
            <a:lvl5pPr lvl="4" algn="ctr">
              <a:lnSpc>
                <a:spcPct val="100000"/>
              </a:lnSpc>
              <a:spcBef>
                <a:spcPts val="0"/>
              </a:spcBef>
              <a:spcAft>
                <a:spcPts val="0"/>
              </a:spcAft>
              <a:buClr>
                <a:schemeClr val="lt1"/>
              </a:buClr>
              <a:buSzPts val="1400"/>
              <a:buNone/>
              <a:defRPr>
                <a:solidFill>
                  <a:schemeClr val="lt1"/>
                </a:solidFill>
              </a:defRPr>
            </a:lvl5pPr>
            <a:lvl6pPr lvl="5" algn="ctr">
              <a:lnSpc>
                <a:spcPct val="100000"/>
              </a:lnSpc>
              <a:spcBef>
                <a:spcPts val="0"/>
              </a:spcBef>
              <a:spcAft>
                <a:spcPts val="0"/>
              </a:spcAft>
              <a:buClr>
                <a:schemeClr val="lt1"/>
              </a:buClr>
              <a:buSzPts val="1400"/>
              <a:buNone/>
              <a:defRPr>
                <a:solidFill>
                  <a:schemeClr val="lt1"/>
                </a:solidFill>
              </a:defRPr>
            </a:lvl6pPr>
            <a:lvl7pPr lvl="6" algn="ctr">
              <a:lnSpc>
                <a:spcPct val="100000"/>
              </a:lnSpc>
              <a:spcBef>
                <a:spcPts val="0"/>
              </a:spcBef>
              <a:spcAft>
                <a:spcPts val="0"/>
              </a:spcAft>
              <a:buClr>
                <a:schemeClr val="lt1"/>
              </a:buClr>
              <a:buSzPts val="1400"/>
              <a:buNone/>
              <a:defRPr>
                <a:solidFill>
                  <a:schemeClr val="lt1"/>
                </a:solidFill>
              </a:defRPr>
            </a:lvl7pPr>
            <a:lvl8pPr lvl="7" algn="ctr">
              <a:lnSpc>
                <a:spcPct val="100000"/>
              </a:lnSpc>
              <a:spcBef>
                <a:spcPts val="0"/>
              </a:spcBef>
              <a:spcAft>
                <a:spcPts val="0"/>
              </a:spcAft>
              <a:buClr>
                <a:schemeClr val="lt1"/>
              </a:buClr>
              <a:buSzPts val="1400"/>
              <a:buNone/>
              <a:defRPr>
                <a:solidFill>
                  <a:schemeClr val="lt1"/>
                </a:solidFill>
              </a:defRPr>
            </a:lvl8pPr>
            <a:lvl9pPr lvl="8" algn="ctr">
              <a:lnSpc>
                <a:spcPct val="100000"/>
              </a:lnSpc>
              <a:spcBef>
                <a:spcPts val="0"/>
              </a:spcBef>
              <a:spcAft>
                <a:spcPts val="0"/>
              </a:spcAft>
              <a:buClr>
                <a:schemeClr val="lt1"/>
              </a:buClr>
              <a:buSzPts val="1400"/>
              <a:buNone/>
              <a:defRPr>
                <a:solidFill>
                  <a:schemeClr val="lt1"/>
                </a:solidFill>
              </a:defRPr>
            </a:lvl9pPr>
          </a:lstStyle>
          <a:p/>
        </p:txBody>
      </p:sp>
      <p:sp>
        <p:nvSpPr>
          <p:cNvPr id="2540" name="Google Shape;2540;p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2"/>
        </a:solidFill>
      </p:bgPr>
    </p:bg>
    <p:spTree>
      <p:nvGrpSpPr>
        <p:cNvPr id="2541" name="Shape 2541"/>
        <p:cNvGrpSpPr/>
        <p:nvPr/>
      </p:nvGrpSpPr>
      <p:grpSpPr>
        <a:xfrm>
          <a:off x="0" y="0"/>
          <a:ext cx="0" cy="0"/>
          <a:chOff x="0" y="0"/>
          <a:chExt cx="0" cy="0"/>
        </a:xfrm>
      </p:grpSpPr>
      <p:sp>
        <p:nvSpPr>
          <p:cNvPr id="2542" name="Google Shape;2542;p3"/>
          <p:cNvSpPr txBox="1"/>
          <p:nvPr>
            <p:ph type="title"/>
          </p:nvPr>
        </p:nvSpPr>
        <p:spPr>
          <a:xfrm>
            <a:off x="5143500" y="1844100"/>
            <a:ext cx="2743200" cy="2052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accent4"/>
              </a:buClr>
              <a:buSzPts val="3300"/>
              <a:buFont typeface="Poppins Light"/>
              <a:buNone/>
              <a:defRPr b="0" sz="3300">
                <a:solidFill>
                  <a:schemeClr val="accent4"/>
                </a:solidFill>
                <a:latin typeface="Poppins Light"/>
                <a:ea typeface="Poppins Light"/>
                <a:cs typeface="Poppins Light"/>
                <a:sym typeface="Poppins Light"/>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543" name="Google Shape;2543;p3"/>
          <p:cNvSpPr txBox="1"/>
          <p:nvPr>
            <p:ph hasCustomPrompt="1" idx="2" type="title"/>
          </p:nvPr>
        </p:nvSpPr>
        <p:spPr>
          <a:xfrm>
            <a:off x="5635325" y="1284092"/>
            <a:ext cx="1715400" cy="10446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6000"/>
              <a:buFont typeface="Poppins SemiBold"/>
              <a:buNone/>
              <a:defRPr b="0" sz="6000">
                <a:solidFill>
                  <a:schemeClr val="accent1"/>
                </a:solidFill>
                <a:latin typeface="Poppins SemiBold"/>
                <a:ea typeface="Poppins SemiBold"/>
                <a:cs typeface="Poppins SemiBold"/>
                <a:sym typeface="Poppins SemiBold"/>
              </a:defRPr>
            </a:lvl1pPr>
            <a:lvl2pPr lvl="1" rtl="0" algn="ctr">
              <a:spcBef>
                <a:spcPts val="0"/>
              </a:spcBef>
              <a:spcAft>
                <a:spcPts val="0"/>
              </a:spcAft>
              <a:buClr>
                <a:schemeClr val="accent1"/>
              </a:buClr>
              <a:buSzPts val="6000"/>
              <a:buFont typeface="Poppins SemiBold"/>
              <a:buNone/>
              <a:defRPr b="0" sz="6000">
                <a:solidFill>
                  <a:schemeClr val="accent1"/>
                </a:solidFill>
                <a:latin typeface="Poppins SemiBold"/>
                <a:ea typeface="Poppins SemiBold"/>
                <a:cs typeface="Poppins SemiBold"/>
                <a:sym typeface="Poppins SemiBold"/>
              </a:defRPr>
            </a:lvl2pPr>
            <a:lvl3pPr lvl="2" rtl="0" algn="ctr">
              <a:spcBef>
                <a:spcPts val="0"/>
              </a:spcBef>
              <a:spcAft>
                <a:spcPts val="0"/>
              </a:spcAft>
              <a:buClr>
                <a:schemeClr val="accent1"/>
              </a:buClr>
              <a:buSzPts val="6000"/>
              <a:buFont typeface="Poppins SemiBold"/>
              <a:buNone/>
              <a:defRPr b="0" sz="6000">
                <a:solidFill>
                  <a:schemeClr val="accent1"/>
                </a:solidFill>
                <a:latin typeface="Poppins SemiBold"/>
                <a:ea typeface="Poppins SemiBold"/>
                <a:cs typeface="Poppins SemiBold"/>
                <a:sym typeface="Poppins SemiBold"/>
              </a:defRPr>
            </a:lvl3pPr>
            <a:lvl4pPr lvl="3" rtl="0" algn="ctr">
              <a:spcBef>
                <a:spcPts val="0"/>
              </a:spcBef>
              <a:spcAft>
                <a:spcPts val="0"/>
              </a:spcAft>
              <a:buClr>
                <a:schemeClr val="accent1"/>
              </a:buClr>
              <a:buSzPts val="6000"/>
              <a:buFont typeface="Poppins SemiBold"/>
              <a:buNone/>
              <a:defRPr b="0" sz="6000">
                <a:solidFill>
                  <a:schemeClr val="accent1"/>
                </a:solidFill>
                <a:latin typeface="Poppins SemiBold"/>
                <a:ea typeface="Poppins SemiBold"/>
                <a:cs typeface="Poppins SemiBold"/>
                <a:sym typeface="Poppins SemiBold"/>
              </a:defRPr>
            </a:lvl4pPr>
            <a:lvl5pPr lvl="4" rtl="0" algn="ctr">
              <a:spcBef>
                <a:spcPts val="0"/>
              </a:spcBef>
              <a:spcAft>
                <a:spcPts val="0"/>
              </a:spcAft>
              <a:buClr>
                <a:schemeClr val="accent1"/>
              </a:buClr>
              <a:buSzPts val="6000"/>
              <a:buFont typeface="Poppins SemiBold"/>
              <a:buNone/>
              <a:defRPr b="0" sz="6000">
                <a:solidFill>
                  <a:schemeClr val="accent1"/>
                </a:solidFill>
                <a:latin typeface="Poppins SemiBold"/>
                <a:ea typeface="Poppins SemiBold"/>
                <a:cs typeface="Poppins SemiBold"/>
                <a:sym typeface="Poppins SemiBold"/>
              </a:defRPr>
            </a:lvl5pPr>
            <a:lvl6pPr lvl="5" rtl="0" algn="ctr">
              <a:spcBef>
                <a:spcPts val="0"/>
              </a:spcBef>
              <a:spcAft>
                <a:spcPts val="0"/>
              </a:spcAft>
              <a:buClr>
                <a:schemeClr val="accent1"/>
              </a:buClr>
              <a:buSzPts val="6000"/>
              <a:buFont typeface="Poppins SemiBold"/>
              <a:buNone/>
              <a:defRPr b="0" sz="6000">
                <a:solidFill>
                  <a:schemeClr val="accent1"/>
                </a:solidFill>
                <a:latin typeface="Poppins SemiBold"/>
                <a:ea typeface="Poppins SemiBold"/>
                <a:cs typeface="Poppins SemiBold"/>
                <a:sym typeface="Poppins SemiBold"/>
              </a:defRPr>
            </a:lvl6pPr>
            <a:lvl7pPr lvl="6" rtl="0" algn="ctr">
              <a:spcBef>
                <a:spcPts val="0"/>
              </a:spcBef>
              <a:spcAft>
                <a:spcPts val="0"/>
              </a:spcAft>
              <a:buClr>
                <a:schemeClr val="accent1"/>
              </a:buClr>
              <a:buSzPts val="6000"/>
              <a:buFont typeface="Poppins SemiBold"/>
              <a:buNone/>
              <a:defRPr b="0" sz="6000">
                <a:solidFill>
                  <a:schemeClr val="accent1"/>
                </a:solidFill>
                <a:latin typeface="Poppins SemiBold"/>
                <a:ea typeface="Poppins SemiBold"/>
                <a:cs typeface="Poppins SemiBold"/>
                <a:sym typeface="Poppins SemiBold"/>
              </a:defRPr>
            </a:lvl7pPr>
            <a:lvl8pPr lvl="7" rtl="0" algn="ctr">
              <a:spcBef>
                <a:spcPts val="0"/>
              </a:spcBef>
              <a:spcAft>
                <a:spcPts val="0"/>
              </a:spcAft>
              <a:buClr>
                <a:schemeClr val="accent1"/>
              </a:buClr>
              <a:buSzPts val="6000"/>
              <a:buFont typeface="Poppins SemiBold"/>
              <a:buNone/>
              <a:defRPr b="0" sz="6000">
                <a:solidFill>
                  <a:schemeClr val="accent1"/>
                </a:solidFill>
                <a:latin typeface="Poppins SemiBold"/>
                <a:ea typeface="Poppins SemiBold"/>
                <a:cs typeface="Poppins SemiBold"/>
                <a:sym typeface="Poppins SemiBold"/>
              </a:defRPr>
            </a:lvl8pPr>
            <a:lvl9pPr lvl="8" rtl="0" algn="ctr">
              <a:spcBef>
                <a:spcPts val="0"/>
              </a:spcBef>
              <a:spcAft>
                <a:spcPts val="0"/>
              </a:spcAft>
              <a:buClr>
                <a:schemeClr val="accent1"/>
              </a:buClr>
              <a:buSzPts val="6000"/>
              <a:buFont typeface="Poppins SemiBold"/>
              <a:buNone/>
              <a:defRPr b="0" sz="6000">
                <a:solidFill>
                  <a:schemeClr val="accent1"/>
                </a:solidFill>
                <a:latin typeface="Poppins SemiBold"/>
                <a:ea typeface="Poppins SemiBold"/>
                <a:cs typeface="Poppins SemiBold"/>
                <a:sym typeface="Poppins SemiBold"/>
              </a:defRPr>
            </a:lvl9pPr>
          </a:lstStyle>
          <a:p>
            <a:r>
              <a:t>xx%</a:t>
            </a:r>
          </a:p>
        </p:txBody>
      </p:sp>
      <p:sp>
        <p:nvSpPr>
          <p:cNvPr id="2544" name="Google Shape;2544;p3"/>
          <p:cNvSpPr txBox="1"/>
          <p:nvPr>
            <p:ph idx="1" type="subTitle"/>
          </p:nvPr>
        </p:nvSpPr>
        <p:spPr>
          <a:xfrm>
            <a:off x="5207375" y="3482250"/>
            <a:ext cx="2575500" cy="414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Poppins"/>
              <a:buNone/>
              <a:defRPr b="1">
                <a:solidFill>
                  <a:schemeClr val="lt1"/>
                </a:solidFill>
              </a:defRPr>
            </a:lvl1pPr>
            <a:lvl2pPr lvl="1">
              <a:spcBef>
                <a:spcPts val="0"/>
              </a:spcBef>
              <a:spcAft>
                <a:spcPts val="0"/>
              </a:spcAft>
              <a:buClr>
                <a:schemeClr val="lt1"/>
              </a:buClr>
              <a:buSzPts val="1400"/>
              <a:buNone/>
              <a:defRPr>
                <a:solidFill>
                  <a:schemeClr val="lt1"/>
                </a:solidFill>
              </a:defRPr>
            </a:lvl2pPr>
            <a:lvl3pPr lvl="2">
              <a:spcBef>
                <a:spcPts val="1600"/>
              </a:spcBef>
              <a:spcAft>
                <a:spcPts val="0"/>
              </a:spcAft>
              <a:buClr>
                <a:schemeClr val="lt1"/>
              </a:buClr>
              <a:buSzPts val="1400"/>
              <a:buNone/>
              <a:defRPr>
                <a:solidFill>
                  <a:schemeClr val="lt1"/>
                </a:solidFill>
              </a:defRPr>
            </a:lvl3pPr>
            <a:lvl4pPr lvl="3">
              <a:spcBef>
                <a:spcPts val="1600"/>
              </a:spcBef>
              <a:spcAft>
                <a:spcPts val="0"/>
              </a:spcAft>
              <a:buClr>
                <a:schemeClr val="lt1"/>
              </a:buClr>
              <a:buSzPts val="1400"/>
              <a:buNone/>
              <a:defRPr>
                <a:solidFill>
                  <a:schemeClr val="lt1"/>
                </a:solidFill>
              </a:defRPr>
            </a:lvl4pPr>
            <a:lvl5pPr lvl="4">
              <a:spcBef>
                <a:spcPts val="1600"/>
              </a:spcBef>
              <a:spcAft>
                <a:spcPts val="0"/>
              </a:spcAft>
              <a:buClr>
                <a:schemeClr val="lt1"/>
              </a:buClr>
              <a:buSzPts val="1400"/>
              <a:buNone/>
              <a:defRPr>
                <a:solidFill>
                  <a:schemeClr val="lt1"/>
                </a:solidFill>
              </a:defRPr>
            </a:lvl5pPr>
            <a:lvl6pPr lvl="5">
              <a:spcBef>
                <a:spcPts val="1600"/>
              </a:spcBef>
              <a:spcAft>
                <a:spcPts val="0"/>
              </a:spcAft>
              <a:buClr>
                <a:schemeClr val="lt1"/>
              </a:buClr>
              <a:buSzPts val="1400"/>
              <a:buNone/>
              <a:defRPr>
                <a:solidFill>
                  <a:schemeClr val="lt1"/>
                </a:solidFill>
              </a:defRPr>
            </a:lvl6pPr>
            <a:lvl7pPr lvl="6">
              <a:spcBef>
                <a:spcPts val="1600"/>
              </a:spcBef>
              <a:spcAft>
                <a:spcPts val="0"/>
              </a:spcAft>
              <a:buClr>
                <a:schemeClr val="lt1"/>
              </a:buClr>
              <a:buSzPts val="1400"/>
              <a:buNone/>
              <a:defRPr>
                <a:solidFill>
                  <a:schemeClr val="lt1"/>
                </a:solidFill>
              </a:defRPr>
            </a:lvl7pPr>
            <a:lvl8pPr lvl="7">
              <a:spcBef>
                <a:spcPts val="1600"/>
              </a:spcBef>
              <a:spcAft>
                <a:spcPts val="0"/>
              </a:spcAft>
              <a:buClr>
                <a:schemeClr val="lt1"/>
              </a:buClr>
              <a:buSzPts val="1400"/>
              <a:buNone/>
              <a:defRPr>
                <a:solidFill>
                  <a:schemeClr val="lt1"/>
                </a:solidFill>
              </a:defRPr>
            </a:lvl8pPr>
            <a:lvl9pPr lvl="8">
              <a:spcBef>
                <a:spcPts val="1600"/>
              </a:spcBef>
              <a:spcAft>
                <a:spcPts val="1600"/>
              </a:spcAft>
              <a:buClr>
                <a:schemeClr val="lt1"/>
              </a:buClr>
              <a:buSzPts val="1400"/>
              <a:buNone/>
              <a:defRPr>
                <a:solidFill>
                  <a:schemeClr val="lt1"/>
                </a:solidFill>
              </a:defRPr>
            </a:lvl9pPr>
          </a:lstStyle>
          <a:p/>
        </p:txBody>
      </p:sp>
      <p:sp>
        <p:nvSpPr>
          <p:cNvPr id="2545" name="Google Shape;2545;p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546" name="Shape 2546"/>
        <p:cNvGrpSpPr/>
        <p:nvPr/>
      </p:nvGrpSpPr>
      <p:grpSpPr>
        <a:xfrm>
          <a:off x="0" y="0"/>
          <a:ext cx="0" cy="0"/>
          <a:chOff x="0" y="0"/>
          <a:chExt cx="0" cy="0"/>
        </a:xfrm>
      </p:grpSpPr>
      <p:sp>
        <p:nvSpPr>
          <p:cNvPr id="2547" name="Google Shape;2547;p4"/>
          <p:cNvSpPr txBox="1"/>
          <p:nvPr>
            <p:ph idx="1" type="body"/>
          </p:nvPr>
        </p:nvSpPr>
        <p:spPr>
          <a:xfrm>
            <a:off x="722375" y="1084525"/>
            <a:ext cx="7699200" cy="3484200"/>
          </a:xfrm>
          <a:prstGeom prst="rect">
            <a:avLst/>
          </a:prstGeom>
        </p:spPr>
        <p:txBody>
          <a:bodyPr anchorCtr="0" anchor="t" bIns="91425" lIns="91425" spcFirstLastPara="1" rIns="91425" wrap="square" tIns="91425">
            <a:noAutofit/>
          </a:bodyPr>
          <a:lstStyle>
            <a:lvl1pPr indent="-292100" lvl="0" marL="457200">
              <a:spcBef>
                <a:spcPts val="0"/>
              </a:spcBef>
              <a:spcAft>
                <a:spcPts val="0"/>
              </a:spcAft>
              <a:buSzPts val="1000"/>
              <a:buChar char="●"/>
              <a:defRPr sz="1000"/>
            </a:lvl1pPr>
            <a:lvl2pPr indent="-292100" lvl="1" marL="914400">
              <a:spcBef>
                <a:spcPts val="1600"/>
              </a:spcBef>
              <a:spcAft>
                <a:spcPts val="0"/>
              </a:spcAft>
              <a:buSzPts val="1000"/>
              <a:buFont typeface="Poppins Light"/>
              <a:buChar char="○"/>
              <a:defRPr sz="1000">
                <a:latin typeface="Poppins Light"/>
                <a:ea typeface="Poppins Light"/>
                <a:cs typeface="Poppins Light"/>
                <a:sym typeface="Poppins Light"/>
              </a:defRPr>
            </a:lvl2pPr>
            <a:lvl3pPr indent="-292100" lvl="2" marL="1371600">
              <a:spcBef>
                <a:spcPts val="1600"/>
              </a:spcBef>
              <a:spcAft>
                <a:spcPts val="0"/>
              </a:spcAft>
              <a:buSzPts val="1000"/>
              <a:buFont typeface="Poppins Light"/>
              <a:buChar char="■"/>
              <a:defRPr sz="1000">
                <a:latin typeface="Poppins Light"/>
                <a:ea typeface="Poppins Light"/>
                <a:cs typeface="Poppins Light"/>
                <a:sym typeface="Poppins Light"/>
              </a:defRPr>
            </a:lvl3pPr>
            <a:lvl4pPr indent="-292100" lvl="3" marL="1828800">
              <a:spcBef>
                <a:spcPts val="1600"/>
              </a:spcBef>
              <a:spcAft>
                <a:spcPts val="0"/>
              </a:spcAft>
              <a:buSzPts val="1000"/>
              <a:buFont typeface="Poppins Light"/>
              <a:buChar char="●"/>
              <a:defRPr sz="1000">
                <a:latin typeface="Poppins Light"/>
                <a:ea typeface="Poppins Light"/>
                <a:cs typeface="Poppins Light"/>
                <a:sym typeface="Poppins Light"/>
              </a:defRPr>
            </a:lvl4pPr>
            <a:lvl5pPr indent="-292100" lvl="4" marL="2286000">
              <a:spcBef>
                <a:spcPts val="1600"/>
              </a:spcBef>
              <a:spcAft>
                <a:spcPts val="0"/>
              </a:spcAft>
              <a:buSzPts val="1000"/>
              <a:buFont typeface="Poppins Light"/>
              <a:buChar char="○"/>
              <a:defRPr sz="1000">
                <a:latin typeface="Poppins Light"/>
                <a:ea typeface="Poppins Light"/>
                <a:cs typeface="Poppins Light"/>
                <a:sym typeface="Poppins Light"/>
              </a:defRPr>
            </a:lvl5pPr>
            <a:lvl6pPr indent="-292100" lvl="5" marL="2743200">
              <a:spcBef>
                <a:spcPts val="1600"/>
              </a:spcBef>
              <a:spcAft>
                <a:spcPts val="0"/>
              </a:spcAft>
              <a:buSzPts val="1000"/>
              <a:buFont typeface="Poppins Light"/>
              <a:buChar char="■"/>
              <a:defRPr sz="1000">
                <a:latin typeface="Poppins Light"/>
                <a:ea typeface="Poppins Light"/>
                <a:cs typeface="Poppins Light"/>
                <a:sym typeface="Poppins Light"/>
              </a:defRPr>
            </a:lvl6pPr>
            <a:lvl7pPr indent="-292100" lvl="6" marL="3200400">
              <a:spcBef>
                <a:spcPts val="1600"/>
              </a:spcBef>
              <a:spcAft>
                <a:spcPts val="0"/>
              </a:spcAft>
              <a:buSzPts val="1000"/>
              <a:buFont typeface="Poppins Light"/>
              <a:buChar char="●"/>
              <a:defRPr sz="1000">
                <a:latin typeface="Poppins Light"/>
                <a:ea typeface="Poppins Light"/>
                <a:cs typeface="Poppins Light"/>
                <a:sym typeface="Poppins Light"/>
              </a:defRPr>
            </a:lvl7pPr>
            <a:lvl8pPr indent="-292100" lvl="7" marL="3657600">
              <a:spcBef>
                <a:spcPts val="1600"/>
              </a:spcBef>
              <a:spcAft>
                <a:spcPts val="0"/>
              </a:spcAft>
              <a:buSzPts val="1000"/>
              <a:buFont typeface="Poppins Light"/>
              <a:buChar char="○"/>
              <a:defRPr sz="1000">
                <a:latin typeface="Poppins Light"/>
                <a:ea typeface="Poppins Light"/>
                <a:cs typeface="Poppins Light"/>
                <a:sym typeface="Poppins Light"/>
              </a:defRPr>
            </a:lvl8pPr>
            <a:lvl9pPr indent="-292100" lvl="8" marL="4114800">
              <a:spcBef>
                <a:spcPts val="1600"/>
              </a:spcBef>
              <a:spcAft>
                <a:spcPts val="1600"/>
              </a:spcAft>
              <a:buSzPts val="1000"/>
              <a:buFont typeface="Poppins Light"/>
              <a:buChar char="■"/>
              <a:defRPr sz="1000">
                <a:latin typeface="Poppins Light"/>
                <a:ea typeface="Poppins Light"/>
                <a:cs typeface="Poppins Light"/>
                <a:sym typeface="Poppins Light"/>
              </a:defRPr>
            </a:lvl9pPr>
          </a:lstStyle>
          <a:p/>
        </p:txBody>
      </p:sp>
      <p:sp>
        <p:nvSpPr>
          <p:cNvPr id="2548" name="Google Shape;2548;p4"/>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2549" name="Google Shape;2549;p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50" name="Shape 2550"/>
        <p:cNvGrpSpPr/>
        <p:nvPr/>
      </p:nvGrpSpPr>
      <p:grpSpPr>
        <a:xfrm>
          <a:off x="0" y="0"/>
          <a:ext cx="0" cy="0"/>
          <a:chOff x="0" y="0"/>
          <a:chExt cx="0" cy="0"/>
        </a:xfrm>
      </p:grpSpPr>
      <p:sp>
        <p:nvSpPr>
          <p:cNvPr id="2551" name="Google Shape;2551;p5"/>
          <p:cNvSpPr/>
          <p:nvPr/>
        </p:nvSpPr>
        <p:spPr>
          <a:xfrm>
            <a:off x="4705950" y="1429175"/>
            <a:ext cx="4437900" cy="3379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
          <p:cNvSpPr/>
          <p:nvPr/>
        </p:nvSpPr>
        <p:spPr>
          <a:xfrm>
            <a:off x="0" y="1429175"/>
            <a:ext cx="4437900" cy="3379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p:txBody>
      </p:sp>
      <p:sp>
        <p:nvSpPr>
          <p:cNvPr id="2554" name="Google Shape;2554;p5"/>
          <p:cNvSpPr txBox="1"/>
          <p:nvPr>
            <p:ph idx="1" type="body"/>
          </p:nvPr>
        </p:nvSpPr>
        <p:spPr>
          <a:xfrm>
            <a:off x="1049699" y="3995775"/>
            <a:ext cx="2329500" cy="585000"/>
          </a:xfrm>
          <a:prstGeom prst="rect">
            <a:avLst/>
          </a:prstGeom>
        </p:spPr>
        <p:txBody>
          <a:bodyPr anchorCtr="0" anchor="t" bIns="91425" lIns="91425" spcFirstLastPara="1" rIns="91425" wrap="square" tIns="91425">
            <a:noAutofit/>
          </a:bodyPr>
          <a:lstStyle>
            <a:lvl1pPr indent="-317500" lvl="0" marL="457200" algn="ctr">
              <a:lnSpc>
                <a:spcPct val="100000"/>
              </a:lnSpc>
              <a:spcBef>
                <a:spcPts val="0"/>
              </a:spcBef>
              <a:spcAft>
                <a:spcPts val="0"/>
              </a:spcAft>
              <a:buSzPts val="1400"/>
              <a:buChar char="●"/>
              <a:defRPr/>
            </a:lvl1pPr>
            <a:lvl2pPr indent="-317500" lvl="1" marL="914400" algn="ctr">
              <a:spcBef>
                <a:spcPts val="1600"/>
              </a:spcBef>
              <a:spcAft>
                <a:spcPts val="0"/>
              </a:spcAft>
              <a:buSzPts val="1400"/>
              <a:buFont typeface="Poppins Light"/>
              <a:buChar char="○"/>
              <a:defRPr>
                <a:latin typeface="Poppins Light"/>
                <a:ea typeface="Poppins Light"/>
                <a:cs typeface="Poppins Light"/>
                <a:sym typeface="Poppins Light"/>
              </a:defRPr>
            </a:lvl2pPr>
            <a:lvl3pPr indent="-317500" lvl="2" marL="1371600" algn="ctr">
              <a:spcBef>
                <a:spcPts val="1600"/>
              </a:spcBef>
              <a:spcAft>
                <a:spcPts val="0"/>
              </a:spcAft>
              <a:buSzPts val="1400"/>
              <a:buFont typeface="Poppins Light"/>
              <a:buChar char="■"/>
              <a:defRPr>
                <a:latin typeface="Poppins Light"/>
                <a:ea typeface="Poppins Light"/>
                <a:cs typeface="Poppins Light"/>
                <a:sym typeface="Poppins Light"/>
              </a:defRPr>
            </a:lvl3pPr>
            <a:lvl4pPr indent="-317500" lvl="3" marL="1828800" algn="ctr">
              <a:spcBef>
                <a:spcPts val="1600"/>
              </a:spcBef>
              <a:spcAft>
                <a:spcPts val="0"/>
              </a:spcAft>
              <a:buSzPts val="1400"/>
              <a:buFont typeface="Poppins Light"/>
              <a:buChar char="●"/>
              <a:defRPr>
                <a:latin typeface="Poppins Light"/>
                <a:ea typeface="Poppins Light"/>
                <a:cs typeface="Poppins Light"/>
                <a:sym typeface="Poppins Light"/>
              </a:defRPr>
            </a:lvl4pPr>
            <a:lvl5pPr indent="-317500" lvl="4" marL="2286000" algn="ctr">
              <a:spcBef>
                <a:spcPts val="1600"/>
              </a:spcBef>
              <a:spcAft>
                <a:spcPts val="0"/>
              </a:spcAft>
              <a:buSzPts val="1400"/>
              <a:buFont typeface="Poppins Light"/>
              <a:buChar char="○"/>
              <a:defRPr>
                <a:latin typeface="Poppins Light"/>
                <a:ea typeface="Poppins Light"/>
                <a:cs typeface="Poppins Light"/>
                <a:sym typeface="Poppins Light"/>
              </a:defRPr>
            </a:lvl5pPr>
            <a:lvl6pPr indent="-317500" lvl="5" marL="2743200" algn="ctr">
              <a:spcBef>
                <a:spcPts val="1600"/>
              </a:spcBef>
              <a:spcAft>
                <a:spcPts val="0"/>
              </a:spcAft>
              <a:buSzPts val="1400"/>
              <a:buFont typeface="Poppins Light"/>
              <a:buChar char="■"/>
              <a:defRPr>
                <a:latin typeface="Poppins Light"/>
                <a:ea typeface="Poppins Light"/>
                <a:cs typeface="Poppins Light"/>
                <a:sym typeface="Poppins Light"/>
              </a:defRPr>
            </a:lvl6pPr>
            <a:lvl7pPr indent="-317500" lvl="6" marL="3200400" algn="ctr">
              <a:spcBef>
                <a:spcPts val="1600"/>
              </a:spcBef>
              <a:spcAft>
                <a:spcPts val="0"/>
              </a:spcAft>
              <a:buSzPts val="1400"/>
              <a:buFont typeface="Poppins Light"/>
              <a:buChar char="●"/>
              <a:defRPr>
                <a:latin typeface="Poppins Light"/>
                <a:ea typeface="Poppins Light"/>
                <a:cs typeface="Poppins Light"/>
                <a:sym typeface="Poppins Light"/>
              </a:defRPr>
            </a:lvl7pPr>
            <a:lvl8pPr indent="-317500" lvl="7" marL="3657600" algn="ctr">
              <a:spcBef>
                <a:spcPts val="1600"/>
              </a:spcBef>
              <a:spcAft>
                <a:spcPts val="0"/>
              </a:spcAft>
              <a:buSzPts val="1400"/>
              <a:buFont typeface="Poppins Light"/>
              <a:buChar char="○"/>
              <a:defRPr>
                <a:latin typeface="Poppins Light"/>
                <a:ea typeface="Poppins Light"/>
                <a:cs typeface="Poppins Light"/>
                <a:sym typeface="Poppins Light"/>
              </a:defRPr>
            </a:lvl8pPr>
            <a:lvl9pPr indent="-317500" lvl="8" marL="4114800" algn="ctr">
              <a:spcBef>
                <a:spcPts val="1600"/>
              </a:spcBef>
              <a:spcAft>
                <a:spcPts val="1600"/>
              </a:spcAft>
              <a:buSzPts val="1400"/>
              <a:buFont typeface="Poppins Light"/>
              <a:buChar char="■"/>
              <a:defRPr>
                <a:latin typeface="Poppins Light"/>
                <a:ea typeface="Poppins Light"/>
                <a:cs typeface="Poppins Light"/>
                <a:sym typeface="Poppins Light"/>
              </a:defRPr>
            </a:lvl9pPr>
          </a:lstStyle>
          <a:p/>
        </p:txBody>
      </p:sp>
      <p:sp>
        <p:nvSpPr>
          <p:cNvPr id="2555" name="Google Shape;2555;p5"/>
          <p:cNvSpPr txBox="1"/>
          <p:nvPr>
            <p:ph idx="2" type="body"/>
          </p:nvPr>
        </p:nvSpPr>
        <p:spPr>
          <a:xfrm>
            <a:off x="5761100" y="3995775"/>
            <a:ext cx="2329500" cy="585000"/>
          </a:xfrm>
          <a:prstGeom prst="rect">
            <a:avLst/>
          </a:prstGeom>
        </p:spPr>
        <p:txBody>
          <a:bodyPr anchorCtr="0" anchor="t" bIns="91425" lIns="91425" spcFirstLastPara="1" rIns="91425" wrap="square" tIns="91425">
            <a:noAutofit/>
          </a:bodyPr>
          <a:lstStyle>
            <a:lvl1pPr indent="-317500" lvl="0" marL="457200" algn="ctr">
              <a:lnSpc>
                <a:spcPct val="100000"/>
              </a:lnSpc>
              <a:spcBef>
                <a:spcPts val="0"/>
              </a:spcBef>
              <a:spcAft>
                <a:spcPts val="0"/>
              </a:spcAft>
              <a:buClr>
                <a:schemeClr val="lt1"/>
              </a:buClr>
              <a:buSzPts val="1400"/>
              <a:buChar char="●"/>
              <a:defRPr>
                <a:solidFill>
                  <a:schemeClr val="lt1"/>
                </a:solidFill>
              </a:defRPr>
            </a:lvl1pPr>
            <a:lvl2pPr indent="-317500" lvl="1" marL="914400" algn="ctr">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2pPr>
            <a:lvl3pPr indent="-317500" lvl="2" marL="1371600" algn="ctr">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3pPr>
            <a:lvl4pPr indent="-317500" lvl="3" marL="1828800" algn="ctr">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4pPr>
            <a:lvl5pPr indent="-317500" lvl="4" marL="2286000" algn="ctr">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5pPr>
            <a:lvl6pPr indent="-317500" lvl="5" marL="2743200" algn="ctr">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6pPr>
            <a:lvl7pPr indent="-317500" lvl="6" marL="3200400" algn="ctr">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7pPr>
            <a:lvl8pPr indent="-317500" lvl="7" marL="3657600" algn="ctr">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8pPr>
            <a:lvl9pPr indent="-317500" lvl="8" marL="4114800" algn="ctr">
              <a:spcBef>
                <a:spcPts val="1600"/>
              </a:spcBef>
              <a:spcAft>
                <a:spcPts val="1600"/>
              </a:spcAft>
              <a:buClr>
                <a:schemeClr val="lt1"/>
              </a:buClr>
              <a:buSzPts val="1400"/>
              <a:buFont typeface="Poppins Light"/>
              <a:buChar char="■"/>
              <a:defRPr>
                <a:solidFill>
                  <a:schemeClr val="lt1"/>
                </a:solidFill>
                <a:latin typeface="Poppins Light"/>
                <a:ea typeface="Poppins Light"/>
                <a:cs typeface="Poppins Light"/>
                <a:sym typeface="Poppins Light"/>
              </a:defRPr>
            </a:lvl9pPr>
          </a:lstStyle>
          <a:p/>
        </p:txBody>
      </p:sp>
      <p:sp>
        <p:nvSpPr>
          <p:cNvPr id="2556" name="Google Shape;2556;p5"/>
          <p:cNvSpPr txBox="1"/>
          <p:nvPr>
            <p:ph idx="3" type="subTitle"/>
          </p:nvPr>
        </p:nvSpPr>
        <p:spPr>
          <a:xfrm>
            <a:off x="1047688" y="3495575"/>
            <a:ext cx="2329500" cy="478200"/>
          </a:xfrm>
          <a:prstGeom prst="rect">
            <a:avLst/>
          </a:prstGeom>
        </p:spPr>
        <p:txBody>
          <a:bodyPr anchorCtr="0" anchor="t" bIns="91425" lIns="91425" spcFirstLastPara="1" rIns="91425" wrap="square" tIns="91425">
            <a:noAutofit/>
          </a:bodyPr>
          <a:lstStyle>
            <a:lvl1pPr lvl="0" algn="ctr">
              <a:spcBef>
                <a:spcPts val="0"/>
              </a:spcBef>
              <a:spcAft>
                <a:spcPts val="0"/>
              </a:spcAft>
              <a:buSzPts val="1800"/>
              <a:buFont typeface="Poppins SemiBold"/>
              <a:buNone/>
              <a:defRPr sz="1800">
                <a:latin typeface="Poppins SemiBold"/>
                <a:ea typeface="Poppins SemiBold"/>
                <a:cs typeface="Poppins SemiBold"/>
                <a:sym typeface="Poppins SemiBold"/>
              </a:defRPr>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p:txBody>
      </p:sp>
      <p:sp>
        <p:nvSpPr>
          <p:cNvPr id="2557" name="Google Shape;2557;p5"/>
          <p:cNvSpPr txBox="1"/>
          <p:nvPr>
            <p:ph idx="4" type="subTitle"/>
          </p:nvPr>
        </p:nvSpPr>
        <p:spPr>
          <a:xfrm>
            <a:off x="5761100" y="3500850"/>
            <a:ext cx="2329500" cy="4782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800"/>
              <a:buFont typeface="Poppins SemiBold"/>
              <a:buNone/>
              <a:defRPr sz="1800">
                <a:solidFill>
                  <a:schemeClr val="lt1"/>
                </a:solidFill>
                <a:latin typeface="Poppins SemiBold"/>
                <a:ea typeface="Poppins SemiBold"/>
                <a:cs typeface="Poppins SemiBold"/>
                <a:sym typeface="Poppins SemiBold"/>
              </a:defRPr>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2558" name="Google Shape;2558;p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extLst>
    <p:ext uri="{DCECCB84-F9BA-43D5-87BE-67443E8EF086}">
      <p15:sldGuideLst>
        <p15:guide id="1" pos="5760">
          <p15:clr>
            <a:srgbClr val="FA7B17"/>
          </p15:clr>
        </p15:guide>
      </p15:sldGuideLst>
    </p:ext>
  </p:extLst>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59" name="Shape 2559"/>
        <p:cNvGrpSpPr/>
        <p:nvPr/>
      </p:nvGrpSpPr>
      <p:grpSpPr>
        <a:xfrm>
          <a:off x="0" y="0"/>
          <a:ext cx="0" cy="0"/>
          <a:chOff x="0" y="0"/>
          <a:chExt cx="0" cy="0"/>
        </a:xfrm>
      </p:grpSpPr>
      <p:sp>
        <p:nvSpPr>
          <p:cNvPr id="2560" name="Google Shape;2560;p6"/>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p:txBody>
      </p:sp>
      <p:sp>
        <p:nvSpPr>
          <p:cNvPr id="2561" name="Google Shape;2561;p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562" name="Shape 2562"/>
        <p:cNvGrpSpPr/>
        <p:nvPr/>
      </p:nvGrpSpPr>
      <p:grpSpPr>
        <a:xfrm>
          <a:off x="0" y="0"/>
          <a:ext cx="0" cy="0"/>
          <a:chOff x="0" y="0"/>
          <a:chExt cx="0" cy="0"/>
        </a:xfrm>
      </p:grpSpPr>
      <p:sp>
        <p:nvSpPr>
          <p:cNvPr id="2563" name="Google Shape;2563;p7"/>
          <p:cNvSpPr txBox="1"/>
          <p:nvPr>
            <p:ph idx="1" type="body"/>
          </p:nvPr>
        </p:nvSpPr>
        <p:spPr>
          <a:xfrm>
            <a:off x="3190775" y="3172975"/>
            <a:ext cx="2762700" cy="1310700"/>
          </a:xfrm>
          <a:prstGeom prst="rect">
            <a:avLst/>
          </a:prstGeom>
        </p:spPr>
        <p:txBody>
          <a:bodyPr anchorCtr="0" anchor="t" bIns="91425" lIns="91425" spcFirstLastPara="1" rIns="91425" wrap="square" tIns="91425">
            <a:noAutofit/>
          </a:bodyPr>
          <a:lstStyle>
            <a:lvl1pPr indent="-304800" lvl="0" marL="457200" algn="ctr">
              <a:spcBef>
                <a:spcPts val="0"/>
              </a:spcBef>
              <a:spcAft>
                <a:spcPts val="0"/>
              </a:spcAft>
              <a:buSzPts val="1200"/>
              <a:buChar char="●"/>
              <a:defRPr/>
            </a:lvl1pPr>
            <a:lvl2pPr indent="-304800" lvl="1" marL="914400" algn="ctr">
              <a:spcBef>
                <a:spcPts val="1600"/>
              </a:spcBef>
              <a:spcAft>
                <a:spcPts val="0"/>
              </a:spcAft>
              <a:buSzPts val="1200"/>
              <a:buChar char="○"/>
              <a:defRPr sz="1200"/>
            </a:lvl2pPr>
            <a:lvl3pPr indent="-304800" lvl="2" marL="1371600" algn="ctr">
              <a:spcBef>
                <a:spcPts val="1600"/>
              </a:spcBef>
              <a:spcAft>
                <a:spcPts val="0"/>
              </a:spcAft>
              <a:buSzPts val="1200"/>
              <a:buChar char="■"/>
              <a:defRPr sz="1200"/>
            </a:lvl3pPr>
            <a:lvl4pPr indent="-304800" lvl="3" marL="1828800" algn="ctr">
              <a:spcBef>
                <a:spcPts val="1600"/>
              </a:spcBef>
              <a:spcAft>
                <a:spcPts val="0"/>
              </a:spcAft>
              <a:buSzPts val="1200"/>
              <a:buChar char="●"/>
              <a:defRPr sz="1200"/>
            </a:lvl4pPr>
            <a:lvl5pPr indent="-304800" lvl="4" marL="2286000" algn="ctr">
              <a:spcBef>
                <a:spcPts val="1600"/>
              </a:spcBef>
              <a:spcAft>
                <a:spcPts val="0"/>
              </a:spcAft>
              <a:buSzPts val="1200"/>
              <a:buChar char="○"/>
              <a:defRPr sz="1200"/>
            </a:lvl5pPr>
            <a:lvl6pPr indent="-304800" lvl="5" marL="2743200" algn="ctr">
              <a:spcBef>
                <a:spcPts val="1600"/>
              </a:spcBef>
              <a:spcAft>
                <a:spcPts val="0"/>
              </a:spcAft>
              <a:buSzPts val="1200"/>
              <a:buChar char="■"/>
              <a:defRPr sz="1200"/>
            </a:lvl6pPr>
            <a:lvl7pPr indent="-304800" lvl="6" marL="3200400" algn="ctr">
              <a:spcBef>
                <a:spcPts val="1600"/>
              </a:spcBef>
              <a:spcAft>
                <a:spcPts val="0"/>
              </a:spcAft>
              <a:buSzPts val="1200"/>
              <a:buChar char="●"/>
              <a:defRPr sz="1200"/>
            </a:lvl7pPr>
            <a:lvl8pPr indent="-304800" lvl="7" marL="3657600" algn="ctr">
              <a:spcBef>
                <a:spcPts val="1600"/>
              </a:spcBef>
              <a:spcAft>
                <a:spcPts val="0"/>
              </a:spcAft>
              <a:buSzPts val="1200"/>
              <a:buChar char="○"/>
              <a:defRPr sz="1200"/>
            </a:lvl8pPr>
            <a:lvl9pPr indent="-304800" lvl="8" marL="4114800" algn="ctr">
              <a:spcBef>
                <a:spcPts val="1600"/>
              </a:spcBef>
              <a:spcAft>
                <a:spcPts val="1600"/>
              </a:spcAft>
              <a:buSzPts val="1200"/>
              <a:buChar char="■"/>
              <a:defRPr sz="1200"/>
            </a:lvl9pPr>
          </a:lstStyle>
          <a:p/>
        </p:txBody>
      </p:sp>
      <p:sp>
        <p:nvSpPr>
          <p:cNvPr id="2564" name="Google Shape;2564;p7"/>
          <p:cNvSpPr/>
          <p:nvPr/>
        </p:nvSpPr>
        <p:spPr>
          <a:xfrm>
            <a:off x="-152400" y="-56425"/>
            <a:ext cx="1712100" cy="5199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
          <p:cNvSpPr/>
          <p:nvPr/>
        </p:nvSpPr>
        <p:spPr>
          <a:xfrm rot="10800000">
            <a:off x="-543631" y="3847067"/>
            <a:ext cx="1136717" cy="1296439"/>
          </a:xfrm>
          <a:custGeom>
            <a:rect b="b" l="l" r="r" t="t"/>
            <a:pathLst>
              <a:path extrusionOk="0" h="28133" w="24667">
                <a:moveTo>
                  <a:pt x="24457" y="361"/>
                </a:moveTo>
                <a:lnTo>
                  <a:pt x="24457" y="27772"/>
                </a:lnTo>
                <a:lnTo>
                  <a:pt x="422" y="14066"/>
                </a:lnTo>
                <a:lnTo>
                  <a:pt x="24457" y="361"/>
                </a:lnTo>
                <a:close/>
                <a:moveTo>
                  <a:pt x="24667" y="0"/>
                </a:moveTo>
                <a:lnTo>
                  <a:pt x="1" y="14066"/>
                </a:lnTo>
                <a:lnTo>
                  <a:pt x="24667" y="28133"/>
                </a:lnTo>
                <a:lnTo>
                  <a:pt x="24667"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
          <p:cNvSpPr/>
          <p:nvPr/>
        </p:nvSpPr>
        <p:spPr>
          <a:xfrm rot="10800000">
            <a:off x="-581096" y="3410024"/>
            <a:ext cx="1136717" cy="1296439"/>
          </a:xfrm>
          <a:custGeom>
            <a:rect b="b" l="l" r="r" t="t"/>
            <a:pathLst>
              <a:path extrusionOk="0" h="28133" w="24667">
                <a:moveTo>
                  <a:pt x="24457" y="360"/>
                </a:moveTo>
                <a:lnTo>
                  <a:pt x="24457" y="27771"/>
                </a:lnTo>
                <a:lnTo>
                  <a:pt x="423" y="14066"/>
                </a:lnTo>
                <a:lnTo>
                  <a:pt x="24457" y="360"/>
                </a:lnTo>
                <a:close/>
                <a:moveTo>
                  <a:pt x="24666" y="1"/>
                </a:moveTo>
                <a:lnTo>
                  <a:pt x="0" y="14066"/>
                </a:lnTo>
                <a:lnTo>
                  <a:pt x="24666" y="28132"/>
                </a:lnTo>
                <a:lnTo>
                  <a:pt x="24666" y="1"/>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
          <p:cNvSpPr/>
          <p:nvPr/>
        </p:nvSpPr>
        <p:spPr>
          <a:xfrm rot="10800000">
            <a:off x="27195" y="3702053"/>
            <a:ext cx="278062" cy="278108"/>
          </a:xfrm>
          <a:custGeom>
            <a:rect b="b" l="l" r="r" t="t"/>
            <a:pathLst>
              <a:path extrusionOk="0" h="6035" w="6034">
                <a:moveTo>
                  <a:pt x="3017" y="0"/>
                </a:moveTo>
                <a:cubicBezTo>
                  <a:pt x="1351" y="0"/>
                  <a:pt x="0" y="1351"/>
                  <a:pt x="0" y="3017"/>
                </a:cubicBezTo>
                <a:cubicBezTo>
                  <a:pt x="0" y="4683"/>
                  <a:pt x="1351" y="6035"/>
                  <a:pt x="3017" y="6035"/>
                </a:cubicBezTo>
                <a:cubicBezTo>
                  <a:pt x="4682" y="6035"/>
                  <a:pt x="6033" y="4683"/>
                  <a:pt x="6033" y="3017"/>
                </a:cubicBezTo>
                <a:cubicBezTo>
                  <a:pt x="6033" y="1351"/>
                  <a:pt x="4682" y="0"/>
                  <a:pt x="30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8" name="Google Shape;2568;p7"/>
          <p:cNvGrpSpPr/>
          <p:nvPr/>
        </p:nvGrpSpPr>
        <p:grpSpPr>
          <a:xfrm rot="10800000">
            <a:off x="917904" y="2836990"/>
            <a:ext cx="274836" cy="1611920"/>
            <a:chOff x="4769975" y="2151700"/>
            <a:chExt cx="149100" cy="874475"/>
          </a:xfrm>
        </p:grpSpPr>
        <p:sp>
          <p:nvSpPr>
            <p:cNvPr id="2569" name="Google Shape;2569;p7"/>
            <p:cNvSpPr/>
            <p:nvPr/>
          </p:nvSpPr>
          <p:spPr>
            <a:xfrm>
              <a:off x="4904400" y="2386775"/>
              <a:ext cx="14675" cy="12600"/>
            </a:xfrm>
            <a:custGeom>
              <a:rect b="b" l="l" r="r" t="t"/>
              <a:pathLst>
                <a:path extrusionOk="0" h="504" w="587">
                  <a:moveTo>
                    <a:pt x="334" y="1"/>
                  </a:moveTo>
                  <a:cubicBezTo>
                    <a:pt x="273" y="1"/>
                    <a:pt x="210" y="23"/>
                    <a:pt x="159" y="74"/>
                  </a:cubicBezTo>
                  <a:cubicBezTo>
                    <a:pt x="0" y="232"/>
                    <a:pt x="112" y="503"/>
                    <a:pt x="337" y="503"/>
                  </a:cubicBezTo>
                  <a:cubicBezTo>
                    <a:pt x="475" y="503"/>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
            <p:cNvSpPr/>
            <p:nvPr/>
          </p:nvSpPr>
          <p:spPr>
            <a:xfrm>
              <a:off x="4904400" y="2465125"/>
              <a:ext cx="14675" cy="12575"/>
            </a:xfrm>
            <a:custGeom>
              <a:rect b="b" l="l" r="r" t="t"/>
              <a:pathLst>
                <a:path extrusionOk="0" h="503" w="587">
                  <a:moveTo>
                    <a:pt x="335" y="0"/>
                  </a:moveTo>
                  <a:cubicBezTo>
                    <a:pt x="273" y="0"/>
                    <a:pt x="211" y="23"/>
                    <a:pt x="159" y="75"/>
                  </a:cubicBezTo>
                  <a:cubicBezTo>
                    <a:pt x="0" y="233"/>
                    <a:pt x="112"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
            <p:cNvSpPr/>
            <p:nvPr/>
          </p:nvSpPr>
          <p:spPr>
            <a:xfrm>
              <a:off x="4904425" y="2543475"/>
              <a:ext cx="14650" cy="12600"/>
            </a:xfrm>
            <a:custGeom>
              <a:rect b="b" l="l" r="r" t="t"/>
              <a:pathLst>
                <a:path extrusionOk="0" h="504" w="586">
                  <a:moveTo>
                    <a:pt x="333" y="1"/>
                  </a:moveTo>
                  <a:cubicBezTo>
                    <a:pt x="272" y="1"/>
                    <a:pt x="209" y="23"/>
                    <a:pt x="158" y="74"/>
                  </a:cubicBezTo>
                  <a:cubicBezTo>
                    <a:pt x="1" y="232"/>
                    <a:pt x="111" y="503"/>
                    <a:pt x="336" y="503"/>
                  </a:cubicBezTo>
                  <a:cubicBezTo>
                    <a:pt x="474"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
            <p:cNvSpPr/>
            <p:nvPr/>
          </p:nvSpPr>
          <p:spPr>
            <a:xfrm>
              <a:off x="4904425" y="2621850"/>
              <a:ext cx="14650" cy="12550"/>
            </a:xfrm>
            <a:custGeom>
              <a:rect b="b" l="l" r="r" t="t"/>
              <a:pathLst>
                <a:path extrusionOk="0" h="502" w="586">
                  <a:moveTo>
                    <a:pt x="333" y="0"/>
                  </a:moveTo>
                  <a:cubicBezTo>
                    <a:pt x="272" y="0"/>
                    <a:pt x="209" y="23"/>
                    <a:pt x="158" y="74"/>
                  </a:cubicBezTo>
                  <a:cubicBezTo>
                    <a:pt x="1" y="232"/>
                    <a:pt x="111"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
            <p:cNvSpPr/>
            <p:nvPr/>
          </p:nvSpPr>
          <p:spPr>
            <a:xfrm>
              <a:off x="4904400" y="270017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
            <p:cNvSpPr/>
            <p:nvPr/>
          </p:nvSpPr>
          <p:spPr>
            <a:xfrm>
              <a:off x="4837200" y="2386775"/>
              <a:ext cx="14700" cy="12600"/>
            </a:xfrm>
            <a:custGeom>
              <a:rect b="b" l="l" r="r" t="t"/>
              <a:pathLst>
                <a:path extrusionOk="0" h="504" w="588">
                  <a:moveTo>
                    <a:pt x="334" y="1"/>
                  </a:moveTo>
                  <a:cubicBezTo>
                    <a:pt x="272" y="1"/>
                    <a:pt x="209" y="23"/>
                    <a:pt x="158" y="74"/>
                  </a:cubicBezTo>
                  <a:cubicBezTo>
                    <a:pt x="1" y="232"/>
                    <a:pt x="113" y="503"/>
                    <a:pt x="336" y="503"/>
                  </a:cubicBezTo>
                  <a:cubicBezTo>
                    <a:pt x="475" y="502"/>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
            <p:cNvSpPr/>
            <p:nvPr/>
          </p:nvSpPr>
          <p:spPr>
            <a:xfrm>
              <a:off x="4837200" y="2465125"/>
              <a:ext cx="14700" cy="12575"/>
            </a:xfrm>
            <a:custGeom>
              <a:rect b="b" l="l" r="r" t="t"/>
              <a:pathLst>
                <a:path extrusionOk="0" h="503" w="588">
                  <a:moveTo>
                    <a:pt x="334" y="0"/>
                  </a:moveTo>
                  <a:cubicBezTo>
                    <a:pt x="272" y="0"/>
                    <a:pt x="209" y="23"/>
                    <a:pt x="158" y="75"/>
                  </a:cubicBezTo>
                  <a:cubicBezTo>
                    <a:pt x="1" y="233"/>
                    <a:pt x="113" y="502"/>
                    <a:pt x="336" y="502"/>
                  </a:cubicBezTo>
                  <a:cubicBezTo>
                    <a:pt x="475" y="502"/>
                    <a:pt x="587" y="390"/>
                    <a:pt x="587" y="252"/>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
            <p:cNvSpPr/>
            <p:nvPr/>
          </p:nvSpPr>
          <p:spPr>
            <a:xfrm>
              <a:off x="4837200" y="2543475"/>
              <a:ext cx="14700" cy="12600"/>
            </a:xfrm>
            <a:custGeom>
              <a:rect b="b" l="l" r="r" t="t"/>
              <a:pathLst>
                <a:path extrusionOk="0" h="504" w="588">
                  <a:moveTo>
                    <a:pt x="334" y="1"/>
                  </a:moveTo>
                  <a:cubicBezTo>
                    <a:pt x="272" y="1"/>
                    <a:pt x="209" y="23"/>
                    <a:pt x="158" y="74"/>
                  </a:cubicBezTo>
                  <a:cubicBezTo>
                    <a:pt x="1" y="232"/>
                    <a:pt x="113" y="503"/>
                    <a:pt x="336" y="503"/>
                  </a:cubicBezTo>
                  <a:cubicBezTo>
                    <a:pt x="475" y="503"/>
                    <a:pt x="587" y="391"/>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
            <p:cNvSpPr/>
            <p:nvPr/>
          </p:nvSpPr>
          <p:spPr>
            <a:xfrm>
              <a:off x="4837200" y="2621850"/>
              <a:ext cx="14700" cy="12550"/>
            </a:xfrm>
            <a:custGeom>
              <a:rect b="b" l="l" r="r" t="t"/>
              <a:pathLst>
                <a:path extrusionOk="0" h="502" w="588">
                  <a:moveTo>
                    <a:pt x="334" y="0"/>
                  </a:moveTo>
                  <a:cubicBezTo>
                    <a:pt x="272" y="0"/>
                    <a:pt x="209" y="23"/>
                    <a:pt x="158" y="74"/>
                  </a:cubicBezTo>
                  <a:cubicBezTo>
                    <a:pt x="1" y="232"/>
                    <a:pt x="113" y="501"/>
                    <a:pt x="336"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
            <p:cNvSpPr/>
            <p:nvPr/>
          </p:nvSpPr>
          <p:spPr>
            <a:xfrm>
              <a:off x="4837200" y="2700175"/>
              <a:ext cx="14700" cy="12600"/>
            </a:xfrm>
            <a:custGeom>
              <a:rect b="b" l="l" r="r" t="t"/>
              <a:pathLst>
                <a:path extrusionOk="0" h="504" w="588">
                  <a:moveTo>
                    <a:pt x="333" y="1"/>
                  </a:moveTo>
                  <a:cubicBezTo>
                    <a:pt x="272" y="1"/>
                    <a:pt x="209" y="23"/>
                    <a:pt x="158" y="74"/>
                  </a:cubicBezTo>
                  <a:cubicBezTo>
                    <a:pt x="1" y="233"/>
                    <a:pt x="113" y="503"/>
                    <a:pt x="336" y="503"/>
                  </a:cubicBezTo>
                  <a:cubicBezTo>
                    <a:pt x="475" y="503"/>
                    <a:pt x="587" y="391"/>
                    <a:pt x="587" y="253"/>
                  </a:cubicBezTo>
                  <a:cubicBezTo>
                    <a:pt x="587" y="101"/>
                    <a:pt x="463"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
            <p:cNvSpPr/>
            <p:nvPr/>
          </p:nvSpPr>
          <p:spPr>
            <a:xfrm>
              <a:off x="4769975" y="2386775"/>
              <a:ext cx="14700" cy="12600"/>
            </a:xfrm>
            <a:custGeom>
              <a:rect b="b" l="l" r="r" t="t"/>
              <a:pathLst>
                <a:path extrusionOk="0" h="504" w="588">
                  <a:moveTo>
                    <a:pt x="335" y="1"/>
                  </a:moveTo>
                  <a:cubicBezTo>
                    <a:pt x="273" y="1"/>
                    <a:pt x="211" y="23"/>
                    <a:pt x="160" y="74"/>
                  </a:cubicBezTo>
                  <a:cubicBezTo>
                    <a:pt x="1" y="232"/>
                    <a:pt x="113" y="503"/>
                    <a:pt x="337" y="503"/>
                  </a:cubicBezTo>
                  <a:cubicBezTo>
                    <a:pt x="475" y="503"/>
                    <a:pt x="587" y="390"/>
                    <a:pt x="587" y="252"/>
                  </a:cubicBezTo>
                  <a:cubicBezTo>
                    <a:pt x="587" y="101"/>
                    <a:pt x="463" y="1"/>
                    <a:pt x="33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
            <p:cNvSpPr/>
            <p:nvPr/>
          </p:nvSpPr>
          <p:spPr>
            <a:xfrm>
              <a:off x="4769975" y="2465125"/>
              <a:ext cx="14700" cy="12575"/>
            </a:xfrm>
            <a:custGeom>
              <a:rect b="b" l="l" r="r" t="t"/>
              <a:pathLst>
                <a:path extrusionOk="0" h="503" w="588">
                  <a:moveTo>
                    <a:pt x="335" y="0"/>
                  </a:moveTo>
                  <a:cubicBezTo>
                    <a:pt x="274" y="0"/>
                    <a:pt x="211" y="23"/>
                    <a:pt x="160" y="75"/>
                  </a:cubicBezTo>
                  <a:cubicBezTo>
                    <a:pt x="1" y="233"/>
                    <a:pt x="113"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
            <p:cNvSpPr/>
            <p:nvPr/>
          </p:nvSpPr>
          <p:spPr>
            <a:xfrm>
              <a:off x="4770025" y="2543475"/>
              <a:ext cx="14650" cy="12600"/>
            </a:xfrm>
            <a:custGeom>
              <a:rect b="b" l="l" r="r" t="t"/>
              <a:pathLst>
                <a:path extrusionOk="0" h="504" w="586">
                  <a:moveTo>
                    <a:pt x="333" y="1"/>
                  </a:moveTo>
                  <a:cubicBezTo>
                    <a:pt x="271" y="1"/>
                    <a:pt x="209" y="23"/>
                    <a:pt x="158" y="74"/>
                  </a:cubicBezTo>
                  <a:cubicBezTo>
                    <a:pt x="0" y="232"/>
                    <a:pt x="111" y="503"/>
                    <a:pt x="335" y="503"/>
                  </a:cubicBezTo>
                  <a:cubicBezTo>
                    <a:pt x="473" y="503"/>
                    <a:pt x="585" y="391"/>
                    <a:pt x="585" y="252"/>
                  </a:cubicBezTo>
                  <a:cubicBezTo>
                    <a:pt x="585" y="101"/>
                    <a:pt x="461"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
            <p:cNvSpPr/>
            <p:nvPr/>
          </p:nvSpPr>
          <p:spPr>
            <a:xfrm>
              <a:off x="4770025" y="2621850"/>
              <a:ext cx="14650" cy="12550"/>
            </a:xfrm>
            <a:custGeom>
              <a:rect b="b" l="l" r="r" t="t"/>
              <a:pathLst>
                <a:path extrusionOk="0" h="502" w="586">
                  <a:moveTo>
                    <a:pt x="333" y="0"/>
                  </a:moveTo>
                  <a:cubicBezTo>
                    <a:pt x="271" y="0"/>
                    <a:pt x="209" y="23"/>
                    <a:pt x="158" y="74"/>
                  </a:cubicBezTo>
                  <a:cubicBezTo>
                    <a:pt x="0" y="232"/>
                    <a:pt x="111" y="501"/>
                    <a:pt x="335" y="501"/>
                  </a:cubicBezTo>
                  <a:cubicBezTo>
                    <a:pt x="473" y="501"/>
                    <a:pt x="585" y="389"/>
                    <a:pt x="585" y="251"/>
                  </a:cubicBezTo>
                  <a:cubicBezTo>
                    <a:pt x="585" y="100"/>
                    <a:pt x="461"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
            <p:cNvSpPr/>
            <p:nvPr/>
          </p:nvSpPr>
          <p:spPr>
            <a:xfrm>
              <a:off x="4906525" y="2151725"/>
              <a:ext cx="12550" cy="12575"/>
            </a:xfrm>
            <a:custGeom>
              <a:rect b="b" l="l" r="r" t="t"/>
              <a:pathLst>
                <a:path extrusionOk="0" h="503" w="502">
                  <a:moveTo>
                    <a:pt x="252" y="1"/>
                  </a:moveTo>
                  <a:cubicBezTo>
                    <a:pt x="112" y="1"/>
                    <a:pt x="0" y="113"/>
                    <a:pt x="0" y="251"/>
                  </a:cubicBezTo>
                  <a:cubicBezTo>
                    <a:pt x="0" y="390"/>
                    <a:pt x="112" y="502"/>
                    <a:pt x="252" y="502"/>
                  </a:cubicBezTo>
                  <a:cubicBezTo>
                    <a:pt x="390" y="502"/>
                    <a:pt x="502" y="390"/>
                    <a:pt x="502" y="251"/>
                  </a:cubicBezTo>
                  <a:cubicBezTo>
                    <a:pt x="502" y="113"/>
                    <a:pt x="390" y="1"/>
                    <a:pt x="25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
            <p:cNvSpPr/>
            <p:nvPr/>
          </p:nvSpPr>
          <p:spPr>
            <a:xfrm>
              <a:off x="4906525" y="2230050"/>
              <a:ext cx="12550" cy="12575"/>
            </a:xfrm>
            <a:custGeom>
              <a:rect b="b" l="l" r="r" t="t"/>
              <a:pathLst>
                <a:path extrusionOk="0" h="503" w="502">
                  <a:moveTo>
                    <a:pt x="252" y="1"/>
                  </a:moveTo>
                  <a:cubicBezTo>
                    <a:pt x="112" y="1"/>
                    <a:pt x="0" y="115"/>
                    <a:pt x="0" y="253"/>
                  </a:cubicBezTo>
                  <a:cubicBezTo>
                    <a:pt x="0" y="390"/>
                    <a:pt x="112" y="503"/>
                    <a:pt x="252" y="503"/>
                  </a:cubicBezTo>
                  <a:cubicBezTo>
                    <a:pt x="390" y="503"/>
                    <a:pt x="502" y="390"/>
                    <a:pt x="502" y="253"/>
                  </a:cubicBezTo>
                  <a:cubicBezTo>
                    <a:pt x="502" y="115"/>
                    <a:pt x="390" y="1"/>
                    <a:pt x="25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
            <p:cNvSpPr/>
            <p:nvPr/>
          </p:nvSpPr>
          <p:spPr>
            <a:xfrm>
              <a:off x="4906525" y="2308425"/>
              <a:ext cx="12550" cy="12575"/>
            </a:xfrm>
            <a:custGeom>
              <a:rect b="b" l="l" r="r" t="t"/>
              <a:pathLst>
                <a:path extrusionOk="0" h="503" w="502">
                  <a:moveTo>
                    <a:pt x="252" y="1"/>
                  </a:moveTo>
                  <a:cubicBezTo>
                    <a:pt x="112" y="1"/>
                    <a:pt x="0" y="113"/>
                    <a:pt x="0" y="252"/>
                  </a:cubicBezTo>
                  <a:cubicBezTo>
                    <a:pt x="0" y="390"/>
                    <a:pt x="112" y="502"/>
                    <a:pt x="252" y="502"/>
                  </a:cubicBezTo>
                  <a:cubicBezTo>
                    <a:pt x="390" y="502"/>
                    <a:pt x="502" y="390"/>
                    <a:pt x="502" y="252"/>
                  </a:cubicBezTo>
                  <a:cubicBezTo>
                    <a:pt x="502" y="113"/>
                    <a:pt x="390" y="1"/>
                    <a:pt x="25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
            <p:cNvSpPr/>
            <p:nvPr/>
          </p:nvSpPr>
          <p:spPr>
            <a:xfrm>
              <a:off x="4839325" y="2151725"/>
              <a:ext cx="12575" cy="12575"/>
            </a:xfrm>
            <a:custGeom>
              <a:rect b="b" l="l" r="r" t="t"/>
              <a:pathLst>
                <a:path extrusionOk="0" h="503" w="503">
                  <a:moveTo>
                    <a:pt x="251" y="1"/>
                  </a:moveTo>
                  <a:cubicBezTo>
                    <a:pt x="113" y="1"/>
                    <a:pt x="1" y="113"/>
                    <a:pt x="1" y="251"/>
                  </a:cubicBezTo>
                  <a:cubicBezTo>
                    <a:pt x="1" y="390"/>
                    <a:pt x="113" y="502"/>
                    <a:pt x="251" y="502"/>
                  </a:cubicBezTo>
                  <a:cubicBezTo>
                    <a:pt x="390" y="502"/>
                    <a:pt x="502" y="390"/>
                    <a:pt x="502" y="251"/>
                  </a:cubicBezTo>
                  <a:cubicBezTo>
                    <a:pt x="502" y="113"/>
                    <a:pt x="390" y="1"/>
                    <a:pt x="25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
            <p:cNvSpPr/>
            <p:nvPr/>
          </p:nvSpPr>
          <p:spPr>
            <a:xfrm>
              <a:off x="4839325" y="2230050"/>
              <a:ext cx="12575" cy="12575"/>
            </a:xfrm>
            <a:custGeom>
              <a:rect b="b" l="l" r="r" t="t"/>
              <a:pathLst>
                <a:path extrusionOk="0" h="503" w="503">
                  <a:moveTo>
                    <a:pt x="251" y="1"/>
                  </a:moveTo>
                  <a:cubicBezTo>
                    <a:pt x="113" y="1"/>
                    <a:pt x="1" y="115"/>
                    <a:pt x="1" y="253"/>
                  </a:cubicBezTo>
                  <a:cubicBezTo>
                    <a:pt x="1" y="390"/>
                    <a:pt x="113" y="503"/>
                    <a:pt x="251" y="503"/>
                  </a:cubicBezTo>
                  <a:cubicBezTo>
                    <a:pt x="390" y="503"/>
                    <a:pt x="502" y="390"/>
                    <a:pt x="502" y="253"/>
                  </a:cubicBezTo>
                  <a:cubicBezTo>
                    <a:pt x="502" y="115"/>
                    <a:pt x="390" y="1"/>
                    <a:pt x="25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
            <p:cNvSpPr/>
            <p:nvPr/>
          </p:nvSpPr>
          <p:spPr>
            <a:xfrm>
              <a:off x="4839325" y="2308425"/>
              <a:ext cx="12575" cy="12575"/>
            </a:xfrm>
            <a:custGeom>
              <a:rect b="b" l="l" r="r" t="t"/>
              <a:pathLst>
                <a:path extrusionOk="0" h="503" w="503">
                  <a:moveTo>
                    <a:pt x="251" y="1"/>
                  </a:moveTo>
                  <a:cubicBezTo>
                    <a:pt x="113" y="1"/>
                    <a:pt x="1" y="113"/>
                    <a:pt x="1" y="252"/>
                  </a:cubicBezTo>
                  <a:cubicBezTo>
                    <a:pt x="1" y="390"/>
                    <a:pt x="113" y="502"/>
                    <a:pt x="251" y="502"/>
                  </a:cubicBezTo>
                  <a:cubicBezTo>
                    <a:pt x="390" y="502"/>
                    <a:pt x="502" y="390"/>
                    <a:pt x="502" y="252"/>
                  </a:cubicBezTo>
                  <a:cubicBezTo>
                    <a:pt x="502" y="113"/>
                    <a:pt x="390" y="1"/>
                    <a:pt x="25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
            <p:cNvSpPr/>
            <p:nvPr/>
          </p:nvSpPr>
          <p:spPr>
            <a:xfrm>
              <a:off x="4770025" y="2151700"/>
              <a:ext cx="14650" cy="12600"/>
            </a:xfrm>
            <a:custGeom>
              <a:rect b="b" l="l" r="r" t="t"/>
              <a:pathLst>
                <a:path extrusionOk="0" h="504" w="586">
                  <a:moveTo>
                    <a:pt x="333" y="1"/>
                  </a:moveTo>
                  <a:cubicBezTo>
                    <a:pt x="271" y="1"/>
                    <a:pt x="209" y="24"/>
                    <a:pt x="158" y="74"/>
                  </a:cubicBezTo>
                  <a:cubicBezTo>
                    <a:pt x="0" y="232"/>
                    <a:pt x="111" y="503"/>
                    <a:pt x="335" y="503"/>
                  </a:cubicBezTo>
                  <a:cubicBezTo>
                    <a:pt x="473" y="503"/>
                    <a:pt x="585" y="391"/>
                    <a:pt x="585" y="252"/>
                  </a:cubicBezTo>
                  <a:cubicBezTo>
                    <a:pt x="585" y="101"/>
                    <a:pt x="461"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
            <p:cNvSpPr/>
            <p:nvPr/>
          </p:nvSpPr>
          <p:spPr>
            <a:xfrm>
              <a:off x="4770025" y="2230075"/>
              <a:ext cx="14650" cy="12550"/>
            </a:xfrm>
            <a:custGeom>
              <a:rect b="b" l="l" r="r" t="t"/>
              <a:pathLst>
                <a:path extrusionOk="0" h="502" w="586">
                  <a:moveTo>
                    <a:pt x="333" y="1"/>
                  </a:moveTo>
                  <a:cubicBezTo>
                    <a:pt x="271" y="1"/>
                    <a:pt x="209" y="23"/>
                    <a:pt x="158" y="74"/>
                  </a:cubicBezTo>
                  <a:cubicBezTo>
                    <a:pt x="0" y="232"/>
                    <a:pt x="111" y="502"/>
                    <a:pt x="335" y="502"/>
                  </a:cubicBezTo>
                  <a:cubicBezTo>
                    <a:pt x="473" y="502"/>
                    <a:pt x="585" y="389"/>
                    <a:pt x="585" y="252"/>
                  </a:cubicBezTo>
                  <a:cubicBezTo>
                    <a:pt x="585" y="101"/>
                    <a:pt x="461"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
            <p:cNvSpPr/>
            <p:nvPr/>
          </p:nvSpPr>
          <p:spPr>
            <a:xfrm>
              <a:off x="4769975" y="2308400"/>
              <a:ext cx="14700" cy="12600"/>
            </a:xfrm>
            <a:custGeom>
              <a:rect b="b" l="l" r="r" t="t"/>
              <a:pathLst>
                <a:path extrusionOk="0" h="504" w="588">
                  <a:moveTo>
                    <a:pt x="334" y="1"/>
                  </a:moveTo>
                  <a:cubicBezTo>
                    <a:pt x="273" y="1"/>
                    <a:pt x="211" y="24"/>
                    <a:pt x="160" y="74"/>
                  </a:cubicBezTo>
                  <a:cubicBezTo>
                    <a:pt x="1" y="234"/>
                    <a:pt x="113"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
            <p:cNvSpPr/>
            <p:nvPr/>
          </p:nvSpPr>
          <p:spPr>
            <a:xfrm>
              <a:off x="4769975" y="2700175"/>
              <a:ext cx="14700" cy="12600"/>
            </a:xfrm>
            <a:custGeom>
              <a:rect b="b" l="l" r="r" t="t"/>
              <a:pathLst>
                <a:path extrusionOk="0" h="504" w="588">
                  <a:moveTo>
                    <a:pt x="334" y="1"/>
                  </a:moveTo>
                  <a:cubicBezTo>
                    <a:pt x="273" y="1"/>
                    <a:pt x="211" y="23"/>
                    <a:pt x="160" y="74"/>
                  </a:cubicBezTo>
                  <a:cubicBezTo>
                    <a:pt x="1" y="233"/>
                    <a:pt x="113"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
            <p:cNvSpPr/>
            <p:nvPr/>
          </p:nvSpPr>
          <p:spPr>
            <a:xfrm>
              <a:off x="4904400" y="2778550"/>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
            <p:cNvSpPr/>
            <p:nvPr/>
          </p:nvSpPr>
          <p:spPr>
            <a:xfrm>
              <a:off x="4904400" y="2856900"/>
              <a:ext cx="14675" cy="12575"/>
            </a:xfrm>
            <a:custGeom>
              <a:rect b="b" l="l" r="r" t="t"/>
              <a:pathLst>
                <a:path extrusionOk="0" h="503" w="587">
                  <a:moveTo>
                    <a:pt x="335" y="0"/>
                  </a:moveTo>
                  <a:cubicBezTo>
                    <a:pt x="273" y="0"/>
                    <a:pt x="211" y="23"/>
                    <a:pt x="159" y="75"/>
                  </a:cubicBezTo>
                  <a:cubicBezTo>
                    <a:pt x="0" y="232"/>
                    <a:pt x="112"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
            <p:cNvSpPr/>
            <p:nvPr/>
          </p:nvSpPr>
          <p:spPr>
            <a:xfrm>
              <a:off x="4837200" y="2778550"/>
              <a:ext cx="14700" cy="12575"/>
            </a:xfrm>
            <a:custGeom>
              <a:rect b="b" l="l" r="r" t="t"/>
              <a:pathLst>
                <a:path extrusionOk="0" h="503" w="588">
                  <a:moveTo>
                    <a:pt x="334" y="0"/>
                  </a:moveTo>
                  <a:cubicBezTo>
                    <a:pt x="272" y="0"/>
                    <a:pt x="209" y="23"/>
                    <a:pt x="158" y="74"/>
                  </a:cubicBezTo>
                  <a:cubicBezTo>
                    <a:pt x="1" y="232"/>
                    <a:pt x="113" y="503"/>
                    <a:pt x="336" y="503"/>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
            <p:cNvSpPr/>
            <p:nvPr/>
          </p:nvSpPr>
          <p:spPr>
            <a:xfrm>
              <a:off x="4837200" y="2856900"/>
              <a:ext cx="14700" cy="12575"/>
            </a:xfrm>
            <a:custGeom>
              <a:rect b="b" l="l" r="r" t="t"/>
              <a:pathLst>
                <a:path extrusionOk="0" h="503" w="588">
                  <a:moveTo>
                    <a:pt x="334" y="0"/>
                  </a:moveTo>
                  <a:cubicBezTo>
                    <a:pt x="272" y="0"/>
                    <a:pt x="209" y="23"/>
                    <a:pt x="158" y="75"/>
                  </a:cubicBezTo>
                  <a:cubicBezTo>
                    <a:pt x="1" y="232"/>
                    <a:pt x="113" y="502"/>
                    <a:pt x="336" y="502"/>
                  </a:cubicBezTo>
                  <a:cubicBezTo>
                    <a:pt x="475" y="502"/>
                    <a:pt x="587" y="390"/>
                    <a:pt x="587" y="252"/>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
            <p:cNvSpPr/>
            <p:nvPr/>
          </p:nvSpPr>
          <p:spPr>
            <a:xfrm>
              <a:off x="4837200" y="2935250"/>
              <a:ext cx="14700" cy="12600"/>
            </a:xfrm>
            <a:custGeom>
              <a:rect b="b" l="l" r="r" t="t"/>
              <a:pathLst>
                <a:path extrusionOk="0" h="504" w="588">
                  <a:moveTo>
                    <a:pt x="334" y="0"/>
                  </a:moveTo>
                  <a:cubicBezTo>
                    <a:pt x="272" y="0"/>
                    <a:pt x="209" y="23"/>
                    <a:pt x="158" y="74"/>
                  </a:cubicBezTo>
                  <a:cubicBezTo>
                    <a:pt x="1" y="232"/>
                    <a:pt x="113" y="503"/>
                    <a:pt x="336" y="503"/>
                  </a:cubicBezTo>
                  <a:cubicBezTo>
                    <a:pt x="475" y="503"/>
                    <a:pt x="587" y="391"/>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
            <p:cNvSpPr/>
            <p:nvPr/>
          </p:nvSpPr>
          <p:spPr>
            <a:xfrm>
              <a:off x="4769975" y="2778550"/>
              <a:ext cx="14700" cy="12575"/>
            </a:xfrm>
            <a:custGeom>
              <a:rect b="b" l="l" r="r" t="t"/>
              <a:pathLst>
                <a:path extrusionOk="0" h="503" w="588">
                  <a:moveTo>
                    <a:pt x="335" y="0"/>
                  </a:moveTo>
                  <a:cubicBezTo>
                    <a:pt x="273" y="0"/>
                    <a:pt x="211" y="23"/>
                    <a:pt x="160" y="74"/>
                  </a:cubicBezTo>
                  <a:cubicBezTo>
                    <a:pt x="1" y="232"/>
                    <a:pt x="113" y="503"/>
                    <a:pt x="337" y="503"/>
                  </a:cubicBezTo>
                  <a:cubicBezTo>
                    <a:pt x="475" y="503"/>
                    <a:pt x="587" y="389"/>
                    <a:pt x="587" y="251"/>
                  </a:cubicBezTo>
                  <a:cubicBezTo>
                    <a:pt x="587" y="100"/>
                    <a:pt x="463"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
            <p:cNvSpPr/>
            <p:nvPr/>
          </p:nvSpPr>
          <p:spPr>
            <a:xfrm>
              <a:off x="4769975" y="2856900"/>
              <a:ext cx="14700" cy="12575"/>
            </a:xfrm>
            <a:custGeom>
              <a:rect b="b" l="l" r="r" t="t"/>
              <a:pathLst>
                <a:path extrusionOk="0" h="503" w="588">
                  <a:moveTo>
                    <a:pt x="335" y="0"/>
                  </a:moveTo>
                  <a:cubicBezTo>
                    <a:pt x="274" y="0"/>
                    <a:pt x="211" y="23"/>
                    <a:pt x="160" y="75"/>
                  </a:cubicBezTo>
                  <a:cubicBezTo>
                    <a:pt x="1" y="232"/>
                    <a:pt x="113"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
            <p:cNvSpPr/>
            <p:nvPr/>
          </p:nvSpPr>
          <p:spPr>
            <a:xfrm>
              <a:off x="4770025" y="2935250"/>
              <a:ext cx="14650" cy="12600"/>
            </a:xfrm>
            <a:custGeom>
              <a:rect b="b" l="l" r="r" t="t"/>
              <a:pathLst>
                <a:path extrusionOk="0" h="504" w="586">
                  <a:moveTo>
                    <a:pt x="333" y="0"/>
                  </a:moveTo>
                  <a:cubicBezTo>
                    <a:pt x="271" y="0"/>
                    <a:pt x="209" y="23"/>
                    <a:pt x="158" y="74"/>
                  </a:cubicBezTo>
                  <a:cubicBezTo>
                    <a:pt x="0" y="232"/>
                    <a:pt x="111" y="503"/>
                    <a:pt x="335" y="503"/>
                  </a:cubicBezTo>
                  <a:cubicBezTo>
                    <a:pt x="473" y="503"/>
                    <a:pt x="585" y="391"/>
                    <a:pt x="585" y="251"/>
                  </a:cubicBezTo>
                  <a:cubicBezTo>
                    <a:pt x="585" y="101"/>
                    <a:pt x="461"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
            <p:cNvSpPr/>
            <p:nvPr/>
          </p:nvSpPr>
          <p:spPr>
            <a:xfrm>
              <a:off x="4770025" y="3013625"/>
              <a:ext cx="14650" cy="12550"/>
            </a:xfrm>
            <a:custGeom>
              <a:rect b="b" l="l" r="r" t="t"/>
              <a:pathLst>
                <a:path extrusionOk="0" h="502" w="586">
                  <a:moveTo>
                    <a:pt x="333" y="0"/>
                  </a:moveTo>
                  <a:cubicBezTo>
                    <a:pt x="271" y="0"/>
                    <a:pt x="209" y="23"/>
                    <a:pt x="158" y="74"/>
                  </a:cubicBezTo>
                  <a:cubicBezTo>
                    <a:pt x="0" y="231"/>
                    <a:pt x="111" y="501"/>
                    <a:pt x="335" y="501"/>
                  </a:cubicBezTo>
                  <a:cubicBezTo>
                    <a:pt x="473" y="501"/>
                    <a:pt x="585" y="389"/>
                    <a:pt x="585" y="251"/>
                  </a:cubicBezTo>
                  <a:cubicBezTo>
                    <a:pt x="585" y="100"/>
                    <a:pt x="461"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2" name="Google Shape;2602;p7"/>
          <p:cNvSpPr/>
          <p:nvPr/>
        </p:nvSpPr>
        <p:spPr>
          <a:xfrm rot="10800000">
            <a:off x="-1096900" y="1184017"/>
            <a:ext cx="2057538" cy="2057538"/>
          </a:xfrm>
          <a:custGeom>
            <a:rect b="b" l="l" r="r" t="t"/>
            <a:pathLst>
              <a:path extrusionOk="0" h="44649" w="44649">
                <a:moveTo>
                  <a:pt x="22324" y="296"/>
                </a:moveTo>
                <a:lnTo>
                  <a:pt x="44353" y="22325"/>
                </a:lnTo>
                <a:lnTo>
                  <a:pt x="22324" y="44351"/>
                </a:lnTo>
                <a:lnTo>
                  <a:pt x="296" y="22325"/>
                </a:lnTo>
                <a:lnTo>
                  <a:pt x="22324" y="296"/>
                </a:lnTo>
                <a:close/>
                <a:moveTo>
                  <a:pt x="22324" y="1"/>
                </a:moveTo>
                <a:lnTo>
                  <a:pt x="0" y="22325"/>
                </a:lnTo>
                <a:lnTo>
                  <a:pt x="22324" y="44648"/>
                </a:lnTo>
                <a:lnTo>
                  <a:pt x="44648" y="22325"/>
                </a:lnTo>
                <a:lnTo>
                  <a:pt x="223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
          <p:cNvSpPr/>
          <p:nvPr/>
        </p:nvSpPr>
        <p:spPr>
          <a:xfrm rot="10800000">
            <a:off x="-1130952" y="1170377"/>
            <a:ext cx="1692334" cy="2105233"/>
          </a:xfrm>
          <a:custGeom>
            <a:rect b="b" l="l" r="r" t="t"/>
            <a:pathLst>
              <a:path extrusionOk="0" h="45684" w="36724">
                <a:moveTo>
                  <a:pt x="13660" y="0"/>
                </a:moveTo>
                <a:lnTo>
                  <a:pt x="1" y="13659"/>
                </a:lnTo>
                <a:lnTo>
                  <a:pt x="888" y="14548"/>
                </a:lnTo>
                <a:lnTo>
                  <a:pt x="13660" y="1775"/>
                </a:lnTo>
                <a:lnTo>
                  <a:pt x="34947" y="23064"/>
                </a:lnTo>
                <a:lnTo>
                  <a:pt x="13216" y="44795"/>
                </a:lnTo>
                <a:lnTo>
                  <a:pt x="14104" y="45683"/>
                </a:lnTo>
                <a:lnTo>
                  <a:pt x="36724" y="23064"/>
                </a:lnTo>
                <a:lnTo>
                  <a:pt x="136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
          <p:cNvSpPr/>
          <p:nvPr/>
        </p:nvSpPr>
        <p:spPr>
          <a:xfrm rot="10800000">
            <a:off x="-793168" y="1487749"/>
            <a:ext cx="1450078" cy="1450078"/>
          </a:xfrm>
          <a:custGeom>
            <a:rect b="b" l="l" r="r" t="t"/>
            <a:pathLst>
              <a:path extrusionOk="0" h="31467" w="31467">
                <a:moveTo>
                  <a:pt x="31362" y="105"/>
                </a:moveTo>
                <a:lnTo>
                  <a:pt x="31362" y="31362"/>
                </a:lnTo>
                <a:lnTo>
                  <a:pt x="105" y="31362"/>
                </a:lnTo>
                <a:lnTo>
                  <a:pt x="105" y="105"/>
                </a:lnTo>
                <a:close/>
                <a:moveTo>
                  <a:pt x="0" y="1"/>
                </a:moveTo>
                <a:lnTo>
                  <a:pt x="0" y="31467"/>
                </a:lnTo>
                <a:lnTo>
                  <a:pt x="31466" y="31467"/>
                </a:lnTo>
                <a:lnTo>
                  <a:pt x="31466" y="1"/>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5" name="Google Shape;2605;p7"/>
          <p:cNvGrpSpPr/>
          <p:nvPr/>
        </p:nvGrpSpPr>
        <p:grpSpPr>
          <a:xfrm rot="10800000">
            <a:off x="-717753" y="1564574"/>
            <a:ext cx="1299260" cy="1296418"/>
            <a:chOff x="6378300" y="2596400"/>
            <a:chExt cx="754375" cy="752725"/>
          </a:xfrm>
        </p:grpSpPr>
        <p:sp>
          <p:nvSpPr>
            <p:cNvPr id="2606" name="Google Shape;2606;p7"/>
            <p:cNvSpPr/>
            <p:nvPr/>
          </p:nvSpPr>
          <p:spPr>
            <a:xfrm>
              <a:off x="6408850" y="2932325"/>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
            <p:cNvSpPr/>
            <p:nvPr/>
          </p:nvSpPr>
          <p:spPr>
            <a:xfrm>
              <a:off x="6469925" y="2871225"/>
              <a:ext cx="9700" cy="9700"/>
            </a:xfrm>
            <a:custGeom>
              <a:rect b="b" l="l" r="r" t="t"/>
              <a:pathLst>
                <a:path extrusionOk="0" h="388" w="388">
                  <a:moveTo>
                    <a:pt x="193" y="0"/>
                  </a:moveTo>
                  <a:cubicBezTo>
                    <a:pt x="87" y="0"/>
                    <a:pt x="1" y="87"/>
                    <a:pt x="1" y="195"/>
                  </a:cubicBezTo>
                  <a:cubicBezTo>
                    <a:pt x="1" y="301"/>
                    <a:pt x="87" y="387"/>
                    <a:pt x="193" y="387"/>
                  </a:cubicBezTo>
                  <a:cubicBezTo>
                    <a:pt x="299" y="387"/>
                    <a:pt x="387" y="301"/>
                    <a:pt x="387" y="195"/>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
            <p:cNvSpPr/>
            <p:nvPr/>
          </p:nvSpPr>
          <p:spPr>
            <a:xfrm>
              <a:off x="6530975" y="2810175"/>
              <a:ext cx="9700" cy="9650"/>
            </a:xfrm>
            <a:custGeom>
              <a:rect b="b" l="l" r="r" t="t"/>
              <a:pathLst>
                <a:path extrusionOk="0" h="386" w="388">
                  <a:moveTo>
                    <a:pt x="195" y="0"/>
                  </a:moveTo>
                  <a:cubicBezTo>
                    <a:pt x="87" y="0"/>
                    <a:pt x="1" y="87"/>
                    <a:pt x="1" y="193"/>
                  </a:cubicBezTo>
                  <a:cubicBezTo>
                    <a:pt x="1" y="299"/>
                    <a:pt x="87" y="385"/>
                    <a:pt x="195" y="385"/>
                  </a:cubicBezTo>
                  <a:cubicBezTo>
                    <a:pt x="301" y="385"/>
                    <a:pt x="387" y="299"/>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
            <p:cNvSpPr/>
            <p:nvPr/>
          </p:nvSpPr>
          <p:spPr>
            <a:xfrm>
              <a:off x="6622600" y="2718550"/>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
            <p:cNvSpPr/>
            <p:nvPr/>
          </p:nvSpPr>
          <p:spPr>
            <a:xfrm>
              <a:off x="6378300" y="2962850"/>
              <a:ext cx="9675" cy="9700"/>
            </a:xfrm>
            <a:custGeom>
              <a:rect b="b" l="l" r="r" t="t"/>
              <a:pathLst>
                <a:path extrusionOk="0" h="388" w="387">
                  <a:moveTo>
                    <a:pt x="194" y="1"/>
                  </a:moveTo>
                  <a:cubicBezTo>
                    <a:pt x="87" y="1"/>
                    <a:pt x="0" y="87"/>
                    <a:pt x="0" y="193"/>
                  </a:cubicBezTo>
                  <a:cubicBezTo>
                    <a:pt x="0" y="299"/>
                    <a:pt x="87" y="387"/>
                    <a:pt x="194" y="387"/>
                  </a:cubicBezTo>
                  <a:cubicBezTo>
                    <a:pt x="300" y="387"/>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
            <p:cNvSpPr/>
            <p:nvPr/>
          </p:nvSpPr>
          <p:spPr>
            <a:xfrm>
              <a:off x="6437750" y="2901775"/>
              <a:ext cx="12950" cy="9675"/>
            </a:xfrm>
            <a:custGeom>
              <a:rect b="b" l="l" r="r" t="t"/>
              <a:pathLst>
                <a:path extrusionOk="0" h="387" w="518">
                  <a:moveTo>
                    <a:pt x="259" y="1"/>
                  </a:moveTo>
                  <a:cubicBezTo>
                    <a:pt x="209" y="1"/>
                    <a:pt x="160" y="19"/>
                    <a:pt x="122" y="56"/>
                  </a:cubicBezTo>
                  <a:cubicBezTo>
                    <a:pt x="1" y="179"/>
                    <a:pt x="87" y="387"/>
                    <a:pt x="258" y="387"/>
                  </a:cubicBezTo>
                  <a:cubicBezTo>
                    <a:pt x="431" y="387"/>
                    <a:pt x="518" y="179"/>
                    <a:pt x="396" y="56"/>
                  </a:cubicBezTo>
                  <a:cubicBezTo>
                    <a:pt x="358" y="19"/>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
            <p:cNvSpPr/>
            <p:nvPr/>
          </p:nvSpPr>
          <p:spPr>
            <a:xfrm>
              <a:off x="6500475" y="2840675"/>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
            <p:cNvSpPr/>
            <p:nvPr/>
          </p:nvSpPr>
          <p:spPr>
            <a:xfrm>
              <a:off x="6592075" y="27490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
            <p:cNvSpPr/>
            <p:nvPr/>
          </p:nvSpPr>
          <p:spPr>
            <a:xfrm>
              <a:off x="6653150" y="2688025"/>
              <a:ext cx="9650" cy="9650"/>
            </a:xfrm>
            <a:custGeom>
              <a:rect b="b" l="l" r="r" t="t"/>
              <a:pathLst>
                <a:path extrusionOk="0" h="386" w="386">
                  <a:moveTo>
                    <a:pt x="193" y="1"/>
                  </a:moveTo>
                  <a:cubicBezTo>
                    <a:pt x="87" y="1"/>
                    <a:pt x="1" y="87"/>
                    <a:pt x="1" y="193"/>
                  </a:cubicBezTo>
                  <a:cubicBezTo>
                    <a:pt x="1" y="300"/>
                    <a:pt x="87" y="386"/>
                    <a:pt x="193" y="386"/>
                  </a:cubicBezTo>
                  <a:cubicBezTo>
                    <a:pt x="299" y="386"/>
                    <a:pt x="386" y="300"/>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
            <p:cNvSpPr/>
            <p:nvPr/>
          </p:nvSpPr>
          <p:spPr>
            <a:xfrm>
              <a:off x="6683650" y="2657500"/>
              <a:ext cx="9700" cy="9650"/>
            </a:xfrm>
            <a:custGeom>
              <a:rect b="b" l="l" r="r" t="t"/>
              <a:pathLst>
                <a:path extrusionOk="0" h="386" w="388">
                  <a:moveTo>
                    <a:pt x="195" y="0"/>
                  </a:moveTo>
                  <a:cubicBezTo>
                    <a:pt x="87" y="0"/>
                    <a:pt x="1" y="87"/>
                    <a:pt x="1" y="193"/>
                  </a:cubicBezTo>
                  <a:cubicBezTo>
                    <a:pt x="1" y="299"/>
                    <a:pt x="87" y="385"/>
                    <a:pt x="195" y="385"/>
                  </a:cubicBezTo>
                  <a:cubicBezTo>
                    <a:pt x="301" y="385"/>
                    <a:pt x="388" y="299"/>
                    <a:pt x="388" y="193"/>
                  </a:cubicBezTo>
                  <a:cubicBezTo>
                    <a:pt x="388"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
            <p:cNvSpPr/>
            <p:nvPr/>
          </p:nvSpPr>
          <p:spPr>
            <a:xfrm>
              <a:off x="6714200" y="2626950"/>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
            <p:cNvSpPr/>
            <p:nvPr/>
          </p:nvSpPr>
          <p:spPr>
            <a:xfrm>
              <a:off x="6744750" y="2596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
            <p:cNvSpPr/>
            <p:nvPr/>
          </p:nvSpPr>
          <p:spPr>
            <a:xfrm>
              <a:off x="6561525" y="2779625"/>
              <a:ext cx="9675" cy="9700"/>
            </a:xfrm>
            <a:custGeom>
              <a:rect b="b" l="l" r="r" t="t"/>
              <a:pathLst>
                <a:path extrusionOk="0" h="388" w="387">
                  <a:moveTo>
                    <a:pt x="194" y="1"/>
                  </a:moveTo>
                  <a:cubicBezTo>
                    <a:pt x="87" y="1"/>
                    <a:pt x="0" y="87"/>
                    <a:pt x="0" y="193"/>
                  </a:cubicBezTo>
                  <a:cubicBezTo>
                    <a:pt x="0" y="301"/>
                    <a:pt x="87" y="387"/>
                    <a:pt x="194" y="387"/>
                  </a:cubicBezTo>
                  <a:cubicBezTo>
                    <a:pt x="301" y="387"/>
                    <a:pt x="387" y="301"/>
                    <a:pt x="387" y="193"/>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
            <p:cNvSpPr/>
            <p:nvPr/>
          </p:nvSpPr>
          <p:spPr>
            <a:xfrm>
              <a:off x="6437825" y="29612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
            <p:cNvSpPr/>
            <p:nvPr/>
          </p:nvSpPr>
          <p:spPr>
            <a:xfrm>
              <a:off x="6497250" y="2900200"/>
              <a:ext cx="12950" cy="9675"/>
            </a:xfrm>
            <a:custGeom>
              <a:rect b="b" l="l" r="r" t="t"/>
              <a:pathLst>
                <a:path extrusionOk="0" h="387" w="518">
                  <a:moveTo>
                    <a:pt x="259" y="0"/>
                  </a:moveTo>
                  <a:cubicBezTo>
                    <a:pt x="210" y="0"/>
                    <a:pt x="160" y="19"/>
                    <a:pt x="123" y="57"/>
                  </a:cubicBezTo>
                  <a:cubicBezTo>
                    <a:pt x="1" y="178"/>
                    <a:pt x="87" y="386"/>
                    <a:pt x="260" y="386"/>
                  </a:cubicBezTo>
                  <a:cubicBezTo>
                    <a:pt x="431" y="386"/>
                    <a:pt x="517" y="178"/>
                    <a:pt x="396" y="57"/>
                  </a:cubicBezTo>
                  <a:cubicBezTo>
                    <a:pt x="358"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
            <p:cNvSpPr/>
            <p:nvPr/>
          </p:nvSpPr>
          <p:spPr>
            <a:xfrm>
              <a:off x="6559975" y="2839125"/>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
            <p:cNvSpPr/>
            <p:nvPr/>
          </p:nvSpPr>
          <p:spPr>
            <a:xfrm>
              <a:off x="6651575" y="2747525"/>
              <a:ext cx="9675" cy="9700"/>
            </a:xfrm>
            <a:custGeom>
              <a:rect b="b" l="l" r="r" t="t"/>
              <a:pathLst>
                <a:path extrusionOk="0" h="388" w="387">
                  <a:moveTo>
                    <a:pt x="194" y="1"/>
                  </a:moveTo>
                  <a:cubicBezTo>
                    <a:pt x="86" y="1"/>
                    <a:pt x="0" y="87"/>
                    <a:pt x="0" y="193"/>
                  </a:cubicBezTo>
                  <a:cubicBezTo>
                    <a:pt x="0" y="299"/>
                    <a:pt x="86" y="387"/>
                    <a:pt x="194" y="387"/>
                  </a:cubicBezTo>
                  <a:cubicBezTo>
                    <a:pt x="300" y="387"/>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
            <p:cNvSpPr/>
            <p:nvPr/>
          </p:nvSpPr>
          <p:spPr>
            <a:xfrm>
              <a:off x="6407275" y="29918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
            <p:cNvSpPr/>
            <p:nvPr/>
          </p:nvSpPr>
          <p:spPr>
            <a:xfrm>
              <a:off x="6468325" y="2930725"/>
              <a:ext cx="9700" cy="9675"/>
            </a:xfrm>
            <a:custGeom>
              <a:rect b="b" l="l" r="r" t="t"/>
              <a:pathLst>
                <a:path extrusionOk="0" h="387" w="388">
                  <a:moveTo>
                    <a:pt x="195" y="0"/>
                  </a:moveTo>
                  <a:cubicBezTo>
                    <a:pt x="89" y="0"/>
                    <a:pt x="1" y="88"/>
                    <a:pt x="1" y="194"/>
                  </a:cubicBezTo>
                  <a:cubicBezTo>
                    <a:pt x="1" y="301"/>
                    <a:pt x="89" y="387"/>
                    <a:pt x="195" y="387"/>
                  </a:cubicBezTo>
                  <a:cubicBezTo>
                    <a:pt x="301" y="387"/>
                    <a:pt x="387" y="301"/>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
            <p:cNvSpPr/>
            <p:nvPr/>
          </p:nvSpPr>
          <p:spPr>
            <a:xfrm>
              <a:off x="6529425" y="2869675"/>
              <a:ext cx="9675" cy="9675"/>
            </a:xfrm>
            <a:custGeom>
              <a:rect b="b" l="l" r="r" t="t"/>
              <a:pathLst>
                <a:path extrusionOk="0" h="387" w="387">
                  <a:moveTo>
                    <a:pt x="193" y="0"/>
                  </a:moveTo>
                  <a:cubicBezTo>
                    <a:pt x="87" y="0"/>
                    <a:pt x="0" y="87"/>
                    <a:pt x="0" y="193"/>
                  </a:cubicBezTo>
                  <a:cubicBezTo>
                    <a:pt x="0" y="300"/>
                    <a:pt x="87" y="387"/>
                    <a:pt x="193" y="387"/>
                  </a:cubicBezTo>
                  <a:cubicBezTo>
                    <a:pt x="301" y="387"/>
                    <a:pt x="387" y="300"/>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
            <p:cNvSpPr/>
            <p:nvPr/>
          </p:nvSpPr>
          <p:spPr>
            <a:xfrm>
              <a:off x="6621025" y="2778075"/>
              <a:ext cx="9675" cy="9650"/>
            </a:xfrm>
            <a:custGeom>
              <a:rect b="b" l="l" r="r" t="t"/>
              <a:pathLst>
                <a:path extrusionOk="0" h="386" w="387">
                  <a:moveTo>
                    <a:pt x="194" y="1"/>
                  </a:moveTo>
                  <a:cubicBezTo>
                    <a:pt x="88" y="1"/>
                    <a:pt x="0" y="87"/>
                    <a:pt x="0" y="193"/>
                  </a:cubicBezTo>
                  <a:cubicBezTo>
                    <a:pt x="0" y="299"/>
                    <a:pt x="88" y="386"/>
                    <a:pt x="194" y="386"/>
                  </a:cubicBezTo>
                  <a:cubicBezTo>
                    <a:pt x="300" y="386"/>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
            <p:cNvSpPr/>
            <p:nvPr/>
          </p:nvSpPr>
          <p:spPr>
            <a:xfrm>
              <a:off x="6682100" y="2717000"/>
              <a:ext cx="9700" cy="9675"/>
            </a:xfrm>
            <a:custGeom>
              <a:rect b="b" l="l" r="r" t="t"/>
              <a:pathLst>
                <a:path extrusionOk="0" h="387" w="388">
                  <a:moveTo>
                    <a:pt x="193" y="0"/>
                  </a:moveTo>
                  <a:cubicBezTo>
                    <a:pt x="87" y="0"/>
                    <a:pt x="1" y="86"/>
                    <a:pt x="1" y="193"/>
                  </a:cubicBezTo>
                  <a:cubicBezTo>
                    <a:pt x="1" y="300"/>
                    <a:pt x="87" y="387"/>
                    <a:pt x="193" y="387"/>
                  </a:cubicBezTo>
                  <a:cubicBezTo>
                    <a:pt x="301" y="387"/>
                    <a:pt x="387" y="300"/>
                    <a:pt x="387" y="193"/>
                  </a:cubicBezTo>
                  <a:cubicBezTo>
                    <a:pt x="387" y="86"/>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
            <p:cNvSpPr/>
            <p:nvPr/>
          </p:nvSpPr>
          <p:spPr>
            <a:xfrm>
              <a:off x="6712650" y="26864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
            <p:cNvSpPr/>
            <p:nvPr/>
          </p:nvSpPr>
          <p:spPr>
            <a:xfrm>
              <a:off x="6741575" y="2655925"/>
              <a:ext cx="12900" cy="9675"/>
            </a:xfrm>
            <a:custGeom>
              <a:rect b="b" l="l" r="r" t="t"/>
              <a:pathLst>
                <a:path extrusionOk="0" h="387" w="516">
                  <a:moveTo>
                    <a:pt x="258" y="0"/>
                  </a:moveTo>
                  <a:cubicBezTo>
                    <a:pt x="209" y="0"/>
                    <a:pt x="159" y="19"/>
                    <a:pt x="121" y="57"/>
                  </a:cubicBezTo>
                  <a:cubicBezTo>
                    <a:pt x="0" y="178"/>
                    <a:pt x="87" y="386"/>
                    <a:pt x="258" y="386"/>
                  </a:cubicBezTo>
                  <a:cubicBezTo>
                    <a:pt x="431" y="386"/>
                    <a:pt x="516" y="178"/>
                    <a:pt x="394" y="57"/>
                  </a:cubicBezTo>
                  <a:cubicBezTo>
                    <a:pt x="356" y="19"/>
                    <a:pt x="307"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
            <p:cNvSpPr/>
            <p:nvPr/>
          </p:nvSpPr>
          <p:spPr>
            <a:xfrm>
              <a:off x="6773750" y="2625350"/>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
            <p:cNvSpPr/>
            <p:nvPr/>
          </p:nvSpPr>
          <p:spPr>
            <a:xfrm>
              <a:off x="6590525" y="2808575"/>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
            <p:cNvSpPr/>
            <p:nvPr/>
          </p:nvSpPr>
          <p:spPr>
            <a:xfrm>
              <a:off x="6465150" y="2990250"/>
              <a:ext cx="12950" cy="9700"/>
            </a:xfrm>
            <a:custGeom>
              <a:rect b="b" l="l" r="r" t="t"/>
              <a:pathLst>
                <a:path extrusionOk="0" h="388" w="518">
                  <a:moveTo>
                    <a:pt x="259" y="0"/>
                  </a:moveTo>
                  <a:cubicBezTo>
                    <a:pt x="209" y="0"/>
                    <a:pt x="160" y="19"/>
                    <a:pt x="122" y="57"/>
                  </a:cubicBezTo>
                  <a:cubicBezTo>
                    <a:pt x="1" y="178"/>
                    <a:pt x="87" y="387"/>
                    <a:pt x="260" y="387"/>
                  </a:cubicBezTo>
                  <a:cubicBezTo>
                    <a:pt x="431" y="387"/>
                    <a:pt x="517" y="178"/>
                    <a:pt x="396" y="57"/>
                  </a:cubicBezTo>
                  <a:cubicBezTo>
                    <a:pt x="358"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
            <p:cNvSpPr/>
            <p:nvPr/>
          </p:nvSpPr>
          <p:spPr>
            <a:xfrm>
              <a:off x="6527875" y="29291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
            <p:cNvSpPr/>
            <p:nvPr/>
          </p:nvSpPr>
          <p:spPr>
            <a:xfrm>
              <a:off x="6588925" y="28681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
            <p:cNvSpPr/>
            <p:nvPr/>
          </p:nvSpPr>
          <p:spPr>
            <a:xfrm>
              <a:off x="6680550" y="2776475"/>
              <a:ext cx="9700" cy="9700"/>
            </a:xfrm>
            <a:custGeom>
              <a:rect b="b" l="l" r="r" t="t"/>
              <a:pathLst>
                <a:path extrusionOk="0" h="388" w="388">
                  <a:moveTo>
                    <a:pt x="193" y="1"/>
                  </a:moveTo>
                  <a:cubicBezTo>
                    <a:pt x="87" y="1"/>
                    <a:pt x="1" y="87"/>
                    <a:pt x="1" y="195"/>
                  </a:cubicBezTo>
                  <a:cubicBezTo>
                    <a:pt x="1" y="301"/>
                    <a:pt x="87" y="387"/>
                    <a:pt x="193" y="387"/>
                  </a:cubicBezTo>
                  <a:cubicBezTo>
                    <a:pt x="299" y="387"/>
                    <a:pt x="387" y="301"/>
                    <a:pt x="387" y="195"/>
                  </a:cubicBezTo>
                  <a:cubicBezTo>
                    <a:pt x="387"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
            <p:cNvSpPr/>
            <p:nvPr/>
          </p:nvSpPr>
          <p:spPr>
            <a:xfrm>
              <a:off x="6436225" y="3020800"/>
              <a:ext cx="9700" cy="9650"/>
            </a:xfrm>
            <a:custGeom>
              <a:rect b="b" l="l" r="r" t="t"/>
              <a:pathLst>
                <a:path extrusionOk="0" h="386" w="388">
                  <a:moveTo>
                    <a:pt x="195" y="1"/>
                  </a:moveTo>
                  <a:cubicBezTo>
                    <a:pt x="87" y="1"/>
                    <a:pt x="1" y="87"/>
                    <a:pt x="1" y="193"/>
                  </a:cubicBezTo>
                  <a:cubicBezTo>
                    <a:pt x="1" y="299"/>
                    <a:pt x="87" y="386"/>
                    <a:pt x="195" y="386"/>
                  </a:cubicBezTo>
                  <a:cubicBezTo>
                    <a:pt x="301" y="386"/>
                    <a:pt x="388" y="299"/>
                    <a:pt x="388" y="193"/>
                  </a:cubicBezTo>
                  <a:cubicBezTo>
                    <a:pt x="388"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
            <p:cNvSpPr/>
            <p:nvPr/>
          </p:nvSpPr>
          <p:spPr>
            <a:xfrm>
              <a:off x="6497325" y="2959700"/>
              <a:ext cx="9700" cy="9700"/>
            </a:xfrm>
            <a:custGeom>
              <a:rect b="b" l="l" r="r" t="t"/>
              <a:pathLst>
                <a:path extrusionOk="0" h="388" w="388">
                  <a:moveTo>
                    <a:pt x="193" y="1"/>
                  </a:moveTo>
                  <a:cubicBezTo>
                    <a:pt x="87" y="1"/>
                    <a:pt x="1" y="87"/>
                    <a:pt x="1" y="194"/>
                  </a:cubicBezTo>
                  <a:cubicBezTo>
                    <a:pt x="1" y="301"/>
                    <a:pt x="87" y="388"/>
                    <a:pt x="193" y="388"/>
                  </a:cubicBezTo>
                  <a:cubicBezTo>
                    <a:pt x="301" y="388"/>
                    <a:pt x="387" y="301"/>
                    <a:pt x="387" y="194"/>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
            <p:cNvSpPr/>
            <p:nvPr/>
          </p:nvSpPr>
          <p:spPr>
            <a:xfrm>
              <a:off x="6558375" y="2898625"/>
              <a:ext cx="9700" cy="9675"/>
            </a:xfrm>
            <a:custGeom>
              <a:rect b="b" l="l" r="r" t="t"/>
              <a:pathLst>
                <a:path extrusionOk="0" h="387" w="388">
                  <a:moveTo>
                    <a:pt x="195" y="0"/>
                  </a:moveTo>
                  <a:cubicBezTo>
                    <a:pt x="88" y="0"/>
                    <a:pt x="1" y="87"/>
                    <a:pt x="1" y="194"/>
                  </a:cubicBezTo>
                  <a:cubicBezTo>
                    <a:pt x="1" y="301"/>
                    <a:pt x="88" y="387"/>
                    <a:pt x="195" y="387"/>
                  </a:cubicBezTo>
                  <a:cubicBezTo>
                    <a:pt x="301" y="387"/>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
            <p:cNvSpPr/>
            <p:nvPr/>
          </p:nvSpPr>
          <p:spPr>
            <a:xfrm>
              <a:off x="6650000" y="28070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
            <p:cNvSpPr/>
            <p:nvPr/>
          </p:nvSpPr>
          <p:spPr>
            <a:xfrm>
              <a:off x="6709425" y="2745950"/>
              <a:ext cx="12950" cy="9675"/>
            </a:xfrm>
            <a:custGeom>
              <a:rect b="b" l="l" r="r" t="t"/>
              <a:pathLst>
                <a:path extrusionOk="0" h="387" w="518">
                  <a:moveTo>
                    <a:pt x="260" y="1"/>
                  </a:moveTo>
                  <a:cubicBezTo>
                    <a:pt x="211" y="1"/>
                    <a:pt x="161" y="20"/>
                    <a:pt x="124" y="58"/>
                  </a:cubicBezTo>
                  <a:cubicBezTo>
                    <a:pt x="1" y="179"/>
                    <a:pt x="87" y="387"/>
                    <a:pt x="260" y="387"/>
                  </a:cubicBezTo>
                  <a:cubicBezTo>
                    <a:pt x="431" y="387"/>
                    <a:pt x="518" y="179"/>
                    <a:pt x="396" y="58"/>
                  </a:cubicBezTo>
                  <a:cubicBezTo>
                    <a:pt x="359" y="20"/>
                    <a:pt x="309"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
            <p:cNvSpPr/>
            <p:nvPr/>
          </p:nvSpPr>
          <p:spPr>
            <a:xfrm>
              <a:off x="6741600" y="2715425"/>
              <a:ext cx="9700" cy="9650"/>
            </a:xfrm>
            <a:custGeom>
              <a:rect b="b" l="l" r="r" t="t"/>
              <a:pathLst>
                <a:path extrusionOk="0" h="386" w="388">
                  <a:moveTo>
                    <a:pt x="195" y="1"/>
                  </a:moveTo>
                  <a:cubicBezTo>
                    <a:pt x="87" y="1"/>
                    <a:pt x="1" y="87"/>
                    <a:pt x="1" y="193"/>
                  </a:cubicBezTo>
                  <a:cubicBezTo>
                    <a:pt x="1" y="299"/>
                    <a:pt x="87" y="386"/>
                    <a:pt x="195" y="386"/>
                  </a:cubicBezTo>
                  <a:cubicBezTo>
                    <a:pt x="301" y="386"/>
                    <a:pt x="387" y="299"/>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
            <p:cNvSpPr/>
            <p:nvPr/>
          </p:nvSpPr>
          <p:spPr>
            <a:xfrm>
              <a:off x="6772150" y="2684900"/>
              <a:ext cx="9700" cy="9650"/>
            </a:xfrm>
            <a:custGeom>
              <a:rect b="b" l="l" r="r" t="t"/>
              <a:pathLst>
                <a:path extrusionOk="0" h="386" w="388">
                  <a:moveTo>
                    <a:pt x="193" y="0"/>
                  </a:moveTo>
                  <a:cubicBezTo>
                    <a:pt x="87" y="0"/>
                    <a:pt x="0" y="86"/>
                    <a:pt x="0" y="193"/>
                  </a:cubicBezTo>
                  <a:cubicBezTo>
                    <a:pt x="0" y="299"/>
                    <a:pt x="87" y="385"/>
                    <a:pt x="193" y="385"/>
                  </a:cubicBezTo>
                  <a:cubicBezTo>
                    <a:pt x="301" y="385"/>
                    <a:pt x="387" y="299"/>
                    <a:pt x="387" y="193"/>
                  </a:cubicBezTo>
                  <a:cubicBezTo>
                    <a:pt x="387" y="86"/>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
            <p:cNvSpPr/>
            <p:nvPr/>
          </p:nvSpPr>
          <p:spPr>
            <a:xfrm>
              <a:off x="6802700" y="2654350"/>
              <a:ext cx="9675" cy="9675"/>
            </a:xfrm>
            <a:custGeom>
              <a:rect b="b" l="l" r="r" t="t"/>
              <a:pathLst>
                <a:path extrusionOk="0" h="387" w="387">
                  <a:moveTo>
                    <a:pt x="193" y="0"/>
                  </a:moveTo>
                  <a:cubicBezTo>
                    <a:pt x="87" y="0"/>
                    <a:pt x="0" y="87"/>
                    <a:pt x="0" y="193"/>
                  </a:cubicBezTo>
                  <a:cubicBezTo>
                    <a:pt x="0" y="300"/>
                    <a:pt x="87" y="387"/>
                    <a:pt x="193" y="387"/>
                  </a:cubicBezTo>
                  <a:cubicBezTo>
                    <a:pt x="300" y="387"/>
                    <a:pt x="387" y="300"/>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
            <p:cNvSpPr/>
            <p:nvPr/>
          </p:nvSpPr>
          <p:spPr>
            <a:xfrm>
              <a:off x="6617825" y="2837550"/>
              <a:ext cx="12950" cy="9700"/>
            </a:xfrm>
            <a:custGeom>
              <a:rect b="b" l="l" r="r" t="t"/>
              <a:pathLst>
                <a:path extrusionOk="0" h="388" w="518">
                  <a:moveTo>
                    <a:pt x="259" y="1"/>
                  </a:moveTo>
                  <a:cubicBezTo>
                    <a:pt x="210" y="1"/>
                    <a:pt x="160" y="20"/>
                    <a:pt x="122" y="58"/>
                  </a:cubicBezTo>
                  <a:cubicBezTo>
                    <a:pt x="1" y="179"/>
                    <a:pt x="87" y="388"/>
                    <a:pt x="260" y="388"/>
                  </a:cubicBezTo>
                  <a:cubicBezTo>
                    <a:pt x="431" y="388"/>
                    <a:pt x="518" y="179"/>
                    <a:pt x="397" y="58"/>
                  </a:cubicBezTo>
                  <a:cubicBezTo>
                    <a:pt x="359"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
            <p:cNvSpPr/>
            <p:nvPr/>
          </p:nvSpPr>
          <p:spPr>
            <a:xfrm>
              <a:off x="6495775" y="3019200"/>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
            <p:cNvSpPr/>
            <p:nvPr/>
          </p:nvSpPr>
          <p:spPr>
            <a:xfrm>
              <a:off x="6556825" y="2958150"/>
              <a:ext cx="9675" cy="9650"/>
            </a:xfrm>
            <a:custGeom>
              <a:rect b="b" l="l" r="r" t="t"/>
              <a:pathLst>
                <a:path extrusionOk="0" h="386" w="387">
                  <a:moveTo>
                    <a:pt x="194" y="1"/>
                  </a:moveTo>
                  <a:cubicBezTo>
                    <a:pt x="87" y="1"/>
                    <a:pt x="0" y="87"/>
                    <a:pt x="0" y="193"/>
                  </a:cubicBezTo>
                  <a:cubicBezTo>
                    <a:pt x="0" y="299"/>
                    <a:pt x="87" y="386"/>
                    <a:pt x="194" y="386"/>
                  </a:cubicBezTo>
                  <a:cubicBezTo>
                    <a:pt x="301" y="386"/>
                    <a:pt x="387" y="299"/>
                    <a:pt x="387" y="193"/>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
            <p:cNvSpPr/>
            <p:nvPr/>
          </p:nvSpPr>
          <p:spPr>
            <a:xfrm>
              <a:off x="6617900" y="2897075"/>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
            <p:cNvSpPr/>
            <p:nvPr/>
          </p:nvSpPr>
          <p:spPr>
            <a:xfrm>
              <a:off x="6707875" y="2805450"/>
              <a:ext cx="12950" cy="9675"/>
            </a:xfrm>
            <a:custGeom>
              <a:rect b="b" l="l" r="r" t="t"/>
              <a:pathLst>
                <a:path extrusionOk="0" h="387" w="518">
                  <a:moveTo>
                    <a:pt x="259" y="1"/>
                  </a:moveTo>
                  <a:cubicBezTo>
                    <a:pt x="210" y="1"/>
                    <a:pt x="161" y="20"/>
                    <a:pt x="123" y="58"/>
                  </a:cubicBezTo>
                  <a:cubicBezTo>
                    <a:pt x="1" y="179"/>
                    <a:pt x="87" y="387"/>
                    <a:pt x="260" y="387"/>
                  </a:cubicBezTo>
                  <a:cubicBezTo>
                    <a:pt x="431" y="387"/>
                    <a:pt x="518" y="179"/>
                    <a:pt x="396" y="58"/>
                  </a:cubicBezTo>
                  <a:cubicBezTo>
                    <a:pt x="358"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
            <p:cNvSpPr/>
            <p:nvPr/>
          </p:nvSpPr>
          <p:spPr>
            <a:xfrm>
              <a:off x="6465225" y="3049750"/>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
            <p:cNvSpPr/>
            <p:nvPr/>
          </p:nvSpPr>
          <p:spPr>
            <a:xfrm>
              <a:off x="6526275" y="29886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
            <p:cNvSpPr/>
            <p:nvPr/>
          </p:nvSpPr>
          <p:spPr>
            <a:xfrm>
              <a:off x="6587375" y="2927625"/>
              <a:ext cx="9675" cy="9675"/>
            </a:xfrm>
            <a:custGeom>
              <a:rect b="b" l="l" r="r" t="t"/>
              <a:pathLst>
                <a:path extrusionOk="0" h="387" w="387">
                  <a:moveTo>
                    <a:pt x="193" y="0"/>
                  </a:moveTo>
                  <a:cubicBezTo>
                    <a:pt x="87" y="0"/>
                    <a:pt x="0" y="86"/>
                    <a:pt x="0" y="193"/>
                  </a:cubicBezTo>
                  <a:cubicBezTo>
                    <a:pt x="0" y="300"/>
                    <a:pt x="87" y="387"/>
                    <a:pt x="193" y="387"/>
                  </a:cubicBezTo>
                  <a:cubicBezTo>
                    <a:pt x="300" y="387"/>
                    <a:pt x="387" y="300"/>
                    <a:pt x="387" y="193"/>
                  </a:cubicBezTo>
                  <a:cubicBezTo>
                    <a:pt x="387" y="86"/>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
            <p:cNvSpPr/>
            <p:nvPr/>
          </p:nvSpPr>
          <p:spPr>
            <a:xfrm>
              <a:off x="6677325" y="2836000"/>
              <a:ext cx="12950" cy="9675"/>
            </a:xfrm>
            <a:custGeom>
              <a:rect b="b" l="l" r="r" t="t"/>
              <a:pathLst>
                <a:path extrusionOk="0" h="387" w="518">
                  <a:moveTo>
                    <a:pt x="259" y="1"/>
                  </a:moveTo>
                  <a:cubicBezTo>
                    <a:pt x="210" y="1"/>
                    <a:pt x="161" y="19"/>
                    <a:pt x="124" y="57"/>
                  </a:cubicBezTo>
                  <a:cubicBezTo>
                    <a:pt x="1" y="179"/>
                    <a:pt x="87" y="386"/>
                    <a:pt x="260" y="386"/>
                  </a:cubicBezTo>
                  <a:cubicBezTo>
                    <a:pt x="431" y="386"/>
                    <a:pt x="518" y="179"/>
                    <a:pt x="396" y="57"/>
                  </a:cubicBezTo>
                  <a:cubicBezTo>
                    <a:pt x="359" y="19"/>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
            <p:cNvSpPr/>
            <p:nvPr/>
          </p:nvSpPr>
          <p:spPr>
            <a:xfrm>
              <a:off x="6740050" y="27749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
            <p:cNvSpPr/>
            <p:nvPr/>
          </p:nvSpPr>
          <p:spPr>
            <a:xfrm>
              <a:off x="6770600" y="2744375"/>
              <a:ext cx="9675" cy="9700"/>
            </a:xfrm>
            <a:custGeom>
              <a:rect b="b" l="l" r="r" t="t"/>
              <a:pathLst>
                <a:path extrusionOk="0" h="388" w="387">
                  <a:moveTo>
                    <a:pt x="193" y="1"/>
                  </a:moveTo>
                  <a:cubicBezTo>
                    <a:pt x="87" y="1"/>
                    <a:pt x="0" y="87"/>
                    <a:pt x="0" y="193"/>
                  </a:cubicBezTo>
                  <a:cubicBezTo>
                    <a:pt x="0" y="301"/>
                    <a:pt x="87" y="388"/>
                    <a:pt x="193" y="388"/>
                  </a:cubicBezTo>
                  <a:cubicBezTo>
                    <a:pt x="299" y="388"/>
                    <a:pt x="387" y="301"/>
                    <a:pt x="387" y="193"/>
                  </a:cubicBezTo>
                  <a:cubicBezTo>
                    <a:pt x="387"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
            <p:cNvSpPr/>
            <p:nvPr/>
          </p:nvSpPr>
          <p:spPr>
            <a:xfrm>
              <a:off x="6801150" y="2713850"/>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
            <p:cNvSpPr/>
            <p:nvPr/>
          </p:nvSpPr>
          <p:spPr>
            <a:xfrm>
              <a:off x="6831650" y="2683325"/>
              <a:ext cx="9675" cy="9650"/>
            </a:xfrm>
            <a:custGeom>
              <a:rect b="b" l="l" r="r" t="t"/>
              <a:pathLst>
                <a:path extrusionOk="0" h="386" w="387">
                  <a:moveTo>
                    <a:pt x="194" y="1"/>
                  </a:moveTo>
                  <a:cubicBezTo>
                    <a:pt x="87" y="1"/>
                    <a:pt x="0" y="87"/>
                    <a:pt x="0" y="193"/>
                  </a:cubicBezTo>
                  <a:cubicBezTo>
                    <a:pt x="0" y="300"/>
                    <a:pt x="87" y="386"/>
                    <a:pt x="194" y="386"/>
                  </a:cubicBezTo>
                  <a:cubicBezTo>
                    <a:pt x="301" y="386"/>
                    <a:pt x="387" y="300"/>
                    <a:pt x="387" y="193"/>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
            <p:cNvSpPr/>
            <p:nvPr/>
          </p:nvSpPr>
          <p:spPr>
            <a:xfrm>
              <a:off x="6648450" y="286652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
            <p:cNvSpPr/>
            <p:nvPr/>
          </p:nvSpPr>
          <p:spPr>
            <a:xfrm>
              <a:off x="6524725" y="3048200"/>
              <a:ext cx="9700" cy="9650"/>
            </a:xfrm>
            <a:custGeom>
              <a:rect b="b" l="l" r="r" t="t"/>
              <a:pathLst>
                <a:path extrusionOk="0" h="386" w="388">
                  <a:moveTo>
                    <a:pt x="193" y="0"/>
                  </a:moveTo>
                  <a:cubicBezTo>
                    <a:pt x="87" y="0"/>
                    <a:pt x="0" y="87"/>
                    <a:pt x="0" y="193"/>
                  </a:cubicBezTo>
                  <a:cubicBezTo>
                    <a:pt x="0" y="299"/>
                    <a:pt x="87" y="386"/>
                    <a:pt x="193" y="386"/>
                  </a:cubicBezTo>
                  <a:cubicBezTo>
                    <a:pt x="301" y="386"/>
                    <a:pt x="387" y="299"/>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
            <p:cNvSpPr/>
            <p:nvPr/>
          </p:nvSpPr>
          <p:spPr>
            <a:xfrm>
              <a:off x="6585825" y="2987100"/>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
            <p:cNvSpPr/>
            <p:nvPr/>
          </p:nvSpPr>
          <p:spPr>
            <a:xfrm>
              <a:off x="6646875" y="2926050"/>
              <a:ext cx="9675" cy="9650"/>
            </a:xfrm>
            <a:custGeom>
              <a:rect b="b" l="l" r="r" t="t"/>
              <a:pathLst>
                <a:path extrusionOk="0" h="386" w="387">
                  <a:moveTo>
                    <a:pt x="194" y="1"/>
                  </a:moveTo>
                  <a:cubicBezTo>
                    <a:pt x="86" y="1"/>
                    <a:pt x="0" y="87"/>
                    <a:pt x="0" y="193"/>
                  </a:cubicBezTo>
                  <a:cubicBezTo>
                    <a:pt x="0" y="300"/>
                    <a:pt x="86" y="386"/>
                    <a:pt x="194" y="386"/>
                  </a:cubicBezTo>
                  <a:cubicBezTo>
                    <a:pt x="300" y="386"/>
                    <a:pt x="387" y="300"/>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
            <p:cNvSpPr/>
            <p:nvPr/>
          </p:nvSpPr>
          <p:spPr>
            <a:xfrm>
              <a:off x="6736875" y="2834425"/>
              <a:ext cx="12900" cy="9700"/>
            </a:xfrm>
            <a:custGeom>
              <a:rect b="b" l="l" r="r" t="t"/>
              <a:pathLst>
                <a:path extrusionOk="0" h="388" w="516">
                  <a:moveTo>
                    <a:pt x="258" y="1"/>
                  </a:moveTo>
                  <a:cubicBezTo>
                    <a:pt x="209" y="1"/>
                    <a:pt x="159" y="20"/>
                    <a:pt x="122" y="57"/>
                  </a:cubicBezTo>
                  <a:cubicBezTo>
                    <a:pt x="0" y="179"/>
                    <a:pt x="87" y="387"/>
                    <a:pt x="258" y="387"/>
                  </a:cubicBezTo>
                  <a:cubicBezTo>
                    <a:pt x="431" y="387"/>
                    <a:pt x="516" y="179"/>
                    <a:pt x="394" y="57"/>
                  </a:cubicBezTo>
                  <a:cubicBezTo>
                    <a:pt x="356" y="20"/>
                    <a:pt x="307" y="1"/>
                    <a:pt x="25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
            <p:cNvSpPr/>
            <p:nvPr/>
          </p:nvSpPr>
          <p:spPr>
            <a:xfrm>
              <a:off x="6494175" y="3078700"/>
              <a:ext cx="9700" cy="9700"/>
            </a:xfrm>
            <a:custGeom>
              <a:rect b="b" l="l" r="r" t="t"/>
              <a:pathLst>
                <a:path extrusionOk="0" h="388" w="388">
                  <a:moveTo>
                    <a:pt x="195" y="1"/>
                  </a:moveTo>
                  <a:cubicBezTo>
                    <a:pt x="87" y="1"/>
                    <a:pt x="1" y="89"/>
                    <a:pt x="1" y="195"/>
                  </a:cubicBezTo>
                  <a:cubicBezTo>
                    <a:pt x="1" y="301"/>
                    <a:pt x="87" y="387"/>
                    <a:pt x="195" y="387"/>
                  </a:cubicBezTo>
                  <a:cubicBezTo>
                    <a:pt x="301" y="387"/>
                    <a:pt x="387" y="301"/>
                    <a:pt x="387" y="195"/>
                  </a:cubicBezTo>
                  <a:cubicBezTo>
                    <a:pt x="387" y="89"/>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
            <p:cNvSpPr/>
            <p:nvPr/>
          </p:nvSpPr>
          <p:spPr>
            <a:xfrm>
              <a:off x="6555275" y="3017650"/>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
            <p:cNvSpPr/>
            <p:nvPr/>
          </p:nvSpPr>
          <p:spPr>
            <a:xfrm>
              <a:off x="6616350" y="29565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
            <p:cNvSpPr/>
            <p:nvPr/>
          </p:nvSpPr>
          <p:spPr>
            <a:xfrm>
              <a:off x="6707950" y="2864975"/>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
            <p:cNvSpPr/>
            <p:nvPr/>
          </p:nvSpPr>
          <p:spPr>
            <a:xfrm>
              <a:off x="6769050" y="2803875"/>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
            <p:cNvSpPr/>
            <p:nvPr/>
          </p:nvSpPr>
          <p:spPr>
            <a:xfrm>
              <a:off x="6797925" y="2773350"/>
              <a:ext cx="12950" cy="9675"/>
            </a:xfrm>
            <a:custGeom>
              <a:rect b="b" l="l" r="r" t="t"/>
              <a:pathLst>
                <a:path extrusionOk="0" h="387" w="518">
                  <a:moveTo>
                    <a:pt x="259" y="1"/>
                  </a:moveTo>
                  <a:cubicBezTo>
                    <a:pt x="209" y="1"/>
                    <a:pt x="160" y="20"/>
                    <a:pt x="123" y="58"/>
                  </a:cubicBezTo>
                  <a:cubicBezTo>
                    <a:pt x="0" y="179"/>
                    <a:pt x="87" y="387"/>
                    <a:pt x="259" y="387"/>
                  </a:cubicBezTo>
                  <a:cubicBezTo>
                    <a:pt x="431" y="387"/>
                    <a:pt x="517" y="179"/>
                    <a:pt x="396" y="58"/>
                  </a:cubicBezTo>
                  <a:cubicBezTo>
                    <a:pt x="358" y="20"/>
                    <a:pt x="308"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
            <p:cNvSpPr/>
            <p:nvPr/>
          </p:nvSpPr>
          <p:spPr>
            <a:xfrm>
              <a:off x="6830100" y="2742825"/>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
            <p:cNvSpPr/>
            <p:nvPr/>
          </p:nvSpPr>
          <p:spPr>
            <a:xfrm>
              <a:off x="6860650" y="2712300"/>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
            <p:cNvSpPr/>
            <p:nvPr/>
          </p:nvSpPr>
          <p:spPr>
            <a:xfrm>
              <a:off x="6677400" y="2895525"/>
              <a:ext cx="9700" cy="9675"/>
            </a:xfrm>
            <a:custGeom>
              <a:rect b="b" l="l" r="r" t="t"/>
              <a:pathLst>
                <a:path extrusionOk="0" h="387" w="388">
                  <a:moveTo>
                    <a:pt x="193" y="0"/>
                  </a:moveTo>
                  <a:cubicBezTo>
                    <a:pt x="87" y="0"/>
                    <a:pt x="1" y="87"/>
                    <a:pt x="1" y="193"/>
                  </a:cubicBezTo>
                  <a:cubicBezTo>
                    <a:pt x="1" y="299"/>
                    <a:pt x="87" y="387"/>
                    <a:pt x="193" y="387"/>
                  </a:cubicBezTo>
                  <a:cubicBezTo>
                    <a:pt x="301" y="387"/>
                    <a:pt x="387" y="299"/>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
            <p:cNvSpPr/>
            <p:nvPr/>
          </p:nvSpPr>
          <p:spPr>
            <a:xfrm>
              <a:off x="6552050" y="3077175"/>
              <a:ext cx="12950" cy="9675"/>
            </a:xfrm>
            <a:custGeom>
              <a:rect b="b" l="l" r="r" t="t"/>
              <a:pathLst>
                <a:path extrusionOk="0" h="387" w="518">
                  <a:moveTo>
                    <a:pt x="260" y="0"/>
                  </a:moveTo>
                  <a:cubicBezTo>
                    <a:pt x="210" y="0"/>
                    <a:pt x="161" y="19"/>
                    <a:pt x="123" y="57"/>
                  </a:cubicBezTo>
                  <a:cubicBezTo>
                    <a:pt x="0" y="178"/>
                    <a:pt x="87" y="386"/>
                    <a:pt x="260" y="386"/>
                  </a:cubicBezTo>
                  <a:cubicBezTo>
                    <a:pt x="431" y="386"/>
                    <a:pt x="517" y="178"/>
                    <a:pt x="396" y="57"/>
                  </a:cubicBezTo>
                  <a:cubicBezTo>
                    <a:pt x="358" y="19"/>
                    <a:pt x="309"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
            <p:cNvSpPr/>
            <p:nvPr/>
          </p:nvSpPr>
          <p:spPr>
            <a:xfrm>
              <a:off x="6614775" y="3016100"/>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
            <p:cNvSpPr/>
            <p:nvPr/>
          </p:nvSpPr>
          <p:spPr>
            <a:xfrm>
              <a:off x="6675850" y="2955025"/>
              <a:ext cx="9700" cy="9675"/>
            </a:xfrm>
            <a:custGeom>
              <a:rect b="b" l="l" r="r" t="t"/>
              <a:pathLst>
                <a:path extrusionOk="0" h="387" w="388">
                  <a:moveTo>
                    <a:pt x="193" y="0"/>
                  </a:moveTo>
                  <a:cubicBezTo>
                    <a:pt x="87" y="0"/>
                    <a:pt x="1" y="86"/>
                    <a:pt x="1" y="193"/>
                  </a:cubicBezTo>
                  <a:cubicBezTo>
                    <a:pt x="1" y="300"/>
                    <a:pt x="87" y="387"/>
                    <a:pt x="193" y="387"/>
                  </a:cubicBezTo>
                  <a:cubicBezTo>
                    <a:pt x="299" y="387"/>
                    <a:pt x="387" y="300"/>
                    <a:pt x="387" y="193"/>
                  </a:cubicBezTo>
                  <a:cubicBezTo>
                    <a:pt x="387" y="86"/>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
            <p:cNvSpPr/>
            <p:nvPr/>
          </p:nvSpPr>
          <p:spPr>
            <a:xfrm>
              <a:off x="6767450" y="2863425"/>
              <a:ext cx="9700" cy="9650"/>
            </a:xfrm>
            <a:custGeom>
              <a:rect b="b" l="l" r="r" t="t"/>
              <a:pathLst>
                <a:path extrusionOk="0" h="386" w="388">
                  <a:moveTo>
                    <a:pt x="193" y="0"/>
                  </a:moveTo>
                  <a:cubicBezTo>
                    <a:pt x="87" y="0"/>
                    <a:pt x="1" y="87"/>
                    <a:pt x="1" y="193"/>
                  </a:cubicBezTo>
                  <a:cubicBezTo>
                    <a:pt x="1" y="299"/>
                    <a:pt x="87" y="385"/>
                    <a:pt x="193" y="385"/>
                  </a:cubicBezTo>
                  <a:cubicBezTo>
                    <a:pt x="301" y="385"/>
                    <a:pt x="387" y="299"/>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
            <p:cNvSpPr/>
            <p:nvPr/>
          </p:nvSpPr>
          <p:spPr>
            <a:xfrm>
              <a:off x="6523175" y="3107700"/>
              <a:ext cx="9650" cy="9675"/>
            </a:xfrm>
            <a:custGeom>
              <a:rect b="b" l="l" r="r" t="t"/>
              <a:pathLst>
                <a:path extrusionOk="0" h="387"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
            <p:cNvSpPr/>
            <p:nvPr/>
          </p:nvSpPr>
          <p:spPr>
            <a:xfrm>
              <a:off x="6584225" y="304660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
            <p:cNvSpPr/>
            <p:nvPr/>
          </p:nvSpPr>
          <p:spPr>
            <a:xfrm>
              <a:off x="6645300" y="298555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
            <p:cNvSpPr/>
            <p:nvPr/>
          </p:nvSpPr>
          <p:spPr>
            <a:xfrm>
              <a:off x="6736900" y="2893925"/>
              <a:ext cx="9700" cy="9700"/>
            </a:xfrm>
            <a:custGeom>
              <a:rect b="b" l="l" r="r" t="t"/>
              <a:pathLst>
                <a:path extrusionOk="0" h="388" w="388">
                  <a:moveTo>
                    <a:pt x="195" y="0"/>
                  </a:moveTo>
                  <a:cubicBezTo>
                    <a:pt x="87" y="0"/>
                    <a:pt x="1" y="87"/>
                    <a:pt x="1" y="195"/>
                  </a:cubicBezTo>
                  <a:cubicBezTo>
                    <a:pt x="1" y="301"/>
                    <a:pt x="87" y="387"/>
                    <a:pt x="195" y="387"/>
                  </a:cubicBezTo>
                  <a:cubicBezTo>
                    <a:pt x="301" y="387"/>
                    <a:pt x="387" y="301"/>
                    <a:pt x="387" y="195"/>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
            <p:cNvSpPr/>
            <p:nvPr/>
          </p:nvSpPr>
          <p:spPr>
            <a:xfrm>
              <a:off x="6798000" y="2832875"/>
              <a:ext cx="9675" cy="9650"/>
            </a:xfrm>
            <a:custGeom>
              <a:rect b="b" l="l" r="r" t="t"/>
              <a:pathLst>
                <a:path extrusionOk="0" h="386" w="387">
                  <a:moveTo>
                    <a:pt x="193" y="0"/>
                  </a:moveTo>
                  <a:cubicBezTo>
                    <a:pt x="87" y="0"/>
                    <a:pt x="0" y="87"/>
                    <a:pt x="0" y="193"/>
                  </a:cubicBezTo>
                  <a:cubicBezTo>
                    <a:pt x="0" y="299"/>
                    <a:pt x="87" y="385"/>
                    <a:pt x="193" y="385"/>
                  </a:cubicBezTo>
                  <a:cubicBezTo>
                    <a:pt x="300" y="385"/>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
            <p:cNvSpPr/>
            <p:nvPr/>
          </p:nvSpPr>
          <p:spPr>
            <a:xfrm>
              <a:off x="6828550" y="2802325"/>
              <a:ext cx="9675" cy="9700"/>
            </a:xfrm>
            <a:custGeom>
              <a:rect b="b" l="l" r="r" t="t"/>
              <a:pathLst>
                <a:path extrusionOk="0" h="388" w="387">
                  <a:moveTo>
                    <a:pt x="193" y="1"/>
                  </a:moveTo>
                  <a:cubicBezTo>
                    <a:pt x="86" y="1"/>
                    <a:pt x="0" y="87"/>
                    <a:pt x="0" y="193"/>
                  </a:cubicBezTo>
                  <a:cubicBezTo>
                    <a:pt x="0" y="301"/>
                    <a:pt x="86" y="387"/>
                    <a:pt x="193" y="387"/>
                  </a:cubicBezTo>
                  <a:cubicBezTo>
                    <a:pt x="299" y="387"/>
                    <a:pt x="387" y="301"/>
                    <a:pt x="387" y="193"/>
                  </a:cubicBezTo>
                  <a:cubicBezTo>
                    <a:pt x="387"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
            <p:cNvSpPr/>
            <p:nvPr/>
          </p:nvSpPr>
          <p:spPr>
            <a:xfrm>
              <a:off x="6859075" y="277177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
            <p:cNvSpPr/>
            <p:nvPr/>
          </p:nvSpPr>
          <p:spPr>
            <a:xfrm>
              <a:off x="6887950" y="2741250"/>
              <a:ext cx="12950" cy="9675"/>
            </a:xfrm>
            <a:custGeom>
              <a:rect b="b" l="l" r="r" t="t"/>
              <a:pathLst>
                <a:path extrusionOk="0" h="387" w="518">
                  <a:moveTo>
                    <a:pt x="260" y="1"/>
                  </a:moveTo>
                  <a:cubicBezTo>
                    <a:pt x="210" y="1"/>
                    <a:pt x="161" y="20"/>
                    <a:pt x="124" y="58"/>
                  </a:cubicBezTo>
                  <a:cubicBezTo>
                    <a:pt x="1" y="179"/>
                    <a:pt x="87" y="387"/>
                    <a:pt x="260" y="387"/>
                  </a:cubicBezTo>
                  <a:cubicBezTo>
                    <a:pt x="431" y="387"/>
                    <a:pt x="518" y="179"/>
                    <a:pt x="397" y="58"/>
                  </a:cubicBezTo>
                  <a:cubicBezTo>
                    <a:pt x="359" y="20"/>
                    <a:pt x="309"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
            <p:cNvSpPr/>
            <p:nvPr/>
          </p:nvSpPr>
          <p:spPr>
            <a:xfrm>
              <a:off x="6704775" y="2924500"/>
              <a:ext cx="12900" cy="9650"/>
            </a:xfrm>
            <a:custGeom>
              <a:rect b="b" l="l" r="r" t="t"/>
              <a:pathLst>
                <a:path extrusionOk="0" h="386" w="516">
                  <a:moveTo>
                    <a:pt x="258" y="0"/>
                  </a:moveTo>
                  <a:cubicBezTo>
                    <a:pt x="209" y="0"/>
                    <a:pt x="159" y="19"/>
                    <a:pt x="122" y="57"/>
                  </a:cubicBezTo>
                  <a:cubicBezTo>
                    <a:pt x="0" y="178"/>
                    <a:pt x="85" y="386"/>
                    <a:pt x="258" y="386"/>
                  </a:cubicBezTo>
                  <a:cubicBezTo>
                    <a:pt x="429" y="386"/>
                    <a:pt x="516" y="178"/>
                    <a:pt x="394" y="57"/>
                  </a:cubicBezTo>
                  <a:cubicBezTo>
                    <a:pt x="357" y="19"/>
                    <a:pt x="307"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
            <p:cNvSpPr/>
            <p:nvPr/>
          </p:nvSpPr>
          <p:spPr>
            <a:xfrm>
              <a:off x="6582675" y="3106150"/>
              <a:ext cx="9675" cy="9675"/>
            </a:xfrm>
            <a:custGeom>
              <a:rect b="b" l="l" r="r" t="t"/>
              <a:pathLst>
                <a:path extrusionOk="0" h="387" w="387">
                  <a:moveTo>
                    <a:pt x="193" y="0"/>
                  </a:moveTo>
                  <a:cubicBezTo>
                    <a:pt x="87" y="0"/>
                    <a:pt x="0" y="87"/>
                    <a:pt x="0" y="193"/>
                  </a:cubicBezTo>
                  <a:cubicBezTo>
                    <a:pt x="0" y="299"/>
                    <a:pt x="87" y="387"/>
                    <a:pt x="193" y="387"/>
                  </a:cubicBezTo>
                  <a:cubicBezTo>
                    <a:pt x="300" y="387"/>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
            <p:cNvSpPr/>
            <p:nvPr/>
          </p:nvSpPr>
          <p:spPr>
            <a:xfrm>
              <a:off x="6642125" y="3045075"/>
              <a:ext cx="12900" cy="9675"/>
            </a:xfrm>
            <a:custGeom>
              <a:rect b="b" l="l" r="r" t="t"/>
              <a:pathLst>
                <a:path extrusionOk="0" h="387" w="516">
                  <a:moveTo>
                    <a:pt x="258" y="0"/>
                  </a:moveTo>
                  <a:cubicBezTo>
                    <a:pt x="209" y="0"/>
                    <a:pt x="160" y="19"/>
                    <a:pt x="122" y="56"/>
                  </a:cubicBezTo>
                  <a:cubicBezTo>
                    <a:pt x="1" y="179"/>
                    <a:pt x="85" y="386"/>
                    <a:pt x="258" y="386"/>
                  </a:cubicBezTo>
                  <a:cubicBezTo>
                    <a:pt x="430" y="386"/>
                    <a:pt x="516" y="179"/>
                    <a:pt x="395" y="56"/>
                  </a:cubicBezTo>
                  <a:cubicBezTo>
                    <a:pt x="357" y="19"/>
                    <a:pt x="308"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
            <p:cNvSpPr/>
            <p:nvPr/>
          </p:nvSpPr>
          <p:spPr>
            <a:xfrm>
              <a:off x="6704800" y="29839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
            <p:cNvSpPr/>
            <p:nvPr/>
          </p:nvSpPr>
          <p:spPr>
            <a:xfrm>
              <a:off x="6796450" y="28923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
            <p:cNvSpPr/>
            <p:nvPr/>
          </p:nvSpPr>
          <p:spPr>
            <a:xfrm>
              <a:off x="6552125" y="3136675"/>
              <a:ext cx="9675" cy="9675"/>
            </a:xfrm>
            <a:custGeom>
              <a:rect b="b" l="l" r="r" t="t"/>
              <a:pathLst>
                <a:path extrusionOk="0" h="387" w="387">
                  <a:moveTo>
                    <a:pt x="194" y="1"/>
                  </a:moveTo>
                  <a:cubicBezTo>
                    <a:pt x="87" y="1"/>
                    <a:pt x="0" y="87"/>
                    <a:pt x="0" y="194"/>
                  </a:cubicBezTo>
                  <a:cubicBezTo>
                    <a:pt x="0" y="300"/>
                    <a:pt x="87" y="386"/>
                    <a:pt x="194" y="386"/>
                  </a:cubicBezTo>
                  <a:cubicBezTo>
                    <a:pt x="301" y="386"/>
                    <a:pt x="387" y="300"/>
                    <a:pt x="387" y="194"/>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
            <p:cNvSpPr/>
            <p:nvPr/>
          </p:nvSpPr>
          <p:spPr>
            <a:xfrm>
              <a:off x="6613225" y="3075600"/>
              <a:ext cx="9650" cy="9675"/>
            </a:xfrm>
            <a:custGeom>
              <a:rect b="b" l="l" r="r" t="t"/>
              <a:pathLst>
                <a:path extrusionOk="0" h="387" w="386">
                  <a:moveTo>
                    <a:pt x="193" y="0"/>
                  </a:moveTo>
                  <a:cubicBezTo>
                    <a:pt x="86" y="0"/>
                    <a:pt x="0" y="87"/>
                    <a:pt x="0" y="193"/>
                  </a:cubicBezTo>
                  <a:cubicBezTo>
                    <a:pt x="0" y="301"/>
                    <a:pt x="86" y="387"/>
                    <a:pt x="193" y="387"/>
                  </a:cubicBezTo>
                  <a:cubicBezTo>
                    <a:pt x="299" y="387"/>
                    <a:pt x="385" y="301"/>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
            <p:cNvSpPr/>
            <p:nvPr/>
          </p:nvSpPr>
          <p:spPr>
            <a:xfrm>
              <a:off x="6672625" y="3014525"/>
              <a:ext cx="12950" cy="9675"/>
            </a:xfrm>
            <a:custGeom>
              <a:rect b="b" l="l" r="r" t="t"/>
              <a:pathLst>
                <a:path extrusionOk="0" h="387" w="518">
                  <a:moveTo>
                    <a:pt x="260" y="1"/>
                  </a:moveTo>
                  <a:cubicBezTo>
                    <a:pt x="210" y="1"/>
                    <a:pt x="161" y="20"/>
                    <a:pt x="124" y="58"/>
                  </a:cubicBezTo>
                  <a:cubicBezTo>
                    <a:pt x="1" y="179"/>
                    <a:pt x="87" y="386"/>
                    <a:pt x="260" y="386"/>
                  </a:cubicBezTo>
                  <a:cubicBezTo>
                    <a:pt x="431" y="386"/>
                    <a:pt x="518" y="179"/>
                    <a:pt x="397" y="58"/>
                  </a:cubicBezTo>
                  <a:cubicBezTo>
                    <a:pt x="359" y="20"/>
                    <a:pt x="309"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
            <p:cNvSpPr/>
            <p:nvPr/>
          </p:nvSpPr>
          <p:spPr>
            <a:xfrm>
              <a:off x="6765900" y="2922925"/>
              <a:ext cx="9675" cy="9675"/>
            </a:xfrm>
            <a:custGeom>
              <a:rect b="b" l="l" r="r" t="t"/>
              <a:pathLst>
                <a:path extrusionOk="0" h="387" w="387">
                  <a:moveTo>
                    <a:pt x="193" y="0"/>
                  </a:moveTo>
                  <a:cubicBezTo>
                    <a:pt x="87" y="0"/>
                    <a:pt x="0" y="87"/>
                    <a:pt x="0" y="193"/>
                  </a:cubicBezTo>
                  <a:cubicBezTo>
                    <a:pt x="0" y="300"/>
                    <a:pt x="87" y="387"/>
                    <a:pt x="193" y="387"/>
                  </a:cubicBezTo>
                  <a:cubicBezTo>
                    <a:pt x="299" y="387"/>
                    <a:pt x="387" y="300"/>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
            <p:cNvSpPr/>
            <p:nvPr/>
          </p:nvSpPr>
          <p:spPr>
            <a:xfrm>
              <a:off x="6826950" y="2861825"/>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
            <p:cNvSpPr/>
            <p:nvPr/>
          </p:nvSpPr>
          <p:spPr>
            <a:xfrm>
              <a:off x="6857500" y="28313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
            <p:cNvSpPr/>
            <p:nvPr/>
          </p:nvSpPr>
          <p:spPr>
            <a:xfrm>
              <a:off x="6888025" y="2800775"/>
              <a:ext cx="9700" cy="9650"/>
            </a:xfrm>
            <a:custGeom>
              <a:rect b="b" l="l" r="r" t="t"/>
              <a:pathLst>
                <a:path extrusionOk="0" h="386" w="388">
                  <a:moveTo>
                    <a:pt x="193" y="1"/>
                  </a:moveTo>
                  <a:cubicBezTo>
                    <a:pt x="87" y="1"/>
                    <a:pt x="1" y="87"/>
                    <a:pt x="1" y="193"/>
                  </a:cubicBezTo>
                  <a:cubicBezTo>
                    <a:pt x="1" y="299"/>
                    <a:pt x="87" y="386"/>
                    <a:pt x="193" y="386"/>
                  </a:cubicBezTo>
                  <a:cubicBezTo>
                    <a:pt x="301" y="386"/>
                    <a:pt x="388" y="299"/>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
            <p:cNvSpPr/>
            <p:nvPr/>
          </p:nvSpPr>
          <p:spPr>
            <a:xfrm>
              <a:off x="6916950" y="2770225"/>
              <a:ext cx="12900" cy="9700"/>
            </a:xfrm>
            <a:custGeom>
              <a:rect b="b" l="l" r="r" t="t"/>
              <a:pathLst>
                <a:path extrusionOk="0" h="388" w="516">
                  <a:moveTo>
                    <a:pt x="258" y="0"/>
                  </a:moveTo>
                  <a:cubicBezTo>
                    <a:pt x="209" y="0"/>
                    <a:pt x="160" y="19"/>
                    <a:pt x="122" y="57"/>
                  </a:cubicBezTo>
                  <a:cubicBezTo>
                    <a:pt x="1" y="178"/>
                    <a:pt x="85" y="387"/>
                    <a:pt x="258" y="387"/>
                  </a:cubicBezTo>
                  <a:cubicBezTo>
                    <a:pt x="430" y="387"/>
                    <a:pt x="516" y="178"/>
                    <a:pt x="395" y="57"/>
                  </a:cubicBezTo>
                  <a:cubicBezTo>
                    <a:pt x="357" y="19"/>
                    <a:pt x="308"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
            <p:cNvSpPr/>
            <p:nvPr/>
          </p:nvSpPr>
          <p:spPr>
            <a:xfrm>
              <a:off x="6735350" y="2953450"/>
              <a:ext cx="9700" cy="9650"/>
            </a:xfrm>
            <a:custGeom>
              <a:rect b="b" l="l" r="r" t="t"/>
              <a:pathLst>
                <a:path extrusionOk="0" h="386" w="388">
                  <a:moveTo>
                    <a:pt x="193" y="1"/>
                  </a:moveTo>
                  <a:cubicBezTo>
                    <a:pt x="87" y="1"/>
                    <a:pt x="1" y="87"/>
                    <a:pt x="1" y="193"/>
                  </a:cubicBezTo>
                  <a:cubicBezTo>
                    <a:pt x="1" y="300"/>
                    <a:pt x="87" y="386"/>
                    <a:pt x="193" y="386"/>
                  </a:cubicBezTo>
                  <a:cubicBezTo>
                    <a:pt x="301" y="386"/>
                    <a:pt x="387" y="300"/>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
            <p:cNvSpPr/>
            <p:nvPr/>
          </p:nvSpPr>
          <p:spPr>
            <a:xfrm>
              <a:off x="6611650" y="3135100"/>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
            <p:cNvSpPr/>
            <p:nvPr/>
          </p:nvSpPr>
          <p:spPr>
            <a:xfrm>
              <a:off x="6672700" y="3074000"/>
              <a:ext cx="9700" cy="9700"/>
            </a:xfrm>
            <a:custGeom>
              <a:rect b="b" l="l" r="r" t="t"/>
              <a:pathLst>
                <a:path extrusionOk="0" h="388" w="388">
                  <a:moveTo>
                    <a:pt x="193" y="1"/>
                  </a:moveTo>
                  <a:cubicBezTo>
                    <a:pt x="87" y="1"/>
                    <a:pt x="1" y="89"/>
                    <a:pt x="1" y="195"/>
                  </a:cubicBezTo>
                  <a:cubicBezTo>
                    <a:pt x="1" y="301"/>
                    <a:pt x="87" y="387"/>
                    <a:pt x="193" y="387"/>
                  </a:cubicBezTo>
                  <a:cubicBezTo>
                    <a:pt x="301" y="387"/>
                    <a:pt x="387" y="301"/>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
            <p:cNvSpPr/>
            <p:nvPr/>
          </p:nvSpPr>
          <p:spPr>
            <a:xfrm>
              <a:off x="6732175" y="3012975"/>
              <a:ext cx="12900" cy="9675"/>
            </a:xfrm>
            <a:custGeom>
              <a:rect b="b" l="l" r="r" t="t"/>
              <a:pathLst>
                <a:path extrusionOk="0" h="387" w="516">
                  <a:moveTo>
                    <a:pt x="258" y="0"/>
                  </a:moveTo>
                  <a:cubicBezTo>
                    <a:pt x="209" y="0"/>
                    <a:pt x="159" y="19"/>
                    <a:pt x="122" y="56"/>
                  </a:cubicBezTo>
                  <a:cubicBezTo>
                    <a:pt x="0" y="177"/>
                    <a:pt x="87" y="386"/>
                    <a:pt x="258" y="386"/>
                  </a:cubicBezTo>
                  <a:cubicBezTo>
                    <a:pt x="431" y="386"/>
                    <a:pt x="516" y="177"/>
                    <a:pt x="394" y="56"/>
                  </a:cubicBezTo>
                  <a:cubicBezTo>
                    <a:pt x="356" y="19"/>
                    <a:pt x="307"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
            <p:cNvSpPr/>
            <p:nvPr/>
          </p:nvSpPr>
          <p:spPr>
            <a:xfrm>
              <a:off x="6825400" y="2921350"/>
              <a:ext cx="9675" cy="9650"/>
            </a:xfrm>
            <a:custGeom>
              <a:rect b="b" l="l" r="r" t="t"/>
              <a:pathLst>
                <a:path extrusionOk="0" h="386" w="387">
                  <a:moveTo>
                    <a:pt x="194" y="1"/>
                  </a:moveTo>
                  <a:cubicBezTo>
                    <a:pt x="87" y="1"/>
                    <a:pt x="0" y="87"/>
                    <a:pt x="0" y="193"/>
                  </a:cubicBezTo>
                  <a:cubicBezTo>
                    <a:pt x="0" y="300"/>
                    <a:pt x="87" y="386"/>
                    <a:pt x="194" y="386"/>
                  </a:cubicBezTo>
                  <a:cubicBezTo>
                    <a:pt x="300" y="386"/>
                    <a:pt x="387" y="300"/>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
            <p:cNvSpPr/>
            <p:nvPr/>
          </p:nvSpPr>
          <p:spPr>
            <a:xfrm>
              <a:off x="6581125" y="3165650"/>
              <a:ext cx="9650" cy="9675"/>
            </a:xfrm>
            <a:custGeom>
              <a:rect b="b" l="l" r="r" t="t"/>
              <a:pathLst>
                <a:path extrusionOk="0" h="387" w="386">
                  <a:moveTo>
                    <a:pt x="193" y="0"/>
                  </a:moveTo>
                  <a:cubicBezTo>
                    <a:pt x="86" y="0"/>
                    <a:pt x="0" y="86"/>
                    <a:pt x="0" y="193"/>
                  </a:cubicBezTo>
                  <a:cubicBezTo>
                    <a:pt x="0" y="300"/>
                    <a:pt x="86" y="387"/>
                    <a:pt x="193" y="387"/>
                  </a:cubicBezTo>
                  <a:cubicBezTo>
                    <a:pt x="299" y="387"/>
                    <a:pt x="385" y="300"/>
                    <a:pt x="385" y="193"/>
                  </a:cubicBezTo>
                  <a:cubicBezTo>
                    <a:pt x="385" y="86"/>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
            <p:cNvSpPr/>
            <p:nvPr/>
          </p:nvSpPr>
          <p:spPr>
            <a:xfrm>
              <a:off x="6640525" y="3104575"/>
              <a:ext cx="12950" cy="9675"/>
            </a:xfrm>
            <a:custGeom>
              <a:rect b="b" l="l" r="r" t="t"/>
              <a:pathLst>
                <a:path extrusionOk="0" h="387" w="518">
                  <a:moveTo>
                    <a:pt x="260" y="0"/>
                  </a:moveTo>
                  <a:cubicBezTo>
                    <a:pt x="210" y="0"/>
                    <a:pt x="161" y="19"/>
                    <a:pt x="124" y="57"/>
                  </a:cubicBezTo>
                  <a:cubicBezTo>
                    <a:pt x="1" y="178"/>
                    <a:pt x="87" y="386"/>
                    <a:pt x="260" y="386"/>
                  </a:cubicBezTo>
                  <a:cubicBezTo>
                    <a:pt x="431" y="386"/>
                    <a:pt x="518" y="178"/>
                    <a:pt x="397" y="57"/>
                  </a:cubicBezTo>
                  <a:cubicBezTo>
                    <a:pt x="359" y="19"/>
                    <a:pt x="309"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
            <p:cNvSpPr/>
            <p:nvPr/>
          </p:nvSpPr>
          <p:spPr>
            <a:xfrm>
              <a:off x="6703250" y="3043500"/>
              <a:ext cx="9700" cy="9650"/>
            </a:xfrm>
            <a:custGeom>
              <a:rect b="b" l="l" r="r" t="t"/>
              <a:pathLst>
                <a:path extrusionOk="0" h="386" w="388">
                  <a:moveTo>
                    <a:pt x="193" y="1"/>
                  </a:moveTo>
                  <a:cubicBezTo>
                    <a:pt x="87" y="1"/>
                    <a:pt x="1" y="87"/>
                    <a:pt x="1" y="193"/>
                  </a:cubicBezTo>
                  <a:cubicBezTo>
                    <a:pt x="1" y="299"/>
                    <a:pt x="87" y="386"/>
                    <a:pt x="193" y="386"/>
                  </a:cubicBezTo>
                  <a:cubicBezTo>
                    <a:pt x="301" y="386"/>
                    <a:pt x="387" y="299"/>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
            <p:cNvSpPr/>
            <p:nvPr/>
          </p:nvSpPr>
          <p:spPr>
            <a:xfrm>
              <a:off x="6794850" y="2951875"/>
              <a:ext cx="9675" cy="9675"/>
            </a:xfrm>
            <a:custGeom>
              <a:rect b="b" l="l" r="r" t="t"/>
              <a:pathLst>
                <a:path extrusionOk="0" h="387" w="387">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
            <p:cNvSpPr/>
            <p:nvPr/>
          </p:nvSpPr>
          <p:spPr>
            <a:xfrm>
              <a:off x="6855950" y="2890825"/>
              <a:ext cx="9675" cy="9675"/>
            </a:xfrm>
            <a:custGeom>
              <a:rect b="b" l="l" r="r" t="t"/>
              <a:pathLst>
                <a:path extrusionOk="0" h="387" w="387">
                  <a:moveTo>
                    <a:pt x="193" y="0"/>
                  </a:moveTo>
                  <a:cubicBezTo>
                    <a:pt x="86" y="0"/>
                    <a:pt x="0" y="87"/>
                    <a:pt x="0" y="193"/>
                  </a:cubicBezTo>
                  <a:cubicBezTo>
                    <a:pt x="0" y="299"/>
                    <a:pt x="86" y="387"/>
                    <a:pt x="193" y="387"/>
                  </a:cubicBezTo>
                  <a:cubicBezTo>
                    <a:pt x="300" y="387"/>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
            <p:cNvSpPr/>
            <p:nvPr/>
          </p:nvSpPr>
          <p:spPr>
            <a:xfrm>
              <a:off x="6886475" y="2860275"/>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
            <p:cNvSpPr/>
            <p:nvPr/>
          </p:nvSpPr>
          <p:spPr>
            <a:xfrm>
              <a:off x="6917000" y="2829725"/>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
            <p:cNvSpPr/>
            <p:nvPr/>
          </p:nvSpPr>
          <p:spPr>
            <a:xfrm>
              <a:off x="6947525" y="279917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
            <p:cNvSpPr/>
            <p:nvPr/>
          </p:nvSpPr>
          <p:spPr>
            <a:xfrm>
              <a:off x="6764350" y="2982400"/>
              <a:ext cx="9650" cy="9700"/>
            </a:xfrm>
            <a:custGeom>
              <a:rect b="b" l="l" r="r" t="t"/>
              <a:pathLst>
                <a:path extrusionOk="0" h="388" w="386">
                  <a:moveTo>
                    <a:pt x="193" y="1"/>
                  </a:moveTo>
                  <a:cubicBezTo>
                    <a:pt x="87" y="1"/>
                    <a:pt x="0" y="87"/>
                    <a:pt x="0" y="193"/>
                  </a:cubicBezTo>
                  <a:cubicBezTo>
                    <a:pt x="0" y="301"/>
                    <a:pt x="87" y="388"/>
                    <a:pt x="193" y="388"/>
                  </a:cubicBezTo>
                  <a:cubicBezTo>
                    <a:pt x="299" y="388"/>
                    <a:pt x="385" y="301"/>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
            <p:cNvSpPr/>
            <p:nvPr/>
          </p:nvSpPr>
          <p:spPr>
            <a:xfrm>
              <a:off x="6640600" y="3164075"/>
              <a:ext cx="9700" cy="9650"/>
            </a:xfrm>
            <a:custGeom>
              <a:rect b="b" l="l" r="r" t="t"/>
              <a:pathLst>
                <a:path extrusionOk="0" h="386" w="388">
                  <a:moveTo>
                    <a:pt x="193" y="1"/>
                  </a:moveTo>
                  <a:cubicBezTo>
                    <a:pt x="87" y="1"/>
                    <a:pt x="1" y="87"/>
                    <a:pt x="1" y="193"/>
                  </a:cubicBezTo>
                  <a:cubicBezTo>
                    <a:pt x="1" y="300"/>
                    <a:pt x="87" y="386"/>
                    <a:pt x="193" y="386"/>
                  </a:cubicBezTo>
                  <a:cubicBezTo>
                    <a:pt x="301" y="386"/>
                    <a:pt x="388" y="300"/>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
            <p:cNvSpPr/>
            <p:nvPr/>
          </p:nvSpPr>
          <p:spPr>
            <a:xfrm>
              <a:off x="6701700" y="3103000"/>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
            <p:cNvSpPr/>
            <p:nvPr/>
          </p:nvSpPr>
          <p:spPr>
            <a:xfrm>
              <a:off x="6762750" y="30419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
            <p:cNvSpPr/>
            <p:nvPr/>
          </p:nvSpPr>
          <p:spPr>
            <a:xfrm>
              <a:off x="6854350" y="2950325"/>
              <a:ext cx="9675" cy="9675"/>
            </a:xfrm>
            <a:custGeom>
              <a:rect b="b" l="l" r="r" t="t"/>
              <a:pathLst>
                <a:path extrusionOk="0" h="387" w="387">
                  <a:moveTo>
                    <a:pt x="194" y="0"/>
                  </a:moveTo>
                  <a:cubicBezTo>
                    <a:pt x="88" y="0"/>
                    <a:pt x="0" y="86"/>
                    <a:pt x="0" y="193"/>
                  </a:cubicBezTo>
                  <a:cubicBezTo>
                    <a:pt x="0" y="300"/>
                    <a:pt x="88" y="387"/>
                    <a:pt x="194" y="387"/>
                  </a:cubicBezTo>
                  <a:cubicBezTo>
                    <a:pt x="301" y="387"/>
                    <a:pt x="387" y="300"/>
                    <a:pt x="387" y="193"/>
                  </a:cubicBezTo>
                  <a:cubicBezTo>
                    <a:pt x="387" y="86"/>
                    <a:pt x="301"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
            <p:cNvSpPr/>
            <p:nvPr/>
          </p:nvSpPr>
          <p:spPr>
            <a:xfrm>
              <a:off x="6608450" y="3194600"/>
              <a:ext cx="12925" cy="9675"/>
            </a:xfrm>
            <a:custGeom>
              <a:rect b="b" l="l" r="r" t="t"/>
              <a:pathLst>
                <a:path extrusionOk="0" h="387" w="517">
                  <a:moveTo>
                    <a:pt x="258" y="1"/>
                  </a:moveTo>
                  <a:cubicBezTo>
                    <a:pt x="209" y="1"/>
                    <a:pt x="159" y="20"/>
                    <a:pt x="121" y="58"/>
                  </a:cubicBezTo>
                  <a:cubicBezTo>
                    <a:pt x="0" y="179"/>
                    <a:pt x="86" y="387"/>
                    <a:pt x="259" y="387"/>
                  </a:cubicBezTo>
                  <a:cubicBezTo>
                    <a:pt x="431" y="387"/>
                    <a:pt x="517" y="179"/>
                    <a:pt x="396" y="58"/>
                  </a:cubicBezTo>
                  <a:cubicBezTo>
                    <a:pt x="358" y="20"/>
                    <a:pt x="308" y="1"/>
                    <a:pt x="25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
            <p:cNvSpPr/>
            <p:nvPr/>
          </p:nvSpPr>
          <p:spPr>
            <a:xfrm>
              <a:off x="6671150" y="3133550"/>
              <a:ext cx="9700" cy="9675"/>
            </a:xfrm>
            <a:custGeom>
              <a:rect b="b" l="l" r="r" t="t"/>
              <a:pathLst>
                <a:path extrusionOk="0" h="387" w="388">
                  <a:moveTo>
                    <a:pt x="193" y="0"/>
                  </a:moveTo>
                  <a:cubicBezTo>
                    <a:pt x="87" y="0"/>
                    <a:pt x="1" y="87"/>
                    <a:pt x="1" y="193"/>
                  </a:cubicBezTo>
                  <a:cubicBezTo>
                    <a:pt x="1" y="300"/>
                    <a:pt x="87" y="387"/>
                    <a:pt x="193" y="387"/>
                  </a:cubicBezTo>
                  <a:cubicBezTo>
                    <a:pt x="299" y="387"/>
                    <a:pt x="387" y="300"/>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
            <p:cNvSpPr/>
            <p:nvPr/>
          </p:nvSpPr>
          <p:spPr>
            <a:xfrm>
              <a:off x="6732200" y="30724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
            <p:cNvSpPr/>
            <p:nvPr/>
          </p:nvSpPr>
          <p:spPr>
            <a:xfrm>
              <a:off x="6822200" y="2980850"/>
              <a:ext cx="12925" cy="9700"/>
            </a:xfrm>
            <a:custGeom>
              <a:rect b="b" l="l" r="r" t="t"/>
              <a:pathLst>
                <a:path extrusionOk="0" h="388" w="517">
                  <a:moveTo>
                    <a:pt x="259" y="0"/>
                  </a:moveTo>
                  <a:cubicBezTo>
                    <a:pt x="209" y="0"/>
                    <a:pt x="160" y="19"/>
                    <a:pt x="122" y="57"/>
                  </a:cubicBezTo>
                  <a:cubicBezTo>
                    <a:pt x="1" y="178"/>
                    <a:pt x="86" y="387"/>
                    <a:pt x="259" y="387"/>
                  </a:cubicBezTo>
                  <a:cubicBezTo>
                    <a:pt x="430" y="387"/>
                    <a:pt x="516" y="178"/>
                    <a:pt x="395" y="57"/>
                  </a:cubicBezTo>
                  <a:cubicBezTo>
                    <a:pt x="357"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
            <p:cNvSpPr/>
            <p:nvPr/>
          </p:nvSpPr>
          <p:spPr>
            <a:xfrm>
              <a:off x="6884900" y="2919775"/>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
            <p:cNvSpPr/>
            <p:nvPr/>
          </p:nvSpPr>
          <p:spPr>
            <a:xfrm>
              <a:off x="6915425" y="28892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
            <p:cNvSpPr/>
            <p:nvPr/>
          </p:nvSpPr>
          <p:spPr>
            <a:xfrm>
              <a:off x="6944350" y="2858700"/>
              <a:ext cx="12950" cy="9675"/>
            </a:xfrm>
            <a:custGeom>
              <a:rect b="b" l="l" r="r" t="t"/>
              <a:pathLst>
                <a:path extrusionOk="0" h="387" w="518">
                  <a:moveTo>
                    <a:pt x="259" y="1"/>
                  </a:moveTo>
                  <a:cubicBezTo>
                    <a:pt x="209" y="1"/>
                    <a:pt x="160" y="19"/>
                    <a:pt x="122" y="57"/>
                  </a:cubicBezTo>
                  <a:cubicBezTo>
                    <a:pt x="1" y="179"/>
                    <a:pt x="87" y="386"/>
                    <a:pt x="258" y="386"/>
                  </a:cubicBezTo>
                  <a:cubicBezTo>
                    <a:pt x="431" y="386"/>
                    <a:pt x="517" y="179"/>
                    <a:pt x="395" y="57"/>
                  </a:cubicBezTo>
                  <a:cubicBezTo>
                    <a:pt x="358" y="19"/>
                    <a:pt x="308"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
            <p:cNvSpPr/>
            <p:nvPr/>
          </p:nvSpPr>
          <p:spPr>
            <a:xfrm>
              <a:off x="6976525" y="2828175"/>
              <a:ext cx="9650" cy="9650"/>
            </a:xfrm>
            <a:custGeom>
              <a:rect b="b" l="l" r="r" t="t"/>
              <a:pathLst>
                <a:path extrusionOk="0" h="386" w="386">
                  <a:moveTo>
                    <a:pt x="193" y="0"/>
                  </a:moveTo>
                  <a:cubicBezTo>
                    <a:pt x="87" y="0"/>
                    <a:pt x="0" y="87"/>
                    <a:pt x="0" y="193"/>
                  </a:cubicBezTo>
                  <a:cubicBezTo>
                    <a:pt x="0" y="299"/>
                    <a:pt x="87" y="386"/>
                    <a:pt x="193" y="386"/>
                  </a:cubicBezTo>
                  <a:cubicBezTo>
                    <a:pt x="299" y="386"/>
                    <a:pt x="386" y="299"/>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
            <p:cNvSpPr/>
            <p:nvPr/>
          </p:nvSpPr>
          <p:spPr>
            <a:xfrm>
              <a:off x="6793300" y="30114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
            <p:cNvSpPr/>
            <p:nvPr/>
          </p:nvSpPr>
          <p:spPr>
            <a:xfrm>
              <a:off x="6669575" y="3193050"/>
              <a:ext cx="9675" cy="9675"/>
            </a:xfrm>
            <a:custGeom>
              <a:rect b="b" l="l" r="r" t="t"/>
              <a:pathLst>
                <a:path extrusionOk="0" h="387" w="387">
                  <a:moveTo>
                    <a:pt x="194" y="0"/>
                  </a:moveTo>
                  <a:cubicBezTo>
                    <a:pt x="86" y="0"/>
                    <a:pt x="0" y="86"/>
                    <a:pt x="0" y="193"/>
                  </a:cubicBezTo>
                  <a:cubicBezTo>
                    <a:pt x="0" y="300"/>
                    <a:pt x="86" y="387"/>
                    <a:pt x="194" y="387"/>
                  </a:cubicBezTo>
                  <a:cubicBezTo>
                    <a:pt x="300" y="387"/>
                    <a:pt x="387" y="300"/>
                    <a:pt x="387" y="193"/>
                  </a:cubicBezTo>
                  <a:cubicBezTo>
                    <a:pt x="387" y="86"/>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
            <p:cNvSpPr/>
            <p:nvPr/>
          </p:nvSpPr>
          <p:spPr>
            <a:xfrm>
              <a:off x="6730650" y="3131950"/>
              <a:ext cx="9700" cy="9700"/>
            </a:xfrm>
            <a:custGeom>
              <a:rect b="b" l="l" r="r" t="t"/>
              <a:pathLst>
                <a:path extrusionOk="0" h="388" w="388">
                  <a:moveTo>
                    <a:pt x="193" y="1"/>
                  </a:moveTo>
                  <a:cubicBezTo>
                    <a:pt x="87" y="1"/>
                    <a:pt x="1" y="88"/>
                    <a:pt x="1" y="195"/>
                  </a:cubicBezTo>
                  <a:cubicBezTo>
                    <a:pt x="1" y="301"/>
                    <a:pt x="87" y="387"/>
                    <a:pt x="193" y="387"/>
                  </a:cubicBezTo>
                  <a:cubicBezTo>
                    <a:pt x="301" y="387"/>
                    <a:pt x="387" y="301"/>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
            <p:cNvSpPr/>
            <p:nvPr/>
          </p:nvSpPr>
          <p:spPr>
            <a:xfrm>
              <a:off x="6791750" y="3070900"/>
              <a:ext cx="9650" cy="9700"/>
            </a:xfrm>
            <a:custGeom>
              <a:rect b="b" l="l" r="r" t="t"/>
              <a:pathLst>
                <a:path extrusionOk="0" h="388"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
            <p:cNvSpPr/>
            <p:nvPr/>
          </p:nvSpPr>
          <p:spPr>
            <a:xfrm>
              <a:off x="6883325" y="2979275"/>
              <a:ext cx="9700" cy="9675"/>
            </a:xfrm>
            <a:custGeom>
              <a:rect b="b" l="l" r="r" t="t"/>
              <a:pathLst>
                <a:path extrusionOk="0" h="387" w="388">
                  <a:moveTo>
                    <a:pt x="194" y="0"/>
                  </a:moveTo>
                  <a:cubicBezTo>
                    <a:pt x="87" y="0"/>
                    <a:pt x="1" y="88"/>
                    <a:pt x="1" y="194"/>
                  </a:cubicBezTo>
                  <a:cubicBezTo>
                    <a:pt x="1" y="300"/>
                    <a:pt x="87" y="387"/>
                    <a:pt x="194" y="387"/>
                  </a:cubicBezTo>
                  <a:cubicBezTo>
                    <a:pt x="301" y="387"/>
                    <a:pt x="388" y="300"/>
                    <a:pt x="388" y="194"/>
                  </a:cubicBezTo>
                  <a:cubicBezTo>
                    <a:pt x="388" y="88"/>
                    <a:pt x="301"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
            <p:cNvSpPr/>
            <p:nvPr/>
          </p:nvSpPr>
          <p:spPr>
            <a:xfrm>
              <a:off x="6639050" y="322357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
            <p:cNvSpPr/>
            <p:nvPr/>
          </p:nvSpPr>
          <p:spPr>
            <a:xfrm>
              <a:off x="6700100" y="31625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
            <p:cNvSpPr/>
            <p:nvPr/>
          </p:nvSpPr>
          <p:spPr>
            <a:xfrm>
              <a:off x="6761200" y="3101450"/>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
            <p:cNvSpPr/>
            <p:nvPr/>
          </p:nvSpPr>
          <p:spPr>
            <a:xfrm>
              <a:off x="6852800" y="300980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
            <p:cNvSpPr/>
            <p:nvPr/>
          </p:nvSpPr>
          <p:spPr>
            <a:xfrm>
              <a:off x="6912250" y="2948750"/>
              <a:ext cx="12950" cy="9650"/>
            </a:xfrm>
            <a:custGeom>
              <a:rect b="b" l="l" r="r" t="t"/>
              <a:pathLst>
                <a:path extrusionOk="0" h="386" w="518">
                  <a:moveTo>
                    <a:pt x="259" y="0"/>
                  </a:moveTo>
                  <a:cubicBezTo>
                    <a:pt x="209" y="0"/>
                    <a:pt x="160" y="19"/>
                    <a:pt x="122" y="57"/>
                  </a:cubicBezTo>
                  <a:cubicBezTo>
                    <a:pt x="1" y="178"/>
                    <a:pt x="87" y="386"/>
                    <a:pt x="258" y="386"/>
                  </a:cubicBezTo>
                  <a:cubicBezTo>
                    <a:pt x="431" y="386"/>
                    <a:pt x="517" y="178"/>
                    <a:pt x="395" y="57"/>
                  </a:cubicBezTo>
                  <a:cubicBezTo>
                    <a:pt x="358"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
            <p:cNvSpPr/>
            <p:nvPr/>
          </p:nvSpPr>
          <p:spPr>
            <a:xfrm>
              <a:off x="6944425" y="2918225"/>
              <a:ext cx="9650" cy="9675"/>
            </a:xfrm>
            <a:custGeom>
              <a:rect b="b" l="l" r="r" t="t"/>
              <a:pathLst>
                <a:path extrusionOk="0" h="387" w="386">
                  <a:moveTo>
                    <a:pt x="193" y="0"/>
                  </a:moveTo>
                  <a:cubicBezTo>
                    <a:pt x="87" y="0"/>
                    <a:pt x="1" y="87"/>
                    <a:pt x="1" y="193"/>
                  </a:cubicBezTo>
                  <a:cubicBezTo>
                    <a:pt x="1" y="300"/>
                    <a:pt x="87" y="387"/>
                    <a:pt x="193" y="387"/>
                  </a:cubicBezTo>
                  <a:cubicBezTo>
                    <a:pt x="299" y="387"/>
                    <a:pt x="386" y="300"/>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
            <p:cNvSpPr/>
            <p:nvPr/>
          </p:nvSpPr>
          <p:spPr>
            <a:xfrm>
              <a:off x="6974925" y="2887675"/>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
            <p:cNvSpPr/>
            <p:nvPr/>
          </p:nvSpPr>
          <p:spPr>
            <a:xfrm>
              <a:off x="7005475" y="28571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
            <p:cNvSpPr/>
            <p:nvPr/>
          </p:nvSpPr>
          <p:spPr>
            <a:xfrm>
              <a:off x="6822250" y="304035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
            <p:cNvSpPr/>
            <p:nvPr/>
          </p:nvSpPr>
          <p:spPr>
            <a:xfrm>
              <a:off x="6698550" y="3222000"/>
              <a:ext cx="9700" cy="9675"/>
            </a:xfrm>
            <a:custGeom>
              <a:rect b="b" l="l" r="r" t="t"/>
              <a:pathLst>
                <a:path extrusionOk="0" h="387" w="388">
                  <a:moveTo>
                    <a:pt x="193" y="0"/>
                  </a:moveTo>
                  <a:cubicBezTo>
                    <a:pt x="87" y="0"/>
                    <a:pt x="1" y="88"/>
                    <a:pt x="1" y="194"/>
                  </a:cubicBezTo>
                  <a:cubicBezTo>
                    <a:pt x="1" y="300"/>
                    <a:pt x="87" y="387"/>
                    <a:pt x="193" y="387"/>
                  </a:cubicBezTo>
                  <a:cubicBezTo>
                    <a:pt x="301" y="387"/>
                    <a:pt x="387" y="300"/>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
            <p:cNvSpPr/>
            <p:nvPr/>
          </p:nvSpPr>
          <p:spPr>
            <a:xfrm>
              <a:off x="6759600" y="3160950"/>
              <a:ext cx="9700" cy="9675"/>
            </a:xfrm>
            <a:custGeom>
              <a:rect b="b" l="l" r="r" t="t"/>
              <a:pathLst>
                <a:path extrusionOk="0" h="387" w="388">
                  <a:moveTo>
                    <a:pt x="195" y="0"/>
                  </a:moveTo>
                  <a:cubicBezTo>
                    <a:pt x="89" y="0"/>
                    <a:pt x="1" y="87"/>
                    <a:pt x="1" y="193"/>
                  </a:cubicBezTo>
                  <a:cubicBezTo>
                    <a:pt x="1" y="300"/>
                    <a:pt x="89" y="387"/>
                    <a:pt x="195" y="387"/>
                  </a:cubicBezTo>
                  <a:cubicBezTo>
                    <a:pt x="301" y="387"/>
                    <a:pt x="387" y="300"/>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
            <p:cNvSpPr/>
            <p:nvPr/>
          </p:nvSpPr>
          <p:spPr>
            <a:xfrm>
              <a:off x="6820700" y="30998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
            <p:cNvSpPr/>
            <p:nvPr/>
          </p:nvSpPr>
          <p:spPr>
            <a:xfrm>
              <a:off x="6912300" y="3008250"/>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
            <p:cNvSpPr/>
            <p:nvPr/>
          </p:nvSpPr>
          <p:spPr>
            <a:xfrm>
              <a:off x="6666375" y="3252550"/>
              <a:ext cx="12950" cy="9675"/>
            </a:xfrm>
            <a:custGeom>
              <a:rect b="b" l="l" r="r" t="t"/>
              <a:pathLst>
                <a:path extrusionOk="0" h="387" w="518">
                  <a:moveTo>
                    <a:pt x="259" y="1"/>
                  </a:moveTo>
                  <a:cubicBezTo>
                    <a:pt x="210" y="1"/>
                    <a:pt x="160" y="20"/>
                    <a:pt x="122" y="58"/>
                  </a:cubicBezTo>
                  <a:cubicBezTo>
                    <a:pt x="1" y="179"/>
                    <a:pt x="87" y="386"/>
                    <a:pt x="258" y="386"/>
                  </a:cubicBezTo>
                  <a:cubicBezTo>
                    <a:pt x="431" y="386"/>
                    <a:pt x="518" y="179"/>
                    <a:pt x="396" y="58"/>
                  </a:cubicBezTo>
                  <a:cubicBezTo>
                    <a:pt x="358"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
            <p:cNvSpPr/>
            <p:nvPr/>
          </p:nvSpPr>
          <p:spPr>
            <a:xfrm>
              <a:off x="6729100" y="3191475"/>
              <a:ext cx="9650" cy="9650"/>
            </a:xfrm>
            <a:custGeom>
              <a:rect b="b" l="l" r="r" t="t"/>
              <a:pathLst>
                <a:path extrusionOk="0" h="386" w="386">
                  <a:moveTo>
                    <a:pt x="193" y="1"/>
                  </a:moveTo>
                  <a:cubicBezTo>
                    <a:pt x="87" y="1"/>
                    <a:pt x="0" y="87"/>
                    <a:pt x="0" y="193"/>
                  </a:cubicBezTo>
                  <a:cubicBezTo>
                    <a:pt x="0" y="300"/>
                    <a:pt x="87" y="386"/>
                    <a:pt x="193" y="386"/>
                  </a:cubicBezTo>
                  <a:cubicBezTo>
                    <a:pt x="299" y="386"/>
                    <a:pt x="386" y="300"/>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
            <p:cNvSpPr/>
            <p:nvPr/>
          </p:nvSpPr>
          <p:spPr>
            <a:xfrm>
              <a:off x="6790150" y="3130400"/>
              <a:ext cx="9700" cy="9675"/>
            </a:xfrm>
            <a:custGeom>
              <a:rect b="b" l="l" r="r" t="t"/>
              <a:pathLst>
                <a:path extrusionOk="0" h="387" w="388">
                  <a:moveTo>
                    <a:pt x="195" y="0"/>
                  </a:moveTo>
                  <a:cubicBezTo>
                    <a:pt x="87" y="0"/>
                    <a:pt x="1" y="87"/>
                    <a:pt x="1" y="194"/>
                  </a:cubicBezTo>
                  <a:cubicBezTo>
                    <a:pt x="1"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
            <p:cNvSpPr/>
            <p:nvPr/>
          </p:nvSpPr>
          <p:spPr>
            <a:xfrm>
              <a:off x="6880150" y="3038775"/>
              <a:ext cx="12925" cy="9675"/>
            </a:xfrm>
            <a:custGeom>
              <a:rect b="b" l="l" r="r" t="t"/>
              <a:pathLst>
                <a:path extrusionOk="0" h="387" w="517">
                  <a:moveTo>
                    <a:pt x="258" y="1"/>
                  </a:moveTo>
                  <a:cubicBezTo>
                    <a:pt x="209" y="1"/>
                    <a:pt x="160" y="20"/>
                    <a:pt x="122" y="58"/>
                  </a:cubicBezTo>
                  <a:cubicBezTo>
                    <a:pt x="1" y="179"/>
                    <a:pt x="87" y="387"/>
                    <a:pt x="258" y="387"/>
                  </a:cubicBezTo>
                  <a:cubicBezTo>
                    <a:pt x="431" y="387"/>
                    <a:pt x="516" y="179"/>
                    <a:pt x="395" y="58"/>
                  </a:cubicBezTo>
                  <a:cubicBezTo>
                    <a:pt x="357" y="20"/>
                    <a:pt x="308" y="1"/>
                    <a:pt x="25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
            <p:cNvSpPr/>
            <p:nvPr/>
          </p:nvSpPr>
          <p:spPr>
            <a:xfrm>
              <a:off x="6942825" y="2977725"/>
              <a:ext cx="9700" cy="9675"/>
            </a:xfrm>
            <a:custGeom>
              <a:rect b="b" l="l" r="r" t="t"/>
              <a:pathLst>
                <a:path extrusionOk="0" h="387" w="388">
                  <a:moveTo>
                    <a:pt x="195" y="0"/>
                  </a:moveTo>
                  <a:cubicBezTo>
                    <a:pt x="87" y="0"/>
                    <a:pt x="1" y="86"/>
                    <a:pt x="1" y="193"/>
                  </a:cubicBezTo>
                  <a:cubicBezTo>
                    <a:pt x="1" y="300"/>
                    <a:pt x="87" y="387"/>
                    <a:pt x="195" y="387"/>
                  </a:cubicBezTo>
                  <a:cubicBezTo>
                    <a:pt x="301" y="387"/>
                    <a:pt x="387" y="300"/>
                    <a:pt x="387" y="193"/>
                  </a:cubicBezTo>
                  <a:cubicBezTo>
                    <a:pt x="387" y="86"/>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
            <p:cNvSpPr/>
            <p:nvPr/>
          </p:nvSpPr>
          <p:spPr>
            <a:xfrm>
              <a:off x="6973375" y="2947175"/>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
            <p:cNvSpPr/>
            <p:nvPr/>
          </p:nvSpPr>
          <p:spPr>
            <a:xfrm>
              <a:off x="7002300" y="2916650"/>
              <a:ext cx="12950" cy="9675"/>
            </a:xfrm>
            <a:custGeom>
              <a:rect b="b" l="l" r="r" t="t"/>
              <a:pathLst>
                <a:path extrusionOk="0" h="387" w="518">
                  <a:moveTo>
                    <a:pt x="259" y="0"/>
                  </a:moveTo>
                  <a:cubicBezTo>
                    <a:pt x="209" y="0"/>
                    <a:pt x="159" y="19"/>
                    <a:pt x="122" y="57"/>
                  </a:cubicBezTo>
                  <a:cubicBezTo>
                    <a:pt x="0" y="178"/>
                    <a:pt x="87" y="386"/>
                    <a:pt x="258" y="386"/>
                  </a:cubicBezTo>
                  <a:cubicBezTo>
                    <a:pt x="431" y="386"/>
                    <a:pt x="517" y="178"/>
                    <a:pt x="394" y="57"/>
                  </a:cubicBezTo>
                  <a:cubicBezTo>
                    <a:pt x="357"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
            <p:cNvSpPr/>
            <p:nvPr/>
          </p:nvSpPr>
          <p:spPr>
            <a:xfrm>
              <a:off x="7034475" y="2886125"/>
              <a:ext cx="9675" cy="9675"/>
            </a:xfrm>
            <a:custGeom>
              <a:rect b="b" l="l" r="r" t="t"/>
              <a:pathLst>
                <a:path extrusionOk="0" h="387" w="387">
                  <a:moveTo>
                    <a:pt x="193" y="0"/>
                  </a:moveTo>
                  <a:cubicBezTo>
                    <a:pt x="87" y="0"/>
                    <a:pt x="0" y="87"/>
                    <a:pt x="0" y="193"/>
                  </a:cubicBezTo>
                  <a:cubicBezTo>
                    <a:pt x="0" y="299"/>
                    <a:pt x="87" y="387"/>
                    <a:pt x="193" y="387"/>
                  </a:cubicBezTo>
                  <a:cubicBezTo>
                    <a:pt x="299" y="387"/>
                    <a:pt x="387" y="299"/>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
            <p:cNvSpPr/>
            <p:nvPr/>
          </p:nvSpPr>
          <p:spPr>
            <a:xfrm>
              <a:off x="6851250" y="3069350"/>
              <a:ext cx="9675" cy="9650"/>
            </a:xfrm>
            <a:custGeom>
              <a:rect b="b" l="l" r="r" t="t"/>
              <a:pathLst>
                <a:path extrusionOk="0" h="386" w="387">
                  <a:moveTo>
                    <a:pt x="193" y="0"/>
                  </a:moveTo>
                  <a:cubicBezTo>
                    <a:pt x="86" y="0"/>
                    <a:pt x="0" y="87"/>
                    <a:pt x="0" y="193"/>
                  </a:cubicBezTo>
                  <a:cubicBezTo>
                    <a:pt x="0" y="299"/>
                    <a:pt x="86" y="385"/>
                    <a:pt x="193" y="385"/>
                  </a:cubicBezTo>
                  <a:cubicBezTo>
                    <a:pt x="300" y="385"/>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
            <p:cNvSpPr/>
            <p:nvPr/>
          </p:nvSpPr>
          <p:spPr>
            <a:xfrm>
              <a:off x="6727500" y="3250975"/>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
            <p:cNvSpPr/>
            <p:nvPr/>
          </p:nvSpPr>
          <p:spPr>
            <a:xfrm>
              <a:off x="6788600" y="31899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
            <p:cNvSpPr/>
            <p:nvPr/>
          </p:nvSpPr>
          <p:spPr>
            <a:xfrm>
              <a:off x="6848050" y="3128825"/>
              <a:ext cx="12925" cy="9700"/>
            </a:xfrm>
            <a:custGeom>
              <a:rect b="b" l="l" r="r" t="t"/>
              <a:pathLst>
                <a:path extrusionOk="0" h="388" w="517">
                  <a:moveTo>
                    <a:pt x="258" y="0"/>
                  </a:moveTo>
                  <a:cubicBezTo>
                    <a:pt x="209" y="0"/>
                    <a:pt x="160" y="19"/>
                    <a:pt x="122" y="57"/>
                  </a:cubicBezTo>
                  <a:cubicBezTo>
                    <a:pt x="1" y="179"/>
                    <a:pt x="86" y="388"/>
                    <a:pt x="258" y="388"/>
                  </a:cubicBezTo>
                  <a:cubicBezTo>
                    <a:pt x="430" y="388"/>
                    <a:pt x="516" y="179"/>
                    <a:pt x="395" y="57"/>
                  </a:cubicBezTo>
                  <a:cubicBezTo>
                    <a:pt x="357" y="19"/>
                    <a:pt x="308"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
            <p:cNvSpPr/>
            <p:nvPr/>
          </p:nvSpPr>
          <p:spPr>
            <a:xfrm>
              <a:off x="6941275" y="30372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
            <p:cNvSpPr/>
            <p:nvPr/>
          </p:nvSpPr>
          <p:spPr>
            <a:xfrm>
              <a:off x="6697000" y="328152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
            <p:cNvSpPr/>
            <p:nvPr/>
          </p:nvSpPr>
          <p:spPr>
            <a:xfrm>
              <a:off x="6756425" y="3220450"/>
              <a:ext cx="12950" cy="9675"/>
            </a:xfrm>
            <a:custGeom>
              <a:rect b="b" l="l" r="r" t="t"/>
              <a:pathLst>
                <a:path extrusionOk="0" h="387" w="518">
                  <a:moveTo>
                    <a:pt x="259" y="1"/>
                  </a:moveTo>
                  <a:cubicBezTo>
                    <a:pt x="209" y="1"/>
                    <a:pt x="160" y="20"/>
                    <a:pt x="122" y="58"/>
                  </a:cubicBezTo>
                  <a:cubicBezTo>
                    <a:pt x="0" y="179"/>
                    <a:pt x="87" y="387"/>
                    <a:pt x="260" y="387"/>
                  </a:cubicBezTo>
                  <a:cubicBezTo>
                    <a:pt x="431" y="387"/>
                    <a:pt x="517" y="179"/>
                    <a:pt x="396" y="58"/>
                  </a:cubicBezTo>
                  <a:cubicBezTo>
                    <a:pt x="358"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
            <p:cNvSpPr/>
            <p:nvPr/>
          </p:nvSpPr>
          <p:spPr>
            <a:xfrm>
              <a:off x="6819150" y="3159375"/>
              <a:ext cx="9650" cy="9650"/>
            </a:xfrm>
            <a:custGeom>
              <a:rect b="b" l="l" r="r" t="t"/>
              <a:pathLst>
                <a:path extrusionOk="0" h="386" w="386">
                  <a:moveTo>
                    <a:pt x="193" y="1"/>
                  </a:moveTo>
                  <a:cubicBezTo>
                    <a:pt x="87" y="1"/>
                    <a:pt x="0" y="87"/>
                    <a:pt x="0" y="193"/>
                  </a:cubicBezTo>
                  <a:cubicBezTo>
                    <a:pt x="0" y="300"/>
                    <a:pt x="87" y="386"/>
                    <a:pt x="193" y="386"/>
                  </a:cubicBezTo>
                  <a:cubicBezTo>
                    <a:pt x="299" y="386"/>
                    <a:pt x="385" y="300"/>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
            <p:cNvSpPr/>
            <p:nvPr/>
          </p:nvSpPr>
          <p:spPr>
            <a:xfrm>
              <a:off x="6910725" y="3067750"/>
              <a:ext cx="9700" cy="9700"/>
            </a:xfrm>
            <a:custGeom>
              <a:rect b="b" l="l" r="r" t="t"/>
              <a:pathLst>
                <a:path extrusionOk="0" h="388" w="388">
                  <a:moveTo>
                    <a:pt x="195" y="1"/>
                  </a:moveTo>
                  <a:cubicBezTo>
                    <a:pt x="87" y="1"/>
                    <a:pt x="1" y="87"/>
                    <a:pt x="1" y="195"/>
                  </a:cubicBezTo>
                  <a:cubicBezTo>
                    <a:pt x="1" y="301"/>
                    <a:pt x="87" y="387"/>
                    <a:pt x="195" y="387"/>
                  </a:cubicBezTo>
                  <a:cubicBezTo>
                    <a:pt x="301" y="387"/>
                    <a:pt x="388" y="301"/>
                    <a:pt x="388" y="195"/>
                  </a:cubicBezTo>
                  <a:cubicBezTo>
                    <a:pt x="388"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
            <p:cNvSpPr/>
            <p:nvPr/>
          </p:nvSpPr>
          <p:spPr>
            <a:xfrm>
              <a:off x="6971825" y="3006700"/>
              <a:ext cx="9650" cy="9650"/>
            </a:xfrm>
            <a:custGeom>
              <a:rect b="b" l="l" r="r" t="t"/>
              <a:pathLst>
                <a:path extrusionOk="0" h="386" w="386">
                  <a:moveTo>
                    <a:pt x="193" y="1"/>
                  </a:moveTo>
                  <a:cubicBezTo>
                    <a:pt x="87" y="1"/>
                    <a:pt x="1" y="87"/>
                    <a:pt x="1" y="193"/>
                  </a:cubicBezTo>
                  <a:cubicBezTo>
                    <a:pt x="1" y="299"/>
                    <a:pt x="87" y="386"/>
                    <a:pt x="193" y="386"/>
                  </a:cubicBezTo>
                  <a:cubicBezTo>
                    <a:pt x="299" y="386"/>
                    <a:pt x="386" y="299"/>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
            <p:cNvSpPr/>
            <p:nvPr/>
          </p:nvSpPr>
          <p:spPr>
            <a:xfrm>
              <a:off x="7002325" y="2976150"/>
              <a:ext cx="9700" cy="9650"/>
            </a:xfrm>
            <a:custGeom>
              <a:rect b="b" l="l" r="r" t="t"/>
              <a:pathLst>
                <a:path extrusionOk="0" h="386" w="388">
                  <a:moveTo>
                    <a:pt x="195" y="1"/>
                  </a:moveTo>
                  <a:cubicBezTo>
                    <a:pt x="89" y="1"/>
                    <a:pt x="1" y="87"/>
                    <a:pt x="1" y="193"/>
                  </a:cubicBezTo>
                  <a:cubicBezTo>
                    <a:pt x="1" y="299"/>
                    <a:pt x="89" y="386"/>
                    <a:pt x="195" y="386"/>
                  </a:cubicBezTo>
                  <a:cubicBezTo>
                    <a:pt x="301" y="386"/>
                    <a:pt x="387" y="299"/>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
            <p:cNvSpPr/>
            <p:nvPr/>
          </p:nvSpPr>
          <p:spPr>
            <a:xfrm>
              <a:off x="7032875" y="2945625"/>
              <a:ext cx="9700" cy="9675"/>
            </a:xfrm>
            <a:custGeom>
              <a:rect b="b" l="l" r="r" t="t"/>
              <a:pathLst>
                <a:path extrusionOk="0" h="387" w="388">
                  <a:moveTo>
                    <a:pt x="195" y="0"/>
                  </a:moveTo>
                  <a:cubicBezTo>
                    <a:pt x="87" y="0"/>
                    <a:pt x="1" y="87"/>
                    <a:pt x="1" y="193"/>
                  </a:cubicBezTo>
                  <a:cubicBezTo>
                    <a:pt x="1" y="300"/>
                    <a:pt x="87" y="387"/>
                    <a:pt x="195" y="387"/>
                  </a:cubicBezTo>
                  <a:cubicBezTo>
                    <a:pt x="301" y="387"/>
                    <a:pt x="387" y="300"/>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
            <p:cNvSpPr/>
            <p:nvPr/>
          </p:nvSpPr>
          <p:spPr>
            <a:xfrm>
              <a:off x="7063425" y="2915075"/>
              <a:ext cx="9675" cy="9675"/>
            </a:xfrm>
            <a:custGeom>
              <a:rect b="b" l="l" r="r" t="t"/>
              <a:pathLst>
                <a:path extrusionOk="0" h="387" w="387">
                  <a:moveTo>
                    <a:pt x="193" y="0"/>
                  </a:moveTo>
                  <a:cubicBezTo>
                    <a:pt x="87" y="0"/>
                    <a:pt x="0" y="87"/>
                    <a:pt x="0" y="194"/>
                  </a:cubicBezTo>
                  <a:cubicBezTo>
                    <a:pt x="0" y="300"/>
                    <a:pt x="87"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
            <p:cNvSpPr/>
            <p:nvPr/>
          </p:nvSpPr>
          <p:spPr>
            <a:xfrm>
              <a:off x="6880200" y="3098300"/>
              <a:ext cx="9675" cy="9675"/>
            </a:xfrm>
            <a:custGeom>
              <a:rect b="b" l="l" r="r" t="t"/>
              <a:pathLst>
                <a:path extrusionOk="0" h="387" w="387">
                  <a:moveTo>
                    <a:pt x="194" y="0"/>
                  </a:moveTo>
                  <a:cubicBezTo>
                    <a:pt x="87" y="0"/>
                    <a:pt x="0" y="87"/>
                    <a:pt x="0" y="193"/>
                  </a:cubicBezTo>
                  <a:cubicBezTo>
                    <a:pt x="0" y="301"/>
                    <a:pt x="87" y="387"/>
                    <a:pt x="194" y="387"/>
                  </a:cubicBezTo>
                  <a:cubicBezTo>
                    <a:pt x="300" y="387"/>
                    <a:pt x="387" y="301"/>
                    <a:pt x="387" y="193"/>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
            <p:cNvSpPr/>
            <p:nvPr/>
          </p:nvSpPr>
          <p:spPr>
            <a:xfrm>
              <a:off x="6756500" y="3279975"/>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
            <p:cNvSpPr/>
            <p:nvPr/>
          </p:nvSpPr>
          <p:spPr>
            <a:xfrm>
              <a:off x="6815925" y="3218875"/>
              <a:ext cx="12950" cy="9700"/>
            </a:xfrm>
            <a:custGeom>
              <a:rect b="b" l="l" r="r" t="t"/>
              <a:pathLst>
                <a:path extrusionOk="0" h="388" w="518">
                  <a:moveTo>
                    <a:pt x="259" y="0"/>
                  </a:moveTo>
                  <a:cubicBezTo>
                    <a:pt x="209" y="0"/>
                    <a:pt x="160" y="19"/>
                    <a:pt x="123" y="57"/>
                  </a:cubicBezTo>
                  <a:cubicBezTo>
                    <a:pt x="0" y="178"/>
                    <a:pt x="87" y="387"/>
                    <a:pt x="260" y="387"/>
                  </a:cubicBezTo>
                  <a:cubicBezTo>
                    <a:pt x="431" y="387"/>
                    <a:pt x="517" y="178"/>
                    <a:pt x="396" y="57"/>
                  </a:cubicBezTo>
                  <a:cubicBezTo>
                    <a:pt x="358"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
            <p:cNvSpPr/>
            <p:nvPr/>
          </p:nvSpPr>
          <p:spPr>
            <a:xfrm>
              <a:off x="6878650" y="31578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
            <p:cNvSpPr/>
            <p:nvPr/>
          </p:nvSpPr>
          <p:spPr>
            <a:xfrm>
              <a:off x="6970225" y="3066200"/>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
            <p:cNvSpPr/>
            <p:nvPr/>
          </p:nvSpPr>
          <p:spPr>
            <a:xfrm>
              <a:off x="6725950" y="3310475"/>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
            <p:cNvSpPr/>
            <p:nvPr/>
          </p:nvSpPr>
          <p:spPr>
            <a:xfrm>
              <a:off x="6787050" y="3249425"/>
              <a:ext cx="9650" cy="9700"/>
            </a:xfrm>
            <a:custGeom>
              <a:rect b="b" l="l" r="r" t="t"/>
              <a:pathLst>
                <a:path extrusionOk="0" h="388" w="386">
                  <a:moveTo>
                    <a:pt x="193" y="1"/>
                  </a:moveTo>
                  <a:cubicBezTo>
                    <a:pt x="87" y="1"/>
                    <a:pt x="0" y="87"/>
                    <a:pt x="0" y="193"/>
                  </a:cubicBezTo>
                  <a:cubicBezTo>
                    <a:pt x="0" y="299"/>
                    <a:pt x="87" y="387"/>
                    <a:pt x="193" y="387"/>
                  </a:cubicBezTo>
                  <a:cubicBezTo>
                    <a:pt x="299" y="387"/>
                    <a:pt x="385" y="299"/>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
            <p:cNvSpPr/>
            <p:nvPr/>
          </p:nvSpPr>
          <p:spPr>
            <a:xfrm>
              <a:off x="6846475" y="3188350"/>
              <a:ext cx="12925" cy="9675"/>
            </a:xfrm>
            <a:custGeom>
              <a:rect b="b" l="l" r="r" t="t"/>
              <a:pathLst>
                <a:path extrusionOk="0" h="387" w="517">
                  <a:moveTo>
                    <a:pt x="259" y="0"/>
                  </a:moveTo>
                  <a:cubicBezTo>
                    <a:pt x="209" y="0"/>
                    <a:pt x="160" y="19"/>
                    <a:pt x="123" y="56"/>
                  </a:cubicBezTo>
                  <a:cubicBezTo>
                    <a:pt x="0" y="179"/>
                    <a:pt x="86" y="387"/>
                    <a:pt x="259" y="387"/>
                  </a:cubicBezTo>
                  <a:cubicBezTo>
                    <a:pt x="431" y="387"/>
                    <a:pt x="517" y="179"/>
                    <a:pt x="396" y="56"/>
                  </a:cubicBezTo>
                  <a:cubicBezTo>
                    <a:pt x="358"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
            <p:cNvSpPr/>
            <p:nvPr/>
          </p:nvSpPr>
          <p:spPr>
            <a:xfrm>
              <a:off x="6939725" y="3096750"/>
              <a:ext cx="9650" cy="9650"/>
            </a:xfrm>
            <a:custGeom>
              <a:rect b="b" l="l" r="r" t="t"/>
              <a:pathLst>
                <a:path extrusionOk="0" h="386" w="386">
                  <a:moveTo>
                    <a:pt x="193" y="0"/>
                  </a:moveTo>
                  <a:cubicBezTo>
                    <a:pt x="87" y="0"/>
                    <a:pt x="1" y="87"/>
                    <a:pt x="1" y="193"/>
                  </a:cubicBezTo>
                  <a:cubicBezTo>
                    <a:pt x="1" y="299"/>
                    <a:pt x="87" y="385"/>
                    <a:pt x="193" y="385"/>
                  </a:cubicBezTo>
                  <a:cubicBezTo>
                    <a:pt x="299" y="385"/>
                    <a:pt x="386" y="299"/>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
            <p:cNvSpPr/>
            <p:nvPr/>
          </p:nvSpPr>
          <p:spPr>
            <a:xfrm>
              <a:off x="7000775" y="30356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
            <p:cNvSpPr/>
            <p:nvPr/>
          </p:nvSpPr>
          <p:spPr>
            <a:xfrm>
              <a:off x="7031325" y="3005100"/>
              <a:ext cx="9675" cy="9700"/>
            </a:xfrm>
            <a:custGeom>
              <a:rect b="b" l="l" r="r" t="t"/>
              <a:pathLst>
                <a:path extrusionOk="0" h="388" w="387">
                  <a:moveTo>
                    <a:pt x="193" y="1"/>
                  </a:moveTo>
                  <a:cubicBezTo>
                    <a:pt x="87" y="1"/>
                    <a:pt x="0" y="87"/>
                    <a:pt x="0" y="195"/>
                  </a:cubicBezTo>
                  <a:cubicBezTo>
                    <a:pt x="0" y="301"/>
                    <a:pt x="87" y="388"/>
                    <a:pt x="193" y="388"/>
                  </a:cubicBezTo>
                  <a:cubicBezTo>
                    <a:pt x="301" y="388"/>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
            <p:cNvSpPr/>
            <p:nvPr/>
          </p:nvSpPr>
          <p:spPr>
            <a:xfrm>
              <a:off x="7061875" y="29746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
            <p:cNvSpPr/>
            <p:nvPr/>
          </p:nvSpPr>
          <p:spPr>
            <a:xfrm>
              <a:off x="7092400" y="2944050"/>
              <a:ext cx="9650" cy="9650"/>
            </a:xfrm>
            <a:custGeom>
              <a:rect b="b" l="l" r="r" t="t"/>
              <a:pathLst>
                <a:path extrusionOk="0" h="386" w="386">
                  <a:moveTo>
                    <a:pt x="193" y="1"/>
                  </a:moveTo>
                  <a:cubicBezTo>
                    <a:pt x="87" y="1"/>
                    <a:pt x="1" y="87"/>
                    <a:pt x="1" y="193"/>
                  </a:cubicBezTo>
                  <a:cubicBezTo>
                    <a:pt x="1" y="300"/>
                    <a:pt x="87" y="386"/>
                    <a:pt x="193" y="386"/>
                  </a:cubicBezTo>
                  <a:cubicBezTo>
                    <a:pt x="300" y="386"/>
                    <a:pt x="386" y="300"/>
                    <a:pt x="386" y="193"/>
                  </a:cubicBezTo>
                  <a:cubicBezTo>
                    <a:pt x="386"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
            <p:cNvSpPr/>
            <p:nvPr/>
          </p:nvSpPr>
          <p:spPr>
            <a:xfrm>
              <a:off x="6909175" y="3127250"/>
              <a:ext cx="9650" cy="9700"/>
            </a:xfrm>
            <a:custGeom>
              <a:rect b="b" l="l" r="r" t="t"/>
              <a:pathLst>
                <a:path extrusionOk="0" h="388" w="386">
                  <a:moveTo>
                    <a:pt x="193" y="1"/>
                  </a:moveTo>
                  <a:cubicBezTo>
                    <a:pt x="87" y="1"/>
                    <a:pt x="1" y="88"/>
                    <a:pt x="1" y="195"/>
                  </a:cubicBezTo>
                  <a:cubicBezTo>
                    <a:pt x="1" y="301"/>
                    <a:pt x="87" y="387"/>
                    <a:pt x="193" y="387"/>
                  </a:cubicBezTo>
                  <a:cubicBezTo>
                    <a:pt x="299" y="387"/>
                    <a:pt x="386" y="301"/>
                    <a:pt x="386" y="195"/>
                  </a:cubicBezTo>
                  <a:cubicBezTo>
                    <a:pt x="386" y="88"/>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
            <p:cNvSpPr/>
            <p:nvPr/>
          </p:nvSpPr>
          <p:spPr>
            <a:xfrm>
              <a:off x="6783825" y="3308900"/>
              <a:ext cx="12950" cy="9725"/>
            </a:xfrm>
            <a:custGeom>
              <a:rect b="b" l="l" r="r" t="t"/>
              <a:pathLst>
                <a:path extrusionOk="0" h="389" w="518">
                  <a:moveTo>
                    <a:pt x="259" y="1"/>
                  </a:moveTo>
                  <a:cubicBezTo>
                    <a:pt x="209" y="1"/>
                    <a:pt x="160" y="20"/>
                    <a:pt x="122" y="58"/>
                  </a:cubicBezTo>
                  <a:cubicBezTo>
                    <a:pt x="0" y="180"/>
                    <a:pt x="87" y="388"/>
                    <a:pt x="258" y="388"/>
                  </a:cubicBezTo>
                  <a:cubicBezTo>
                    <a:pt x="431" y="388"/>
                    <a:pt x="517" y="180"/>
                    <a:pt x="396" y="58"/>
                  </a:cubicBezTo>
                  <a:cubicBezTo>
                    <a:pt x="358" y="20"/>
                    <a:pt x="308"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
            <p:cNvSpPr/>
            <p:nvPr/>
          </p:nvSpPr>
          <p:spPr>
            <a:xfrm>
              <a:off x="6846550" y="3247825"/>
              <a:ext cx="9675" cy="9700"/>
            </a:xfrm>
            <a:custGeom>
              <a:rect b="b" l="l" r="r" t="t"/>
              <a:pathLst>
                <a:path extrusionOk="0" h="388" w="387">
                  <a:moveTo>
                    <a:pt x="193" y="1"/>
                  </a:moveTo>
                  <a:cubicBezTo>
                    <a:pt x="87" y="1"/>
                    <a:pt x="0" y="87"/>
                    <a:pt x="0" y="195"/>
                  </a:cubicBezTo>
                  <a:cubicBezTo>
                    <a:pt x="0" y="301"/>
                    <a:pt x="87" y="388"/>
                    <a:pt x="193" y="388"/>
                  </a:cubicBezTo>
                  <a:cubicBezTo>
                    <a:pt x="300" y="388"/>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
            <p:cNvSpPr/>
            <p:nvPr/>
          </p:nvSpPr>
          <p:spPr>
            <a:xfrm>
              <a:off x="6907600" y="3186775"/>
              <a:ext cx="9675" cy="9650"/>
            </a:xfrm>
            <a:custGeom>
              <a:rect b="b" l="l" r="r" t="t"/>
              <a:pathLst>
                <a:path extrusionOk="0" h="386" w="387">
                  <a:moveTo>
                    <a:pt x="194" y="1"/>
                  </a:moveTo>
                  <a:cubicBezTo>
                    <a:pt x="88" y="1"/>
                    <a:pt x="0" y="87"/>
                    <a:pt x="0" y="193"/>
                  </a:cubicBezTo>
                  <a:cubicBezTo>
                    <a:pt x="0" y="300"/>
                    <a:pt x="88" y="386"/>
                    <a:pt x="194" y="386"/>
                  </a:cubicBezTo>
                  <a:cubicBezTo>
                    <a:pt x="300" y="386"/>
                    <a:pt x="387" y="300"/>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
            <p:cNvSpPr/>
            <p:nvPr/>
          </p:nvSpPr>
          <p:spPr>
            <a:xfrm>
              <a:off x="6999225" y="30951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
            <p:cNvSpPr/>
            <p:nvPr/>
          </p:nvSpPr>
          <p:spPr>
            <a:xfrm>
              <a:off x="6754900" y="3339475"/>
              <a:ext cx="9700" cy="9650"/>
            </a:xfrm>
            <a:custGeom>
              <a:rect b="b" l="l" r="r" t="t"/>
              <a:pathLst>
                <a:path extrusionOk="0" h="386" w="388">
                  <a:moveTo>
                    <a:pt x="195" y="0"/>
                  </a:moveTo>
                  <a:cubicBezTo>
                    <a:pt x="89" y="0"/>
                    <a:pt x="1" y="87"/>
                    <a:pt x="1" y="193"/>
                  </a:cubicBezTo>
                  <a:cubicBezTo>
                    <a:pt x="1" y="299"/>
                    <a:pt x="89" y="385"/>
                    <a:pt x="195" y="385"/>
                  </a:cubicBezTo>
                  <a:cubicBezTo>
                    <a:pt x="301" y="385"/>
                    <a:pt x="387" y="299"/>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
            <p:cNvSpPr/>
            <p:nvPr/>
          </p:nvSpPr>
          <p:spPr>
            <a:xfrm>
              <a:off x="6816000" y="32783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
            <p:cNvSpPr/>
            <p:nvPr/>
          </p:nvSpPr>
          <p:spPr>
            <a:xfrm>
              <a:off x="6877075" y="3217300"/>
              <a:ext cx="9650" cy="9675"/>
            </a:xfrm>
            <a:custGeom>
              <a:rect b="b" l="l" r="r" t="t"/>
              <a:pathLst>
                <a:path extrusionOk="0" h="387" w="386">
                  <a:moveTo>
                    <a:pt x="193" y="0"/>
                  </a:moveTo>
                  <a:cubicBezTo>
                    <a:pt x="87" y="0"/>
                    <a:pt x="1" y="88"/>
                    <a:pt x="1" y="194"/>
                  </a:cubicBezTo>
                  <a:cubicBezTo>
                    <a:pt x="1" y="300"/>
                    <a:pt x="87" y="387"/>
                    <a:pt x="193" y="387"/>
                  </a:cubicBezTo>
                  <a:cubicBezTo>
                    <a:pt x="300" y="387"/>
                    <a:pt x="386" y="300"/>
                    <a:pt x="386" y="194"/>
                  </a:cubicBezTo>
                  <a:cubicBezTo>
                    <a:pt x="386"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
            <p:cNvSpPr/>
            <p:nvPr/>
          </p:nvSpPr>
          <p:spPr>
            <a:xfrm>
              <a:off x="6968675" y="3125700"/>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
            <p:cNvSpPr/>
            <p:nvPr/>
          </p:nvSpPr>
          <p:spPr>
            <a:xfrm>
              <a:off x="7029775" y="3064650"/>
              <a:ext cx="9650" cy="9650"/>
            </a:xfrm>
            <a:custGeom>
              <a:rect b="b" l="l" r="r" t="t"/>
              <a:pathLst>
                <a:path extrusionOk="0" h="386" w="386">
                  <a:moveTo>
                    <a:pt x="193" y="0"/>
                  </a:moveTo>
                  <a:cubicBezTo>
                    <a:pt x="87" y="0"/>
                    <a:pt x="0" y="87"/>
                    <a:pt x="0" y="193"/>
                  </a:cubicBezTo>
                  <a:cubicBezTo>
                    <a:pt x="0" y="299"/>
                    <a:pt x="87" y="385"/>
                    <a:pt x="193" y="385"/>
                  </a:cubicBezTo>
                  <a:cubicBezTo>
                    <a:pt x="299" y="385"/>
                    <a:pt x="385" y="299"/>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
            <p:cNvSpPr/>
            <p:nvPr/>
          </p:nvSpPr>
          <p:spPr>
            <a:xfrm>
              <a:off x="7060325" y="3034100"/>
              <a:ext cx="9650" cy="9700"/>
            </a:xfrm>
            <a:custGeom>
              <a:rect b="b" l="l" r="r" t="t"/>
              <a:pathLst>
                <a:path extrusionOk="0" h="388" w="386">
                  <a:moveTo>
                    <a:pt x="193" y="1"/>
                  </a:moveTo>
                  <a:cubicBezTo>
                    <a:pt x="86" y="1"/>
                    <a:pt x="0" y="87"/>
                    <a:pt x="0" y="193"/>
                  </a:cubicBezTo>
                  <a:cubicBezTo>
                    <a:pt x="0" y="299"/>
                    <a:pt x="86" y="387"/>
                    <a:pt x="193" y="387"/>
                  </a:cubicBezTo>
                  <a:cubicBezTo>
                    <a:pt x="299" y="387"/>
                    <a:pt x="385" y="299"/>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
            <p:cNvSpPr/>
            <p:nvPr/>
          </p:nvSpPr>
          <p:spPr>
            <a:xfrm>
              <a:off x="7090825" y="300355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
            <p:cNvSpPr/>
            <p:nvPr/>
          </p:nvSpPr>
          <p:spPr>
            <a:xfrm>
              <a:off x="7119725" y="2973025"/>
              <a:ext cx="12950" cy="9675"/>
            </a:xfrm>
            <a:custGeom>
              <a:rect b="b" l="l" r="r" t="t"/>
              <a:pathLst>
                <a:path extrusionOk="0" h="387" w="518">
                  <a:moveTo>
                    <a:pt x="259" y="0"/>
                  </a:moveTo>
                  <a:cubicBezTo>
                    <a:pt x="210" y="0"/>
                    <a:pt x="160" y="19"/>
                    <a:pt x="122" y="56"/>
                  </a:cubicBezTo>
                  <a:cubicBezTo>
                    <a:pt x="1" y="179"/>
                    <a:pt x="87" y="387"/>
                    <a:pt x="259" y="387"/>
                  </a:cubicBezTo>
                  <a:cubicBezTo>
                    <a:pt x="431" y="387"/>
                    <a:pt x="518" y="179"/>
                    <a:pt x="397" y="56"/>
                  </a:cubicBezTo>
                  <a:cubicBezTo>
                    <a:pt x="359"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
            <p:cNvSpPr/>
            <p:nvPr/>
          </p:nvSpPr>
          <p:spPr>
            <a:xfrm>
              <a:off x="6936500" y="3156225"/>
              <a:ext cx="12950" cy="9700"/>
            </a:xfrm>
            <a:custGeom>
              <a:rect b="b" l="l" r="r" t="t"/>
              <a:pathLst>
                <a:path extrusionOk="0" h="388" w="518">
                  <a:moveTo>
                    <a:pt x="259" y="0"/>
                  </a:moveTo>
                  <a:cubicBezTo>
                    <a:pt x="210" y="0"/>
                    <a:pt x="161" y="19"/>
                    <a:pt x="124" y="57"/>
                  </a:cubicBezTo>
                  <a:cubicBezTo>
                    <a:pt x="1" y="180"/>
                    <a:pt x="87" y="388"/>
                    <a:pt x="260" y="388"/>
                  </a:cubicBezTo>
                  <a:cubicBezTo>
                    <a:pt x="431" y="388"/>
                    <a:pt x="518" y="180"/>
                    <a:pt x="396" y="57"/>
                  </a:cubicBezTo>
                  <a:cubicBezTo>
                    <a:pt x="358"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8" name="Google Shape;2788;p7"/>
          <p:cNvSpPr/>
          <p:nvPr/>
        </p:nvSpPr>
        <p:spPr>
          <a:xfrm rot="10800000">
            <a:off x="305260" y="806300"/>
            <a:ext cx="107096" cy="103087"/>
          </a:xfrm>
          <a:custGeom>
            <a:rect b="b" l="l" r="r" t="t"/>
            <a:pathLst>
              <a:path extrusionOk="0" h="2237" w="2324">
                <a:moveTo>
                  <a:pt x="1207" y="1"/>
                </a:moveTo>
                <a:cubicBezTo>
                  <a:pt x="753" y="1"/>
                  <a:pt x="346" y="272"/>
                  <a:pt x="173" y="690"/>
                </a:cubicBezTo>
                <a:cubicBezTo>
                  <a:pt x="0" y="1109"/>
                  <a:pt x="96" y="1589"/>
                  <a:pt x="415" y="1909"/>
                </a:cubicBezTo>
                <a:cubicBezTo>
                  <a:pt x="629" y="2123"/>
                  <a:pt x="915" y="2237"/>
                  <a:pt x="1206" y="2237"/>
                </a:cubicBezTo>
                <a:cubicBezTo>
                  <a:pt x="1350" y="2237"/>
                  <a:pt x="1496" y="2209"/>
                  <a:pt x="1634" y="2152"/>
                </a:cubicBezTo>
                <a:cubicBezTo>
                  <a:pt x="2051" y="1977"/>
                  <a:pt x="2324" y="1571"/>
                  <a:pt x="2324" y="1118"/>
                </a:cubicBezTo>
                <a:cubicBezTo>
                  <a:pt x="2324" y="501"/>
                  <a:pt x="1824" y="1"/>
                  <a:pt x="1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
          <p:cNvSpPr/>
          <p:nvPr/>
        </p:nvSpPr>
        <p:spPr>
          <a:xfrm>
            <a:off x="171122" y="-4"/>
            <a:ext cx="1299268" cy="1299268"/>
          </a:xfrm>
          <a:custGeom>
            <a:rect b="b" l="l" r="r" t="t"/>
            <a:pathLst>
              <a:path extrusionOk="0" h="44706" w="44706">
                <a:moveTo>
                  <a:pt x="22353" y="211"/>
                </a:moveTo>
                <a:cubicBezTo>
                  <a:pt x="34563" y="211"/>
                  <a:pt x="44496" y="10143"/>
                  <a:pt x="44496" y="22353"/>
                </a:cubicBezTo>
                <a:cubicBezTo>
                  <a:pt x="44496" y="34565"/>
                  <a:pt x="34563" y="44496"/>
                  <a:pt x="22353" y="44496"/>
                </a:cubicBezTo>
                <a:cubicBezTo>
                  <a:pt x="10144" y="44496"/>
                  <a:pt x="209" y="34563"/>
                  <a:pt x="209" y="22355"/>
                </a:cubicBezTo>
                <a:cubicBezTo>
                  <a:pt x="209" y="10144"/>
                  <a:pt x="10143" y="211"/>
                  <a:pt x="22353" y="211"/>
                </a:cubicBezTo>
                <a:close/>
                <a:moveTo>
                  <a:pt x="22353" y="0"/>
                </a:moveTo>
                <a:cubicBezTo>
                  <a:pt x="10028" y="0"/>
                  <a:pt x="0" y="10028"/>
                  <a:pt x="0" y="22353"/>
                </a:cubicBezTo>
                <a:cubicBezTo>
                  <a:pt x="0" y="34678"/>
                  <a:pt x="10028" y="44706"/>
                  <a:pt x="22353" y="44706"/>
                </a:cubicBezTo>
                <a:cubicBezTo>
                  <a:pt x="34678" y="44706"/>
                  <a:pt x="44706" y="34678"/>
                  <a:pt x="44706" y="22353"/>
                </a:cubicBezTo>
                <a:cubicBezTo>
                  <a:pt x="44706" y="10028"/>
                  <a:pt x="34678" y="0"/>
                  <a:pt x="223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
          <p:cNvSpPr/>
          <p:nvPr/>
        </p:nvSpPr>
        <p:spPr>
          <a:xfrm>
            <a:off x="7584300" y="-56400"/>
            <a:ext cx="1712100" cy="5199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
          <p:cNvSpPr/>
          <p:nvPr/>
        </p:nvSpPr>
        <p:spPr>
          <a:xfrm>
            <a:off x="8051123" y="4308011"/>
            <a:ext cx="445241" cy="385621"/>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
          <p:cNvSpPr/>
          <p:nvPr/>
        </p:nvSpPr>
        <p:spPr>
          <a:xfrm>
            <a:off x="7916975" y="4174263"/>
            <a:ext cx="1247936" cy="1094228"/>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
          <p:cNvSpPr/>
          <p:nvPr/>
        </p:nvSpPr>
        <p:spPr>
          <a:xfrm>
            <a:off x="8569037" y="4572713"/>
            <a:ext cx="1247936" cy="1094228"/>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
          <p:cNvSpPr/>
          <p:nvPr/>
        </p:nvSpPr>
        <p:spPr>
          <a:xfrm>
            <a:off x="7672300" y="1436614"/>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
          <p:cNvSpPr/>
          <p:nvPr/>
        </p:nvSpPr>
        <p:spPr>
          <a:xfrm>
            <a:off x="8594997" y="2213741"/>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6" name="Google Shape;2796;p7"/>
          <p:cNvGrpSpPr/>
          <p:nvPr/>
        </p:nvGrpSpPr>
        <p:grpSpPr>
          <a:xfrm>
            <a:off x="8552455" y="2981231"/>
            <a:ext cx="1019815" cy="944312"/>
            <a:chOff x="2113525" y="2880575"/>
            <a:chExt cx="609500" cy="564375"/>
          </a:xfrm>
        </p:grpSpPr>
        <p:sp>
          <p:nvSpPr>
            <p:cNvPr id="2797" name="Google Shape;2797;p7"/>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1" name="Google Shape;2801;p7"/>
          <p:cNvGrpSpPr/>
          <p:nvPr/>
        </p:nvGrpSpPr>
        <p:grpSpPr>
          <a:xfrm>
            <a:off x="8098774" y="1820192"/>
            <a:ext cx="349968" cy="2052568"/>
            <a:chOff x="1037125" y="2236325"/>
            <a:chExt cx="149100" cy="874475"/>
          </a:xfrm>
        </p:grpSpPr>
        <p:sp>
          <p:nvSpPr>
            <p:cNvPr id="2802" name="Google Shape;2802;p7"/>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8" name="Google Shape;2838;p7"/>
          <p:cNvSpPr/>
          <p:nvPr/>
        </p:nvSpPr>
        <p:spPr>
          <a:xfrm>
            <a:off x="8143950" y="-429927"/>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
          <p:cNvSpPr/>
          <p:nvPr/>
        </p:nvSpPr>
        <p:spPr>
          <a:xfrm>
            <a:off x="8408325" y="-447242"/>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0" name="Google Shape;2840;p7"/>
          <p:cNvGrpSpPr/>
          <p:nvPr/>
        </p:nvGrpSpPr>
        <p:grpSpPr>
          <a:xfrm>
            <a:off x="8471164" y="-89812"/>
            <a:ext cx="1236640" cy="1210852"/>
            <a:chOff x="236475" y="527300"/>
            <a:chExt cx="1124525" cy="1101075"/>
          </a:xfrm>
        </p:grpSpPr>
        <p:sp>
          <p:nvSpPr>
            <p:cNvPr id="2841" name="Google Shape;2841;p7"/>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5" name="Google Shape;3575;p7"/>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3576" name="Google Shape;3576;p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577" name="Shape 3577"/>
        <p:cNvGrpSpPr/>
        <p:nvPr/>
      </p:nvGrpSpPr>
      <p:grpSpPr>
        <a:xfrm>
          <a:off x="0" y="0"/>
          <a:ext cx="0" cy="0"/>
          <a:chOff x="0" y="0"/>
          <a:chExt cx="0" cy="0"/>
        </a:xfrm>
      </p:grpSpPr>
      <p:sp>
        <p:nvSpPr>
          <p:cNvPr id="3578" name="Google Shape;3578;p8"/>
          <p:cNvSpPr txBox="1"/>
          <p:nvPr>
            <p:ph type="title"/>
          </p:nvPr>
        </p:nvSpPr>
        <p:spPr>
          <a:xfrm>
            <a:off x="858325" y="1441575"/>
            <a:ext cx="7427400" cy="2197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accent1"/>
              </a:buClr>
              <a:buSzPts val="4800"/>
              <a:buFont typeface="Poppins SemiBold"/>
              <a:buNone/>
              <a:defRPr b="0" sz="6000">
                <a:solidFill>
                  <a:schemeClr val="accent1"/>
                </a:solidFill>
                <a:latin typeface="Poppins SemiBold"/>
                <a:ea typeface="Poppins SemiBold"/>
                <a:cs typeface="Poppins SemiBold"/>
                <a:sym typeface="Poppins SemiBold"/>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579" name="Google Shape;3579;p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580" name="Shape 3580"/>
        <p:cNvGrpSpPr/>
        <p:nvPr/>
      </p:nvGrpSpPr>
      <p:grpSpPr>
        <a:xfrm>
          <a:off x="0" y="0"/>
          <a:ext cx="0" cy="0"/>
          <a:chOff x="0" y="0"/>
          <a:chExt cx="0" cy="0"/>
        </a:xfrm>
      </p:grpSpPr>
      <p:sp>
        <p:nvSpPr>
          <p:cNvPr id="3581" name="Google Shape;3581;p9"/>
          <p:cNvSpPr txBox="1"/>
          <p:nvPr>
            <p:ph idx="1" type="subTitle"/>
          </p:nvPr>
        </p:nvSpPr>
        <p:spPr>
          <a:xfrm>
            <a:off x="914400" y="1765007"/>
            <a:ext cx="3396300" cy="478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lt1"/>
              </a:buClr>
              <a:buSzPts val="1600"/>
              <a:buFont typeface="Poppins SemiBold"/>
              <a:buNone/>
              <a:defRPr sz="1600">
                <a:solidFill>
                  <a:schemeClr val="lt1"/>
                </a:solidFill>
                <a:latin typeface="Poppins SemiBold"/>
                <a:ea typeface="Poppins SemiBold"/>
                <a:cs typeface="Poppins SemiBold"/>
                <a:sym typeface="Poppins SemiBold"/>
              </a:defRPr>
            </a:lvl1pPr>
            <a:lvl2pPr lvl="1">
              <a:lnSpc>
                <a:spcPct val="100000"/>
              </a:lnSpc>
              <a:spcBef>
                <a:spcPts val="0"/>
              </a:spcBef>
              <a:spcAft>
                <a:spcPts val="0"/>
              </a:spcAft>
              <a:buClr>
                <a:schemeClr val="lt1"/>
              </a:buClr>
              <a:buSzPts val="1600"/>
              <a:buFont typeface="Poppins SemiBold"/>
              <a:buNone/>
              <a:defRPr sz="1600">
                <a:solidFill>
                  <a:schemeClr val="lt1"/>
                </a:solidFill>
                <a:latin typeface="Poppins SemiBold"/>
                <a:ea typeface="Poppins SemiBold"/>
                <a:cs typeface="Poppins SemiBold"/>
                <a:sym typeface="Poppins SemiBold"/>
              </a:defRPr>
            </a:lvl2pPr>
            <a:lvl3pPr lvl="2">
              <a:lnSpc>
                <a:spcPct val="100000"/>
              </a:lnSpc>
              <a:spcBef>
                <a:spcPts val="0"/>
              </a:spcBef>
              <a:spcAft>
                <a:spcPts val="0"/>
              </a:spcAft>
              <a:buClr>
                <a:schemeClr val="lt1"/>
              </a:buClr>
              <a:buSzPts val="1600"/>
              <a:buFont typeface="Poppins SemiBold"/>
              <a:buNone/>
              <a:defRPr sz="1600">
                <a:solidFill>
                  <a:schemeClr val="lt1"/>
                </a:solidFill>
                <a:latin typeface="Poppins SemiBold"/>
                <a:ea typeface="Poppins SemiBold"/>
                <a:cs typeface="Poppins SemiBold"/>
                <a:sym typeface="Poppins SemiBold"/>
              </a:defRPr>
            </a:lvl3pPr>
            <a:lvl4pPr lvl="3">
              <a:lnSpc>
                <a:spcPct val="100000"/>
              </a:lnSpc>
              <a:spcBef>
                <a:spcPts val="0"/>
              </a:spcBef>
              <a:spcAft>
                <a:spcPts val="0"/>
              </a:spcAft>
              <a:buClr>
                <a:schemeClr val="lt1"/>
              </a:buClr>
              <a:buSzPts val="1600"/>
              <a:buFont typeface="Poppins SemiBold"/>
              <a:buNone/>
              <a:defRPr sz="1600">
                <a:solidFill>
                  <a:schemeClr val="lt1"/>
                </a:solidFill>
                <a:latin typeface="Poppins SemiBold"/>
                <a:ea typeface="Poppins SemiBold"/>
                <a:cs typeface="Poppins SemiBold"/>
                <a:sym typeface="Poppins SemiBold"/>
              </a:defRPr>
            </a:lvl4pPr>
            <a:lvl5pPr lvl="4">
              <a:lnSpc>
                <a:spcPct val="100000"/>
              </a:lnSpc>
              <a:spcBef>
                <a:spcPts val="0"/>
              </a:spcBef>
              <a:spcAft>
                <a:spcPts val="0"/>
              </a:spcAft>
              <a:buClr>
                <a:schemeClr val="lt1"/>
              </a:buClr>
              <a:buSzPts val="1600"/>
              <a:buFont typeface="Poppins SemiBold"/>
              <a:buNone/>
              <a:defRPr sz="1600">
                <a:solidFill>
                  <a:schemeClr val="lt1"/>
                </a:solidFill>
                <a:latin typeface="Poppins SemiBold"/>
                <a:ea typeface="Poppins SemiBold"/>
                <a:cs typeface="Poppins SemiBold"/>
                <a:sym typeface="Poppins SemiBold"/>
              </a:defRPr>
            </a:lvl5pPr>
            <a:lvl6pPr lvl="5">
              <a:lnSpc>
                <a:spcPct val="100000"/>
              </a:lnSpc>
              <a:spcBef>
                <a:spcPts val="0"/>
              </a:spcBef>
              <a:spcAft>
                <a:spcPts val="0"/>
              </a:spcAft>
              <a:buClr>
                <a:schemeClr val="lt1"/>
              </a:buClr>
              <a:buSzPts val="1600"/>
              <a:buFont typeface="Poppins SemiBold"/>
              <a:buNone/>
              <a:defRPr sz="1600">
                <a:solidFill>
                  <a:schemeClr val="lt1"/>
                </a:solidFill>
                <a:latin typeface="Poppins SemiBold"/>
                <a:ea typeface="Poppins SemiBold"/>
                <a:cs typeface="Poppins SemiBold"/>
                <a:sym typeface="Poppins SemiBold"/>
              </a:defRPr>
            </a:lvl6pPr>
            <a:lvl7pPr lvl="6">
              <a:lnSpc>
                <a:spcPct val="100000"/>
              </a:lnSpc>
              <a:spcBef>
                <a:spcPts val="0"/>
              </a:spcBef>
              <a:spcAft>
                <a:spcPts val="0"/>
              </a:spcAft>
              <a:buClr>
                <a:schemeClr val="lt1"/>
              </a:buClr>
              <a:buSzPts val="1600"/>
              <a:buFont typeface="Poppins SemiBold"/>
              <a:buNone/>
              <a:defRPr sz="1600">
                <a:solidFill>
                  <a:schemeClr val="lt1"/>
                </a:solidFill>
                <a:latin typeface="Poppins SemiBold"/>
                <a:ea typeface="Poppins SemiBold"/>
                <a:cs typeface="Poppins SemiBold"/>
                <a:sym typeface="Poppins SemiBold"/>
              </a:defRPr>
            </a:lvl7pPr>
            <a:lvl8pPr lvl="7">
              <a:lnSpc>
                <a:spcPct val="100000"/>
              </a:lnSpc>
              <a:spcBef>
                <a:spcPts val="0"/>
              </a:spcBef>
              <a:spcAft>
                <a:spcPts val="0"/>
              </a:spcAft>
              <a:buClr>
                <a:schemeClr val="lt1"/>
              </a:buClr>
              <a:buSzPts val="1600"/>
              <a:buFont typeface="Poppins SemiBold"/>
              <a:buNone/>
              <a:defRPr sz="1600">
                <a:solidFill>
                  <a:schemeClr val="lt1"/>
                </a:solidFill>
                <a:latin typeface="Poppins SemiBold"/>
                <a:ea typeface="Poppins SemiBold"/>
                <a:cs typeface="Poppins SemiBold"/>
                <a:sym typeface="Poppins SemiBold"/>
              </a:defRPr>
            </a:lvl8pPr>
            <a:lvl9pPr lvl="8">
              <a:lnSpc>
                <a:spcPct val="100000"/>
              </a:lnSpc>
              <a:spcBef>
                <a:spcPts val="0"/>
              </a:spcBef>
              <a:spcAft>
                <a:spcPts val="0"/>
              </a:spcAft>
              <a:buClr>
                <a:schemeClr val="lt1"/>
              </a:buClr>
              <a:buSzPts val="1600"/>
              <a:buFont typeface="Poppins SemiBold"/>
              <a:buNone/>
              <a:defRPr sz="1600">
                <a:solidFill>
                  <a:schemeClr val="lt1"/>
                </a:solidFill>
                <a:latin typeface="Poppins SemiBold"/>
                <a:ea typeface="Poppins SemiBold"/>
                <a:cs typeface="Poppins SemiBold"/>
                <a:sym typeface="Poppins SemiBold"/>
              </a:defRPr>
            </a:lvl9pPr>
          </a:lstStyle>
          <a:p/>
        </p:txBody>
      </p:sp>
      <p:sp>
        <p:nvSpPr>
          <p:cNvPr id="3582" name="Google Shape;3582;p9"/>
          <p:cNvSpPr txBox="1"/>
          <p:nvPr>
            <p:ph idx="2" type="body"/>
          </p:nvPr>
        </p:nvSpPr>
        <p:spPr>
          <a:xfrm>
            <a:off x="914400" y="2285057"/>
            <a:ext cx="2833800" cy="2262900"/>
          </a:xfrm>
          <a:prstGeom prst="rect">
            <a:avLst/>
          </a:prstGeom>
        </p:spPr>
        <p:txBody>
          <a:bodyPr anchorCtr="0" anchor="ctr" bIns="91425" lIns="91425" spcFirstLastPara="1" rIns="91425" wrap="square" tIns="91425">
            <a:noAutofit/>
          </a:bodyPr>
          <a:lstStyle>
            <a:lvl1pPr indent="-317500" lvl="0" marL="457200" rtl="0">
              <a:lnSpc>
                <a:spcPct val="100000"/>
              </a:lnSpc>
              <a:spcBef>
                <a:spcPts val="0"/>
              </a:spcBef>
              <a:spcAft>
                <a:spcPts val="0"/>
              </a:spcAft>
              <a:buClr>
                <a:schemeClr val="lt1"/>
              </a:buClr>
              <a:buSzPts val="1400"/>
              <a:buChar char="●"/>
              <a:defRPr>
                <a:solidFill>
                  <a:schemeClr val="lt1"/>
                </a:solidFill>
              </a:defRPr>
            </a:lvl1pPr>
            <a:lvl2pPr indent="-317500" lvl="1" marL="914400" rtl="0">
              <a:lnSpc>
                <a:spcPct val="100000"/>
              </a:lnSpc>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2pPr>
            <a:lvl3pPr indent="-317500" lvl="2" marL="1371600" rtl="0">
              <a:lnSpc>
                <a:spcPct val="100000"/>
              </a:lnSpc>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3pPr>
            <a:lvl4pPr indent="-317500" lvl="3" marL="1828800" rtl="0">
              <a:lnSpc>
                <a:spcPct val="100000"/>
              </a:lnSpc>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4pPr>
            <a:lvl5pPr indent="-317500" lvl="4" marL="2286000" rtl="0">
              <a:lnSpc>
                <a:spcPct val="100000"/>
              </a:lnSpc>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5pPr>
            <a:lvl6pPr indent="-317500" lvl="5" marL="2743200" rtl="0">
              <a:lnSpc>
                <a:spcPct val="100000"/>
              </a:lnSpc>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6pPr>
            <a:lvl7pPr indent="-317500" lvl="6" marL="3200400" rtl="0">
              <a:lnSpc>
                <a:spcPct val="100000"/>
              </a:lnSpc>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7pPr>
            <a:lvl8pPr indent="-317500" lvl="7" marL="3657600" rtl="0">
              <a:lnSpc>
                <a:spcPct val="100000"/>
              </a:lnSpc>
              <a:spcBef>
                <a:spcPts val="1600"/>
              </a:spcBef>
              <a:spcAft>
                <a:spcPts val="0"/>
              </a:spcAft>
              <a:buClr>
                <a:schemeClr val="lt1"/>
              </a:buClr>
              <a:buSzPts val="1400"/>
              <a:buFont typeface="Poppins Light"/>
              <a:buChar char="○"/>
              <a:defRPr>
                <a:solidFill>
                  <a:schemeClr val="lt1"/>
                </a:solidFill>
                <a:latin typeface="Poppins Light"/>
                <a:ea typeface="Poppins Light"/>
                <a:cs typeface="Poppins Light"/>
                <a:sym typeface="Poppins Light"/>
              </a:defRPr>
            </a:lvl8pPr>
            <a:lvl9pPr indent="-317500" lvl="8" marL="4114800" rtl="0">
              <a:lnSpc>
                <a:spcPct val="100000"/>
              </a:lnSpc>
              <a:spcBef>
                <a:spcPts val="1600"/>
              </a:spcBef>
              <a:spcAft>
                <a:spcPts val="1600"/>
              </a:spcAft>
              <a:buClr>
                <a:schemeClr val="lt1"/>
              </a:buClr>
              <a:buSzPts val="1400"/>
              <a:buFont typeface="Poppins Light"/>
              <a:buChar char="■"/>
              <a:defRPr>
                <a:solidFill>
                  <a:schemeClr val="lt1"/>
                </a:solidFill>
                <a:latin typeface="Poppins Light"/>
                <a:ea typeface="Poppins Light"/>
                <a:cs typeface="Poppins Light"/>
                <a:sym typeface="Poppins Light"/>
              </a:defRPr>
            </a:lvl9pPr>
          </a:lstStyle>
          <a:p/>
        </p:txBody>
      </p:sp>
      <p:sp>
        <p:nvSpPr>
          <p:cNvPr id="3583" name="Google Shape;3583;p9"/>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3584" name="Google Shape;3584;p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solidFill>
                  <a:schemeClr val="lt1"/>
                </a:solidFill>
              </a:defRPr>
            </a:lvl1pPr>
            <a:lvl2pPr lvl="1">
              <a:buNone/>
              <a:defRPr>
                <a:solidFill>
                  <a:schemeClr val="lt1"/>
                </a:solidFill>
              </a:defRPr>
            </a:lvl2pPr>
            <a:lvl3pPr lvl="2">
              <a:buNone/>
              <a:defRPr>
                <a:solidFill>
                  <a:schemeClr val="lt1"/>
                </a:solidFill>
              </a:defRPr>
            </a:lvl3pPr>
            <a:lvl4pPr lvl="3">
              <a:buNone/>
              <a:defRPr>
                <a:solidFill>
                  <a:schemeClr val="lt1"/>
                </a:solidFill>
              </a:defRPr>
            </a:lvl4pPr>
            <a:lvl5pPr lvl="4">
              <a:buNone/>
              <a:defRPr>
                <a:solidFill>
                  <a:schemeClr val="lt1"/>
                </a:solidFill>
              </a:defRPr>
            </a:lvl5pPr>
            <a:lvl6pPr lvl="5">
              <a:buNone/>
              <a:defRPr>
                <a:solidFill>
                  <a:schemeClr val="lt1"/>
                </a:solidFill>
              </a:defRPr>
            </a:lvl6pPr>
            <a:lvl7pPr lvl="6">
              <a:buNone/>
              <a:defRPr>
                <a:solidFill>
                  <a:schemeClr val="lt1"/>
                </a:solidFill>
              </a:defRPr>
            </a:lvl7pPr>
            <a:lvl8pPr lvl="7">
              <a:buNone/>
              <a:defRPr>
                <a:solidFill>
                  <a:schemeClr val="lt1"/>
                </a:solidFill>
              </a:defRPr>
            </a:lvl8pPr>
            <a:lvl9pPr lvl="8">
              <a:buNone/>
              <a:defRPr>
                <a:solidFill>
                  <a:schemeClr val="lt1"/>
                </a:solidFil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585" name="Shape 3585"/>
        <p:cNvGrpSpPr/>
        <p:nvPr/>
      </p:nvGrpSpPr>
      <p:grpSpPr>
        <a:xfrm>
          <a:off x="0" y="0"/>
          <a:ext cx="0" cy="0"/>
          <a:chOff x="0" y="0"/>
          <a:chExt cx="0" cy="0"/>
        </a:xfrm>
      </p:grpSpPr>
      <p:sp>
        <p:nvSpPr>
          <p:cNvPr id="3586" name="Google Shape;3586;p10"/>
          <p:cNvSpPr txBox="1"/>
          <p:nvPr>
            <p:ph type="title"/>
          </p:nvPr>
        </p:nvSpPr>
        <p:spPr>
          <a:xfrm>
            <a:off x="571500" y="539500"/>
            <a:ext cx="3383700" cy="4001400"/>
          </a:xfrm>
          <a:prstGeom prst="rect">
            <a:avLst/>
          </a:prstGeom>
        </p:spPr>
        <p:txBody>
          <a:bodyPr anchorCtr="0" anchor="ctr" bIns="91425" lIns="91425" spcFirstLastPara="1" rIns="91425" wrap="square" tIns="91425">
            <a:noAutofit/>
          </a:bodyPr>
          <a:lstStyle>
            <a:lvl1pPr lvl="0" rtl="0" algn="l">
              <a:spcBef>
                <a:spcPts val="0"/>
              </a:spcBef>
              <a:spcAft>
                <a:spcPts val="0"/>
              </a:spcAft>
              <a:buClr>
                <a:schemeClr val="accent1"/>
              </a:buClr>
              <a:buSzPts val="4800"/>
              <a:buFont typeface="Poppins SemiBold"/>
              <a:buNone/>
              <a:defRPr b="0" sz="4800">
                <a:solidFill>
                  <a:schemeClr val="accent1"/>
                </a:solidFill>
                <a:latin typeface="Poppins SemiBold"/>
                <a:ea typeface="Poppins SemiBold"/>
                <a:cs typeface="Poppins SemiBold"/>
                <a:sym typeface="Poppins SemiBold"/>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3587" name="Google Shape;3587;p1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2"/>
        </a:solidFill>
      </p:bgPr>
    </p:bg>
    <p:spTree>
      <p:nvGrpSpPr>
        <p:cNvPr id="3588" name="Shape 3588"/>
        <p:cNvGrpSpPr/>
        <p:nvPr/>
      </p:nvGrpSpPr>
      <p:grpSpPr>
        <a:xfrm>
          <a:off x="0" y="0"/>
          <a:ext cx="0" cy="0"/>
          <a:chOff x="0" y="0"/>
          <a:chExt cx="0" cy="0"/>
        </a:xfrm>
      </p:grpSpPr>
      <p:sp>
        <p:nvSpPr>
          <p:cNvPr id="3589" name="Google Shape;3589;p11"/>
          <p:cNvSpPr txBox="1"/>
          <p:nvPr>
            <p:ph hasCustomPrompt="1" type="title"/>
          </p:nvPr>
        </p:nvSpPr>
        <p:spPr>
          <a:xfrm>
            <a:off x="722375" y="2339175"/>
            <a:ext cx="7699200" cy="1187700"/>
          </a:xfrm>
          <a:prstGeom prst="rect">
            <a:avLst/>
          </a:prstGeom>
        </p:spPr>
        <p:txBody>
          <a:bodyPr anchorCtr="0" anchor="b" bIns="91425" lIns="91425" spcFirstLastPara="1" rIns="91425" wrap="square" tIns="91425">
            <a:noAutofit/>
          </a:bodyPr>
          <a:lstStyle>
            <a:lvl1pPr lvl="0" algn="ctr">
              <a:spcBef>
                <a:spcPts val="0"/>
              </a:spcBef>
              <a:spcAft>
                <a:spcPts val="0"/>
              </a:spcAft>
              <a:buSzPts val="7200"/>
              <a:buFont typeface="Poppins SemiBold"/>
              <a:buNone/>
              <a:defRPr b="0" sz="7200">
                <a:latin typeface="Poppins SemiBold"/>
                <a:ea typeface="Poppins SemiBold"/>
                <a:cs typeface="Poppins SemiBold"/>
                <a:sym typeface="Poppins SemiBold"/>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590" name="Google Shape;3590;p11"/>
          <p:cNvSpPr txBox="1"/>
          <p:nvPr>
            <p:ph idx="1" type="body"/>
          </p:nvPr>
        </p:nvSpPr>
        <p:spPr>
          <a:xfrm>
            <a:off x="722375" y="3599900"/>
            <a:ext cx="7699200" cy="8688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SzPts val="1400"/>
              <a:buChar char="●"/>
              <a:defRPr/>
            </a:lvl1pPr>
            <a:lvl2pPr indent="-317500" lvl="1" marL="914400" algn="ctr">
              <a:spcBef>
                <a:spcPts val="1600"/>
              </a:spcBef>
              <a:spcAft>
                <a:spcPts val="0"/>
              </a:spcAft>
              <a:buSzPts val="1400"/>
              <a:buFont typeface="Poppins Light"/>
              <a:buChar char="○"/>
              <a:defRPr>
                <a:latin typeface="Poppins Light"/>
                <a:ea typeface="Poppins Light"/>
                <a:cs typeface="Poppins Light"/>
                <a:sym typeface="Poppins Light"/>
              </a:defRPr>
            </a:lvl2pPr>
            <a:lvl3pPr indent="-317500" lvl="2" marL="1371600" algn="ctr">
              <a:spcBef>
                <a:spcPts val="1600"/>
              </a:spcBef>
              <a:spcAft>
                <a:spcPts val="0"/>
              </a:spcAft>
              <a:buSzPts val="1400"/>
              <a:buFont typeface="Poppins Light"/>
              <a:buChar char="■"/>
              <a:defRPr>
                <a:latin typeface="Poppins Light"/>
                <a:ea typeface="Poppins Light"/>
                <a:cs typeface="Poppins Light"/>
                <a:sym typeface="Poppins Light"/>
              </a:defRPr>
            </a:lvl3pPr>
            <a:lvl4pPr indent="-317500" lvl="3" marL="1828800" algn="ctr">
              <a:spcBef>
                <a:spcPts val="1600"/>
              </a:spcBef>
              <a:spcAft>
                <a:spcPts val="0"/>
              </a:spcAft>
              <a:buSzPts val="1400"/>
              <a:buFont typeface="Poppins Light"/>
              <a:buChar char="●"/>
              <a:defRPr>
                <a:latin typeface="Poppins Light"/>
                <a:ea typeface="Poppins Light"/>
                <a:cs typeface="Poppins Light"/>
                <a:sym typeface="Poppins Light"/>
              </a:defRPr>
            </a:lvl4pPr>
            <a:lvl5pPr indent="-317500" lvl="4" marL="2286000" algn="ctr">
              <a:spcBef>
                <a:spcPts val="1600"/>
              </a:spcBef>
              <a:spcAft>
                <a:spcPts val="0"/>
              </a:spcAft>
              <a:buSzPts val="1400"/>
              <a:buFont typeface="Poppins Light"/>
              <a:buChar char="○"/>
              <a:defRPr>
                <a:latin typeface="Poppins Light"/>
                <a:ea typeface="Poppins Light"/>
                <a:cs typeface="Poppins Light"/>
                <a:sym typeface="Poppins Light"/>
              </a:defRPr>
            </a:lvl5pPr>
            <a:lvl6pPr indent="-317500" lvl="5" marL="2743200" algn="ctr">
              <a:spcBef>
                <a:spcPts val="1600"/>
              </a:spcBef>
              <a:spcAft>
                <a:spcPts val="0"/>
              </a:spcAft>
              <a:buSzPts val="1400"/>
              <a:buFont typeface="Poppins Light"/>
              <a:buChar char="■"/>
              <a:defRPr>
                <a:latin typeface="Poppins Light"/>
                <a:ea typeface="Poppins Light"/>
                <a:cs typeface="Poppins Light"/>
                <a:sym typeface="Poppins Light"/>
              </a:defRPr>
            </a:lvl6pPr>
            <a:lvl7pPr indent="-317500" lvl="6" marL="3200400" algn="ctr">
              <a:spcBef>
                <a:spcPts val="1600"/>
              </a:spcBef>
              <a:spcAft>
                <a:spcPts val="0"/>
              </a:spcAft>
              <a:buSzPts val="1400"/>
              <a:buFont typeface="Poppins Light"/>
              <a:buChar char="●"/>
              <a:defRPr>
                <a:latin typeface="Poppins Light"/>
                <a:ea typeface="Poppins Light"/>
                <a:cs typeface="Poppins Light"/>
                <a:sym typeface="Poppins Light"/>
              </a:defRPr>
            </a:lvl7pPr>
            <a:lvl8pPr indent="-317500" lvl="7" marL="3657600" algn="ctr">
              <a:spcBef>
                <a:spcPts val="1600"/>
              </a:spcBef>
              <a:spcAft>
                <a:spcPts val="0"/>
              </a:spcAft>
              <a:buSzPts val="1400"/>
              <a:buFont typeface="Poppins Light"/>
              <a:buChar char="○"/>
              <a:defRPr>
                <a:latin typeface="Poppins Light"/>
                <a:ea typeface="Poppins Light"/>
                <a:cs typeface="Poppins Light"/>
                <a:sym typeface="Poppins Light"/>
              </a:defRPr>
            </a:lvl8pPr>
            <a:lvl9pPr indent="-317500" lvl="8" marL="4114800" algn="ctr">
              <a:spcBef>
                <a:spcPts val="1600"/>
              </a:spcBef>
              <a:spcAft>
                <a:spcPts val="1600"/>
              </a:spcAft>
              <a:buSzPts val="1400"/>
              <a:buFont typeface="Poppins Light"/>
              <a:buChar char="■"/>
              <a:defRPr>
                <a:latin typeface="Poppins Light"/>
                <a:ea typeface="Poppins Light"/>
                <a:cs typeface="Poppins Light"/>
                <a:sym typeface="Poppins Light"/>
              </a:defRPr>
            </a:lvl9pPr>
          </a:lstStyle>
          <a:p/>
        </p:txBody>
      </p:sp>
      <p:sp>
        <p:nvSpPr>
          <p:cNvPr id="3591" name="Google Shape;3591;p1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3592" name="Shape 3592"/>
        <p:cNvGrpSpPr/>
        <p:nvPr/>
      </p:nvGrpSpPr>
      <p:grpSpPr>
        <a:xfrm>
          <a:off x="0" y="0"/>
          <a:ext cx="0" cy="0"/>
          <a:chOff x="0" y="0"/>
          <a:chExt cx="0" cy="0"/>
        </a:xfrm>
      </p:grpSpPr>
      <p:sp>
        <p:nvSpPr>
          <p:cNvPr id="3593" name="Google Shape;3593;p1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3594" name="Shape 3594"/>
        <p:cNvGrpSpPr/>
        <p:nvPr/>
      </p:nvGrpSpPr>
      <p:grpSpPr>
        <a:xfrm>
          <a:off x="0" y="0"/>
          <a:ext cx="0" cy="0"/>
          <a:chOff x="0" y="0"/>
          <a:chExt cx="0" cy="0"/>
        </a:xfrm>
      </p:grpSpPr>
      <p:sp>
        <p:nvSpPr>
          <p:cNvPr id="3595" name="Google Shape;3595;p13"/>
          <p:cNvSpPr txBox="1"/>
          <p:nvPr>
            <p:ph hasCustomPrompt="1" type="title"/>
          </p:nvPr>
        </p:nvSpPr>
        <p:spPr>
          <a:xfrm>
            <a:off x="4614425" y="1620352"/>
            <a:ext cx="1320300" cy="541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Font typeface="Poppins SemiBold"/>
              <a:buNone/>
              <a:defRPr b="0" sz="3600">
                <a:latin typeface="Poppins SemiBold"/>
                <a:ea typeface="Poppins SemiBold"/>
                <a:cs typeface="Poppins SemiBold"/>
                <a:sym typeface="Poppins SemiBold"/>
              </a:defRPr>
            </a:lvl1pPr>
            <a:lvl2pPr lvl="1" rtl="0" algn="r">
              <a:spcBef>
                <a:spcPts val="0"/>
              </a:spcBef>
              <a:spcAft>
                <a:spcPts val="0"/>
              </a:spcAft>
              <a:buSzPts val="3600"/>
              <a:buFont typeface="Poppins SemiBold"/>
              <a:buNone/>
              <a:defRPr b="0" sz="3600">
                <a:latin typeface="Poppins SemiBold"/>
                <a:ea typeface="Poppins SemiBold"/>
                <a:cs typeface="Poppins SemiBold"/>
                <a:sym typeface="Poppins SemiBold"/>
              </a:defRPr>
            </a:lvl2pPr>
            <a:lvl3pPr lvl="2" rtl="0" algn="r">
              <a:spcBef>
                <a:spcPts val="0"/>
              </a:spcBef>
              <a:spcAft>
                <a:spcPts val="0"/>
              </a:spcAft>
              <a:buSzPts val="3600"/>
              <a:buFont typeface="Poppins SemiBold"/>
              <a:buNone/>
              <a:defRPr b="0" sz="3600">
                <a:latin typeface="Poppins SemiBold"/>
                <a:ea typeface="Poppins SemiBold"/>
                <a:cs typeface="Poppins SemiBold"/>
                <a:sym typeface="Poppins SemiBold"/>
              </a:defRPr>
            </a:lvl3pPr>
            <a:lvl4pPr lvl="3" rtl="0" algn="r">
              <a:spcBef>
                <a:spcPts val="0"/>
              </a:spcBef>
              <a:spcAft>
                <a:spcPts val="0"/>
              </a:spcAft>
              <a:buSzPts val="3600"/>
              <a:buFont typeface="Poppins SemiBold"/>
              <a:buNone/>
              <a:defRPr b="0" sz="3600">
                <a:latin typeface="Poppins SemiBold"/>
                <a:ea typeface="Poppins SemiBold"/>
                <a:cs typeface="Poppins SemiBold"/>
                <a:sym typeface="Poppins SemiBold"/>
              </a:defRPr>
            </a:lvl4pPr>
            <a:lvl5pPr lvl="4" rtl="0" algn="r">
              <a:spcBef>
                <a:spcPts val="0"/>
              </a:spcBef>
              <a:spcAft>
                <a:spcPts val="0"/>
              </a:spcAft>
              <a:buSzPts val="3600"/>
              <a:buFont typeface="Poppins SemiBold"/>
              <a:buNone/>
              <a:defRPr b="0" sz="3600">
                <a:latin typeface="Poppins SemiBold"/>
                <a:ea typeface="Poppins SemiBold"/>
                <a:cs typeface="Poppins SemiBold"/>
                <a:sym typeface="Poppins SemiBold"/>
              </a:defRPr>
            </a:lvl5pPr>
            <a:lvl6pPr lvl="5" rtl="0" algn="r">
              <a:spcBef>
                <a:spcPts val="0"/>
              </a:spcBef>
              <a:spcAft>
                <a:spcPts val="0"/>
              </a:spcAft>
              <a:buSzPts val="3600"/>
              <a:buFont typeface="Poppins SemiBold"/>
              <a:buNone/>
              <a:defRPr b="0" sz="3600">
                <a:latin typeface="Poppins SemiBold"/>
                <a:ea typeface="Poppins SemiBold"/>
                <a:cs typeface="Poppins SemiBold"/>
                <a:sym typeface="Poppins SemiBold"/>
              </a:defRPr>
            </a:lvl6pPr>
            <a:lvl7pPr lvl="6" rtl="0" algn="r">
              <a:spcBef>
                <a:spcPts val="0"/>
              </a:spcBef>
              <a:spcAft>
                <a:spcPts val="0"/>
              </a:spcAft>
              <a:buSzPts val="3600"/>
              <a:buFont typeface="Poppins SemiBold"/>
              <a:buNone/>
              <a:defRPr b="0" sz="3600">
                <a:latin typeface="Poppins SemiBold"/>
                <a:ea typeface="Poppins SemiBold"/>
                <a:cs typeface="Poppins SemiBold"/>
                <a:sym typeface="Poppins SemiBold"/>
              </a:defRPr>
            </a:lvl7pPr>
            <a:lvl8pPr lvl="7" rtl="0" algn="r">
              <a:spcBef>
                <a:spcPts val="0"/>
              </a:spcBef>
              <a:spcAft>
                <a:spcPts val="0"/>
              </a:spcAft>
              <a:buSzPts val="3600"/>
              <a:buFont typeface="Poppins SemiBold"/>
              <a:buNone/>
              <a:defRPr b="0" sz="3600">
                <a:latin typeface="Poppins SemiBold"/>
                <a:ea typeface="Poppins SemiBold"/>
                <a:cs typeface="Poppins SemiBold"/>
                <a:sym typeface="Poppins SemiBold"/>
              </a:defRPr>
            </a:lvl8pPr>
            <a:lvl9pPr lvl="8" rtl="0" algn="r">
              <a:spcBef>
                <a:spcPts val="0"/>
              </a:spcBef>
              <a:spcAft>
                <a:spcPts val="0"/>
              </a:spcAft>
              <a:buSzPts val="3600"/>
              <a:buFont typeface="Poppins SemiBold"/>
              <a:buNone/>
              <a:defRPr b="0" sz="3600">
                <a:latin typeface="Poppins SemiBold"/>
                <a:ea typeface="Poppins SemiBold"/>
                <a:cs typeface="Poppins SemiBold"/>
                <a:sym typeface="Poppins SemiBold"/>
              </a:defRPr>
            </a:lvl9pPr>
          </a:lstStyle>
          <a:p>
            <a:r>
              <a:t>xx%</a:t>
            </a:r>
          </a:p>
        </p:txBody>
      </p:sp>
      <p:sp>
        <p:nvSpPr>
          <p:cNvPr id="3596" name="Google Shape;3596;p13"/>
          <p:cNvSpPr txBox="1"/>
          <p:nvPr>
            <p:ph hasCustomPrompt="1" idx="2" type="title"/>
          </p:nvPr>
        </p:nvSpPr>
        <p:spPr>
          <a:xfrm>
            <a:off x="4614425" y="2724027"/>
            <a:ext cx="1320300" cy="541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Font typeface="Poppins SemiBold"/>
              <a:buNone/>
              <a:defRPr b="0" sz="3600">
                <a:latin typeface="Poppins SemiBold"/>
                <a:ea typeface="Poppins SemiBold"/>
                <a:cs typeface="Poppins SemiBold"/>
                <a:sym typeface="Poppins SemiBold"/>
              </a:defRPr>
            </a:lvl1pPr>
            <a:lvl2pPr lvl="1" rtl="0" algn="r">
              <a:spcBef>
                <a:spcPts val="0"/>
              </a:spcBef>
              <a:spcAft>
                <a:spcPts val="0"/>
              </a:spcAft>
              <a:buSzPts val="3600"/>
              <a:buFont typeface="Poppins SemiBold"/>
              <a:buNone/>
              <a:defRPr b="0" sz="3600">
                <a:latin typeface="Poppins SemiBold"/>
                <a:ea typeface="Poppins SemiBold"/>
                <a:cs typeface="Poppins SemiBold"/>
                <a:sym typeface="Poppins SemiBold"/>
              </a:defRPr>
            </a:lvl2pPr>
            <a:lvl3pPr lvl="2" rtl="0" algn="r">
              <a:spcBef>
                <a:spcPts val="0"/>
              </a:spcBef>
              <a:spcAft>
                <a:spcPts val="0"/>
              </a:spcAft>
              <a:buSzPts val="3600"/>
              <a:buFont typeface="Poppins SemiBold"/>
              <a:buNone/>
              <a:defRPr b="0" sz="3600">
                <a:latin typeface="Poppins SemiBold"/>
                <a:ea typeface="Poppins SemiBold"/>
                <a:cs typeface="Poppins SemiBold"/>
                <a:sym typeface="Poppins SemiBold"/>
              </a:defRPr>
            </a:lvl3pPr>
            <a:lvl4pPr lvl="3" rtl="0" algn="r">
              <a:spcBef>
                <a:spcPts val="0"/>
              </a:spcBef>
              <a:spcAft>
                <a:spcPts val="0"/>
              </a:spcAft>
              <a:buSzPts val="3600"/>
              <a:buFont typeface="Poppins SemiBold"/>
              <a:buNone/>
              <a:defRPr b="0" sz="3600">
                <a:latin typeface="Poppins SemiBold"/>
                <a:ea typeface="Poppins SemiBold"/>
                <a:cs typeface="Poppins SemiBold"/>
                <a:sym typeface="Poppins SemiBold"/>
              </a:defRPr>
            </a:lvl4pPr>
            <a:lvl5pPr lvl="4" rtl="0" algn="r">
              <a:spcBef>
                <a:spcPts val="0"/>
              </a:spcBef>
              <a:spcAft>
                <a:spcPts val="0"/>
              </a:spcAft>
              <a:buSzPts val="3600"/>
              <a:buFont typeface="Poppins SemiBold"/>
              <a:buNone/>
              <a:defRPr b="0" sz="3600">
                <a:latin typeface="Poppins SemiBold"/>
                <a:ea typeface="Poppins SemiBold"/>
                <a:cs typeface="Poppins SemiBold"/>
                <a:sym typeface="Poppins SemiBold"/>
              </a:defRPr>
            </a:lvl5pPr>
            <a:lvl6pPr lvl="5" rtl="0" algn="r">
              <a:spcBef>
                <a:spcPts val="0"/>
              </a:spcBef>
              <a:spcAft>
                <a:spcPts val="0"/>
              </a:spcAft>
              <a:buSzPts val="3600"/>
              <a:buFont typeface="Poppins SemiBold"/>
              <a:buNone/>
              <a:defRPr b="0" sz="3600">
                <a:latin typeface="Poppins SemiBold"/>
                <a:ea typeface="Poppins SemiBold"/>
                <a:cs typeface="Poppins SemiBold"/>
                <a:sym typeface="Poppins SemiBold"/>
              </a:defRPr>
            </a:lvl6pPr>
            <a:lvl7pPr lvl="6" rtl="0" algn="r">
              <a:spcBef>
                <a:spcPts val="0"/>
              </a:spcBef>
              <a:spcAft>
                <a:spcPts val="0"/>
              </a:spcAft>
              <a:buSzPts val="3600"/>
              <a:buFont typeface="Poppins SemiBold"/>
              <a:buNone/>
              <a:defRPr b="0" sz="3600">
                <a:latin typeface="Poppins SemiBold"/>
                <a:ea typeface="Poppins SemiBold"/>
                <a:cs typeface="Poppins SemiBold"/>
                <a:sym typeface="Poppins SemiBold"/>
              </a:defRPr>
            </a:lvl7pPr>
            <a:lvl8pPr lvl="7" rtl="0" algn="r">
              <a:spcBef>
                <a:spcPts val="0"/>
              </a:spcBef>
              <a:spcAft>
                <a:spcPts val="0"/>
              </a:spcAft>
              <a:buSzPts val="3600"/>
              <a:buFont typeface="Poppins SemiBold"/>
              <a:buNone/>
              <a:defRPr b="0" sz="3600">
                <a:latin typeface="Poppins SemiBold"/>
                <a:ea typeface="Poppins SemiBold"/>
                <a:cs typeface="Poppins SemiBold"/>
                <a:sym typeface="Poppins SemiBold"/>
              </a:defRPr>
            </a:lvl8pPr>
            <a:lvl9pPr lvl="8" rtl="0" algn="r">
              <a:spcBef>
                <a:spcPts val="0"/>
              </a:spcBef>
              <a:spcAft>
                <a:spcPts val="0"/>
              </a:spcAft>
              <a:buSzPts val="3600"/>
              <a:buFont typeface="Poppins SemiBold"/>
              <a:buNone/>
              <a:defRPr b="0" sz="3600">
                <a:latin typeface="Poppins SemiBold"/>
                <a:ea typeface="Poppins SemiBold"/>
                <a:cs typeface="Poppins SemiBold"/>
                <a:sym typeface="Poppins SemiBold"/>
              </a:defRPr>
            </a:lvl9pPr>
          </a:lstStyle>
          <a:p>
            <a:r>
              <a:t>xx%</a:t>
            </a:r>
          </a:p>
        </p:txBody>
      </p:sp>
      <p:sp>
        <p:nvSpPr>
          <p:cNvPr id="3597" name="Google Shape;3597;p13"/>
          <p:cNvSpPr txBox="1"/>
          <p:nvPr>
            <p:ph hasCustomPrompt="1" idx="3" type="title"/>
          </p:nvPr>
        </p:nvSpPr>
        <p:spPr>
          <a:xfrm>
            <a:off x="4614425" y="3827702"/>
            <a:ext cx="1320300" cy="541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Font typeface="Poppins SemiBold"/>
              <a:buNone/>
              <a:defRPr b="0" sz="3600">
                <a:latin typeface="Poppins SemiBold"/>
                <a:ea typeface="Poppins SemiBold"/>
                <a:cs typeface="Poppins SemiBold"/>
                <a:sym typeface="Poppins SemiBold"/>
              </a:defRPr>
            </a:lvl1pPr>
            <a:lvl2pPr lvl="1" rtl="0" algn="r">
              <a:spcBef>
                <a:spcPts val="0"/>
              </a:spcBef>
              <a:spcAft>
                <a:spcPts val="0"/>
              </a:spcAft>
              <a:buSzPts val="3600"/>
              <a:buFont typeface="Poppins SemiBold"/>
              <a:buNone/>
              <a:defRPr b="0" sz="3600">
                <a:latin typeface="Poppins SemiBold"/>
                <a:ea typeface="Poppins SemiBold"/>
                <a:cs typeface="Poppins SemiBold"/>
                <a:sym typeface="Poppins SemiBold"/>
              </a:defRPr>
            </a:lvl2pPr>
            <a:lvl3pPr lvl="2" rtl="0" algn="r">
              <a:spcBef>
                <a:spcPts val="0"/>
              </a:spcBef>
              <a:spcAft>
                <a:spcPts val="0"/>
              </a:spcAft>
              <a:buSzPts val="3600"/>
              <a:buFont typeface="Poppins SemiBold"/>
              <a:buNone/>
              <a:defRPr b="0" sz="3600">
                <a:latin typeface="Poppins SemiBold"/>
                <a:ea typeface="Poppins SemiBold"/>
                <a:cs typeface="Poppins SemiBold"/>
                <a:sym typeface="Poppins SemiBold"/>
              </a:defRPr>
            </a:lvl3pPr>
            <a:lvl4pPr lvl="3" rtl="0" algn="r">
              <a:spcBef>
                <a:spcPts val="0"/>
              </a:spcBef>
              <a:spcAft>
                <a:spcPts val="0"/>
              </a:spcAft>
              <a:buSzPts val="3600"/>
              <a:buFont typeface="Poppins SemiBold"/>
              <a:buNone/>
              <a:defRPr b="0" sz="3600">
                <a:latin typeface="Poppins SemiBold"/>
                <a:ea typeface="Poppins SemiBold"/>
                <a:cs typeface="Poppins SemiBold"/>
                <a:sym typeface="Poppins SemiBold"/>
              </a:defRPr>
            </a:lvl4pPr>
            <a:lvl5pPr lvl="4" rtl="0" algn="r">
              <a:spcBef>
                <a:spcPts val="0"/>
              </a:spcBef>
              <a:spcAft>
                <a:spcPts val="0"/>
              </a:spcAft>
              <a:buSzPts val="3600"/>
              <a:buFont typeface="Poppins SemiBold"/>
              <a:buNone/>
              <a:defRPr b="0" sz="3600">
                <a:latin typeface="Poppins SemiBold"/>
                <a:ea typeface="Poppins SemiBold"/>
                <a:cs typeface="Poppins SemiBold"/>
                <a:sym typeface="Poppins SemiBold"/>
              </a:defRPr>
            </a:lvl5pPr>
            <a:lvl6pPr lvl="5" rtl="0" algn="r">
              <a:spcBef>
                <a:spcPts val="0"/>
              </a:spcBef>
              <a:spcAft>
                <a:spcPts val="0"/>
              </a:spcAft>
              <a:buSzPts val="3600"/>
              <a:buFont typeface="Poppins SemiBold"/>
              <a:buNone/>
              <a:defRPr b="0" sz="3600">
                <a:latin typeface="Poppins SemiBold"/>
                <a:ea typeface="Poppins SemiBold"/>
                <a:cs typeface="Poppins SemiBold"/>
                <a:sym typeface="Poppins SemiBold"/>
              </a:defRPr>
            </a:lvl6pPr>
            <a:lvl7pPr lvl="6" rtl="0" algn="r">
              <a:spcBef>
                <a:spcPts val="0"/>
              </a:spcBef>
              <a:spcAft>
                <a:spcPts val="0"/>
              </a:spcAft>
              <a:buSzPts val="3600"/>
              <a:buFont typeface="Poppins SemiBold"/>
              <a:buNone/>
              <a:defRPr b="0" sz="3600">
                <a:latin typeface="Poppins SemiBold"/>
                <a:ea typeface="Poppins SemiBold"/>
                <a:cs typeface="Poppins SemiBold"/>
                <a:sym typeface="Poppins SemiBold"/>
              </a:defRPr>
            </a:lvl7pPr>
            <a:lvl8pPr lvl="7" rtl="0" algn="r">
              <a:spcBef>
                <a:spcPts val="0"/>
              </a:spcBef>
              <a:spcAft>
                <a:spcPts val="0"/>
              </a:spcAft>
              <a:buSzPts val="3600"/>
              <a:buFont typeface="Poppins SemiBold"/>
              <a:buNone/>
              <a:defRPr b="0" sz="3600">
                <a:latin typeface="Poppins SemiBold"/>
                <a:ea typeface="Poppins SemiBold"/>
                <a:cs typeface="Poppins SemiBold"/>
                <a:sym typeface="Poppins SemiBold"/>
              </a:defRPr>
            </a:lvl8pPr>
            <a:lvl9pPr lvl="8" rtl="0" algn="r">
              <a:spcBef>
                <a:spcPts val="0"/>
              </a:spcBef>
              <a:spcAft>
                <a:spcPts val="0"/>
              </a:spcAft>
              <a:buSzPts val="3600"/>
              <a:buFont typeface="Poppins SemiBold"/>
              <a:buNone/>
              <a:defRPr b="0" sz="3600">
                <a:latin typeface="Poppins SemiBold"/>
                <a:ea typeface="Poppins SemiBold"/>
                <a:cs typeface="Poppins SemiBold"/>
                <a:sym typeface="Poppins SemiBold"/>
              </a:defRPr>
            </a:lvl9pPr>
          </a:lstStyle>
          <a:p>
            <a:r>
              <a:t>xx%</a:t>
            </a:r>
          </a:p>
        </p:txBody>
      </p:sp>
      <p:sp>
        <p:nvSpPr>
          <p:cNvPr id="3598" name="Google Shape;3598;p13"/>
          <p:cNvSpPr txBox="1"/>
          <p:nvPr>
            <p:ph hasCustomPrompt="1" idx="4" type="title"/>
          </p:nvPr>
        </p:nvSpPr>
        <p:spPr>
          <a:xfrm>
            <a:off x="158725" y="854377"/>
            <a:ext cx="1320300" cy="541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Font typeface="Poppins SemiBold"/>
              <a:buNone/>
              <a:defRPr b="0" sz="3600">
                <a:latin typeface="Poppins SemiBold"/>
                <a:ea typeface="Poppins SemiBold"/>
                <a:cs typeface="Poppins SemiBold"/>
                <a:sym typeface="Poppins SemiBold"/>
              </a:defRPr>
            </a:lvl1pPr>
            <a:lvl2pPr lvl="1" rtl="0" algn="r">
              <a:spcBef>
                <a:spcPts val="0"/>
              </a:spcBef>
              <a:spcAft>
                <a:spcPts val="0"/>
              </a:spcAft>
              <a:buSzPts val="3600"/>
              <a:buFont typeface="Poppins SemiBold"/>
              <a:buNone/>
              <a:defRPr b="0" sz="3600">
                <a:latin typeface="Poppins SemiBold"/>
                <a:ea typeface="Poppins SemiBold"/>
                <a:cs typeface="Poppins SemiBold"/>
                <a:sym typeface="Poppins SemiBold"/>
              </a:defRPr>
            </a:lvl2pPr>
            <a:lvl3pPr lvl="2" rtl="0" algn="r">
              <a:spcBef>
                <a:spcPts val="0"/>
              </a:spcBef>
              <a:spcAft>
                <a:spcPts val="0"/>
              </a:spcAft>
              <a:buSzPts val="3600"/>
              <a:buFont typeface="Poppins SemiBold"/>
              <a:buNone/>
              <a:defRPr b="0" sz="3600">
                <a:latin typeface="Poppins SemiBold"/>
                <a:ea typeface="Poppins SemiBold"/>
                <a:cs typeface="Poppins SemiBold"/>
                <a:sym typeface="Poppins SemiBold"/>
              </a:defRPr>
            </a:lvl3pPr>
            <a:lvl4pPr lvl="3" rtl="0" algn="r">
              <a:spcBef>
                <a:spcPts val="0"/>
              </a:spcBef>
              <a:spcAft>
                <a:spcPts val="0"/>
              </a:spcAft>
              <a:buSzPts val="3600"/>
              <a:buFont typeface="Poppins SemiBold"/>
              <a:buNone/>
              <a:defRPr b="0" sz="3600">
                <a:latin typeface="Poppins SemiBold"/>
                <a:ea typeface="Poppins SemiBold"/>
                <a:cs typeface="Poppins SemiBold"/>
                <a:sym typeface="Poppins SemiBold"/>
              </a:defRPr>
            </a:lvl4pPr>
            <a:lvl5pPr lvl="4" rtl="0" algn="r">
              <a:spcBef>
                <a:spcPts val="0"/>
              </a:spcBef>
              <a:spcAft>
                <a:spcPts val="0"/>
              </a:spcAft>
              <a:buSzPts val="3600"/>
              <a:buFont typeface="Poppins SemiBold"/>
              <a:buNone/>
              <a:defRPr b="0" sz="3600">
                <a:latin typeface="Poppins SemiBold"/>
                <a:ea typeface="Poppins SemiBold"/>
                <a:cs typeface="Poppins SemiBold"/>
                <a:sym typeface="Poppins SemiBold"/>
              </a:defRPr>
            </a:lvl5pPr>
            <a:lvl6pPr lvl="5" rtl="0" algn="r">
              <a:spcBef>
                <a:spcPts val="0"/>
              </a:spcBef>
              <a:spcAft>
                <a:spcPts val="0"/>
              </a:spcAft>
              <a:buSzPts val="3600"/>
              <a:buFont typeface="Poppins SemiBold"/>
              <a:buNone/>
              <a:defRPr b="0" sz="3600">
                <a:latin typeface="Poppins SemiBold"/>
                <a:ea typeface="Poppins SemiBold"/>
                <a:cs typeface="Poppins SemiBold"/>
                <a:sym typeface="Poppins SemiBold"/>
              </a:defRPr>
            </a:lvl6pPr>
            <a:lvl7pPr lvl="6" rtl="0" algn="r">
              <a:spcBef>
                <a:spcPts val="0"/>
              </a:spcBef>
              <a:spcAft>
                <a:spcPts val="0"/>
              </a:spcAft>
              <a:buSzPts val="3600"/>
              <a:buFont typeface="Poppins SemiBold"/>
              <a:buNone/>
              <a:defRPr b="0" sz="3600">
                <a:latin typeface="Poppins SemiBold"/>
                <a:ea typeface="Poppins SemiBold"/>
                <a:cs typeface="Poppins SemiBold"/>
                <a:sym typeface="Poppins SemiBold"/>
              </a:defRPr>
            </a:lvl7pPr>
            <a:lvl8pPr lvl="7" rtl="0" algn="r">
              <a:spcBef>
                <a:spcPts val="0"/>
              </a:spcBef>
              <a:spcAft>
                <a:spcPts val="0"/>
              </a:spcAft>
              <a:buSzPts val="3600"/>
              <a:buFont typeface="Poppins SemiBold"/>
              <a:buNone/>
              <a:defRPr b="0" sz="3600">
                <a:latin typeface="Poppins SemiBold"/>
                <a:ea typeface="Poppins SemiBold"/>
                <a:cs typeface="Poppins SemiBold"/>
                <a:sym typeface="Poppins SemiBold"/>
              </a:defRPr>
            </a:lvl8pPr>
            <a:lvl9pPr lvl="8" rtl="0" algn="r">
              <a:spcBef>
                <a:spcPts val="0"/>
              </a:spcBef>
              <a:spcAft>
                <a:spcPts val="0"/>
              </a:spcAft>
              <a:buSzPts val="3600"/>
              <a:buFont typeface="Poppins SemiBold"/>
              <a:buNone/>
              <a:defRPr b="0" sz="3600">
                <a:latin typeface="Poppins SemiBold"/>
                <a:ea typeface="Poppins SemiBold"/>
                <a:cs typeface="Poppins SemiBold"/>
                <a:sym typeface="Poppins SemiBold"/>
              </a:defRPr>
            </a:lvl9pPr>
          </a:lstStyle>
          <a:p>
            <a:r>
              <a:t>xx%</a:t>
            </a:r>
          </a:p>
        </p:txBody>
      </p:sp>
      <p:sp>
        <p:nvSpPr>
          <p:cNvPr id="3599" name="Google Shape;3599;p13"/>
          <p:cNvSpPr txBox="1"/>
          <p:nvPr>
            <p:ph hasCustomPrompt="1" idx="5" type="title"/>
          </p:nvPr>
        </p:nvSpPr>
        <p:spPr>
          <a:xfrm>
            <a:off x="158725" y="1958052"/>
            <a:ext cx="1320300" cy="541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Font typeface="Poppins SemiBold"/>
              <a:buNone/>
              <a:defRPr b="0" sz="3600">
                <a:latin typeface="Poppins SemiBold"/>
                <a:ea typeface="Poppins SemiBold"/>
                <a:cs typeface="Poppins SemiBold"/>
                <a:sym typeface="Poppins SemiBold"/>
              </a:defRPr>
            </a:lvl1pPr>
            <a:lvl2pPr lvl="1" rtl="0" algn="r">
              <a:spcBef>
                <a:spcPts val="0"/>
              </a:spcBef>
              <a:spcAft>
                <a:spcPts val="0"/>
              </a:spcAft>
              <a:buSzPts val="3600"/>
              <a:buFont typeface="Poppins SemiBold"/>
              <a:buNone/>
              <a:defRPr b="0" sz="3600">
                <a:latin typeface="Poppins SemiBold"/>
                <a:ea typeface="Poppins SemiBold"/>
                <a:cs typeface="Poppins SemiBold"/>
                <a:sym typeface="Poppins SemiBold"/>
              </a:defRPr>
            </a:lvl2pPr>
            <a:lvl3pPr lvl="2" rtl="0" algn="r">
              <a:spcBef>
                <a:spcPts val="0"/>
              </a:spcBef>
              <a:spcAft>
                <a:spcPts val="0"/>
              </a:spcAft>
              <a:buSzPts val="3600"/>
              <a:buFont typeface="Poppins SemiBold"/>
              <a:buNone/>
              <a:defRPr b="0" sz="3600">
                <a:latin typeface="Poppins SemiBold"/>
                <a:ea typeface="Poppins SemiBold"/>
                <a:cs typeface="Poppins SemiBold"/>
                <a:sym typeface="Poppins SemiBold"/>
              </a:defRPr>
            </a:lvl3pPr>
            <a:lvl4pPr lvl="3" rtl="0" algn="r">
              <a:spcBef>
                <a:spcPts val="0"/>
              </a:spcBef>
              <a:spcAft>
                <a:spcPts val="0"/>
              </a:spcAft>
              <a:buSzPts val="3600"/>
              <a:buFont typeface="Poppins SemiBold"/>
              <a:buNone/>
              <a:defRPr b="0" sz="3600">
                <a:latin typeface="Poppins SemiBold"/>
                <a:ea typeface="Poppins SemiBold"/>
                <a:cs typeface="Poppins SemiBold"/>
                <a:sym typeface="Poppins SemiBold"/>
              </a:defRPr>
            </a:lvl4pPr>
            <a:lvl5pPr lvl="4" rtl="0" algn="r">
              <a:spcBef>
                <a:spcPts val="0"/>
              </a:spcBef>
              <a:spcAft>
                <a:spcPts val="0"/>
              </a:spcAft>
              <a:buSzPts val="3600"/>
              <a:buFont typeface="Poppins SemiBold"/>
              <a:buNone/>
              <a:defRPr b="0" sz="3600">
                <a:latin typeface="Poppins SemiBold"/>
                <a:ea typeface="Poppins SemiBold"/>
                <a:cs typeface="Poppins SemiBold"/>
                <a:sym typeface="Poppins SemiBold"/>
              </a:defRPr>
            </a:lvl5pPr>
            <a:lvl6pPr lvl="5" rtl="0" algn="r">
              <a:spcBef>
                <a:spcPts val="0"/>
              </a:spcBef>
              <a:spcAft>
                <a:spcPts val="0"/>
              </a:spcAft>
              <a:buSzPts val="3600"/>
              <a:buFont typeface="Poppins SemiBold"/>
              <a:buNone/>
              <a:defRPr b="0" sz="3600">
                <a:latin typeface="Poppins SemiBold"/>
                <a:ea typeface="Poppins SemiBold"/>
                <a:cs typeface="Poppins SemiBold"/>
                <a:sym typeface="Poppins SemiBold"/>
              </a:defRPr>
            </a:lvl6pPr>
            <a:lvl7pPr lvl="6" rtl="0" algn="r">
              <a:spcBef>
                <a:spcPts val="0"/>
              </a:spcBef>
              <a:spcAft>
                <a:spcPts val="0"/>
              </a:spcAft>
              <a:buSzPts val="3600"/>
              <a:buFont typeface="Poppins SemiBold"/>
              <a:buNone/>
              <a:defRPr b="0" sz="3600">
                <a:latin typeface="Poppins SemiBold"/>
                <a:ea typeface="Poppins SemiBold"/>
                <a:cs typeface="Poppins SemiBold"/>
                <a:sym typeface="Poppins SemiBold"/>
              </a:defRPr>
            </a:lvl7pPr>
            <a:lvl8pPr lvl="7" rtl="0" algn="r">
              <a:spcBef>
                <a:spcPts val="0"/>
              </a:spcBef>
              <a:spcAft>
                <a:spcPts val="0"/>
              </a:spcAft>
              <a:buSzPts val="3600"/>
              <a:buFont typeface="Poppins SemiBold"/>
              <a:buNone/>
              <a:defRPr b="0" sz="3600">
                <a:latin typeface="Poppins SemiBold"/>
                <a:ea typeface="Poppins SemiBold"/>
                <a:cs typeface="Poppins SemiBold"/>
                <a:sym typeface="Poppins SemiBold"/>
              </a:defRPr>
            </a:lvl8pPr>
            <a:lvl9pPr lvl="8" rtl="0" algn="r">
              <a:spcBef>
                <a:spcPts val="0"/>
              </a:spcBef>
              <a:spcAft>
                <a:spcPts val="0"/>
              </a:spcAft>
              <a:buSzPts val="3600"/>
              <a:buFont typeface="Poppins SemiBold"/>
              <a:buNone/>
              <a:defRPr b="0" sz="3600">
                <a:latin typeface="Poppins SemiBold"/>
                <a:ea typeface="Poppins SemiBold"/>
                <a:cs typeface="Poppins SemiBold"/>
                <a:sym typeface="Poppins SemiBold"/>
              </a:defRPr>
            </a:lvl9pPr>
          </a:lstStyle>
          <a:p>
            <a:r>
              <a:t>xx%</a:t>
            </a:r>
          </a:p>
        </p:txBody>
      </p:sp>
      <p:sp>
        <p:nvSpPr>
          <p:cNvPr id="3600" name="Google Shape;3600;p13"/>
          <p:cNvSpPr txBox="1"/>
          <p:nvPr>
            <p:ph hasCustomPrompt="1" idx="6" type="title"/>
          </p:nvPr>
        </p:nvSpPr>
        <p:spPr>
          <a:xfrm>
            <a:off x="158725" y="3061727"/>
            <a:ext cx="1320300" cy="541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Font typeface="Poppins SemiBold"/>
              <a:buNone/>
              <a:defRPr b="0" sz="3600">
                <a:latin typeface="Poppins SemiBold"/>
                <a:ea typeface="Poppins SemiBold"/>
                <a:cs typeface="Poppins SemiBold"/>
                <a:sym typeface="Poppins SemiBold"/>
              </a:defRPr>
            </a:lvl1pPr>
            <a:lvl2pPr lvl="1" rtl="0" algn="r">
              <a:spcBef>
                <a:spcPts val="0"/>
              </a:spcBef>
              <a:spcAft>
                <a:spcPts val="0"/>
              </a:spcAft>
              <a:buSzPts val="3600"/>
              <a:buFont typeface="Poppins SemiBold"/>
              <a:buNone/>
              <a:defRPr b="0" sz="3600">
                <a:latin typeface="Poppins SemiBold"/>
                <a:ea typeface="Poppins SemiBold"/>
                <a:cs typeface="Poppins SemiBold"/>
                <a:sym typeface="Poppins SemiBold"/>
              </a:defRPr>
            </a:lvl2pPr>
            <a:lvl3pPr lvl="2" rtl="0" algn="r">
              <a:spcBef>
                <a:spcPts val="0"/>
              </a:spcBef>
              <a:spcAft>
                <a:spcPts val="0"/>
              </a:spcAft>
              <a:buSzPts val="3600"/>
              <a:buFont typeface="Poppins SemiBold"/>
              <a:buNone/>
              <a:defRPr b="0" sz="3600">
                <a:latin typeface="Poppins SemiBold"/>
                <a:ea typeface="Poppins SemiBold"/>
                <a:cs typeface="Poppins SemiBold"/>
                <a:sym typeface="Poppins SemiBold"/>
              </a:defRPr>
            </a:lvl3pPr>
            <a:lvl4pPr lvl="3" rtl="0" algn="r">
              <a:spcBef>
                <a:spcPts val="0"/>
              </a:spcBef>
              <a:spcAft>
                <a:spcPts val="0"/>
              </a:spcAft>
              <a:buSzPts val="3600"/>
              <a:buFont typeface="Poppins SemiBold"/>
              <a:buNone/>
              <a:defRPr b="0" sz="3600">
                <a:latin typeface="Poppins SemiBold"/>
                <a:ea typeface="Poppins SemiBold"/>
                <a:cs typeface="Poppins SemiBold"/>
                <a:sym typeface="Poppins SemiBold"/>
              </a:defRPr>
            </a:lvl4pPr>
            <a:lvl5pPr lvl="4" rtl="0" algn="r">
              <a:spcBef>
                <a:spcPts val="0"/>
              </a:spcBef>
              <a:spcAft>
                <a:spcPts val="0"/>
              </a:spcAft>
              <a:buSzPts val="3600"/>
              <a:buFont typeface="Poppins SemiBold"/>
              <a:buNone/>
              <a:defRPr b="0" sz="3600">
                <a:latin typeface="Poppins SemiBold"/>
                <a:ea typeface="Poppins SemiBold"/>
                <a:cs typeface="Poppins SemiBold"/>
                <a:sym typeface="Poppins SemiBold"/>
              </a:defRPr>
            </a:lvl5pPr>
            <a:lvl6pPr lvl="5" rtl="0" algn="r">
              <a:spcBef>
                <a:spcPts val="0"/>
              </a:spcBef>
              <a:spcAft>
                <a:spcPts val="0"/>
              </a:spcAft>
              <a:buSzPts val="3600"/>
              <a:buFont typeface="Poppins SemiBold"/>
              <a:buNone/>
              <a:defRPr b="0" sz="3600">
                <a:latin typeface="Poppins SemiBold"/>
                <a:ea typeface="Poppins SemiBold"/>
                <a:cs typeface="Poppins SemiBold"/>
                <a:sym typeface="Poppins SemiBold"/>
              </a:defRPr>
            </a:lvl6pPr>
            <a:lvl7pPr lvl="6" rtl="0" algn="r">
              <a:spcBef>
                <a:spcPts val="0"/>
              </a:spcBef>
              <a:spcAft>
                <a:spcPts val="0"/>
              </a:spcAft>
              <a:buSzPts val="3600"/>
              <a:buFont typeface="Poppins SemiBold"/>
              <a:buNone/>
              <a:defRPr b="0" sz="3600">
                <a:latin typeface="Poppins SemiBold"/>
                <a:ea typeface="Poppins SemiBold"/>
                <a:cs typeface="Poppins SemiBold"/>
                <a:sym typeface="Poppins SemiBold"/>
              </a:defRPr>
            </a:lvl7pPr>
            <a:lvl8pPr lvl="7" rtl="0" algn="r">
              <a:spcBef>
                <a:spcPts val="0"/>
              </a:spcBef>
              <a:spcAft>
                <a:spcPts val="0"/>
              </a:spcAft>
              <a:buSzPts val="3600"/>
              <a:buFont typeface="Poppins SemiBold"/>
              <a:buNone/>
              <a:defRPr b="0" sz="3600">
                <a:latin typeface="Poppins SemiBold"/>
                <a:ea typeface="Poppins SemiBold"/>
                <a:cs typeface="Poppins SemiBold"/>
                <a:sym typeface="Poppins SemiBold"/>
              </a:defRPr>
            </a:lvl8pPr>
            <a:lvl9pPr lvl="8" rtl="0" algn="r">
              <a:spcBef>
                <a:spcPts val="0"/>
              </a:spcBef>
              <a:spcAft>
                <a:spcPts val="0"/>
              </a:spcAft>
              <a:buSzPts val="3600"/>
              <a:buFont typeface="Poppins SemiBold"/>
              <a:buNone/>
              <a:defRPr b="0" sz="3600">
                <a:latin typeface="Poppins SemiBold"/>
                <a:ea typeface="Poppins SemiBold"/>
                <a:cs typeface="Poppins SemiBold"/>
                <a:sym typeface="Poppins SemiBold"/>
              </a:defRPr>
            </a:lvl9pPr>
          </a:lstStyle>
          <a:p>
            <a:r>
              <a:t>xx%</a:t>
            </a:r>
          </a:p>
        </p:txBody>
      </p:sp>
      <p:sp>
        <p:nvSpPr>
          <p:cNvPr id="3601" name="Google Shape;3601;p13"/>
          <p:cNvSpPr txBox="1"/>
          <p:nvPr>
            <p:ph idx="7" type="title"/>
          </p:nvPr>
        </p:nvSpPr>
        <p:spPr>
          <a:xfrm>
            <a:off x="1700775" y="523143"/>
            <a:ext cx="2752200" cy="435900"/>
          </a:xfrm>
          <a:prstGeom prst="rect">
            <a:avLst/>
          </a:prstGeom>
        </p:spPr>
        <p:txBody>
          <a:bodyPr anchorCtr="0" anchor="t" bIns="91425" lIns="91425" spcFirstLastPara="1" rIns="91425" wrap="square" tIns="91425">
            <a:noAutofit/>
          </a:bodyPr>
          <a:lstStyle>
            <a:lvl1pPr lv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algn="l">
              <a:spcBef>
                <a:spcPts val="0"/>
              </a:spcBef>
              <a:spcAft>
                <a:spcPts val="0"/>
              </a:spcAft>
              <a:buSzPts val="1800"/>
              <a:buNone/>
              <a:defRPr>
                <a:latin typeface="Poppins Light"/>
                <a:ea typeface="Poppins Light"/>
                <a:cs typeface="Poppins Light"/>
                <a:sym typeface="Poppins Light"/>
              </a:defRPr>
            </a:lvl2pPr>
            <a:lvl3pPr lvl="2" algn="l">
              <a:spcBef>
                <a:spcPts val="0"/>
              </a:spcBef>
              <a:spcAft>
                <a:spcPts val="0"/>
              </a:spcAft>
              <a:buSzPts val="1800"/>
              <a:buNone/>
              <a:defRPr>
                <a:latin typeface="Poppins Light"/>
                <a:ea typeface="Poppins Light"/>
                <a:cs typeface="Poppins Light"/>
                <a:sym typeface="Poppins Light"/>
              </a:defRPr>
            </a:lvl3pPr>
            <a:lvl4pPr lvl="3" algn="l">
              <a:spcBef>
                <a:spcPts val="0"/>
              </a:spcBef>
              <a:spcAft>
                <a:spcPts val="0"/>
              </a:spcAft>
              <a:buSzPts val="1800"/>
              <a:buNone/>
              <a:defRPr>
                <a:latin typeface="Poppins Light"/>
                <a:ea typeface="Poppins Light"/>
                <a:cs typeface="Poppins Light"/>
                <a:sym typeface="Poppins Light"/>
              </a:defRPr>
            </a:lvl4pPr>
            <a:lvl5pPr lvl="4" algn="l">
              <a:spcBef>
                <a:spcPts val="0"/>
              </a:spcBef>
              <a:spcAft>
                <a:spcPts val="0"/>
              </a:spcAft>
              <a:buSzPts val="1800"/>
              <a:buNone/>
              <a:defRPr>
                <a:latin typeface="Poppins Light"/>
                <a:ea typeface="Poppins Light"/>
                <a:cs typeface="Poppins Light"/>
                <a:sym typeface="Poppins Light"/>
              </a:defRPr>
            </a:lvl5pPr>
            <a:lvl6pPr lvl="5" algn="l">
              <a:spcBef>
                <a:spcPts val="0"/>
              </a:spcBef>
              <a:spcAft>
                <a:spcPts val="0"/>
              </a:spcAft>
              <a:buSzPts val="1800"/>
              <a:buNone/>
              <a:defRPr>
                <a:latin typeface="Poppins Light"/>
                <a:ea typeface="Poppins Light"/>
                <a:cs typeface="Poppins Light"/>
                <a:sym typeface="Poppins Light"/>
              </a:defRPr>
            </a:lvl6pPr>
            <a:lvl7pPr lvl="6" algn="l">
              <a:spcBef>
                <a:spcPts val="0"/>
              </a:spcBef>
              <a:spcAft>
                <a:spcPts val="0"/>
              </a:spcAft>
              <a:buSzPts val="1800"/>
              <a:buNone/>
              <a:defRPr>
                <a:latin typeface="Poppins Light"/>
                <a:ea typeface="Poppins Light"/>
                <a:cs typeface="Poppins Light"/>
                <a:sym typeface="Poppins Light"/>
              </a:defRPr>
            </a:lvl7pPr>
            <a:lvl8pPr lvl="7" algn="l">
              <a:spcBef>
                <a:spcPts val="0"/>
              </a:spcBef>
              <a:spcAft>
                <a:spcPts val="0"/>
              </a:spcAft>
              <a:buSzPts val="1800"/>
              <a:buNone/>
              <a:defRPr>
                <a:latin typeface="Poppins Light"/>
                <a:ea typeface="Poppins Light"/>
                <a:cs typeface="Poppins Light"/>
                <a:sym typeface="Poppins Light"/>
              </a:defRPr>
            </a:lvl8pPr>
            <a:lvl9pPr lvl="8" algn="l">
              <a:spcBef>
                <a:spcPts val="0"/>
              </a:spcBef>
              <a:spcAft>
                <a:spcPts val="0"/>
              </a:spcAft>
              <a:buSzPts val="1800"/>
              <a:buNone/>
              <a:defRPr>
                <a:latin typeface="Poppins Light"/>
                <a:ea typeface="Poppins Light"/>
                <a:cs typeface="Poppins Light"/>
                <a:sym typeface="Poppins Light"/>
              </a:defRPr>
            </a:lvl9pPr>
          </a:lstStyle>
          <a:p/>
        </p:txBody>
      </p:sp>
      <p:sp>
        <p:nvSpPr>
          <p:cNvPr id="3602" name="Google Shape;3602;p13"/>
          <p:cNvSpPr txBox="1"/>
          <p:nvPr>
            <p:ph idx="1" type="subTitle"/>
          </p:nvPr>
        </p:nvSpPr>
        <p:spPr>
          <a:xfrm>
            <a:off x="1701000" y="885464"/>
            <a:ext cx="2413800" cy="43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p:txBody>
      </p:sp>
      <p:sp>
        <p:nvSpPr>
          <p:cNvPr id="3603" name="Google Shape;3603;p13"/>
          <p:cNvSpPr txBox="1"/>
          <p:nvPr>
            <p:ph idx="8" type="title"/>
          </p:nvPr>
        </p:nvSpPr>
        <p:spPr>
          <a:xfrm>
            <a:off x="1700775" y="1638743"/>
            <a:ext cx="2752200" cy="435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rtl="0" algn="l">
              <a:spcBef>
                <a:spcPts val="0"/>
              </a:spcBef>
              <a:spcAft>
                <a:spcPts val="0"/>
              </a:spcAft>
              <a:buSzPts val="1800"/>
              <a:buNone/>
              <a:defRPr>
                <a:latin typeface="Poppins Light"/>
                <a:ea typeface="Poppins Light"/>
                <a:cs typeface="Poppins Light"/>
                <a:sym typeface="Poppins Light"/>
              </a:defRPr>
            </a:lvl2pPr>
            <a:lvl3pPr lvl="2" rtl="0" algn="l">
              <a:spcBef>
                <a:spcPts val="0"/>
              </a:spcBef>
              <a:spcAft>
                <a:spcPts val="0"/>
              </a:spcAft>
              <a:buSzPts val="1800"/>
              <a:buNone/>
              <a:defRPr>
                <a:latin typeface="Poppins Light"/>
                <a:ea typeface="Poppins Light"/>
                <a:cs typeface="Poppins Light"/>
                <a:sym typeface="Poppins Light"/>
              </a:defRPr>
            </a:lvl3pPr>
            <a:lvl4pPr lvl="3" rtl="0" algn="l">
              <a:spcBef>
                <a:spcPts val="0"/>
              </a:spcBef>
              <a:spcAft>
                <a:spcPts val="0"/>
              </a:spcAft>
              <a:buSzPts val="1800"/>
              <a:buNone/>
              <a:defRPr>
                <a:latin typeface="Poppins Light"/>
                <a:ea typeface="Poppins Light"/>
                <a:cs typeface="Poppins Light"/>
                <a:sym typeface="Poppins Light"/>
              </a:defRPr>
            </a:lvl4pPr>
            <a:lvl5pPr lvl="4" rtl="0" algn="l">
              <a:spcBef>
                <a:spcPts val="0"/>
              </a:spcBef>
              <a:spcAft>
                <a:spcPts val="0"/>
              </a:spcAft>
              <a:buSzPts val="1800"/>
              <a:buNone/>
              <a:defRPr>
                <a:latin typeface="Poppins Light"/>
                <a:ea typeface="Poppins Light"/>
                <a:cs typeface="Poppins Light"/>
                <a:sym typeface="Poppins Light"/>
              </a:defRPr>
            </a:lvl5pPr>
            <a:lvl6pPr lvl="5" rtl="0" algn="l">
              <a:spcBef>
                <a:spcPts val="0"/>
              </a:spcBef>
              <a:spcAft>
                <a:spcPts val="0"/>
              </a:spcAft>
              <a:buSzPts val="1800"/>
              <a:buNone/>
              <a:defRPr>
                <a:latin typeface="Poppins Light"/>
                <a:ea typeface="Poppins Light"/>
                <a:cs typeface="Poppins Light"/>
                <a:sym typeface="Poppins Light"/>
              </a:defRPr>
            </a:lvl6pPr>
            <a:lvl7pPr lvl="6" rtl="0" algn="l">
              <a:spcBef>
                <a:spcPts val="0"/>
              </a:spcBef>
              <a:spcAft>
                <a:spcPts val="0"/>
              </a:spcAft>
              <a:buSzPts val="1800"/>
              <a:buNone/>
              <a:defRPr>
                <a:latin typeface="Poppins Light"/>
                <a:ea typeface="Poppins Light"/>
                <a:cs typeface="Poppins Light"/>
                <a:sym typeface="Poppins Light"/>
              </a:defRPr>
            </a:lvl7pPr>
            <a:lvl8pPr lvl="7" rtl="0" algn="l">
              <a:spcBef>
                <a:spcPts val="0"/>
              </a:spcBef>
              <a:spcAft>
                <a:spcPts val="0"/>
              </a:spcAft>
              <a:buSzPts val="1800"/>
              <a:buNone/>
              <a:defRPr>
                <a:latin typeface="Poppins Light"/>
                <a:ea typeface="Poppins Light"/>
                <a:cs typeface="Poppins Light"/>
                <a:sym typeface="Poppins Light"/>
              </a:defRPr>
            </a:lvl8pPr>
            <a:lvl9pPr lvl="8" rtl="0" algn="l">
              <a:spcBef>
                <a:spcPts val="0"/>
              </a:spcBef>
              <a:spcAft>
                <a:spcPts val="0"/>
              </a:spcAft>
              <a:buSzPts val="1800"/>
              <a:buNone/>
              <a:defRPr>
                <a:latin typeface="Poppins Light"/>
                <a:ea typeface="Poppins Light"/>
                <a:cs typeface="Poppins Light"/>
                <a:sym typeface="Poppins Light"/>
              </a:defRPr>
            </a:lvl9pPr>
          </a:lstStyle>
          <a:p/>
        </p:txBody>
      </p:sp>
      <p:sp>
        <p:nvSpPr>
          <p:cNvPr id="3604" name="Google Shape;3604;p13"/>
          <p:cNvSpPr txBox="1"/>
          <p:nvPr>
            <p:ph idx="9" type="subTitle"/>
          </p:nvPr>
        </p:nvSpPr>
        <p:spPr>
          <a:xfrm>
            <a:off x="1701000" y="2001064"/>
            <a:ext cx="2413800" cy="435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605" name="Google Shape;3605;p13"/>
          <p:cNvSpPr txBox="1"/>
          <p:nvPr>
            <p:ph idx="13" type="title"/>
          </p:nvPr>
        </p:nvSpPr>
        <p:spPr>
          <a:xfrm>
            <a:off x="1700775" y="2742418"/>
            <a:ext cx="2752200" cy="435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rtl="0" algn="l">
              <a:spcBef>
                <a:spcPts val="0"/>
              </a:spcBef>
              <a:spcAft>
                <a:spcPts val="0"/>
              </a:spcAft>
              <a:buSzPts val="1800"/>
              <a:buNone/>
              <a:defRPr>
                <a:latin typeface="Poppins Light"/>
                <a:ea typeface="Poppins Light"/>
                <a:cs typeface="Poppins Light"/>
                <a:sym typeface="Poppins Light"/>
              </a:defRPr>
            </a:lvl2pPr>
            <a:lvl3pPr lvl="2" rtl="0" algn="l">
              <a:spcBef>
                <a:spcPts val="0"/>
              </a:spcBef>
              <a:spcAft>
                <a:spcPts val="0"/>
              </a:spcAft>
              <a:buSzPts val="1800"/>
              <a:buNone/>
              <a:defRPr>
                <a:latin typeface="Poppins Light"/>
                <a:ea typeface="Poppins Light"/>
                <a:cs typeface="Poppins Light"/>
                <a:sym typeface="Poppins Light"/>
              </a:defRPr>
            </a:lvl3pPr>
            <a:lvl4pPr lvl="3" rtl="0" algn="l">
              <a:spcBef>
                <a:spcPts val="0"/>
              </a:spcBef>
              <a:spcAft>
                <a:spcPts val="0"/>
              </a:spcAft>
              <a:buSzPts val="1800"/>
              <a:buNone/>
              <a:defRPr>
                <a:latin typeface="Poppins Light"/>
                <a:ea typeface="Poppins Light"/>
                <a:cs typeface="Poppins Light"/>
                <a:sym typeface="Poppins Light"/>
              </a:defRPr>
            </a:lvl4pPr>
            <a:lvl5pPr lvl="4" rtl="0" algn="l">
              <a:spcBef>
                <a:spcPts val="0"/>
              </a:spcBef>
              <a:spcAft>
                <a:spcPts val="0"/>
              </a:spcAft>
              <a:buSzPts val="1800"/>
              <a:buNone/>
              <a:defRPr>
                <a:latin typeface="Poppins Light"/>
                <a:ea typeface="Poppins Light"/>
                <a:cs typeface="Poppins Light"/>
                <a:sym typeface="Poppins Light"/>
              </a:defRPr>
            </a:lvl5pPr>
            <a:lvl6pPr lvl="5" rtl="0" algn="l">
              <a:spcBef>
                <a:spcPts val="0"/>
              </a:spcBef>
              <a:spcAft>
                <a:spcPts val="0"/>
              </a:spcAft>
              <a:buSzPts val="1800"/>
              <a:buNone/>
              <a:defRPr>
                <a:latin typeface="Poppins Light"/>
                <a:ea typeface="Poppins Light"/>
                <a:cs typeface="Poppins Light"/>
                <a:sym typeface="Poppins Light"/>
              </a:defRPr>
            </a:lvl6pPr>
            <a:lvl7pPr lvl="6" rtl="0" algn="l">
              <a:spcBef>
                <a:spcPts val="0"/>
              </a:spcBef>
              <a:spcAft>
                <a:spcPts val="0"/>
              </a:spcAft>
              <a:buSzPts val="1800"/>
              <a:buNone/>
              <a:defRPr>
                <a:latin typeface="Poppins Light"/>
                <a:ea typeface="Poppins Light"/>
                <a:cs typeface="Poppins Light"/>
                <a:sym typeface="Poppins Light"/>
              </a:defRPr>
            </a:lvl7pPr>
            <a:lvl8pPr lvl="7" rtl="0" algn="l">
              <a:spcBef>
                <a:spcPts val="0"/>
              </a:spcBef>
              <a:spcAft>
                <a:spcPts val="0"/>
              </a:spcAft>
              <a:buSzPts val="1800"/>
              <a:buNone/>
              <a:defRPr>
                <a:latin typeface="Poppins Light"/>
                <a:ea typeface="Poppins Light"/>
                <a:cs typeface="Poppins Light"/>
                <a:sym typeface="Poppins Light"/>
              </a:defRPr>
            </a:lvl8pPr>
            <a:lvl9pPr lvl="8" rtl="0" algn="l">
              <a:spcBef>
                <a:spcPts val="0"/>
              </a:spcBef>
              <a:spcAft>
                <a:spcPts val="0"/>
              </a:spcAft>
              <a:buSzPts val="1800"/>
              <a:buNone/>
              <a:defRPr>
                <a:latin typeface="Poppins Light"/>
                <a:ea typeface="Poppins Light"/>
                <a:cs typeface="Poppins Light"/>
                <a:sym typeface="Poppins Light"/>
              </a:defRPr>
            </a:lvl9pPr>
          </a:lstStyle>
          <a:p/>
        </p:txBody>
      </p:sp>
      <p:sp>
        <p:nvSpPr>
          <p:cNvPr id="3606" name="Google Shape;3606;p13"/>
          <p:cNvSpPr txBox="1"/>
          <p:nvPr>
            <p:ph idx="14" type="subTitle"/>
          </p:nvPr>
        </p:nvSpPr>
        <p:spPr>
          <a:xfrm>
            <a:off x="1701000" y="3104739"/>
            <a:ext cx="2413800" cy="435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607" name="Google Shape;3607;p13"/>
          <p:cNvSpPr txBox="1"/>
          <p:nvPr>
            <p:ph idx="15" type="title"/>
          </p:nvPr>
        </p:nvSpPr>
        <p:spPr>
          <a:xfrm>
            <a:off x="6103100" y="1295075"/>
            <a:ext cx="2752200" cy="435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rtl="0" algn="l">
              <a:spcBef>
                <a:spcPts val="0"/>
              </a:spcBef>
              <a:spcAft>
                <a:spcPts val="0"/>
              </a:spcAft>
              <a:buSzPts val="1800"/>
              <a:buNone/>
              <a:defRPr>
                <a:latin typeface="Poppins Light"/>
                <a:ea typeface="Poppins Light"/>
                <a:cs typeface="Poppins Light"/>
                <a:sym typeface="Poppins Light"/>
              </a:defRPr>
            </a:lvl2pPr>
            <a:lvl3pPr lvl="2" rtl="0" algn="l">
              <a:spcBef>
                <a:spcPts val="0"/>
              </a:spcBef>
              <a:spcAft>
                <a:spcPts val="0"/>
              </a:spcAft>
              <a:buSzPts val="1800"/>
              <a:buNone/>
              <a:defRPr>
                <a:latin typeface="Poppins Light"/>
                <a:ea typeface="Poppins Light"/>
                <a:cs typeface="Poppins Light"/>
                <a:sym typeface="Poppins Light"/>
              </a:defRPr>
            </a:lvl3pPr>
            <a:lvl4pPr lvl="3" rtl="0" algn="l">
              <a:spcBef>
                <a:spcPts val="0"/>
              </a:spcBef>
              <a:spcAft>
                <a:spcPts val="0"/>
              </a:spcAft>
              <a:buSzPts val="1800"/>
              <a:buNone/>
              <a:defRPr>
                <a:latin typeface="Poppins Light"/>
                <a:ea typeface="Poppins Light"/>
                <a:cs typeface="Poppins Light"/>
                <a:sym typeface="Poppins Light"/>
              </a:defRPr>
            </a:lvl4pPr>
            <a:lvl5pPr lvl="4" rtl="0" algn="l">
              <a:spcBef>
                <a:spcPts val="0"/>
              </a:spcBef>
              <a:spcAft>
                <a:spcPts val="0"/>
              </a:spcAft>
              <a:buSzPts val="1800"/>
              <a:buNone/>
              <a:defRPr>
                <a:latin typeface="Poppins Light"/>
                <a:ea typeface="Poppins Light"/>
                <a:cs typeface="Poppins Light"/>
                <a:sym typeface="Poppins Light"/>
              </a:defRPr>
            </a:lvl5pPr>
            <a:lvl6pPr lvl="5" rtl="0" algn="l">
              <a:spcBef>
                <a:spcPts val="0"/>
              </a:spcBef>
              <a:spcAft>
                <a:spcPts val="0"/>
              </a:spcAft>
              <a:buSzPts val="1800"/>
              <a:buNone/>
              <a:defRPr>
                <a:latin typeface="Poppins Light"/>
                <a:ea typeface="Poppins Light"/>
                <a:cs typeface="Poppins Light"/>
                <a:sym typeface="Poppins Light"/>
              </a:defRPr>
            </a:lvl6pPr>
            <a:lvl7pPr lvl="6" rtl="0" algn="l">
              <a:spcBef>
                <a:spcPts val="0"/>
              </a:spcBef>
              <a:spcAft>
                <a:spcPts val="0"/>
              </a:spcAft>
              <a:buSzPts val="1800"/>
              <a:buNone/>
              <a:defRPr>
                <a:latin typeface="Poppins Light"/>
                <a:ea typeface="Poppins Light"/>
                <a:cs typeface="Poppins Light"/>
                <a:sym typeface="Poppins Light"/>
              </a:defRPr>
            </a:lvl7pPr>
            <a:lvl8pPr lvl="7" rtl="0" algn="l">
              <a:spcBef>
                <a:spcPts val="0"/>
              </a:spcBef>
              <a:spcAft>
                <a:spcPts val="0"/>
              </a:spcAft>
              <a:buSzPts val="1800"/>
              <a:buNone/>
              <a:defRPr>
                <a:latin typeface="Poppins Light"/>
                <a:ea typeface="Poppins Light"/>
                <a:cs typeface="Poppins Light"/>
                <a:sym typeface="Poppins Light"/>
              </a:defRPr>
            </a:lvl8pPr>
            <a:lvl9pPr lvl="8" rtl="0" algn="l">
              <a:spcBef>
                <a:spcPts val="0"/>
              </a:spcBef>
              <a:spcAft>
                <a:spcPts val="0"/>
              </a:spcAft>
              <a:buSzPts val="1800"/>
              <a:buNone/>
              <a:defRPr>
                <a:latin typeface="Poppins Light"/>
                <a:ea typeface="Poppins Light"/>
                <a:cs typeface="Poppins Light"/>
                <a:sym typeface="Poppins Light"/>
              </a:defRPr>
            </a:lvl9pPr>
          </a:lstStyle>
          <a:p/>
        </p:txBody>
      </p:sp>
      <p:sp>
        <p:nvSpPr>
          <p:cNvPr id="3608" name="Google Shape;3608;p13"/>
          <p:cNvSpPr txBox="1"/>
          <p:nvPr>
            <p:ph idx="16" type="subTitle"/>
          </p:nvPr>
        </p:nvSpPr>
        <p:spPr>
          <a:xfrm>
            <a:off x="6103325" y="1657402"/>
            <a:ext cx="2413800" cy="435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609" name="Google Shape;3609;p13"/>
          <p:cNvSpPr txBox="1"/>
          <p:nvPr>
            <p:ph idx="17" type="title"/>
          </p:nvPr>
        </p:nvSpPr>
        <p:spPr>
          <a:xfrm>
            <a:off x="6103100" y="2410674"/>
            <a:ext cx="2752200" cy="435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rtl="0" algn="l">
              <a:spcBef>
                <a:spcPts val="0"/>
              </a:spcBef>
              <a:spcAft>
                <a:spcPts val="0"/>
              </a:spcAft>
              <a:buSzPts val="1800"/>
              <a:buNone/>
              <a:defRPr>
                <a:latin typeface="Poppins Light"/>
                <a:ea typeface="Poppins Light"/>
                <a:cs typeface="Poppins Light"/>
                <a:sym typeface="Poppins Light"/>
              </a:defRPr>
            </a:lvl2pPr>
            <a:lvl3pPr lvl="2" rtl="0" algn="l">
              <a:spcBef>
                <a:spcPts val="0"/>
              </a:spcBef>
              <a:spcAft>
                <a:spcPts val="0"/>
              </a:spcAft>
              <a:buSzPts val="1800"/>
              <a:buNone/>
              <a:defRPr>
                <a:latin typeface="Poppins Light"/>
                <a:ea typeface="Poppins Light"/>
                <a:cs typeface="Poppins Light"/>
                <a:sym typeface="Poppins Light"/>
              </a:defRPr>
            </a:lvl3pPr>
            <a:lvl4pPr lvl="3" rtl="0" algn="l">
              <a:spcBef>
                <a:spcPts val="0"/>
              </a:spcBef>
              <a:spcAft>
                <a:spcPts val="0"/>
              </a:spcAft>
              <a:buSzPts val="1800"/>
              <a:buNone/>
              <a:defRPr>
                <a:latin typeface="Poppins Light"/>
                <a:ea typeface="Poppins Light"/>
                <a:cs typeface="Poppins Light"/>
                <a:sym typeface="Poppins Light"/>
              </a:defRPr>
            </a:lvl4pPr>
            <a:lvl5pPr lvl="4" rtl="0" algn="l">
              <a:spcBef>
                <a:spcPts val="0"/>
              </a:spcBef>
              <a:spcAft>
                <a:spcPts val="0"/>
              </a:spcAft>
              <a:buSzPts val="1800"/>
              <a:buNone/>
              <a:defRPr>
                <a:latin typeface="Poppins Light"/>
                <a:ea typeface="Poppins Light"/>
                <a:cs typeface="Poppins Light"/>
                <a:sym typeface="Poppins Light"/>
              </a:defRPr>
            </a:lvl5pPr>
            <a:lvl6pPr lvl="5" rtl="0" algn="l">
              <a:spcBef>
                <a:spcPts val="0"/>
              </a:spcBef>
              <a:spcAft>
                <a:spcPts val="0"/>
              </a:spcAft>
              <a:buSzPts val="1800"/>
              <a:buNone/>
              <a:defRPr>
                <a:latin typeface="Poppins Light"/>
                <a:ea typeface="Poppins Light"/>
                <a:cs typeface="Poppins Light"/>
                <a:sym typeface="Poppins Light"/>
              </a:defRPr>
            </a:lvl6pPr>
            <a:lvl7pPr lvl="6" rtl="0" algn="l">
              <a:spcBef>
                <a:spcPts val="0"/>
              </a:spcBef>
              <a:spcAft>
                <a:spcPts val="0"/>
              </a:spcAft>
              <a:buSzPts val="1800"/>
              <a:buNone/>
              <a:defRPr>
                <a:latin typeface="Poppins Light"/>
                <a:ea typeface="Poppins Light"/>
                <a:cs typeface="Poppins Light"/>
                <a:sym typeface="Poppins Light"/>
              </a:defRPr>
            </a:lvl7pPr>
            <a:lvl8pPr lvl="7" rtl="0" algn="l">
              <a:spcBef>
                <a:spcPts val="0"/>
              </a:spcBef>
              <a:spcAft>
                <a:spcPts val="0"/>
              </a:spcAft>
              <a:buSzPts val="1800"/>
              <a:buNone/>
              <a:defRPr>
                <a:latin typeface="Poppins Light"/>
                <a:ea typeface="Poppins Light"/>
                <a:cs typeface="Poppins Light"/>
                <a:sym typeface="Poppins Light"/>
              </a:defRPr>
            </a:lvl8pPr>
            <a:lvl9pPr lvl="8" rtl="0" algn="l">
              <a:spcBef>
                <a:spcPts val="0"/>
              </a:spcBef>
              <a:spcAft>
                <a:spcPts val="0"/>
              </a:spcAft>
              <a:buSzPts val="1800"/>
              <a:buNone/>
              <a:defRPr>
                <a:latin typeface="Poppins Light"/>
                <a:ea typeface="Poppins Light"/>
                <a:cs typeface="Poppins Light"/>
                <a:sym typeface="Poppins Light"/>
              </a:defRPr>
            </a:lvl9pPr>
          </a:lstStyle>
          <a:p/>
        </p:txBody>
      </p:sp>
      <p:sp>
        <p:nvSpPr>
          <p:cNvPr id="3610" name="Google Shape;3610;p13"/>
          <p:cNvSpPr txBox="1"/>
          <p:nvPr>
            <p:ph idx="18" type="subTitle"/>
          </p:nvPr>
        </p:nvSpPr>
        <p:spPr>
          <a:xfrm>
            <a:off x="6103325" y="2773002"/>
            <a:ext cx="2413800" cy="435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611" name="Google Shape;3611;p13"/>
          <p:cNvSpPr txBox="1"/>
          <p:nvPr>
            <p:ph idx="19" type="title"/>
          </p:nvPr>
        </p:nvSpPr>
        <p:spPr>
          <a:xfrm>
            <a:off x="6103100" y="3514349"/>
            <a:ext cx="2752200" cy="435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rtl="0" algn="l">
              <a:spcBef>
                <a:spcPts val="0"/>
              </a:spcBef>
              <a:spcAft>
                <a:spcPts val="0"/>
              </a:spcAft>
              <a:buSzPts val="1800"/>
              <a:buNone/>
              <a:defRPr>
                <a:latin typeface="Poppins Light"/>
                <a:ea typeface="Poppins Light"/>
                <a:cs typeface="Poppins Light"/>
                <a:sym typeface="Poppins Light"/>
              </a:defRPr>
            </a:lvl2pPr>
            <a:lvl3pPr lvl="2" rtl="0" algn="l">
              <a:spcBef>
                <a:spcPts val="0"/>
              </a:spcBef>
              <a:spcAft>
                <a:spcPts val="0"/>
              </a:spcAft>
              <a:buSzPts val="1800"/>
              <a:buNone/>
              <a:defRPr>
                <a:latin typeface="Poppins Light"/>
                <a:ea typeface="Poppins Light"/>
                <a:cs typeface="Poppins Light"/>
                <a:sym typeface="Poppins Light"/>
              </a:defRPr>
            </a:lvl3pPr>
            <a:lvl4pPr lvl="3" rtl="0" algn="l">
              <a:spcBef>
                <a:spcPts val="0"/>
              </a:spcBef>
              <a:spcAft>
                <a:spcPts val="0"/>
              </a:spcAft>
              <a:buSzPts val="1800"/>
              <a:buNone/>
              <a:defRPr>
                <a:latin typeface="Poppins Light"/>
                <a:ea typeface="Poppins Light"/>
                <a:cs typeface="Poppins Light"/>
                <a:sym typeface="Poppins Light"/>
              </a:defRPr>
            </a:lvl4pPr>
            <a:lvl5pPr lvl="4" rtl="0" algn="l">
              <a:spcBef>
                <a:spcPts val="0"/>
              </a:spcBef>
              <a:spcAft>
                <a:spcPts val="0"/>
              </a:spcAft>
              <a:buSzPts val="1800"/>
              <a:buNone/>
              <a:defRPr>
                <a:latin typeface="Poppins Light"/>
                <a:ea typeface="Poppins Light"/>
                <a:cs typeface="Poppins Light"/>
                <a:sym typeface="Poppins Light"/>
              </a:defRPr>
            </a:lvl5pPr>
            <a:lvl6pPr lvl="5" rtl="0" algn="l">
              <a:spcBef>
                <a:spcPts val="0"/>
              </a:spcBef>
              <a:spcAft>
                <a:spcPts val="0"/>
              </a:spcAft>
              <a:buSzPts val="1800"/>
              <a:buNone/>
              <a:defRPr>
                <a:latin typeface="Poppins Light"/>
                <a:ea typeface="Poppins Light"/>
                <a:cs typeface="Poppins Light"/>
                <a:sym typeface="Poppins Light"/>
              </a:defRPr>
            </a:lvl6pPr>
            <a:lvl7pPr lvl="6" rtl="0" algn="l">
              <a:spcBef>
                <a:spcPts val="0"/>
              </a:spcBef>
              <a:spcAft>
                <a:spcPts val="0"/>
              </a:spcAft>
              <a:buSzPts val="1800"/>
              <a:buNone/>
              <a:defRPr>
                <a:latin typeface="Poppins Light"/>
                <a:ea typeface="Poppins Light"/>
                <a:cs typeface="Poppins Light"/>
                <a:sym typeface="Poppins Light"/>
              </a:defRPr>
            </a:lvl7pPr>
            <a:lvl8pPr lvl="7" rtl="0" algn="l">
              <a:spcBef>
                <a:spcPts val="0"/>
              </a:spcBef>
              <a:spcAft>
                <a:spcPts val="0"/>
              </a:spcAft>
              <a:buSzPts val="1800"/>
              <a:buNone/>
              <a:defRPr>
                <a:latin typeface="Poppins Light"/>
                <a:ea typeface="Poppins Light"/>
                <a:cs typeface="Poppins Light"/>
                <a:sym typeface="Poppins Light"/>
              </a:defRPr>
            </a:lvl8pPr>
            <a:lvl9pPr lvl="8" rtl="0" algn="l">
              <a:spcBef>
                <a:spcPts val="0"/>
              </a:spcBef>
              <a:spcAft>
                <a:spcPts val="0"/>
              </a:spcAft>
              <a:buSzPts val="1800"/>
              <a:buNone/>
              <a:defRPr>
                <a:latin typeface="Poppins Light"/>
                <a:ea typeface="Poppins Light"/>
                <a:cs typeface="Poppins Light"/>
                <a:sym typeface="Poppins Light"/>
              </a:defRPr>
            </a:lvl9pPr>
          </a:lstStyle>
          <a:p/>
        </p:txBody>
      </p:sp>
      <p:sp>
        <p:nvSpPr>
          <p:cNvPr id="3612" name="Google Shape;3612;p13"/>
          <p:cNvSpPr txBox="1"/>
          <p:nvPr>
            <p:ph idx="20" type="subTitle"/>
          </p:nvPr>
        </p:nvSpPr>
        <p:spPr>
          <a:xfrm>
            <a:off x="6103325" y="3876677"/>
            <a:ext cx="2413800" cy="435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613" name="Google Shape;3613;p1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20">
    <p:spTree>
      <p:nvGrpSpPr>
        <p:cNvPr id="3614" name="Shape 3614"/>
        <p:cNvGrpSpPr/>
        <p:nvPr/>
      </p:nvGrpSpPr>
      <p:grpSpPr>
        <a:xfrm>
          <a:off x="0" y="0"/>
          <a:ext cx="0" cy="0"/>
          <a:chOff x="0" y="0"/>
          <a:chExt cx="0" cy="0"/>
        </a:xfrm>
      </p:grpSpPr>
      <p:sp>
        <p:nvSpPr>
          <p:cNvPr id="3615" name="Google Shape;3615;p14"/>
          <p:cNvSpPr txBox="1"/>
          <p:nvPr>
            <p:ph hasCustomPrompt="1" type="title"/>
          </p:nvPr>
        </p:nvSpPr>
        <p:spPr>
          <a:xfrm>
            <a:off x="3365300" y="903890"/>
            <a:ext cx="1320300" cy="541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Font typeface="Poppins SemiBold"/>
              <a:buNone/>
              <a:defRPr b="0" sz="3600">
                <a:solidFill>
                  <a:schemeClr val="accent1"/>
                </a:solidFill>
                <a:latin typeface="Poppins SemiBold"/>
                <a:ea typeface="Poppins SemiBold"/>
                <a:cs typeface="Poppins SemiBold"/>
                <a:sym typeface="Poppins SemiBold"/>
              </a:defRPr>
            </a:lvl1pPr>
            <a:lvl2pPr lvl="1" rtl="0" algn="r">
              <a:spcBef>
                <a:spcPts val="0"/>
              </a:spcBef>
              <a:spcAft>
                <a:spcPts val="0"/>
              </a:spcAft>
              <a:buSzPts val="3600"/>
              <a:buFont typeface="Poppins SemiBold"/>
              <a:buNone/>
              <a:defRPr b="0" sz="3600">
                <a:latin typeface="Poppins SemiBold"/>
                <a:ea typeface="Poppins SemiBold"/>
                <a:cs typeface="Poppins SemiBold"/>
                <a:sym typeface="Poppins SemiBold"/>
              </a:defRPr>
            </a:lvl2pPr>
            <a:lvl3pPr lvl="2" rtl="0" algn="r">
              <a:spcBef>
                <a:spcPts val="0"/>
              </a:spcBef>
              <a:spcAft>
                <a:spcPts val="0"/>
              </a:spcAft>
              <a:buSzPts val="3600"/>
              <a:buFont typeface="Poppins SemiBold"/>
              <a:buNone/>
              <a:defRPr b="0" sz="3600">
                <a:latin typeface="Poppins SemiBold"/>
                <a:ea typeface="Poppins SemiBold"/>
                <a:cs typeface="Poppins SemiBold"/>
                <a:sym typeface="Poppins SemiBold"/>
              </a:defRPr>
            </a:lvl3pPr>
            <a:lvl4pPr lvl="3" rtl="0" algn="r">
              <a:spcBef>
                <a:spcPts val="0"/>
              </a:spcBef>
              <a:spcAft>
                <a:spcPts val="0"/>
              </a:spcAft>
              <a:buSzPts val="3600"/>
              <a:buFont typeface="Poppins SemiBold"/>
              <a:buNone/>
              <a:defRPr b="0" sz="3600">
                <a:latin typeface="Poppins SemiBold"/>
                <a:ea typeface="Poppins SemiBold"/>
                <a:cs typeface="Poppins SemiBold"/>
                <a:sym typeface="Poppins SemiBold"/>
              </a:defRPr>
            </a:lvl4pPr>
            <a:lvl5pPr lvl="4" rtl="0" algn="r">
              <a:spcBef>
                <a:spcPts val="0"/>
              </a:spcBef>
              <a:spcAft>
                <a:spcPts val="0"/>
              </a:spcAft>
              <a:buSzPts val="3600"/>
              <a:buFont typeface="Poppins SemiBold"/>
              <a:buNone/>
              <a:defRPr b="0" sz="3600">
                <a:latin typeface="Poppins SemiBold"/>
                <a:ea typeface="Poppins SemiBold"/>
                <a:cs typeface="Poppins SemiBold"/>
                <a:sym typeface="Poppins SemiBold"/>
              </a:defRPr>
            </a:lvl5pPr>
            <a:lvl6pPr lvl="5" rtl="0" algn="r">
              <a:spcBef>
                <a:spcPts val="0"/>
              </a:spcBef>
              <a:spcAft>
                <a:spcPts val="0"/>
              </a:spcAft>
              <a:buSzPts val="3600"/>
              <a:buFont typeface="Poppins SemiBold"/>
              <a:buNone/>
              <a:defRPr b="0" sz="3600">
                <a:latin typeface="Poppins SemiBold"/>
                <a:ea typeface="Poppins SemiBold"/>
                <a:cs typeface="Poppins SemiBold"/>
                <a:sym typeface="Poppins SemiBold"/>
              </a:defRPr>
            </a:lvl6pPr>
            <a:lvl7pPr lvl="6" rtl="0" algn="r">
              <a:spcBef>
                <a:spcPts val="0"/>
              </a:spcBef>
              <a:spcAft>
                <a:spcPts val="0"/>
              </a:spcAft>
              <a:buSzPts val="3600"/>
              <a:buFont typeface="Poppins SemiBold"/>
              <a:buNone/>
              <a:defRPr b="0" sz="3600">
                <a:latin typeface="Poppins SemiBold"/>
                <a:ea typeface="Poppins SemiBold"/>
                <a:cs typeface="Poppins SemiBold"/>
                <a:sym typeface="Poppins SemiBold"/>
              </a:defRPr>
            </a:lvl7pPr>
            <a:lvl8pPr lvl="7" rtl="0" algn="r">
              <a:spcBef>
                <a:spcPts val="0"/>
              </a:spcBef>
              <a:spcAft>
                <a:spcPts val="0"/>
              </a:spcAft>
              <a:buSzPts val="3600"/>
              <a:buFont typeface="Poppins SemiBold"/>
              <a:buNone/>
              <a:defRPr b="0" sz="3600">
                <a:latin typeface="Poppins SemiBold"/>
                <a:ea typeface="Poppins SemiBold"/>
                <a:cs typeface="Poppins SemiBold"/>
                <a:sym typeface="Poppins SemiBold"/>
              </a:defRPr>
            </a:lvl8pPr>
            <a:lvl9pPr lvl="8" rtl="0" algn="r">
              <a:spcBef>
                <a:spcPts val="0"/>
              </a:spcBef>
              <a:spcAft>
                <a:spcPts val="0"/>
              </a:spcAft>
              <a:buSzPts val="3600"/>
              <a:buFont typeface="Poppins SemiBold"/>
              <a:buNone/>
              <a:defRPr b="0" sz="3600">
                <a:latin typeface="Poppins SemiBold"/>
                <a:ea typeface="Poppins SemiBold"/>
                <a:cs typeface="Poppins SemiBold"/>
                <a:sym typeface="Poppins SemiBold"/>
              </a:defRPr>
            </a:lvl9pPr>
          </a:lstStyle>
          <a:p>
            <a:r>
              <a:t>xx%</a:t>
            </a:r>
          </a:p>
        </p:txBody>
      </p:sp>
      <p:sp>
        <p:nvSpPr>
          <p:cNvPr id="3616" name="Google Shape;3616;p14"/>
          <p:cNvSpPr txBox="1"/>
          <p:nvPr>
            <p:ph hasCustomPrompt="1" idx="2" type="title"/>
          </p:nvPr>
        </p:nvSpPr>
        <p:spPr>
          <a:xfrm>
            <a:off x="3365300" y="1931365"/>
            <a:ext cx="1320300" cy="541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Font typeface="Poppins SemiBold"/>
              <a:buNone/>
              <a:defRPr b="0" sz="3600">
                <a:solidFill>
                  <a:schemeClr val="accent1"/>
                </a:solidFill>
                <a:latin typeface="Poppins SemiBold"/>
                <a:ea typeface="Poppins SemiBold"/>
                <a:cs typeface="Poppins SemiBold"/>
                <a:sym typeface="Poppins SemiBold"/>
              </a:defRPr>
            </a:lvl1pPr>
            <a:lvl2pPr lvl="1" rtl="0" algn="r">
              <a:spcBef>
                <a:spcPts val="0"/>
              </a:spcBef>
              <a:spcAft>
                <a:spcPts val="0"/>
              </a:spcAft>
              <a:buSzPts val="3600"/>
              <a:buFont typeface="Poppins SemiBold"/>
              <a:buNone/>
              <a:defRPr b="0" sz="3600">
                <a:latin typeface="Poppins SemiBold"/>
                <a:ea typeface="Poppins SemiBold"/>
                <a:cs typeface="Poppins SemiBold"/>
                <a:sym typeface="Poppins SemiBold"/>
              </a:defRPr>
            </a:lvl2pPr>
            <a:lvl3pPr lvl="2" rtl="0" algn="r">
              <a:spcBef>
                <a:spcPts val="0"/>
              </a:spcBef>
              <a:spcAft>
                <a:spcPts val="0"/>
              </a:spcAft>
              <a:buSzPts val="3600"/>
              <a:buFont typeface="Poppins SemiBold"/>
              <a:buNone/>
              <a:defRPr b="0" sz="3600">
                <a:latin typeface="Poppins SemiBold"/>
                <a:ea typeface="Poppins SemiBold"/>
                <a:cs typeface="Poppins SemiBold"/>
                <a:sym typeface="Poppins SemiBold"/>
              </a:defRPr>
            </a:lvl3pPr>
            <a:lvl4pPr lvl="3" rtl="0" algn="r">
              <a:spcBef>
                <a:spcPts val="0"/>
              </a:spcBef>
              <a:spcAft>
                <a:spcPts val="0"/>
              </a:spcAft>
              <a:buSzPts val="3600"/>
              <a:buFont typeface="Poppins SemiBold"/>
              <a:buNone/>
              <a:defRPr b="0" sz="3600">
                <a:latin typeface="Poppins SemiBold"/>
                <a:ea typeface="Poppins SemiBold"/>
                <a:cs typeface="Poppins SemiBold"/>
                <a:sym typeface="Poppins SemiBold"/>
              </a:defRPr>
            </a:lvl4pPr>
            <a:lvl5pPr lvl="4" rtl="0" algn="r">
              <a:spcBef>
                <a:spcPts val="0"/>
              </a:spcBef>
              <a:spcAft>
                <a:spcPts val="0"/>
              </a:spcAft>
              <a:buSzPts val="3600"/>
              <a:buFont typeface="Poppins SemiBold"/>
              <a:buNone/>
              <a:defRPr b="0" sz="3600">
                <a:latin typeface="Poppins SemiBold"/>
                <a:ea typeface="Poppins SemiBold"/>
                <a:cs typeface="Poppins SemiBold"/>
                <a:sym typeface="Poppins SemiBold"/>
              </a:defRPr>
            </a:lvl5pPr>
            <a:lvl6pPr lvl="5" rtl="0" algn="r">
              <a:spcBef>
                <a:spcPts val="0"/>
              </a:spcBef>
              <a:spcAft>
                <a:spcPts val="0"/>
              </a:spcAft>
              <a:buSzPts val="3600"/>
              <a:buFont typeface="Poppins SemiBold"/>
              <a:buNone/>
              <a:defRPr b="0" sz="3600">
                <a:latin typeface="Poppins SemiBold"/>
                <a:ea typeface="Poppins SemiBold"/>
                <a:cs typeface="Poppins SemiBold"/>
                <a:sym typeface="Poppins SemiBold"/>
              </a:defRPr>
            </a:lvl6pPr>
            <a:lvl7pPr lvl="6" rtl="0" algn="r">
              <a:spcBef>
                <a:spcPts val="0"/>
              </a:spcBef>
              <a:spcAft>
                <a:spcPts val="0"/>
              </a:spcAft>
              <a:buSzPts val="3600"/>
              <a:buFont typeface="Poppins SemiBold"/>
              <a:buNone/>
              <a:defRPr b="0" sz="3600">
                <a:latin typeface="Poppins SemiBold"/>
                <a:ea typeface="Poppins SemiBold"/>
                <a:cs typeface="Poppins SemiBold"/>
                <a:sym typeface="Poppins SemiBold"/>
              </a:defRPr>
            </a:lvl7pPr>
            <a:lvl8pPr lvl="7" rtl="0" algn="r">
              <a:spcBef>
                <a:spcPts val="0"/>
              </a:spcBef>
              <a:spcAft>
                <a:spcPts val="0"/>
              </a:spcAft>
              <a:buSzPts val="3600"/>
              <a:buFont typeface="Poppins SemiBold"/>
              <a:buNone/>
              <a:defRPr b="0" sz="3600">
                <a:latin typeface="Poppins SemiBold"/>
                <a:ea typeface="Poppins SemiBold"/>
                <a:cs typeface="Poppins SemiBold"/>
                <a:sym typeface="Poppins SemiBold"/>
              </a:defRPr>
            </a:lvl8pPr>
            <a:lvl9pPr lvl="8" rtl="0" algn="r">
              <a:spcBef>
                <a:spcPts val="0"/>
              </a:spcBef>
              <a:spcAft>
                <a:spcPts val="0"/>
              </a:spcAft>
              <a:buSzPts val="3600"/>
              <a:buFont typeface="Poppins SemiBold"/>
              <a:buNone/>
              <a:defRPr b="0" sz="3600">
                <a:latin typeface="Poppins SemiBold"/>
                <a:ea typeface="Poppins SemiBold"/>
                <a:cs typeface="Poppins SemiBold"/>
                <a:sym typeface="Poppins SemiBold"/>
              </a:defRPr>
            </a:lvl9pPr>
          </a:lstStyle>
          <a:p>
            <a:r>
              <a:t>xx%</a:t>
            </a:r>
          </a:p>
        </p:txBody>
      </p:sp>
      <p:sp>
        <p:nvSpPr>
          <p:cNvPr id="3617" name="Google Shape;3617;p14"/>
          <p:cNvSpPr txBox="1"/>
          <p:nvPr>
            <p:ph hasCustomPrompt="1" idx="3" type="title"/>
          </p:nvPr>
        </p:nvSpPr>
        <p:spPr>
          <a:xfrm>
            <a:off x="3365300" y="2958840"/>
            <a:ext cx="1320300" cy="541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Font typeface="Poppins SemiBold"/>
              <a:buNone/>
              <a:defRPr b="0" sz="3600">
                <a:solidFill>
                  <a:schemeClr val="accent1"/>
                </a:solidFill>
                <a:latin typeface="Poppins SemiBold"/>
                <a:ea typeface="Poppins SemiBold"/>
                <a:cs typeface="Poppins SemiBold"/>
                <a:sym typeface="Poppins SemiBold"/>
              </a:defRPr>
            </a:lvl1pPr>
            <a:lvl2pPr lvl="1" rtl="0" algn="r">
              <a:spcBef>
                <a:spcPts val="0"/>
              </a:spcBef>
              <a:spcAft>
                <a:spcPts val="0"/>
              </a:spcAft>
              <a:buSzPts val="3600"/>
              <a:buFont typeface="Poppins SemiBold"/>
              <a:buNone/>
              <a:defRPr b="0" sz="3600">
                <a:latin typeface="Poppins SemiBold"/>
                <a:ea typeface="Poppins SemiBold"/>
                <a:cs typeface="Poppins SemiBold"/>
                <a:sym typeface="Poppins SemiBold"/>
              </a:defRPr>
            </a:lvl2pPr>
            <a:lvl3pPr lvl="2" rtl="0" algn="r">
              <a:spcBef>
                <a:spcPts val="0"/>
              </a:spcBef>
              <a:spcAft>
                <a:spcPts val="0"/>
              </a:spcAft>
              <a:buSzPts val="3600"/>
              <a:buFont typeface="Poppins SemiBold"/>
              <a:buNone/>
              <a:defRPr b="0" sz="3600">
                <a:latin typeface="Poppins SemiBold"/>
                <a:ea typeface="Poppins SemiBold"/>
                <a:cs typeface="Poppins SemiBold"/>
                <a:sym typeface="Poppins SemiBold"/>
              </a:defRPr>
            </a:lvl3pPr>
            <a:lvl4pPr lvl="3" rtl="0" algn="r">
              <a:spcBef>
                <a:spcPts val="0"/>
              </a:spcBef>
              <a:spcAft>
                <a:spcPts val="0"/>
              </a:spcAft>
              <a:buSzPts val="3600"/>
              <a:buFont typeface="Poppins SemiBold"/>
              <a:buNone/>
              <a:defRPr b="0" sz="3600">
                <a:latin typeface="Poppins SemiBold"/>
                <a:ea typeface="Poppins SemiBold"/>
                <a:cs typeface="Poppins SemiBold"/>
                <a:sym typeface="Poppins SemiBold"/>
              </a:defRPr>
            </a:lvl4pPr>
            <a:lvl5pPr lvl="4" rtl="0" algn="r">
              <a:spcBef>
                <a:spcPts val="0"/>
              </a:spcBef>
              <a:spcAft>
                <a:spcPts val="0"/>
              </a:spcAft>
              <a:buSzPts val="3600"/>
              <a:buFont typeface="Poppins SemiBold"/>
              <a:buNone/>
              <a:defRPr b="0" sz="3600">
                <a:latin typeface="Poppins SemiBold"/>
                <a:ea typeface="Poppins SemiBold"/>
                <a:cs typeface="Poppins SemiBold"/>
                <a:sym typeface="Poppins SemiBold"/>
              </a:defRPr>
            </a:lvl5pPr>
            <a:lvl6pPr lvl="5" rtl="0" algn="r">
              <a:spcBef>
                <a:spcPts val="0"/>
              </a:spcBef>
              <a:spcAft>
                <a:spcPts val="0"/>
              </a:spcAft>
              <a:buSzPts val="3600"/>
              <a:buFont typeface="Poppins SemiBold"/>
              <a:buNone/>
              <a:defRPr b="0" sz="3600">
                <a:latin typeface="Poppins SemiBold"/>
                <a:ea typeface="Poppins SemiBold"/>
                <a:cs typeface="Poppins SemiBold"/>
                <a:sym typeface="Poppins SemiBold"/>
              </a:defRPr>
            </a:lvl6pPr>
            <a:lvl7pPr lvl="6" rtl="0" algn="r">
              <a:spcBef>
                <a:spcPts val="0"/>
              </a:spcBef>
              <a:spcAft>
                <a:spcPts val="0"/>
              </a:spcAft>
              <a:buSzPts val="3600"/>
              <a:buFont typeface="Poppins SemiBold"/>
              <a:buNone/>
              <a:defRPr b="0" sz="3600">
                <a:latin typeface="Poppins SemiBold"/>
                <a:ea typeface="Poppins SemiBold"/>
                <a:cs typeface="Poppins SemiBold"/>
                <a:sym typeface="Poppins SemiBold"/>
              </a:defRPr>
            </a:lvl7pPr>
            <a:lvl8pPr lvl="7" rtl="0" algn="r">
              <a:spcBef>
                <a:spcPts val="0"/>
              </a:spcBef>
              <a:spcAft>
                <a:spcPts val="0"/>
              </a:spcAft>
              <a:buSzPts val="3600"/>
              <a:buFont typeface="Poppins SemiBold"/>
              <a:buNone/>
              <a:defRPr b="0" sz="3600">
                <a:latin typeface="Poppins SemiBold"/>
                <a:ea typeface="Poppins SemiBold"/>
                <a:cs typeface="Poppins SemiBold"/>
                <a:sym typeface="Poppins SemiBold"/>
              </a:defRPr>
            </a:lvl8pPr>
            <a:lvl9pPr lvl="8" rtl="0" algn="r">
              <a:spcBef>
                <a:spcPts val="0"/>
              </a:spcBef>
              <a:spcAft>
                <a:spcPts val="0"/>
              </a:spcAft>
              <a:buSzPts val="3600"/>
              <a:buFont typeface="Poppins SemiBold"/>
              <a:buNone/>
              <a:defRPr b="0" sz="3600">
                <a:latin typeface="Poppins SemiBold"/>
                <a:ea typeface="Poppins SemiBold"/>
                <a:cs typeface="Poppins SemiBold"/>
                <a:sym typeface="Poppins SemiBold"/>
              </a:defRPr>
            </a:lvl9pPr>
          </a:lstStyle>
          <a:p>
            <a:r>
              <a:t>xx%</a:t>
            </a:r>
          </a:p>
        </p:txBody>
      </p:sp>
      <p:sp>
        <p:nvSpPr>
          <p:cNvPr id="3618" name="Google Shape;3618;p14"/>
          <p:cNvSpPr txBox="1"/>
          <p:nvPr>
            <p:ph idx="4" type="title"/>
          </p:nvPr>
        </p:nvSpPr>
        <p:spPr>
          <a:xfrm>
            <a:off x="4907350" y="572655"/>
            <a:ext cx="2752200" cy="435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rtl="0" algn="l">
              <a:spcBef>
                <a:spcPts val="0"/>
              </a:spcBef>
              <a:spcAft>
                <a:spcPts val="0"/>
              </a:spcAft>
              <a:buSzPts val="1800"/>
              <a:buNone/>
              <a:defRPr>
                <a:latin typeface="Poppins Light"/>
                <a:ea typeface="Poppins Light"/>
                <a:cs typeface="Poppins Light"/>
                <a:sym typeface="Poppins Light"/>
              </a:defRPr>
            </a:lvl2pPr>
            <a:lvl3pPr lvl="2" rtl="0" algn="l">
              <a:spcBef>
                <a:spcPts val="0"/>
              </a:spcBef>
              <a:spcAft>
                <a:spcPts val="0"/>
              </a:spcAft>
              <a:buSzPts val="1800"/>
              <a:buNone/>
              <a:defRPr>
                <a:latin typeface="Poppins Light"/>
                <a:ea typeface="Poppins Light"/>
                <a:cs typeface="Poppins Light"/>
                <a:sym typeface="Poppins Light"/>
              </a:defRPr>
            </a:lvl3pPr>
            <a:lvl4pPr lvl="3" rtl="0" algn="l">
              <a:spcBef>
                <a:spcPts val="0"/>
              </a:spcBef>
              <a:spcAft>
                <a:spcPts val="0"/>
              </a:spcAft>
              <a:buSzPts val="1800"/>
              <a:buNone/>
              <a:defRPr>
                <a:latin typeface="Poppins Light"/>
                <a:ea typeface="Poppins Light"/>
                <a:cs typeface="Poppins Light"/>
                <a:sym typeface="Poppins Light"/>
              </a:defRPr>
            </a:lvl4pPr>
            <a:lvl5pPr lvl="4" rtl="0" algn="l">
              <a:spcBef>
                <a:spcPts val="0"/>
              </a:spcBef>
              <a:spcAft>
                <a:spcPts val="0"/>
              </a:spcAft>
              <a:buSzPts val="1800"/>
              <a:buNone/>
              <a:defRPr>
                <a:latin typeface="Poppins Light"/>
                <a:ea typeface="Poppins Light"/>
                <a:cs typeface="Poppins Light"/>
                <a:sym typeface="Poppins Light"/>
              </a:defRPr>
            </a:lvl5pPr>
            <a:lvl6pPr lvl="5" rtl="0" algn="l">
              <a:spcBef>
                <a:spcPts val="0"/>
              </a:spcBef>
              <a:spcAft>
                <a:spcPts val="0"/>
              </a:spcAft>
              <a:buSzPts val="1800"/>
              <a:buNone/>
              <a:defRPr>
                <a:latin typeface="Poppins Light"/>
                <a:ea typeface="Poppins Light"/>
                <a:cs typeface="Poppins Light"/>
                <a:sym typeface="Poppins Light"/>
              </a:defRPr>
            </a:lvl6pPr>
            <a:lvl7pPr lvl="6" rtl="0" algn="l">
              <a:spcBef>
                <a:spcPts val="0"/>
              </a:spcBef>
              <a:spcAft>
                <a:spcPts val="0"/>
              </a:spcAft>
              <a:buSzPts val="1800"/>
              <a:buNone/>
              <a:defRPr>
                <a:latin typeface="Poppins Light"/>
                <a:ea typeface="Poppins Light"/>
                <a:cs typeface="Poppins Light"/>
                <a:sym typeface="Poppins Light"/>
              </a:defRPr>
            </a:lvl7pPr>
            <a:lvl8pPr lvl="7" rtl="0" algn="l">
              <a:spcBef>
                <a:spcPts val="0"/>
              </a:spcBef>
              <a:spcAft>
                <a:spcPts val="0"/>
              </a:spcAft>
              <a:buSzPts val="1800"/>
              <a:buNone/>
              <a:defRPr>
                <a:latin typeface="Poppins Light"/>
                <a:ea typeface="Poppins Light"/>
                <a:cs typeface="Poppins Light"/>
                <a:sym typeface="Poppins Light"/>
              </a:defRPr>
            </a:lvl8pPr>
            <a:lvl9pPr lvl="8" rtl="0" algn="l">
              <a:spcBef>
                <a:spcPts val="0"/>
              </a:spcBef>
              <a:spcAft>
                <a:spcPts val="0"/>
              </a:spcAft>
              <a:buSzPts val="1800"/>
              <a:buNone/>
              <a:defRPr>
                <a:latin typeface="Poppins Light"/>
                <a:ea typeface="Poppins Light"/>
                <a:cs typeface="Poppins Light"/>
                <a:sym typeface="Poppins Light"/>
              </a:defRPr>
            </a:lvl9pPr>
          </a:lstStyle>
          <a:p/>
        </p:txBody>
      </p:sp>
      <p:sp>
        <p:nvSpPr>
          <p:cNvPr id="3619" name="Google Shape;3619;p14"/>
          <p:cNvSpPr txBox="1"/>
          <p:nvPr>
            <p:ph idx="1" type="subTitle"/>
          </p:nvPr>
        </p:nvSpPr>
        <p:spPr>
          <a:xfrm>
            <a:off x="4907575" y="934991"/>
            <a:ext cx="2413800" cy="541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620" name="Google Shape;3620;p14"/>
          <p:cNvSpPr txBox="1"/>
          <p:nvPr>
            <p:ph idx="5" type="title"/>
          </p:nvPr>
        </p:nvSpPr>
        <p:spPr>
          <a:xfrm>
            <a:off x="4907350" y="1612055"/>
            <a:ext cx="2752200" cy="435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rtl="0" algn="l">
              <a:spcBef>
                <a:spcPts val="0"/>
              </a:spcBef>
              <a:spcAft>
                <a:spcPts val="0"/>
              </a:spcAft>
              <a:buSzPts val="1800"/>
              <a:buNone/>
              <a:defRPr>
                <a:latin typeface="Poppins Light"/>
                <a:ea typeface="Poppins Light"/>
                <a:cs typeface="Poppins Light"/>
                <a:sym typeface="Poppins Light"/>
              </a:defRPr>
            </a:lvl2pPr>
            <a:lvl3pPr lvl="2" rtl="0" algn="l">
              <a:spcBef>
                <a:spcPts val="0"/>
              </a:spcBef>
              <a:spcAft>
                <a:spcPts val="0"/>
              </a:spcAft>
              <a:buSzPts val="1800"/>
              <a:buNone/>
              <a:defRPr>
                <a:latin typeface="Poppins Light"/>
                <a:ea typeface="Poppins Light"/>
                <a:cs typeface="Poppins Light"/>
                <a:sym typeface="Poppins Light"/>
              </a:defRPr>
            </a:lvl3pPr>
            <a:lvl4pPr lvl="3" rtl="0" algn="l">
              <a:spcBef>
                <a:spcPts val="0"/>
              </a:spcBef>
              <a:spcAft>
                <a:spcPts val="0"/>
              </a:spcAft>
              <a:buSzPts val="1800"/>
              <a:buNone/>
              <a:defRPr>
                <a:latin typeface="Poppins Light"/>
                <a:ea typeface="Poppins Light"/>
                <a:cs typeface="Poppins Light"/>
                <a:sym typeface="Poppins Light"/>
              </a:defRPr>
            </a:lvl4pPr>
            <a:lvl5pPr lvl="4" rtl="0" algn="l">
              <a:spcBef>
                <a:spcPts val="0"/>
              </a:spcBef>
              <a:spcAft>
                <a:spcPts val="0"/>
              </a:spcAft>
              <a:buSzPts val="1800"/>
              <a:buNone/>
              <a:defRPr>
                <a:latin typeface="Poppins Light"/>
                <a:ea typeface="Poppins Light"/>
                <a:cs typeface="Poppins Light"/>
                <a:sym typeface="Poppins Light"/>
              </a:defRPr>
            </a:lvl5pPr>
            <a:lvl6pPr lvl="5" rtl="0" algn="l">
              <a:spcBef>
                <a:spcPts val="0"/>
              </a:spcBef>
              <a:spcAft>
                <a:spcPts val="0"/>
              </a:spcAft>
              <a:buSzPts val="1800"/>
              <a:buNone/>
              <a:defRPr>
                <a:latin typeface="Poppins Light"/>
                <a:ea typeface="Poppins Light"/>
                <a:cs typeface="Poppins Light"/>
                <a:sym typeface="Poppins Light"/>
              </a:defRPr>
            </a:lvl6pPr>
            <a:lvl7pPr lvl="6" rtl="0" algn="l">
              <a:spcBef>
                <a:spcPts val="0"/>
              </a:spcBef>
              <a:spcAft>
                <a:spcPts val="0"/>
              </a:spcAft>
              <a:buSzPts val="1800"/>
              <a:buNone/>
              <a:defRPr>
                <a:latin typeface="Poppins Light"/>
                <a:ea typeface="Poppins Light"/>
                <a:cs typeface="Poppins Light"/>
                <a:sym typeface="Poppins Light"/>
              </a:defRPr>
            </a:lvl7pPr>
            <a:lvl8pPr lvl="7" rtl="0" algn="l">
              <a:spcBef>
                <a:spcPts val="0"/>
              </a:spcBef>
              <a:spcAft>
                <a:spcPts val="0"/>
              </a:spcAft>
              <a:buSzPts val="1800"/>
              <a:buNone/>
              <a:defRPr>
                <a:latin typeface="Poppins Light"/>
                <a:ea typeface="Poppins Light"/>
                <a:cs typeface="Poppins Light"/>
                <a:sym typeface="Poppins Light"/>
              </a:defRPr>
            </a:lvl8pPr>
            <a:lvl9pPr lvl="8" rtl="0" algn="l">
              <a:spcBef>
                <a:spcPts val="0"/>
              </a:spcBef>
              <a:spcAft>
                <a:spcPts val="0"/>
              </a:spcAft>
              <a:buSzPts val="1800"/>
              <a:buNone/>
              <a:defRPr>
                <a:latin typeface="Poppins Light"/>
                <a:ea typeface="Poppins Light"/>
                <a:cs typeface="Poppins Light"/>
                <a:sym typeface="Poppins Light"/>
              </a:defRPr>
            </a:lvl9pPr>
          </a:lstStyle>
          <a:p/>
        </p:txBody>
      </p:sp>
      <p:sp>
        <p:nvSpPr>
          <p:cNvPr id="3621" name="Google Shape;3621;p14"/>
          <p:cNvSpPr txBox="1"/>
          <p:nvPr>
            <p:ph idx="6" type="subTitle"/>
          </p:nvPr>
        </p:nvSpPr>
        <p:spPr>
          <a:xfrm>
            <a:off x="4907575" y="1974391"/>
            <a:ext cx="2413800" cy="541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622" name="Google Shape;3622;p14"/>
          <p:cNvSpPr txBox="1"/>
          <p:nvPr>
            <p:ph idx="7" type="title"/>
          </p:nvPr>
        </p:nvSpPr>
        <p:spPr>
          <a:xfrm>
            <a:off x="4907350" y="2639530"/>
            <a:ext cx="2752200" cy="435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rtl="0" algn="l">
              <a:spcBef>
                <a:spcPts val="0"/>
              </a:spcBef>
              <a:spcAft>
                <a:spcPts val="0"/>
              </a:spcAft>
              <a:buSzPts val="1800"/>
              <a:buNone/>
              <a:defRPr>
                <a:latin typeface="Poppins Light"/>
                <a:ea typeface="Poppins Light"/>
                <a:cs typeface="Poppins Light"/>
                <a:sym typeface="Poppins Light"/>
              </a:defRPr>
            </a:lvl2pPr>
            <a:lvl3pPr lvl="2" rtl="0" algn="l">
              <a:spcBef>
                <a:spcPts val="0"/>
              </a:spcBef>
              <a:spcAft>
                <a:spcPts val="0"/>
              </a:spcAft>
              <a:buSzPts val="1800"/>
              <a:buNone/>
              <a:defRPr>
                <a:latin typeface="Poppins Light"/>
                <a:ea typeface="Poppins Light"/>
                <a:cs typeface="Poppins Light"/>
                <a:sym typeface="Poppins Light"/>
              </a:defRPr>
            </a:lvl3pPr>
            <a:lvl4pPr lvl="3" rtl="0" algn="l">
              <a:spcBef>
                <a:spcPts val="0"/>
              </a:spcBef>
              <a:spcAft>
                <a:spcPts val="0"/>
              </a:spcAft>
              <a:buSzPts val="1800"/>
              <a:buNone/>
              <a:defRPr>
                <a:latin typeface="Poppins Light"/>
                <a:ea typeface="Poppins Light"/>
                <a:cs typeface="Poppins Light"/>
                <a:sym typeface="Poppins Light"/>
              </a:defRPr>
            </a:lvl4pPr>
            <a:lvl5pPr lvl="4" rtl="0" algn="l">
              <a:spcBef>
                <a:spcPts val="0"/>
              </a:spcBef>
              <a:spcAft>
                <a:spcPts val="0"/>
              </a:spcAft>
              <a:buSzPts val="1800"/>
              <a:buNone/>
              <a:defRPr>
                <a:latin typeface="Poppins Light"/>
                <a:ea typeface="Poppins Light"/>
                <a:cs typeface="Poppins Light"/>
                <a:sym typeface="Poppins Light"/>
              </a:defRPr>
            </a:lvl5pPr>
            <a:lvl6pPr lvl="5" rtl="0" algn="l">
              <a:spcBef>
                <a:spcPts val="0"/>
              </a:spcBef>
              <a:spcAft>
                <a:spcPts val="0"/>
              </a:spcAft>
              <a:buSzPts val="1800"/>
              <a:buNone/>
              <a:defRPr>
                <a:latin typeface="Poppins Light"/>
                <a:ea typeface="Poppins Light"/>
                <a:cs typeface="Poppins Light"/>
                <a:sym typeface="Poppins Light"/>
              </a:defRPr>
            </a:lvl6pPr>
            <a:lvl7pPr lvl="6" rtl="0" algn="l">
              <a:spcBef>
                <a:spcPts val="0"/>
              </a:spcBef>
              <a:spcAft>
                <a:spcPts val="0"/>
              </a:spcAft>
              <a:buSzPts val="1800"/>
              <a:buNone/>
              <a:defRPr>
                <a:latin typeface="Poppins Light"/>
                <a:ea typeface="Poppins Light"/>
                <a:cs typeface="Poppins Light"/>
                <a:sym typeface="Poppins Light"/>
              </a:defRPr>
            </a:lvl7pPr>
            <a:lvl8pPr lvl="7" rtl="0" algn="l">
              <a:spcBef>
                <a:spcPts val="0"/>
              </a:spcBef>
              <a:spcAft>
                <a:spcPts val="0"/>
              </a:spcAft>
              <a:buSzPts val="1800"/>
              <a:buNone/>
              <a:defRPr>
                <a:latin typeface="Poppins Light"/>
                <a:ea typeface="Poppins Light"/>
                <a:cs typeface="Poppins Light"/>
                <a:sym typeface="Poppins Light"/>
              </a:defRPr>
            </a:lvl8pPr>
            <a:lvl9pPr lvl="8" rtl="0" algn="l">
              <a:spcBef>
                <a:spcPts val="0"/>
              </a:spcBef>
              <a:spcAft>
                <a:spcPts val="0"/>
              </a:spcAft>
              <a:buSzPts val="1800"/>
              <a:buNone/>
              <a:defRPr>
                <a:latin typeface="Poppins Light"/>
                <a:ea typeface="Poppins Light"/>
                <a:cs typeface="Poppins Light"/>
                <a:sym typeface="Poppins Light"/>
              </a:defRPr>
            </a:lvl9pPr>
          </a:lstStyle>
          <a:p/>
        </p:txBody>
      </p:sp>
      <p:sp>
        <p:nvSpPr>
          <p:cNvPr id="3623" name="Google Shape;3623;p14"/>
          <p:cNvSpPr txBox="1"/>
          <p:nvPr>
            <p:ph idx="8" type="subTitle"/>
          </p:nvPr>
        </p:nvSpPr>
        <p:spPr>
          <a:xfrm>
            <a:off x="4907575" y="3001865"/>
            <a:ext cx="2413800" cy="541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624" name="Google Shape;3624;p14"/>
          <p:cNvSpPr txBox="1"/>
          <p:nvPr>
            <p:ph hasCustomPrompt="1" idx="9" type="title"/>
          </p:nvPr>
        </p:nvSpPr>
        <p:spPr>
          <a:xfrm>
            <a:off x="3365300" y="3986315"/>
            <a:ext cx="1320300" cy="541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Font typeface="Poppins SemiBold"/>
              <a:buNone/>
              <a:defRPr b="0" sz="3600">
                <a:solidFill>
                  <a:schemeClr val="accent1"/>
                </a:solidFill>
                <a:latin typeface="Poppins SemiBold"/>
                <a:ea typeface="Poppins SemiBold"/>
                <a:cs typeface="Poppins SemiBold"/>
                <a:sym typeface="Poppins SemiBold"/>
              </a:defRPr>
            </a:lvl1pPr>
            <a:lvl2pPr lvl="1" rtl="0" algn="r">
              <a:spcBef>
                <a:spcPts val="0"/>
              </a:spcBef>
              <a:spcAft>
                <a:spcPts val="0"/>
              </a:spcAft>
              <a:buSzPts val="3600"/>
              <a:buFont typeface="Poppins SemiBold"/>
              <a:buNone/>
              <a:defRPr b="0" sz="3600">
                <a:latin typeface="Poppins SemiBold"/>
                <a:ea typeface="Poppins SemiBold"/>
                <a:cs typeface="Poppins SemiBold"/>
                <a:sym typeface="Poppins SemiBold"/>
              </a:defRPr>
            </a:lvl2pPr>
            <a:lvl3pPr lvl="2" rtl="0" algn="r">
              <a:spcBef>
                <a:spcPts val="0"/>
              </a:spcBef>
              <a:spcAft>
                <a:spcPts val="0"/>
              </a:spcAft>
              <a:buSzPts val="3600"/>
              <a:buFont typeface="Poppins SemiBold"/>
              <a:buNone/>
              <a:defRPr b="0" sz="3600">
                <a:latin typeface="Poppins SemiBold"/>
                <a:ea typeface="Poppins SemiBold"/>
                <a:cs typeface="Poppins SemiBold"/>
                <a:sym typeface="Poppins SemiBold"/>
              </a:defRPr>
            </a:lvl3pPr>
            <a:lvl4pPr lvl="3" rtl="0" algn="r">
              <a:spcBef>
                <a:spcPts val="0"/>
              </a:spcBef>
              <a:spcAft>
                <a:spcPts val="0"/>
              </a:spcAft>
              <a:buSzPts val="3600"/>
              <a:buFont typeface="Poppins SemiBold"/>
              <a:buNone/>
              <a:defRPr b="0" sz="3600">
                <a:latin typeface="Poppins SemiBold"/>
                <a:ea typeface="Poppins SemiBold"/>
                <a:cs typeface="Poppins SemiBold"/>
                <a:sym typeface="Poppins SemiBold"/>
              </a:defRPr>
            </a:lvl4pPr>
            <a:lvl5pPr lvl="4" rtl="0" algn="r">
              <a:spcBef>
                <a:spcPts val="0"/>
              </a:spcBef>
              <a:spcAft>
                <a:spcPts val="0"/>
              </a:spcAft>
              <a:buSzPts val="3600"/>
              <a:buFont typeface="Poppins SemiBold"/>
              <a:buNone/>
              <a:defRPr b="0" sz="3600">
                <a:latin typeface="Poppins SemiBold"/>
                <a:ea typeface="Poppins SemiBold"/>
                <a:cs typeface="Poppins SemiBold"/>
                <a:sym typeface="Poppins SemiBold"/>
              </a:defRPr>
            </a:lvl5pPr>
            <a:lvl6pPr lvl="5" rtl="0" algn="r">
              <a:spcBef>
                <a:spcPts val="0"/>
              </a:spcBef>
              <a:spcAft>
                <a:spcPts val="0"/>
              </a:spcAft>
              <a:buSzPts val="3600"/>
              <a:buFont typeface="Poppins SemiBold"/>
              <a:buNone/>
              <a:defRPr b="0" sz="3600">
                <a:latin typeface="Poppins SemiBold"/>
                <a:ea typeface="Poppins SemiBold"/>
                <a:cs typeface="Poppins SemiBold"/>
                <a:sym typeface="Poppins SemiBold"/>
              </a:defRPr>
            </a:lvl6pPr>
            <a:lvl7pPr lvl="6" rtl="0" algn="r">
              <a:spcBef>
                <a:spcPts val="0"/>
              </a:spcBef>
              <a:spcAft>
                <a:spcPts val="0"/>
              </a:spcAft>
              <a:buSzPts val="3600"/>
              <a:buFont typeface="Poppins SemiBold"/>
              <a:buNone/>
              <a:defRPr b="0" sz="3600">
                <a:latin typeface="Poppins SemiBold"/>
                <a:ea typeface="Poppins SemiBold"/>
                <a:cs typeface="Poppins SemiBold"/>
                <a:sym typeface="Poppins SemiBold"/>
              </a:defRPr>
            </a:lvl7pPr>
            <a:lvl8pPr lvl="7" rtl="0" algn="r">
              <a:spcBef>
                <a:spcPts val="0"/>
              </a:spcBef>
              <a:spcAft>
                <a:spcPts val="0"/>
              </a:spcAft>
              <a:buSzPts val="3600"/>
              <a:buFont typeface="Poppins SemiBold"/>
              <a:buNone/>
              <a:defRPr b="0" sz="3600">
                <a:latin typeface="Poppins SemiBold"/>
                <a:ea typeface="Poppins SemiBold"/>
                <a:cs typeface="Poppins SemiBold"/>
                <a:sym typeface="Poppins SemiBold"/>
              </a:defRPr>
            </a:lvl8pPr>
            <a:lvl9pPr lvl="8" rtl="0" algn="r">
              <a:spcBef>
                <a:spcPts val="0"/>
              </a:spcBef>
              <a:spcAft>
                <a:spcPts val="0"/>
              </a:spcAft>
              <a:buSzPts val="3600"/>
              <a:buFont typeface="Poppins SemiBold"/>
              <a:buNone/>
              <a:defRPr b="0" sz="3600">
                <a:latin typeface="Poppins SemiBold"/>
                <a:ea typeface="Poppins SemiBold"/>
                <a:cs typeface="Poppins SemiBold"/>
                <a:sym typeface="Poppins SemiBold"/>
              </a:defRPr>
            </a:lvl9pPr>
          </a:lstStyle>
          <a:p>
            <a:r>
              <a:t>xx%</a:t>
            </a:r>
          </a:p>
        </p:txBody>
      </p:sp>
      <p:sp>
        <p:nvSpPr>
          <p:cNvPr id="3625" name="Google Shape;3625;p14"/>
          <p:cNvSpPr txBox="1"/>
          <p:nvPr>
            <p:ph idx="13" type="title"/>
          </p:nvPr>
        </p:nvSpPr>
        <p:spPr>
          <a:xfrm>
            <a:off x="4907350" y="3667005"/>
            <a:ext cx="2752200" cy="435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rtl="0" algn="l">
              <a:spcBef>
                <a:spcPts val="0"/>
              </a:spcBef>
              <a:spcAft>
                <a:spcPts val="0"/>
              </a:spcAft>
              <a:buSzPts val="1800"/>
              <a:buNone/>
              <a:defRPr>
                <a:latin typeface="Poppins Light"/>
                <a:ea typeface="Poppins Light"/>
                <a:cs typeface="Poppins Light"/>
                <a:sym typeface="Poppins Light"/>
              </a:defRPr>
            </a:lvl2pPr>
            <a:lvl3pPr lvl="2" rtl="0" algn="l">
              <a:spcBef>
                <a:spcPts val="0"/>
              </a:spcBef>
              <a:spcAft>
                <a:spcPts val="0"/>
              </a:spcAft>
              <a:buSzPts val="1800"/>
              <a:buNone/>
              <a:defRPr>
                <a:latin typeface="Poppins Light"/>
                <a:ea typeface="Poppins Light"/>
                <a:cs typeface="Poppins Light"/>
                <a:sym typeface="Poppins Light"/>
              </a:defRPr>
            </a:lvl3pPr>
            <a:lvl4pPr lvl="3" rtl="0" algn="l">
              <a:spcBef>
                <a:spcPts val="0"/>
              </a:spcBef>
              <a:spcAft>
                <a:spcPts val="0"/>
              </a:spcAft>
              <a:buSzPts val="1800"/>
              <a:buNone/>
              <a:defRPr>
                <a:latin typeface="Poppins Light"/>
                <a:ea typeface="Poppins Light"/>
                <a:cs typeface="Poppins Light"/>
                <a:sym typeface="Poppins Light"/>
              </a:defRPr>
            </a:lvl4pPr>
            <a:lvl5pPr lvl="4" rtl="0" algn="l">
              <a:spcBef>
                <a:spcPts val="0"/>
              </a:spcBef>
              <a:spcAft>
                <a:spcPts val="0"/>
              </a:spcAft>
              <a:buSzPts val="1800"/>
              <a:buNone/>
              <a:defRPr>
                <a:latin typeface="Poppins Light"/>
                <a:ea typeface="Poppins Light"/>
                <a:cs typeface="Poppins Light"/>
                <a:sym typeface="Poppins Light"/>
              </a:defRPr>
            </a:lvl5pPr>
            <a:lvl6pPr lvl="5" rtl="0" algn="l">
              <a:spcBef>
                <a:spcPts val="0"/>
              </a:spcBef>
              <a:spcAft>
                <a:spcPts val="0"/>
              </a:spcAft>
              <a:buSzPts val="1800"/>
              <a:buNone/>
              <a:defRPr>
                <a:latin typeface="Poppins Light"/>
                <a:ea typeface="Poppins Light"/>
                <a:cs typeface="Poppins Light"/>
                <a:sym typeface="Poppins Light"/>
              </a:defRPr>
            </a:lvl6pPr>
            <a:lvl7pPr lvl="6" rtl="0" algn="l">
              <a:spcBef>
                <a:spcPts val="0"/>
              </a:spcBef>
              <a:spcAft>
                <a:spcPts val="0"/>
              </a:spcAft>
              <a:buSzPts val="1800"/>
              <a:buNone/>
              <a:defRPr>
                <a:latin typeface="Poppins Light"/>
                <a:ea typeface="Poppins Light"/>
                <a:cs typeface="Poppins Light"/>
                <a:sym typeface="Poppins Light"/>
              </a:defRPr>
            </a:lvl7pPr>
            <a:lvl8pPr lvl="7" rtl="0" algn="l">
              <a:spcBef>
                <a:spcPts val="0"/>
              </a:spcBef>
              <a:spcAft>
                <a:spcPts val="0"/>
              </a:spcAft>
              <a:buSzPts val="1800"/>
              <a:buNone/>
              <a:defRPr>
                <a:latin typeface="Poppins Light"/>
                <a:ea typeface="Poppins Light"/>
                <a:cs typeface="Poppins Light"/>
                <a:sym typeface="Poppins Light"/>
              </a:defRPr>
            </a:lvl8pPr>
            <a:lvl9pPr lvl="8" rtl="0" algn="l">
              <a:spcBef>
                <a:spcPts val="0"/>
              </a:spcBef>
              <a:spcAft>
                <a:spcPts val="0"/>
              </a:spcAft>
              <a:buSzPts val="1800"/>
              <a:buNone/>
              <a:defRPr>
                <a:latin typeface="Poppins Light"/>
                <a:ea typeface="Poppins Light"/>
                <a:cs typeface="Poppins Light"/>
                <a:sym typeface="Poppins Light"/>
              </a:defRPr>
            </a:lvl9pPr>
          </a:lstStyle>
          <a:p/>
        </p:txBody>
      </p:sp>
      <p:sp>
        <p:nvSpPr>
          <p:cNvPr id="3626" name="Google Shape;3626;p14"/>
          <p:cNvSpPr txBox="1"/>
          <p:nvPr>
            <p:ph idx="14" type="subTitle"/>
          </p:nvPr>
        </p:nvSpPr>
        <p:spPr>
          <a:xfrm>
            <a:off x="4907575" y="4029340"/>
            <a:ext cx="2413800" cy="541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627" name="Google Shape;3627;p1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
    <p:spTree>
      <p:nvGrpSpPr>
        <p:cNvPr id="3628" name="Shape 3628"/>
        <p:cNvGrpSpPr/>
        <p:nvPr/>
      </p:nvGrpSpPr>
      <p:grpSpPr>
        <a:xfrm>
          <a:off x="0" y="0"/>
          <a:ext cx="0" cy="0"/>
          <a:chOff x="0" y="0"/>
          <a:chExt cx="0" cy="0"/>
        </a:xfrm>
      </p:grpSpPr>
      <p:sp>
        <p:nvSpPr>
          <p:cNvPr id="3629" name="Google Shape;3629;p15"/>
          <p:cNvSpPr/>
          <p:nvPr/>
        </p:nvSpPr>
        <p:spPr>
          <a:xfrm>
            <a:off x="723450" y="3435800"/>
            <a:ext cx="2360400" cy="1170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5"/>
          <p:cNvSpPr/>
          <p:nvPr/>
        </p:nvSpPr>
        <p:spPr>
          <a:xfrm>
            <a:off x="3391800" y="3435800"/>
            <a:ext cx="2360400" cy="1170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5"/>
          <p:cNvSpPr/>
          <p:nvPr/>
        </p:nvSpPr>
        <p:spPr>
          <a:xfrm>
            <a:off x="6060150" y="3435800"/>
            <a:ext cx="2360400" cy="1170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5"/>
          <p:cNvSpPr/>
          <p:nvPr/>
        </p:nvSpPr>
        <p:spPr>
          <a:xfrm>
            <a:off x="723450" y="1285875"/>
            <a:ext cx="2360400" cy="2149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FEFEF"/>
              </a:solidFill>
            </a:endParaRPr>
          </a:p>
        </p:txBody>
      </p:sp>
      <p:sp>
        <p:nvSpPr>
          <p:cNvPr id="3633" name="Google Shape;3633;p15"/>
          <p:cNvSpPr/>
          <p:nvPr/>
        </p:nvSpPr>
        <p:spPr>
          <a:xfrm>
            <a:off x="3391800" y="1285875"/>
            <a:ext cx="2360400" cy="2149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FEFEF"/>
              </a:solidFill>
            </a:endParaRPr>
          </a:p>
        </p:txBody>
      </p:sp>
      <p:sp>
        <p:nvSpPr>
          <p:cNvPr id="3634" name="Google Shape;3634;p15"/>
          <p:cNvSpPr/>
          <p:nvPr/>
        </p:nvSpPr>
        <p:spPr>
          <a:xfrm>
            <a:off x="6060150" y="1285875"/>
            <a:ext cx="2360400" cy="2149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FEFEF"/>
              </a:solidFill>
            </a:endParaRPr>
          </a:p>
        </p:txBody>
      </p:sp>
      <p:sp>
        <p:nvSpPr>
          <p:cNvPr id="3635" name="Google Shape;3635;p15"/>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800"/>
              <a:buNone/>
              <a:defRPr>
                <a:latin typeface="Poppins Light"/>
                <a:ea typeface="Poppins Light"/>
                <a:cs typeface="Poppins Light"/>
                <a:sym typeface="Poppins Light"/>
              </a:defRPr>
            </a:lvl2pPr>
            <a:lvl3pPr lvl="2">
              <a:spcBef>
                <a:spcPts val="0"/>
              </a:spcBef>
              <a:spcAft>
                <a:spcPts val="0"/>
              </a:spcAft>
              <a:buSzPts val="1800"/>
              <a:buNone/>
              <a:defRPr>
                <a:latin typeface="Poppins Light"/>
                <a:ea typeface="Poppins Light"/>
                <a:cs typeface="Poppins Light"/>
                <a:sym typeface="Poppins Light"/>
              </a:defRPr>
            </a:lvl3pPr>
            <a:lvl4pPr lvl="3">
              <a:spcBef>
                <a:spcPts val="0"/>
              </a:spcBef>
              <a:spcAft>
                <a:spcPts val="0"/>
              </a:spcAft>
              <a:buSzPts val="1800"/>
              <a:buNone/>
              <a:defRPr>
                <a:latin typeface="Poppins Light"/>
                <a:ea typeface="Poppins Light"/>
                <a:cs typeface="Poppins Light"/>
                <a:sym typeface="Poppins Light"/>
              </a:defRPr>
            </a:lvl4pPr>
            <a:lvl5pPr lvl="4">
              <a:spcBef>
                <a:spcPts val="0"/>
              </a:spcBef>
              <a:spcAft>
                <a:spcPts val="0"/>
              </a:spcAft>
              <a:buSzPts val="1800"/>
              <a:buNone/>
              <a:defRPr>
                <a:latin typeface="Poppins Light"/>
                <a:ea typeface="Poppins Light"/>
                <a:cs typeface="Poppins Light"/>
                <a:sym typeface="Poppins Light"/>
              </a:defRPr>
            </a:lvl5pPr>
            <a:lvl6pPr lvl="5">
              <a:spcBef>
                <a:spcPts val="0"/>
              </a:spcBef>
              <a:spcAft>
                <a:spcPts val="0"/>
              </a:spcAft>
              <a:buSzPts val="1800"/>
              <a:buNone/>
              <a:defRPr>
                <a:latin typeface="Poppins Light"/>
                <a:ea typeface="Poppins Light"/>
                <a:cs typeface="Poppins Light"/>
                <a:sym typeface="Poppins Light"/>
              </a:defRPr>
            </a:lvl6pPr>
            <a:lvl7pPr lvl="6">
              <a:spcBef>
                <a:spcPts val="0"/>
              </a:spcBef>
              <a:spcAft>
                <a:spcPts val="0"/>
              </a:spcAft>
              <a:buSzPts val="1800"/>
              <a:buNone/>
              <a:defRPr>
                <a:latin typeface="Poppins Light"/>
                <a:ea typeface="Poppins Light"/>
                <a:cs typeface="Poppins Light"/>
                <a:sym typeface="Poppins Light"/>
              </a:defRPr>
            </a:lvl7pPr>
            <a:lvl8pPr lvl="7">
              <a:spcBef>
                <a:spcPts val="0"/>
              </a:spcBef>
              <a:spcAft>
                <a:spcPts val="0"/>
              </a:spcAft>
              <a:buSzPts val="1800"/>
              <a:buNone/>
              <a:defRPr>
                <a:latin typeface="Poppins Light"/>
                <a:ea typeface="Poppins Light"/>
                <a:cs typeface="Poppins Light"/>
                <a:sym typeface="Poppins Light"/>
              </a:defRPr>
            </a:lvl8pPr>
            <a:lvl9pPr lvl="8">
              <a:spcBef>
                <a:spcPts val="0"/>
              </a:spcBef>
              <a:spcAft>
                <a:spcPts val="0"/>
              </a:spcAft>
              <a:buSzPts val="1800"/>
              <a:buNone/>
              <a:defRPr>
                <a:latin typeface="Poppins Light"/>
                <a:ea typeface="Poppins Light"/>
                <a:cs typeface="Poppins Light"/>
                <a:sym typeface="Poppins Light"/>
              </a:defRPr>
            </a:lvl9pPr>
          </a:lstStyle>
          <a:p/>
        </p:txBody>
      </p:sp>
      <p:sp>
        <p:nvSpPr>
          <p:cNvPr id="3636" name="Google Shape;3636;p15"/>
          <p:cNvSpPr txBox="1"/>
          <p:nvPr>
            <p:ph idx="1" type="subTitle"/>
          </p:nvPr>
        </p:nvSpPr>
        <p:spPr>
          <a:xfrm>
            <a:off x="722375" y="3496043"/>
            <a:ext cx="2359200" cy="409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1pPr>
            <a:lvl2pPr lvl="1"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2pPr>
            <a:lvl3pPr lvl="2"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3pPr>
            <a:lvl4pPr lvl="3"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4pPr>
            <a:lvl5pPr lvl="4"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5pPr>
            <a:lvl6pPr lvl="5"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6pPr>
            <a:lvl7pPr lvl="6"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7pPr>
            <a:lvl8pPr lvl="7"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8pPr>
            <a:lvl9pPr lvl="8" algn="ctr">
              <a:spcBef>
                <a:spcPts val="1600"/>
              </a:spcBef>
              <a:spcAft>
                <a:spcPts val="160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9pPr>
          </a:lstStyle>
          <a:p/>
        </p:txBody>
      </p:sp>
      <p:sp>
        <p:nvSpPr>
          <p:cNvPr id="3637" name="Google Shape;3637;p15"/>
          <p:cNvSpPr txBox="1"/>
          <p:nvPr>
            <p:ph idx="2" type="subTitle"/>
          </p:nvPr>
        </p:nvSpPr>
        <p:spPr>
          <a:xfrm>
            <a:off x="722375" y="3861797"/>
            <a:ext cx="2359200" cy="58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3"/>
              </a:buClr>
              <a:buSzPts val="1400"/>
              <a:buNone/>
              <a:defRPr>
                <a:solidFill>
                  <a:schemeClr val="lt1"/>
                </a:solidFill>
              </a:defRPr>
            </a:lvl1pPr>
            <a:lvl2pPr lvl="1" rtl="0" algn="ctr">
              <a:spcBef>
                <a:spcPts val="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2pPr>
            <a:lvl3pPr lvl="2"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3pPr>
            <a:lvl4pPr lvl="3"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4pPr>
            <a:lvl5pPr lvl="4"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5pPr>
            <a:lvl6pPr lvl="5"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6pPr>
            <a:lvl7pPr lvl="6"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7pPr>
            <a:lvl8pPr lvl="7"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8pPr>
            <a:lvl9pPr lvl="8" rtl="0" algn="ctr">
              <a:spcBef>
                <a:spcPts val="1600"/>
              </a:spcBef>
              <a:spcAft>
                <a:spcPts val="1600"/>
              </a:spcAft>
              <a:buClr>
                <a:schemeClr val="accent3"/>
              </a:buClr>
              <a:buSzPts val="1400"/>
              <a:buFont typeface="Poppins Light"/>
              <a:buNone/>
              <a:defRPr>
                <a:solidFill>
                  <a:schemeClr val="accent3"/>
                </a:solidFill>
                <a:latin typeface="Poppins Light"/>
                <a:ea typeface="Poppins Light"/>
                <a:cs typeface="Poppins Light"/>
                <a:sym typeface="Poppins Light"/>
              </a:defRPr>
            </a:lvl9pPr>
          </a:lstStyle>
          <a:p/>
        </p:txBody>
      </p:sp>
      <p:sp>
        <p:nvSpPr>
          <p:cNvPr id="3638" name="Google Shape;3638;p15"/>
          <p:cNvSpPr txBox="1"/>
          <p:nvPr>
            <p:ph idx="3" type="subTitle"/>
          </p:nvPr>
        </p:nvSpPr>
        <p:spPr>
          <a:xfrm>
            <a:off x="3392400" y="3496043"/>
            <a:ext cx="2359200" cy="40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3"/>
              </a:buClr>
              <a:buSzPts val="1800"/>
              <a:buFont typeface="Poppins SemiBold"/>
              <a:buNone/>
              <a:defRPr sz="1800">
                <a:solidFill>
                  <a:schemeClr val="accent3"/>
                </a:solidFill>
                <a:latin typeface="Poppins SemiBold"/>
                <a:ea typeface="Poppins SemiBold"/>
                <a:cs typeface="Poppins SemiBold"/>
                <a:sym typeface="Poppins SemiBold"/>
              </a:defRPr>
            </a:lvl1pPr>
            <a:lvl2pPr lvl="1" rtl="0" algn="ctr">
              <a:spcBef>
                <a:spcPts val="1600"/>
              </a:spcBef>
              <a:spcAft>
                <a:spcPts val="0"/>
              </a:spcAft>
              <a:buClr>
                <a:schemeClr val="accent3"/>
              </a:buClr>
              <a:buSzPts val="1800"/>
              <a:buFont typeface="Poppins SemiBold"/>
              <a:buNone/>
              <a:defRPr sz="1800">
                <a:solidFill>
                  <a:schemeClr val="accent3"/>
                </a:solidFill>
                <a:latin typeface="Poppins SemiBold"/>
                <a:ea typeface="Poppins SemiBold"/>
                <a:cs typeface="Poppins SemiBold"/>
                <a:sym typeface="Poppins SemiBold"/>
              </a:defRPr>
            </a:lvl2pPr>
            <a:lvl3pPr lvl="2" rtl="0" algn="ctr">
              <a:spcBef>
                <a:spcPts val="1600"/>
              </a:spcBef>
              <a:spcAft>
                <a:spcPts val="0"/>
              </a:spcAft>
              <a:buClr>
                <a:schemeClr val="accent3"/>
              </a:buClr>
              <a:buSzPts val="1800"/>
              <a:buFont typeface="Poppins SemiBold"/>
              <a:buNone/>
              <a:defRPr sz="1800">
                <a:solidFill>
                  <a:schemeClr val="accent3"/>
                </a:solidFill>
                <a:latin typeface="Poppins SemiBold"/>
                <a:ea typeface="Poppins SemiBold"/>
                <a:cs typeface="Poppins SemiBold"/>
                <a:sym typeface="Poppins SemiBold"/>
              </a:defRPr>
            </a:lvl3pPr>
            <a:lvl4pPr lvl="3" rtl="0" algn="ctr">
              <a:spcBef>
                <a:spcPts val="1600"/>
              </a:spcBef>
              <a:spcAft>
                <a:spcPts val="0"/>
              </a:spcAft>
              <a:buClr>
                <a:schemeClr val="accent3"/>
              </a:buClr>
              <a:buSzPts val="1800"/>
              <a:buFont typeface="Poppins SemiBold"/>
              <a:buNone/>
              <a:defRPr sz="1800">
                <a:solidFill>
                  <a:schemeClr val="accent3"/>
                </a:solidFill>
                <a:latin typeface="Poppins SemiBold"/>
                <a:ea typeface="Poppins SemiBold"/>
                <a:cs typeface="Poppins SemiBold"/>
                <a:sym typeface="Poppins SemiBold"/>
              </a:defRPr>
            </a:lvl4pPr>
            <a:lvl5pPr lvl="4" rtl="0" algn="ctr">
              <a:spcBef>
                <a:spcPts val="1600"/>
              </a:spcBef>
              <a:spcAft>
                <a:spcPts val="0"/>
              </a:spcAft>
              <a:buClr>
                <a:schemeClr val="accent3"/>
              </a:buClr>
              <a:buSzPts val="1800"/>
              <a:buFont typeface="Poppins SemiBold"/>
              <a:buNone/>
              <a:defRPr sz="1800">
                <a:solidFill>
                  <a:schemeClr val="accent3"/>
                </a:solidFill>
                <a:latin typeface="Poppins SemiBold"/>
                <a:ea typeface="Poppins SemiBold"/>
                <a:cs typeface="Poppins SemiBold"/>
                <a:sym typeface="Poppins SemiBold"/>
              </a:defRPr>
            </a:lvl5pPr>
            <a:lvl6pPr lvl="5" rtl="0" algn="ctr">
              <a:spcBef>
                <a:spcPts val="1600"/>
              </a:spcBef>
              <a:spcAft>
                <a:spcPts val="0"/>
              </a:spcAft>
              <a:buClr>
                <a:schemeClr val="accent3"/>
              </a:buClr>
              <a:buSzPts val="1800"/>
              <a:buFont typeface="Poppins SemiBold"/>
              <a:buNone/>
              <a:defRPr sz="1800">
                <a:solidFill>
                  <a:schemeClr val="accent3"/>
                </a:solidFill>
                <a:latin typeface="Poppins SemiBold"/>
                <a:ea typeface="Poppins SemiBold"/>
                <a:cs typeface="Poppins SemiBold"/>
                <a:sym typeface="Poppins SemiBold"/>
              </a:defRPr>
            </a:lvl6pPr>
            <a:lvl7pPr lvl="6" rtl="0" algn="ctr">
              <a:spcBef>
                <a:spcPts val="1600"/>
              </a:spcBef>
              <a:spcAft>
                <a:spcPts val="0"/>
              </a:spcAft>
              <a:buClr>
                <a:schemeClr val="accent3"/>
              </a:buClr>
              <a:buSzPts val="1800"/>
              <a:buFont typeface="Poppins SemiBold"/>
              <a:buNone/>
              <a:defRPr sz="1800">
                <a:solidFill>
                  <a:schemeClr val="accent3"/>
                </a:solidFill>
                <a:latin typeface="Poppins SemiBold"/>
                <a:ea typeface="Poppins SemiBold"/>
                <a:cs typeface="Poppins SemiBold"/>
                <a:sym typeface="Poppins SemiBold"/>
              </a:defRPr>
            </a:lvl7pPr>
            <a:lvl8pPr lvl="7" rtl="0" algn="ctr">
              <a:spcBef>
                <a:spcPts val="1600"/>
              </a:spcBef>
              <a:spcAft>
                <a:spcPts val="0"/>
              </a:spcAft>
              <a:buClr>
                <a:schemeClr val="accent3"/>
              </a:buClr>
              <a:buSzPts val="1800"/>
              <a:buFont typeface="Poppins SemiBold"/>
              <a:buNone/>
              <a:defRPr sz="1800">
                <a:solidFill>
                  <a:schemeClr val="accent3"/>
                </a:solidFill>
                <a:latin typeface="Poppins SemiBold"/>
                <a:ea typeface="Poppins SemiBold"/>
                <a:cs typeface="Poppins SemiBold"/>
                <a:sym typeface="Poppins SemiBold"/>
              </a:defRPr>
            </a:lvl8pPr>
            <a:lvl9pPr lvl="8" rtl="0" algn="ctr">
              <a:spcBef>
                <a:spcPts val="1600"/>
              </a:spcBef>
              <a:spcAft>
                <a:spcPts val="1600"/>
              </a:spcAft>
              <a:buClr>
                <a:schemeClr val="accent3"/>
              </a:buClr>
              <a:buSzPts val="1800"/>
              <a:buFont typeface="Poppins SemiBold"/>
              <a:buNone/>
              <a:defRPr sz="1800">
                <a:solidFill>
                  <a:schemeClr val="accent3"/>
                </a:solidFill>
                <a:latin typeface="Poppins SemiBold"/>
                <a:ea typeface="Poppins SemiBold"/>
                <a:cs typeface="Poppins SemiBold"/>
                <a:sym typeface="Poppins SemiBold"/>
              </a:defRPr>
            </a:lvl9pPr>
          </a:lstStyle>
          <a:p/>
        </p:txBody>
      </p:sp>
      <p:sp>
        <p:nvSpPr>
          <p:cNvPr id="3639" name="Google Shape;3639;p15"/>
          <p:cNvSpPr txBox="1"/>
          <p:nvPr>
            <p:ph idx="4" type="subTitle"/>
          </p:nvPr>
        </p:nvSpPr>
        <p:spPr>
          <a:xfrm>
            <a:off x="3392400" y="3861797"/>
            <a:ext cx="2359200" cy="58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3640" name="Google Shape;3640;p15"/>
          <p:cNvSpPr txBox="1"/>
          <p:nvPr>
            <p:ph idx="5" type="subTitle"/>
          </p:nvPr>
        </p:nvSpPr>
        <p:spPr>
          <a:xfrm>
            <a:off x="6062425" y="3496043"/>
            <a:ext cx="2359200" cy="40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1pPr>
            <a:lvl2pPr lvl="1" rtl="0"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800"/>
              <a:buFont typeface="Poppins SemiBold"/>
              <a:buNone/>
              <a:defRPr sz="1800">
                <a:solidFill>
                  <a:schemeClr val="accent1"/>
                </a:solidFill>
                <a:latin typeface="Poppins SemiBold"/>
                <a:ea typeface="Poppins SemiBold"/>
                <a:cs typeface="Poppins SemiBold"/>
                <a:sym typeface="Poppins SemiBold"/>
              </a:defRPr>
            </a:lvl9pPr>
          </a:lstStyle>
          <a:p/>
        </p:txBody>
      </p:sp>
      <p:sp>
        <p:nvSpPr>
          <p:cNvPr id="3641" name="Google Shape;3641;p15"/>
          <p:cNvSpPr txBox="1"/>
          <p:nvPr>
            <p:ph idx="6" type="subTitle"/>
          </p:nvPr>
        </p:nvSpPr>
        <p:spPr>
          <a:xfrm>
            <a:off x="6062425" y="3861797"/>
            <a:ext cx="2359200" cy="58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3"/>
              </a:buClr>
              <a:buSzPts val="1400"/>
              <a:buNone/>
              <a:defRPr>
                <a:solidFill>
                  <a:schemeClr val="lt1"/>
                </a:solidFill>
              </a:defRPr>
            </a:lvl1pPr>
            <a:lvl2pPr lvl="1"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2pPr>
            <a:lvl3pPr lvl="2"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3pPr>
            <a:lvl4pPr lvl="3"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4pPr>
            <a:lvl5pPr lvl="4"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5pPr>
            <a:lvl6pPr lvl="5"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6pPr>
            <a:lvl7pPr lvl="6"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7pPr>
            <a:lvl8pPr lvl="7" rtl="0" algn="ctr">
              <a:spcBef>
                <a:spcPts val="1600"/>
              </a:spcBef>
              <a:spcAft>
                <a:spcPts val="0"/>
              </a:spcAft>
              <a:buClr>
                <a:schemeClr val="accent3"/>
              </a:buClr>
              <a:buSzPts val="1400"/>
              <a:buFont typeface="Poppins Light"/>
              <a:buNone/>
              <a:defRPr>
                <a:solidFill>
                  <a:schemeClr val="accent3"/>
                </a:solidFill>
                <a:latin typeface="Poppins Light"/>
                <a:ea typeface="Poppins Light"/>
                <a:cs typeface="Poppins Light"/>
                <a:sym typeface="Poppins Light"/>
              </a:defRPr>
            </a:lvl8pPr>
            <a:lvl9pPr lvl="8" rtl="0" algn="ctr">
              <a:spcBef>
                <a:spcPts val="1600"/>
              </a:spcBef>
              <a:spcAft>
                <a:spcPts val="1600"/>
              </a:spcAft>
              <a:buClr>
                <a:schemeClr val="accent3"/>
              </a:buClr>
              <a:buSzPts val="1400"/>
              <a:buFont typeface="Poppins Light"/>
              <a:buNone/>
              <a:defRPr>
                <a:solidFill>
                  <a:schemeClr val="accent3"/>
                </a:solidFill>
                <a:latin typeface="Poppins Light"/>
                <a:ea typeface="Poppins Light"/>
                <a:cs typeface="Poppins Light"/>
                <a:sym typeface="Poppins Light"/>
              </a:defRPr>
            </a:lvl9pPr>
          </a:lstStyle>
          <a:p/>
        </p:txBody>
      </p:sp>
      <p:sp>
        <p:nvSpPr>
          <p:cNvPr id="3642" name="Google Shape;3642;p1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7">
    <p:bg>
      <p:bgPr>
        <a:solidFill>
          <a:schemeClr val="accent2"/>
        </a:solidFill>
      </p:bgPr>
    </p:bg>
    <p:spTree>
      <p:nvGrpSpPr>
        <p:cNvPr id="3643" name="Shape 3643"/>
        <p:cNvGrpSpPr/>
        <p:nvPr/>
      </p:nvGrpSpPr>
      <p:grpSpPr>
        <a:xfrm>
          <a:off x="0" y="0"/>
          <a:ext cx="0" cy="0"/>
          <a:chOff x="0" y="0"/>
          <a:chExt cx="0" cy="0"/>
        </a:xfrm>
      </p:grpSpPr>
      <p:grpSp>
        <p:nvGrpSpPr>
          <p:cNvPr id="3644" name="Google Shape;3644;p16"/>
          <p:cNvGrpSpPr/>
          <p:nvPr/>
        </p:nvGrpSpPr>
        <p:grpSpPr>
          <a:xfrm>
            <a:off x="6131096" y="203413"/>
            <a:ext cx="2758943" cy="2769257"/>
            <a:chOff x="6131096" y="203413"/>
            <a:chExt cx="2758943" cy="2769257"/>
          </a:xfrm>
        </p:grpSpPr>
        <p:grpSp>
          <p:nvGrpSpPr>
            <p:cNvPr id="3645" name="Google Shape;3645;p16"/>
            <p:cNvGrpSpPr/>
            <p:nvPr/>
          </p:nvGrpSpPr>
          <p:grpSpPr>
            <a:xfrm rot="-5400000">
              <a:off x="7688772" y="1771402"/>
              <a:ext cx="349968" cy="2052568"/>
              <a:chOff x="1037125" y="2236325"/>
              <a:chExt cx="149100" cy="874475"/>
            </a:xfrm>
          </p:grpSpPr>
          <p:sp>
            <p:nvSpPr>
              <p:cNvPr id="3646" name="Google Shape;3646;p16"/>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6"/>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6"/>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6"/>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6"/>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6"/>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6"/>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6"/>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6"/>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6"/>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6"/>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6"/>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6"/>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6"/>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6"/>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6"/>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6"/>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6"/>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6"/>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6"/>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6"/>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6"/>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6"/>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6"/>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6"/>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6"/>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6"/>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6"/>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6"/>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6"/>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6"/>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6"/>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6"/>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6"/>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6"/>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6"/>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2" name="Google Shape;3682;p16"/>
            <p:cNvSpPr/>
            <p:nvPr/>
          </p:nvSpPr>
          <p:spPr>
            <a:xfrm>
              <a:off x="6131096" y="203413"/>
              <a:ext cx="954308" cy="836766"/>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6"/>
            <p:cNvSpPr/>
            <p:nvPr/>
          </p:nvSpPr>
          <p:spPr>
            <a:xfrm>
              <a:off x="7863098" y="1189373"/>
              <a:ext cx="722148" cy="633202"/>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4" name="Google Shape;3684;p16"/>
            <p:cNvGrpSpPr/>
            <p:nvPr/>
          </p:nvGrpSpPr>
          <p:grpSpPr>
            <a:xfrm rot="-5400000">
              <a:off x="7511547" y="394216"/>
              <a:ext cx="1019815" cy="944312"/>
              <a:chOff x="2113525" y="2880575"/>
              <a:chExt cx="609500" cy="564375"/>
            </a:xfrm>
          </p:grpSpPr>
          <p:sp>
            <p:nvSpPr>
              <p:cNvPr id="3685" name="Google Shape;3685;p16"/>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6"/>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6"/>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6"/>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89" name="Google Shape;3689;p16"/>
          <p:cNvSpPr/>
          <p:nvPr/>
        </p:nvSpPr>
        <p:spPr>
          <a:xfrm>
            <a:off x="0" y="3244025"/>
            <a:ext cx="9154500" cy="18996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6"/>
          <p:cNvSpPr txBox="1"/>
          <p:nvPr>
            <p:ph idx="1" type="subTitle"/>
          </p:nvPr>
        </p:nvSpPr>
        <p:spPr>
          <a:xfrm>
            <a:off x="722375" y="3653481"/>
            <a:ext cx="5609100" cy="635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accent3"/>
              </a:buClr>
              <a:buSzPts val="3300"/>
              <a:buNone/>
              <a:defRPr sz="3300"/>
            </a:lvl1pPr>
            <a:lvl2pPr lvl="1" algn="ctr">
              <a:spcBef>
                <a:spcPts val="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2pPr>
            <a:lvl3pPr lvl="2"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3pPr>
            <a:lvl4pPr lvl="3"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4pPr>
            <a:lvl5pPr lvl="4"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5pPr>
            <a:lvl6pPr lvl="5"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6pPr>
            <a:lvl7pPr lvl="6"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7pPr>
            <a:lvl8pPr lvl="7"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8pPr>
            <a:lvl9pPr lvl="8" algn="ctr">
              <a:spcBef>
                <a:spcPts val="1600"/>
              </a:spcBef>
              <a:spcAft>
                <a:spcPts val="160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9pPr>
          </a:lstStyle>
          <a:p/>
        </p:txBody>
      </p:sp>
      <p:sp>
        <p:nvSpPr>
          <p:cNvPr id="3691" name="Google Shape;3691;p16"/>
          <p:cNvSpPr txBox="1"/>
          <p:nvPr>
            <p:ph idx="2" type="subTitle"/>
          </p:nvPr>
        </p:nvSpPr>
        <p:spPr>
          <a:xfrm>
            <a:off x="722375" y="4288575"/>
            <a:ext cx="7699200" cy="314100"/>
          </a:xfrm>
          <a:prstGeom prst="rect">
            <a:avLst/>
          </a:prstGeom>
          <a:noFill/>
        </p:spPr>
        <p:txBody>
          <a:bodyPr anchorCtr="0" anchor="t" bIns="91425" lIns="91425" spcFirstLastPara="1" rIns="91425" wrap="square" tIns="91425">
            <a:noAutofit/>
          </a:bodyPr>
          <a:lstStyle>
            <a:lvl1pPr lvl="0">
              <a:lnSpc>
                <a:spcPct val="100000"/>
              </a:lnSpc>
              <a:spcBef>
                <a:spcPts val="0"/>
              </a:spcBef>
              <a:spcAft>
                <a:spcPts val="0"/>
              </a:spcAft>
              <a:buSzPts val="1400"/>
              <a:buNone/>
              <a:defRPr b="1">
                <a:solidFill>
                  <a:schemeClr val="accent1"/>
                </a:solidFill>
              </a:defRPr>
            </a:lvl1pPr>
            <a:lvl2pPr lvl="1">
              <a:spcBef>
                <a:spcPts val="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p:txBody>
      </p:sp>
      <p:sp>
        <p:nvSpPr>
          <p:cNvPr id="3692" name="Google Shape;3692;p16"/>
          <p:cNvSpPr txBox="1"/>
          <p:nvPr>
            <p:ph hasCustomPrompt="1" type="title"/>
          </p:nvPr>
        </p:nvSpPr>
        <p:spPr>
          <a:xfrm>
            <a:off x="4794900" y="2184968"/>
            <a:ext cx="3626700" cy="26676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12000"/>
              <a:buFont typeface="Poppins SemiBold"/>
              <a:buNone/>
              <a:defRPr b="0" sz="20000">
                <a:solidFill>
                  <a:schemeClr val="accent1"/>
                </a:solidFill>
                <a:latin typeface="Poppins SemiBold"/>
                <a:ea typeface="Poppins SemiBold"/>
                <a:cs typeface="Poppins SemiBold"/>
                <a:sym typeface="Poppins SemiBold"/>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grpSp>
        <p:nvGrpSpPr>
          <p:cNvPr id="3693" name="Google Shape;3693;p16"/>
          <p:cNvGrpSpPr/>
          <p:nvPr/>
        </p:nvGrpSpPr>
        <p:grpSpPr>
          <a:xfrm flipH="1">
            <a:off x="-1651195" y="-919943"/>
            <a:ext cx="6389329" cy="4960483"/>
            <a:chOff x="2999375" y="238125"/>
            <a:chExt cx="1240550" cy="963500"/>
          </a:xfrm>
        </p:grpSpPr>
        <p:sp>
          <p:nvSpPr>
            <p:cNvPr id="3694" name="Google Shape;3694;p16"/>
            <p:cNvSpPr/>
            <p:nvPr/>
          </p:nvSpPr>
          <p:spPr>
            <a:xfrm>
              <a:off x="3197150" y="1064800"/>
              <a:ext cx="856125" cy="29700"/>
            </a:xfrm>
            <a:custGeom>
              <a:rect b="b" l="l" r="r" t="t"/>
              <a:pathLst>
                <a:path extrusionOk="0" h="1188" w="34245">
                  <a:moveTo>
                    <a:pt x="34160" y="85"/>
                  </a:moveTo>
                  <a:lnTo>
                    <a:pt x="34160" y="1114"/>
                  </a:lnTo>
                  <a:lnTo>
                    <a:pt x="85" y="1114"/>
                  </a:lnTo>
                  <a:lnTo>
                    <a:pt x="85" y="85"/>
                  </a:lnTo>
                  <a:close/>
                  <a:moveTo>
                    <a:pt x="43" y="0"/>
                  </a:moveTo>
                  <a:cubicBezTo>
                    <a:pt x="22" y="0"/>
                    <a:pt x="1" y="21"/>
                    <a:pt x="1" y="43"/>
                  </a:cubicBezTo>
                  <a:lnTo>
                    <a:pt x="1" y="1157"/>
                  </a:lnTo>
                  <a:cubicBezTo>
                    <a:pt x="1" y="1178"/>
                    <a:pt x="22" y="1188"/>
                    <a:pt x="43" y="1188"/>
                  </a:cubicBezTo>
                  <a:lnTo>
                    <a:pt x="34202" y="1188"/>
                  </a:lnTo>
                  <a:cubicBezTo>
                    <a:pt x="34223" y="1188"/>
                    <a:pt x="34244" y="1178"/>
                    <a:pt x="34244" y="1157"/>
                  </a:cubicBezTo>
                  <a:lnTo>
                    <a:pt x="34244" y="43"/>
                  </a:lnTo>
                  <a:cubicBezTo>
                    <a:pt x="34244" y="21"/>
                    <a:pt x="34223" y="0"/>
                    <a:pt x="342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6"/>
            <p:cNvSpPr/>
            <p:nvPr/>
          </p:nvSpPr>
          <p:spPr>
            <a:xfrm>
              <a:off x="3812500" y="380100"/>
              <a:ext cx="190400" cy="189725"/>
            </a:xfrm>
            <a:custGeom>
              <a:rect b="b" l="l" r="r" t="t"/>
              <a:pathLst>
                <a:path extrusionOk="0" h="7589" w="7616">
                  <a:moveTo>
                    <a:pt x="44" y="1"/>
                  </a:moveTo>
                  <a:cubicBezTo>
                    <a:pt x="33" y="1"/>
                    <a:pt x="23" y="6"/>
                    <a:pt x="12" y="16"/>
                  </a:cubicBezTo>
                  <a:cubicBezTo>
                    <a:pt x="1" y="27"/>
                    <a:pt x="1" y="59"/>
                    <a:pt x="12" y="69"/>
                  </a:cubicBezTo>
                  <a:lnTo>
                    <a:pt x="7542" y="7578"/>
                  </a:lnTo>
                  <a:cubicBezTo>
                    <a:pt x="7552" y="7589"/>
                    <a:pt x="7563" y="7589"/>
                    <a:pt x="7573" y="7589"/>
                  </a:cubicBezTo>
                  <a:cubicBezTo>
                    <a:pt x="7584" y="7589"/>
                    <a:pt x="7594" y="7589"/>
                    <a:pt x="7605" y="7578"/>
                  </a:cubicBezTo>
                  <a:cubicBezTo>
                    <a:pt x="7615" y="7567"/>
                    <a:pt x="7615" y="7535"/>
                    <a:pt x="7605" y="7525"/>
                  </a:cubicBezTo>
                  <a:lnTo>
                    <a:pt x="76" y="16"/>
                  </a:lnTo>
                  <a:cubicBezTo>
                    <a:pt x="65" y="6"/>
                    <a:pt x="54" y="1"/>
                    <a:pt x="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6"/>
            <p:cNvSpPr/>
            <p:nvPr/>
          </p:nvSpPr>
          <p:spPr>
            <a:xfrm>
              <a:off x="3812500" y="354300"/>
              <a:ext cx="191725" cy="216850"/>
            </a:xfrm>
            <a:custGeom>
              <a:rect b="b" l="l" r="r" t="t"/>
              <a:pathLst>
                <a:path extrusionOk="0" h="8674" w="7669">
                  <a:moveTo>
                    <a:pt x="44" y="1"/>
                  </a:moveTo>
                  <a:cubicBezTo>
                    <a:pt x="33" y="1"/>
                    <a:pt x="23" y="4"/>
                    <a:pt x="12" y="9"/>
                  </a:cubicBezTo>
                  <a:cubicBezTo>
                    <a:pt x="1" y="30"/>
                    <a:pt x="1" y="52"/>
                    <a:pt x="12" y="73"/>
                  </a:cubicBezTo>
                  <a:lnTo>
                    <a:pt x="7584" y="7613"/>
                  </a:lnTo>
                  <a:lnTo>
                    <a:pt x="7584" y="8631"/>
                  </a:lnTo>
                  <a:cubicBezTo>
                    <a:pt x="7584" y="8652"/>
                    <a:pt x="7605" y="8673"/>
                    <a:pt x="7626" y="8673"/>
                  </a:cubicBezTo>
                  <a:cubicBezTo>
                    <a:pt x="7648" y="8673"/>
                    <a:pt x="7669" y="8652"/>
                    <a:pt x="7669" y="8631"/>
                  </a:cubicBezTo>
                  <a:lnTo>
                    <a:pt x="7669" y="7591"/>
                  </a:lnTo>
                  <a:cubicBezTo>
                    <a:pt x="7669" y="7581"/>
                    <a:pt x="7658" y="7570"/>
                    <a:pt x="7658" y="7560"/>
                  </a:cubicBezTo>
                  <a:lnTo>
                    <a:pt x="76" y="9"/>
                  </a:lnTo>
                  <a:cubicBezTo>
                    <a:pt x="65" y="4"/>
                    <a:pt x="54" y="1"/>
                    <a:pt x="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6"/>
            <p:cNvSpPr/>
            <p:nvPr/>
          </p:nvSpPr>
          <p:spPr>
            <a:xfrm>
              <a:off x="3605450" y="569275"/>
              <a:ext cx="414425" cy="15125"/>
            </a:xfrm>
            <a:custGeom>
              <a:rect b="b" l="l" r="r" t="t"/>
              <a:pathLst>
                <a:path extrusionOk="0" h="605" w="16577">
                  <a:moveTo>
                    <a:pt x="16279" y="74"/>
                  </a:moveTo>
                  <a:cubicBezTo>
                    <a:pt x="16396" y="74"/>
                    <a:pt x="16491" y="170"/>
                    <a:pt x="16491" y="286"/>
                  </a:cubicBezTo>
                  <a:lnTo>
                    <a:pt x="16491" y="307"/>
                  </a:lnTo>
                  <a:cubicBezTo>
                    <a:pt x="16491" y="425"/>
                    <a:pt x="16396" y="520"/>
                    <a:pt x="16279" y="520"/>
                  </a:cubicBezTo>
                  <a:lnTo>
                    <a:pt x="287" y="520"/>
                  </a:lnTo>
                  <a:cubicBezTo>
                    <a:pt x="170" y="520"/>
                    <a:pt x="74" y="425"/>
                    <a:pt x="74" y="307"/>
                  </a:cubicBezTo>
                  <a:lnTo>
                    <a:pt x="74" y="286"/>
                  </a:lnTo>
                  <a:cubicBezTo>
                    <a:pt x="74" y="170"/>
                    <a:pt x="170" y="74"/>
                    <a:pt x="287" y="74"/>
                  </a:cubicBezTo>
                  <a:close/>
                  <a:moveTo>
                    <a:pt x="287" y="0"/>
                  </a:moveTo>
                  <a:cubicBezTo>
                    <a:pt x="128" y="0"/>
                    <a:pt x="1" y="128"/>
                    <a:pt x="1" y="286"/>
                  </a:cubicBezTo>
                  <a:lnTo>
                    <a:pt x="1" y="307"/>
                  </a:lnTo>
                  <a:cubicBezTo>
                    <a:pt x="1" y="467"/>
                    <a:pt x="128" y="604"/>
                    <a:pt x="287" y="604"/>
                  </a:cubicBezTo>
                  <a:lnTo>
                    <a:pt x="16279" y="604"/>
                  </a:lnTo>
                  <a:cubicBezTo>
                    <a:pt x="16439" y="604"/>
                    <a:pt x="16576" y="467"/>
                    <a:pt x="16576" y="307"/>
                  </a:cubicBezTo>
                  <a:lnTo>
                    <a:pt x="16576" y="286"/>
                  </a:lnTo>
                  <a:cubicBezTo>
                    <a:pt x="16576" y="128"/>
                    <a:pt x="16439" y="0"/>
                    <a:pt x="162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6"/>
            <p:cNvSpPr/>
            <p:nvPr/>
          </p:nvSpPr>
          <p:spPr>
            <a:xfrm>
              <a:off x="3812500" y="335025"/>
              <a:ext cx="225150" cy="236125"/>
            </a:xfrm>
            <a:custGeom>
              <a:rect b="b" l="l" r="r" t="t"/>
              <a:pathLst>
                <a:path extrusionOk="0" h="9445" w="9006">
                  <a:moveTo>
                    <a:pt x="44" y="1"/>
                  </a:moveTo>
                  <a:cubicBezTo>
                    <a:pt x="33" y="1"/>
                    <a:pt x="23" y="6"/>
                    <a:pt x="12" y="17"/>
                  </a:cubicBezTo>
                  <a:cubicBezTo>
                    <a:pt x="1" y="27"/>
                    <a:pt x="1" y="59"/>
                    <a:pt x="12" y="69"/>
                  </a:cubicBezTo>
                  <a:lnTo>
                    <a:pt x="8930" y="8989"/>
                  </a:lnTo>
                  <a:lnTo>
                    <a:pt x="8930" y="9370"/>
                  </a:lnTo>
                  <a:lnTo>
                    <a:pt x="7626" y="9370"/>
                  </a:lnTo>
                  <a:cubicBezTo>
                    <a:pt x="7605" y="9370"/>
                    <a:pt x="7584" y="9381"/>
                    <a:pt x="7584" y="9402"/>
                  </a:cubicBezTo>
                  <a:cubicBezTo>
                    <a:pt x="7584" y="9434"/>
                    <a:pt x="7605" y="9444"/>
                    <a:pt x="7626" y="9444"/>
                  </a:cubicBezTo>
                  <a:lnTo>
                    <a:pt x="8963" y="9444"/>
                  </a:lnTo>
                  <a:cubicBezTo>
                    <a:pt x="8994" y="9444"/>
                    <a:pt x="9005" y="9434"/>
                    <a:pt x="9005" y="9402"/>
                  </a:cubicBezTo>
                  <a:lnTo>
                    <a:pt x="9005" y="8967"/>
                  </a:lnTo>
                  <a:cubicBezTo>
                    <a:pt x="9005" y="8956"/>
                    <a:pt x="9005" y="8946"/>
                    <a:pt x="8994" y="8935"/>
                  </a:cubicBezTo>
                  <a:lnTo>
                    <a:pt x="76" y="17"/>
                  </a:lnTo>
                  <a:cubicBezTo>
                    <a:pt x="65" y="6"/>
                    <a:pt x="54" y="1"/>
                    <a:pt x="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6"/>
            <p:cNvSpPr/>
            <p:nvPr/>
          </p:nvSpPr>
          <p:spPr>
            <a:xfrm>
              <a:off x="3624275" y="380100"/>
              <a:ext cx="190375" cy="189725"/>
            </a:xfrm>
            <a:custGeom>
              <a:rect b="b" l="l" r="r" t="t"/>
              <a:pathLst>
                <a:path extrusionOk="0" h="7589" w="7615">
                  <a:moveTo>
                    <a:pt x="7573" y="1"/>
                  </a:moveTo>
                  <a:cubicBezTo>
                    <a:pt x="7562" y="1"/>
                    <a:pt x="7552" y="6"/>
                    <a:pt x="7541" y="16"/>
                  </a:cubicBezTo>
                  <a:lnTo>
                    <a:pt x="21" y="7525"/>
                  </a:lnTo>
                  <a:cubicBezTo>
                    <a:pt x="0" y="7535"/>
                    <a:pt x="0" y="7567"/>
                    <a:pt x="21" y="7578"/>
                  </a:cubicBezTo>
                  <a:cubicBezTo>
                    <a:pt x="21" y="7589"/>
                    <a:pt x="32" y="7589"/>
                    <a:pt x="43" y="7589"/>
                  </a:cubicBezTo>
                  <a:cubicBezTo>
                    <a:pt x="54" y="7589"/>
                    <a:pt x="64" y="7589"/>
                    <a:pt x="75" y="7578"/>
                  </a:cubicBezTo>
                  <a:lnTo>
                    <a:pt x="7605" y="69"/>
                  </a:lnTo>
                  <a:cubicBezTo>
                    <a:pt x="7615" y="59"/>
                    <a:pt x="7615" y="27"/>
                    <a:pt x="7605" y="16"/>
                  </a:cubicBezTo>
                  <a:cubicBezTo>
                    <a:pt x="7594" y="6"/>
                    <a:pt x="7583" y="1"/>
                    <a:pt x="75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6"/>
            <p:cNvSpPr/>
            <p:nvPr/>
          </p:nvSpPr>
          <p:spPr>
            <a:xfrm>
              <a:off x="3623200" y="354300"/>
              <a:ext cx="191450" cy="216850"/>
            </a:xfrm>
            <a:custGeom>
              <a:rect b="b" l="l" r="r" t="t"/>
              <a:pathLst>
                <a:path extrusionOk="0" h="8674" w="7658">
                  <a:moveTo>
                    <a:pt x="7616" y="1"/>
                  </a:moveTo>
                  <a:cubicBezTo>
                    <a:pt x="7605" y="1"/>
                    <a:pt x="7595" y="4"/>
                    <a:pt x="7584" y="9"/>
                  </a:cubicBezTo>
                  <a:lnTo>
                    <a:pt x="12" y="7560"/>
                  </a:lnTo>
                  <a:cubicBezTo>
                    <a:pt x="1" y="7570"/>
                    <a:pt x="1" y="7581"/>
                    <a:pt x="1" y="7591"/>
                  </a:cubicBezTo>
                  <a:lnTo>
                    <a:pt x="1" y="8631"/>
                  </a:lnTo>
                  <a:cubicBezTo>
                    <a:pt x="1" y="8652"/>
                    <a:pt x="12" y="8673"/>
                    <a:pt x="33" y="8673"/>
                  </a:cubicBezTo>
                  <a:cubicBezTo>
                    <a:pt x="64" y="8673"/>
                    <a:pt x="75" y="8652"/>
                    <a:pt x="75" y="8631"/>
                  </a:cubicBezTo>
                  <a:lnTo>
                    <a:pt x="75" y="7613"/>
                  </a:lnTo>
                  <a:lnTo>
                    <a:pt x="7648" y="73"/>
                  </a:lnTo>
                  <a:cubicBezTo>
                    <a:pt x="7658" y="52"/>
                    <a:pt x="7658" y="30"/>
                    <a:pt x="7648" y="9"/>
                  </a:cubicBezTo>
                  <a:cubicBezTo>
                    <a:pt x="7637" y="4"/>
                    <a:pt x="7626" y="1"/>
                    <a:pt x="76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6"/>
            <p:cNvSpPr/>
            <p:nvPr/>
          </p:nvSpPr>
          <p:spPr>
            <a:xfrm>
              <a:off x="3589550" y="335025"/>
              <a:ext cx="225100" cy="236125"/>
            </a:xfrm>
            <a:custGeom>
              <a:rect b="b" l="l" r="r" t="t"/>
              <a:pathLst>
                <a:path extrusionOk="0" h="9445" w="9004">
                  <a:moveTo>
                    <a:pt x="8962" y="1"/>
                  </a:moveTo>
                  <a:cubicBezTo>
                    <a:pt x="8951" y="1"/>
                    <a:pt x="8941" y="6"/>
                    <a:pt x="8930" y="17"/>
                  </a:cubicBezTo>
                  <a:lnTo>
                    <a:pt x="11" y="8935"/>
                  </a:lnTo>
                  <a:cubicBezTo>
                    <a:pt x="11" y="8946"/>
                    <a:pt x="0" y="8956"/>
                    <a:pt x="0" y="8967"/>
                  </a:cubicBezTo>
                  <a:lnTo>
                    <a:pt x="0" y="9402"/>
                  </a:lnTo>
                  <a:cubicBezTo>
                    <a:pt x="0" y="9434"/>
                    <a:pt x="22" y="9444"/>
                    <a:pt x="43" y="9444"/>
                  </a:cubicBezTo>
                  <a:lnTo>
                    <a:pt x="1379" y="9444"/>
                  </a:lnTo>
                  <a:cubicBezTo>
                    <a:pt x="1410" y="9444"/>
                    <a:pt x="1421" y="9434"/>
                    <a:pt x="1421" y="9402"/>
                  </a:cubicBezTo>
                  <a:cubicBezTo>
                    <a:pt x="1421" y="9381"/>
                    <a:pt x="1410" y="9370"/>
                    <a:pt x="1379" y="9370"/>
                  </a:cubicBezTo>
                  <a:lnTo>
                    <a:pt x="85" y="9370"/>
                  </a:lnTo>
                  <a:lnTo>
                    <a:pt x="85" y="8989"/>
                  </a:lnTo>
                  <a:lnTo>
                    <a:pt x="8994" y="69"/>
                  </a:lnTo>
                  <a:cubicBezTo>
                    <a:pt x="9004" y="59"/>
                    <a:pt x="9004" y="27"/>
                    <a:pt x="8994" y="17"/>
                  </a:cubicBezTo>
                  <a:cubicBezTo>
                    <a:pt x="8983" y="6"/>
                    <a:pt x="8972" y="1"/>
                    <a:pt x="89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6"/>
            <p:cNvSpPr/>
            <p:nvPr/>
          </p:nvSpPr>
          <p:spPr>
            <a:xfrm>
              <a:off x="3658475" y="593675"/>
              <a:ext cx="37925" cy="38725"/>
            </a:xfrm>
            <a:custGeom>
              <a:rect b="b" l="l" r="r" t="t"/>
              <a:pathLst>
                <a:path extrusionOk="0" h="1549" w="1517">
                  <a:moveTo>
                    <a:pt x="1432" y="85"/>
                  </a:moveTo>
                  <a:lnTo>
                    <a:pt x="1432" y="1464"/>
                  </a:lnTo>
                  <a:lnTo>
                    <a:pt x="86" y="1464"/>
                  </a:lnTo>
                  <a:lnTo>
                    <a:pt x="86" y="85"/>
                  </a:lnTo>
                  <a:close/>
                  <a:moveTo>
                    <a:pt x="43" y="0"/>
                  </a:moveTo>
                  <a:cubicBezTo>
                    <a:pt x="22" y="0"/>
                    <a:pt x="1" y="21"/>
                    <a:pt x="1" y="42"/>
                  </a:cubicBezTo>
                  <a:lnTo>
                    <a:pt x="1" y="1506"/>
                  </a:lnTo>
                  <a:cubicBezTo>
                    <a:pt x="1" y="1527"/>
                    <a:pt x="22" y="1548"/>
                    <a:pt x="43" y="1548"/>
                  </a:cubicBezTo>
                  <a:lnTo>
                    <a:pt x="1474" y="1548"/>
                  </a:lnTo>
                  <a:cubicBezTo>
                    <a:pt x="1496" y="1548"/>
                    <a:pt x="1517" y="1527"/>
                    <a:pt x="1517" y="1506"/>
                  </a:cubicBezTo>
                  <a:lnTo>
                    <a:pt x="1517" y="42"/>
                  </a:lnTo>
                  <a:cubicBezTo>
                    <a:pt x="1517" y="21"/>
                    <a:pt x="1496" y="0"/>
                    <a:pt x="14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6"/>
            <p:cNvSpPr/>
            <p:nvPr/>
          </p:nvSpPr>
          <p:spPr>
            <a:xfrm>
              <a:off x="3664325" y="599500"/>
              <a:ext cx="26250" cy="27075"/>
            </a:xfrm>
            <a:custGeom>
              <a:rect b="b" l="l" r="r" t="t"/>
              <a:pathLst>
                <a:path extrusionOk="0" h="1083" w="1050">
                  <a:moveTo>
                    <a:pt x="976" y="85"/>
                  </a:moveTo>
                  <a:lnTo>
                    <a:pt x="976" y="997"/>
                  </a:lnTo>
                  <a:lnTo>
                    <a:pt x="85" y="997"/>
                  </a:lnTo>
                  <a:lnTo>
                    <a:pt x="85" y="85"/>
                  </a:lnTo>
                  <a:close/>
                  <a:moveTo>
                    <a:pt x="42" y="0"/>
                  </a:moveTo>
                  <a:cubicBezTo>
                    <a:pt x="21" y="0"/>
                    <a:pt x="0" y="22"/>
                    <a:pt x="0" y="43"/>
                  </a:cubicBezTo>
                  <a:lnTo>
                    <a:pt x="0" y="1040"/>
                  </a:lnTo>
                  <a:cubicBezTo>
                    <a:pt x="0" y="1061"/>
                    <a:pt x="21" y="1082"/>
                    <a:pt x="42" y="1082"/>
                  </a:cubicBezTo>
                  <a:lnTo>
                    <a:pt x="1007" y="1082"/>
                  </a:lnTo>
                  <a:cubicBezTo>
                    <a:pt x="1039" y="1082"/>
                    <a:pt x="1049" y="1061"/>
                    <a:pt x="1049" y="1040"/>
                  </a:cubicBezTo>
                  <a:lnTo>
                    <a:pt x="1049" y="43"/>
                  </a:lnTo>
                  <a:cubicBezTo>
                    <a:pt x="1049" y="22"/>
                    <a:pt x="1039" y="0"/>
                    <a:pt x="10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6"/>
            <p:cNvSpPr/>
            <p:nvPr/>
          </p:nvSpPr>
          <p:spPr>
            <a:xfrm>
              <a:off x="3676500" y="600550"/>
              <a:ext cx="2150" cy="24950"/>
            </a:xfrm>
            <a:custGeom>
              <a:rect b="b" l="l" r="r" t="t"/>
              <a:pathLst>
                <a:path extrusionOk="0" h="998" w="86">
                  <a:moveTo>
                    <a:pt x="1" y="1"/>
                  </a:moveTo>
                  <a:lnTo>
                    <a:pt x="1" y="998"/>
                  </a:lnTo>
                  <a:lnTo>
                    <a:pt x="86" y="998"/>
                  </a:lnTo>
                  <a:lnTo>
                    <a:pt x="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6"/>
            <p:cNvSpPr/>
            <p:nvPr/>
          </p:nvSpPr>
          <p:spPr>
            <a:xfrm>
              <a:off x="3924925" y="593675"/>
              <a:ext cx="37950" cy="38725"/>
            </a:xfrm>
            <a:custGeom>
              <a:rect b="b" l="l" r="r" t="t"/>
              <a:pathLst>
                <a:path extrusionOk="0" h="1549" w="1518">
                  <a:moveTo>
                    <a:pt x="1433" y="85"/>
                  </a:moveTo>
                  <a:lnTo>
                    <a:pt x="1433" y="1464"/>
                  </a:lnTo>
                  <a:lnTo>
                    <a:pt x="85" y="1464"/>
                  </a:lnTo>
                  <a:lnTo>
                    <a:pt x="85" y="85"/>
                  </a:lnTo>
                  <a:close/>
                  <a:moveTo>
                    <a:pt x="43" y="0"/>
                  </a:moveTo>
                  <a:cubicBezTo>
                    <a:pt x="22" y="0"/>
                    <a:pt x="1" y="21"/>
                    <a:pt x="1" y="42"/>
                  </a:cubicBezTo>
                  <a:lnTo>
                    <a:pt x="1" y="1506"/>
                  </a:lnTo>
                  <a:cubicBezTo>
                    <a:pt x="1" y="1527"/>
                    <a:pt x="22" y="1548"/>
                    <a:pt x="43" y="1548"/>
                  </a:cubicBezTo>
                  <a:lnTo>
                    <a:pt x="1475" y="1548"/>
                  </a:lnTo>
                  <a:cubicBezTo>
                    <a:pt x="1496" y="1548"/>
                    <a:pt x="1517" y="1527"/>
                    <a:pt x="1517" y="1506"/>
                  </a:cubicBezTo>
                  <a:lnTo>
                    <a:pt x="1517" y="42"/>
                  </a:lnTo>
                  <a:cubicBezTo>
                    <a:pt x="1517" y="21"/>
                    <a:pt x="1496" y="0"/>
                    <a:pt x="14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6"/>
            <p:cNvSpPr/>
            <p:nvPr/>
          </p:nvSpPr>
          <p:spPr>
            <a:xfrm>
              <a:off x="3930750" y="599500"/>
              <a:ext cx="26300" cy="27075"/>
            </a:xfrm>
            <a:custGeom>
              <a:rect b="b" l="l" r="r" t="t"/>
              <a:pathLst>
                <a:path extrusionOk="0" h="1083" w="1052">
                  <a:moveTo>
                    <a:pt x="966" y="85"/>
                  </a:moveTo>
                  <a:lnTo>
                    <a:pt x="966" y="997"/>
                  </a:lnTo>
                  <a:lnTo>
                    <a:pt x="86" y="997"/>
                  </a:lnTo>
                  <a:lnTo>
                    <a:pt x="86" y="85"/>
                  </a:lnTo>
                  <a:close/>
                  <a:moveTo>
                    <a:pt x="43" y="0"/>
                  </a:moveTo>
                  <a:cubicBezTo>
                    <a:pt x="22" y="0"/>
                    <a:pt x="1" y="22"/>
                    <a:pt x="1" y="43"/>
                  </a:cubicBezTo>
                  <a:lnTo>
                    <a:pt x="1" y="1040"/>
                  </a:lnTo>
                  <a:cubicBezTo>
                    <a:pt x="1" y="1061"/>
                    <a:pt x="22" y="1082"/>
                    <a:pt x="43" y="1082"/>
                  </a:cubicBezTo>
                  <a:lnTo>
                    <a:pt x="1009" y="1082"/>
                  </a:lnTo>
                  <a:cubicBezTo>
                    <a:pt x="1030" y="1082"/>
                    <a:pt x="1051" y="1061"/>
                    <a:pt x="1051" y="1040"/>
                  </a:cubicBezTo>
                  <a:lnTo>
                    <a:pt x="1051" y="43"/>
                  </a:lnTo>
                  <a:cubicBezTo>
                    <a:pt x="1051" y="22"/>
                    <a:pt x="1030" y="0"/>
                    <a:pt x="10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6"/>
            <p:cNvSpPr/>
            <p:nvPr/>
          </p:nvSpPr>
          <p:spPr>
            <a:xfrm>
              <a:off x="3942950" y="600550"/>
              <a:ext cx="1900" cy="24950"/>
            </a:xfrm>
            <a:custGeom>
              <a:rect b="b" l="l" r="r" t="t"/>
              <a:pathLst>
                <a:path extrusionOk="0" h="998" w="76">
                  <a:moveTo>
                    <a:pt x="1" y="1"/>
                  </a:moveTo>
                  <a:lnTo>
                    <a:pt x="1" y="998"/>
                  </a:lnTo>
                  <a:lnTo>
                    <a:pt x="75" y="998"/>
                  </a:lnTo>
                  <a:lnTo>
                    <a:pt x="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6"/>
            <p:cNvSpPr/>
            <p:nvPr/>
          </p:nvSpPr>
          <p:spPr>
            <a:xfrm>
              <a:off x="3765600" y="593675"/>
              <a:ext cx="95200" cy="93875"/>
            </a:xfrm>
            <a:custGeom>
              <a:rect b="b" l="l" r="r" t="t"/>
              <a:pathLst>
                <a:path extrusionOk="0" h="3755" w="3808">
                  <a:moveTo>
                    <a:pt x="3722" y="85"/>
                  </a:moveTo>
                  <a:lnTo>
                    <a:pt x="3722" y="3680"/>
                  </a:lnTo>
                  <a:lnTo>
                    <a:pt x="85" y="3680"/>
                  </a:lnTo>
                  <a:lnTo>
                    <a:pt x="85" y="85"/>
                  </a:lnTo>
                  <a:close/>
                  <a:moveTo>
                    <a:pt x="43" y="0"/>
                  </a:moveTo>
                  <a:cubicBezTo>
                    <a:pt x="21" y="0"/>
                    <a:pt x="0" y="21"/>
                    <a:pt x="0" y="42"/>
                  </a:cubicBezTo>
                  <a:lnTo>
                    <a:pt x="0" y="3722"/>
                  </a:lnTo>
                  <a:cubicBezTo>
                    <a:pt x="0" y="3743"/>
                    <a:pt x="21" y="3754"/>
                    <a:pt x="43" y="3754"/>
                  </a:cubicBezTo>
                  <a:lnTo>
                    <a:pt x="3765" y="3754"/>
                  </a:lnTo>
                  <a:cubicBezTo>
                    <a:pt x="3786" y="3754"/>
                    <a:pt x="3807" y="3743"/>
                    <a:pt x="3807" y="3722"/>
                  </a:cubicBezTo>
                  <a:lnTo>
                    <a:pt x="3807" y="42"/>
                  </a:lnTo>
                  <a:cubicBezTo>
                    <a:pt x="3807" y="21"/>
                    <a:pt x="3786" y="0"/>
                    <a:pt x="37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6"/>
            <p:cNvSpPr/>
            <p:nvPr/>
          </p:nvSpPr>
          <p:spPr>
            <a:xfrm>
              <a:off x="3771675" y="599750"/>
              <a:ext cx="83025" cy="81950"/>
            </a:xfrm>
            <a:custGeom>
              <a:rect b="b" l="l" r="r" t="t"/>
              <a:pathLst>
                <a:path extrusionOk="0" h="3278" w="3321">
                  <a:moveTo>
                    <a:pt x="3236" y="85"/>
                  </a:moveTo>
                  <a:lnTo>
                    <a:pt x="3236" y="3193"/>
                  </a:lnTo>
                  <a:lnTo>
                    <a:pt x="86" y="3193"/>
                  </a:lnTo>
                  <a:lnTo>
                    <a:pt x="86" y="85"/>
                  </a:lnTo>
                  <a:close/>
                  <a:moveTo>
                    <a:pt x="43" y="1"/>
                  </a:moveTo>
                  <a:cubicBezTo>
                    <a:pt x="22" y="1"/>
                    <a:pt x="1" y="22"/>
                    <a:pt x="1" y="43"/>
                  </a:cubicBezTo>
                  <a:lnTo>
                    <a:pt x="1" y="3236"/>
                  </a:lnTo>
                  <a:cubicBezTo>
                    <a:pt x="1" y="3257"/>
                    <a:pt x="22" y="3278"/>
                    <a:pt x="43" y="3278"/>
                  </a:cubicBezTo>
                  <a:lnTo>
                    <a:pt x="3278" y="3278"/>
                  </a:lnTo>
                  <a:cubicBezTo>
                    <a:pt x="3299" y="3278"/>
                    <a:pt x="3321" y="3257"/>
                    <a:pt x="3321" y="3236"/>
                  </a:cubicBezTo>
                  <a:lnTo>
                    <a:pt x="3321" y="43"/>
                  </a:lnTo>
                  <a:cubicBezTo>
                    <a:pt x="3321" y="22"/>
                    <a:pt x="3299" y="1"/>
                    <a:pt x="32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6"/>
            <p:cNvSpPr/>
            <p:nvPr/>
          </p:nvSpPr>
          <p:spPr>
            <a:xfrm>
              <a:off x="3808275" y="599750"/>
              <a:ext cx="10100" cy="81950"/>
            </a:xfrm>
            <a:custGeom>
              <a:rect b="b" l="l" r="r" t="t"/>
              <a:pathLst>
                <a:path extrusionOk="0" h="3278" w="404">
                  <a:moveTo>
                    <a:pt x="318" y="85"/>
                  </a:moveTo>
                  <a:lnTo>
                    <a:pt x="318" y="3193"/>
                  </a:lnTo>
                  <a:lnTo>
                    <a:pt x="75" y="3193"/>
                  </a:lnTo>
                  <a:lnTo>
                    <a:pt x="75" y="85"/>
                  </a:lnTo>
                  <a:close/>
                  <a:moveTo>
                    <a:pt x="32" y="1"/>
                  </a:moveTo>
                  <a:cubicBezTo>
                    <a:pt x="11" y="1"/>
                    <a:pt x="0" y="22"/>
                    <a:pt x="0" y="43"/>
                  </a:cubicBezTo>
                  <a:lnTo>
                    <a:pt x="0" y="3236"/>
                  </a:lnTo>
                  <a:cubicBezTo>
                    <a:pt x="0" y="3257"/>
                    <a:pt x="11" y="3278"/>
                    <a:pt x="32" y="3278"/>
                  </a:cubicBezTo>
                  <a:lnTo>
                    <a:pt x="361" y="3278"/>
                  </a:lnTo>
                  <a:cubicBezTo>
                    <a:pt x="382" y="3278"/>
                    <a:pt x="403" y="3257"/>
                    <a:pt x="403" y="3236"/>
                  </a:cubicBezTo>
                  <a:lnTo>
                    <a:pt x="403" y="43"/>
                  </a:lnTo>
                  <a:cubicBezTo>
                    <a:pt x="403" y="22"/>
                    <a:pt x="382" y="1"/>
                    <a:pt x="3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6"/>
            <p:cNvSpPr/>
            <p:nvPr/>
          </p:nvSpPr>
          <p:spPr>
            <a:xfrm>
              <a:off x="3771675" y="637925"/>
              <a:ext cx="38475" cy="6150"/>
            </a:xfrm>
            <a:custGeom>
              <a:rect b="b" l="l" r="r" t="t"/>
              <a:pathLst>
                <a:path extrusionOk="0" h="246" w="1539">
                  <a:moveTo>
                    <a:pt x="1464" y="86"/>
                  </a:moveTo>
                  <a:lnTo>
                    <a:pt x="1464" y="160"/>
                  </a:lnTo>
                  <a:lnTo>
                    <a:pt x="86" y="160"/>
                  </a:lnTo>
                  <a:lnTo>
                    <a:pt x="86" y="86"/>
                  </a:lnTo>
                  <a:close/>
                  <a:moveTo>
                    <a:pt x="43" y="1"/>
                  </a:moveTo>
                  <a:cubicBezTo>
                    <a:pt x="22" y="1"/>
                    <a:pt x="1" y="22"/>
                    <a:pt x="1" y="43"/>
                  </a:cubicBezTo>
                  <a:lnTo>
                    <a:pt x="1" y="203"/>
                  </a:lnTo>
                  <a:cubicBezTo>
                    <a:pt x="1" y="224"/>
                    <a:pt x="22" y="245"/>
                    <a:pt x="43" y="245"/>
                  </a:cubicBezTo>
                  <a:lnTo>
                    <a:pt x="1496" y="245"/>
                  </a:lnTo>
                  <a:cubicBezTo>
                    <a:pt x="1528" y="245"/>
                    <a:pt x="1539" y="224"/>
                    <a:pt x="1539" y="203"/>
                  </a:cubicBezTo>
                  <a:lnTo>
                    <a:pt x="1539" y="43"/>
                  </a:lnTo>
                  <a:cubicBezTo>
                    <a:pt x="1539" y="22"/>
                    <a:pt x="1528" y="1"/>
                    <a:pt x="1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6"/>
            <p:cNvSpPr/>
            <p:nvPr/>
          </p:nvSpPr>
          <p:spPr>
            <a:xfrm>
              <a:off x="3816225" y="637925"/>
              <a:ext cx="38475" cy="6150"/>
            </a:xfrm>
            <a:custGeom>
              <a:rect b="b" l="l" r="r" t="t"/>
              <a:pathLst>
                <a:path extrusionOk="0" h="246" w="1539">
                  <a:moveTo>
                    <a:pt x="1454" y="86"/>
                  </a:moveTo>
                  <a:lnTo>
                    <a:pt x="1454" y="160"/>
                  </a:lnTo>
                  <a:lnTo>
                    <a:pt x="85" y="160"/>
                  </a:lnTo>
                  <a:lnTo>
                    <a:pt x="85" y="86"/>
                  </a:lnTo>
                  <a:close/>
                  <a:moveTo>
                    <a:pt x="43" y="1"/>
                  </a:moveTo>
                  <a:cubicBezTo>
                    <a:pt x="22" y="1"/>
                    <a:pt x="0" y="22"/>
                    <a:pt x="0" y="43"/>
                  </a:cubicBezTo>
                  <a:lnTo>
                    <a:pt x="0" y="203"/>
                  </a:lnTo>
                  <a:cubicBezTo>
                    <a:pt x="0" y="224"/>
                    <a:pt x="22" y="245"/>
                    <a:pt x="43" y="245"/>
                  </a:cubicBezTo>
                  <a:lnTo>
                    <a:pt x="1496" y="245"/>
                  </a:lnTo>
                  <a:cubicBezTo>
                    <a:pt x="1517" y="245"/>
                    <a:pt x="1539" y="224"/>
                    <a:pt x="1539" y="203"/>
                  </a:cubicBezTo>
                  <a:lnTo>
                    <a:pt x="1539" y="43"/>
                  </a:lnTo>
                  <a:cubicBezTo>
                    <a:pt x="1539" y="22"/>
                    <a:pt x="1517" y="1"/>
                    <a:pt x="1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6"/>
            <p:cNvSpPr/>
            <p:nvPr/>
          </p:nvSpPr>
          <p:spPr>
            <a:xfrm>
              <a:off x="3789175" y="600800"/>
              <a:ext cx="2150" cy="38225"/>
            </a:xfrm>
            <a:custGeom>
              <a:rect b="b" l="l" r="r" t="t"/>
              <a:pathLst>
                <a:path extrusionOk="0" h="1529" w="86">
                  <a:moveTo>
                    <a:pt x="1" y="1"/>
                  </a:moveTo>
                  <a:lnTo>
                    <a:pt x="1" y="1528"/>
                  </a:lnTo>
                  <a:lnTo>
                    <a:pt x="85" y="1528"/>
                  </a:lnTo>
                  <a:lnTo>
                    <a:pt x="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6"/>
            <p:cNvSpPr/>
            <p:nvPr/>
          </p:nvSpPr>
          <p:spPr>
            <a:xfrm>
              <a:off x="3835050" y="600800"/>
              <a:ext cx="2150" cy="38225"/>
            </a:xfrm>
            <a:custGeom>
              <a:rect b="b" l="l" r="r" t="t"/>
              <a:pathLst>
                <a:path extrusionOk="0" h="1529" w="86">
                  <a:moveTo>
                    <a:pt x="1" y="1"/>
                  </a:moveTo>
                  <a:lnTo>
                    <a:pt x="1" y="1528"/>
                  </a:lnTo>
                  <a:lnTo>
                    <a:pt x="86" y="1528"/>
                  </a:lnTo>
                  <a:lnTo>
                    <a:pt x="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6"/>
            <p:cNvSpPr/>
            <p:nvPr/>
          </p:nvSpPr>
          <p:spPr>
            <a:xfrm>
              <a:off x="3745700" y="598150"/>
              <a:ext cx="22050" cy="85675"/>
            </a:xfrm>
            <a:custGeom>
              <a:rect b="b" l="l" r="r" t="t"/>
              <a:pathLst>
                <a:path extrusionOk="0" h="3427" w="882">
                  <a:moveTo>
                    <a:pt x="796" y="86"/>
                  </a:moveTo>
                  <a:lnTo>
                    <a:pt x="796" y="3342"/>
                  </a:lnTo>
                  <a:lnTo>
                    <a:pt x="85" y="3342"/>
                  </a:lnTo>
                  <a:lnTo>
                    <a:pt x="85" y="86"/>
                  </a:lnTo>
                  <a:close/>
                  <a:moveTo>
                    <a:pt x="43" y="1"/>
                  </a:moveTo>
                  <a:cubicBezTo>
                    <a:pt x="22" y="1"/>
                    <a:pt x="0" y="22"/>
                    <a:pt x="0" y="43"/>
                  </a:cubicBezTo>
                  <a:lnTo>
                    <a:pt x="0" y="3384"/>
                  </a:lnTo>
                  <a:cubicBezTo>
                    <a:pt x="0" y="3406"/>
                    <a:pt x="22" y="3427"/>
                    <a:pt x="43" y="3427"/>
                  </a:cubicBezTo>
                  <a:lnTo>
                    <a:pt x="839" y="3427"/>
                  </a:lnTo>
                  <a:cubicBezTo>
                    <a:pt x="860" y="3427"/>
                    <a:pt x="881" y="3406"/>
                    <a:pt x="881" y="3384"/>
                  </a:cubicBezTo>
                  <a:lnTo>
                    <a:pt x="881" y="43"/>
                  </a:lnTo>
                  <a:cubicBezTo>
                    <a:pt x="881" y="22"/>
                    <a:pt x="860" y="1"/>
                    <a:pt x="8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6"/>
            <p:cNvSpPr/>
            <p:nvPr/>
          </p:nvSpPr>
          <p:spPr>
            <a:xfrm>
              <a:off x="3749400" y="602150"/>
              <a:ext cx="18350" cy="75050"/>
            </a:xfrm>
            <a:custGeom>
              <a:rect b="b" l="l" r="r" t="t"/>
              <a:pathLst>
                <a:path extrusionOk="0" h="3002" w="734">
                  <a:moveTo>
                    <a:pt x="648" y="85"/>
                  </a:moveTo>
                  <a:lnTo>
                    <a:pt x="648" y="2927"/>
                  </a:lnTo>
                  <a:lnTo>
                    <a:pt x="86" y="2927"/>
                  </a:lnTo>
                  <a:lnTo>
                    <a:pt x="86" y="85"/>
                  </a:lnTo>
                  <a:close/>
                  <a:moveTo>
                    <a:pt x="43" y="0"/>
                  </a:moveTo>
                  <a:cubicBezTo>
                    <a:pt x="22" y="0"/>
                    <a:pt x="1" y="22"/>
                    <a:pt x="1" y="43"/>
                  </a:cubicBezTo>
                  <a:lnTo>
                    <a:pt x="1" y="2959"/>
                  </a:lnTo>
                  <a:cubicBezTo>
                    <a:pt x="1" y="2991"/>
                    <a:pt x="22" y="3001"/>
                    <a:pt x="43" y="3001"/>
                  </a:cubicBezTo>
                  <a:lnTo>
                    <a:pt x="691" y="3001"/>
                  </a:lnTo>
                  <a:cubicBezTo>
                    <a:pt x="712" y="3001"/>
                    <a:pt x="733" y="2991"/>
                    <a:pt x="733" y="2959"/>
                  </a:cubicBezTo>
                  <a:lnTo>
                    <a:pt x="733" y="43"/>
                  </a:lnTo>
                  <a:cubicBezTo>
                    <a:pt x="733" y="22"/>
                    <a:pt x="712" y="0"/>
                    <a:pt x="6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6"/>
            <p:cNvSpPr/>
            <p:nvPr/>
          </p:nvSpPr>
          <p:spPr>
            <a:xfrm>
              <a:off x="3749400" y="635550"/>
              <a:ext cx="18350" cy="7700"/>
            </a:xfrm>
            <a:custGeom>
              <a:rect b="b" l="l" r="r" t="t"/>
              <a:pathLst>
                <a:path extrusionOk="0" h="308" w="734">
                  <a:moveTo>
                    <a:pt x="648" y="74"/>
                  </a:moveTo>
                  <a:lnTo>
                    <a:pt x="648" y="223"/>
                  </a:lnTo>
                  <a:lnTo>
                    <a:pt x="86" y="223"/>
                  </a:lnTo>
                  <a:lnTo>
                    <a:pt x="86" y="74"/>
                  </a:lnTo>
                  <a:close/>
                  <a:moveTo>
                    <a:pt x="43" y="1"/>
                  </a:moveTo>
                  <a:cubicBezTo>
                    <a:pt x="22" y="1"/>
                    <a:pt x="1" y="11"/>
                    <a:pt x="1" y="43"/>
                  </a:cubicBezTo>
                  <a:lnTo>
                    <a:pt x="1" y="265"/>
                  </a:lnTo>
                  <a:cubicBezTo>
                    <a:pt x="1" y="287"/>
                    <a:pt x="22" y="308"/>
                    <a:pt x="43" y="308"/>
                  </a:cubicBezTo>
                  <a:lnTo>
                    <a:pt x="691" y="308"/>
                  </a:lnTo>
                  <a:cubicBezTo>
                    <a:pt x="712" y="308"/>
                    <a:pt x="733" y="287"/>
                    <a:pt x="733" y="265"/>
                  </a:cubicBezTo>
                  <a:lnTo>
                    <a:pt x="733" y="43"/>
                  </a:lnTo>
                  <a:cubicBezTo>
                    <a:pt x="733" y="11"/>
                    <a:pt x="712" y="1"/>
                    <a:pt x="6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6"/>
            <p:cNvSpPr/>
            <p:nvPr/>
          </p:nvSpPr>
          <p:spPr>
            <a:xfrm>
              <a:off x="3858650" y="598150"/>
              <a:ext cx="22025" cy="85675"/>
            </a:xfrm>
            <a:custGeom>
              <a:rect b="b" l="l" r="r" t="t"/>
              <a:pathLst>
                <a:path extrusionOk="0" h="3427" w="881">
                  <a:moveTo>
                    <a:pt x="796" y="86"/>
                  </a:moveTo>
                  <a:lnTo>
                    <a:pt x="796" y="3342"/>
                  </a:lnTo>
                  <a:lnTo>
                    <a:pt x="85" y="3342"/>
                  </a:lnTo>
                  <a:lnTo>
                    <a:pt x="85" y="86"/>
                  </a:lnTo>
                  <a:close/>
                  <a:moveTo>
                    <a:pt x="43" y="1"/>
                  </a:moveTo>
                  <a:cubicBezTo>
                    <a:pt x="21" y="1"/>
                    <a:pt x="0" y="22"/>
                    <a:pt x="0" y="43"/>
                  </a:cubicBezTo>
                  <a:lnTo>
                    <a:pt x="0" y="3384"/>
                  </a:lnTo>
                  <a:cubicBezTo>
                    <a:pt x="0" y="3406"/>
                    <a:pt x="21" y="3427"/>
                    <a:pt x="43" y="3427"/>
                  </a:cubicBezTo>
                  <a:lnTo>
                    <a:pt x="838" y="3427"/>
                  </a:lnTo>
                  <a:cubicBezTo>
                    <a:pt x="860" y="3427"/>
                    <a:pt x="881" y="3406"/>
                    <a:pt x="881" y="3384"/>
                  </a:cubicBezTo>
                  <a:lnTo>
                    <a:pt x="881" y="43"/>
                  </a:lnTo>
                  <a:cubicBezTo>
                    <a:pt x="881" y="22"/>
                    <a:pt x="860" y="1"/>
                    <a:pt x="8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6"/>
            <p:cNvSpPr/>
            <p:nvPr/>
          </p:nvSpPr>
          <p:spPr>
            <a:xfrm>
              <a:off x="3858650" y="602150"/>
              <a:ext cx="18325" cy="75050"/>
            </a:xfrm>
            <a:custGeom>
              <a:rect b="b" l="l" r="r" t="t"/>
              <a:pathLst>
                <a:path extrusionOk="0" h="3002" w="733">
                  <a:moveTo>
                    <a:pt x="648" y="85"/>
                  </a:moveTo>
                  <a:lnTo>
                    <a:pt x="648" y="2927"/>
                  </a:lnTo>
                  <a:lnTo>
                    <a:pt x="85" y="2927"/>
                  </a:lnTo>
                  <a:lnTo>
                    <a:pt x="85" y="85"/>
                  </a:lnTo>
                  <a:close/>
                  <a:moveTo>
                    <a:pt x="43" y="0"/>
                  </a:moveTo>
                  <a:cubicBezTo>
                    <a:pt x="21" y="0"/>
                    <a:pt x="0" y="22"/>
                    <a:pt x="0" y="43"/>
                  </a:cubicBezTo>
                  <a:lnTo>
                    <a:pt x="0" y="2959"/>
                  </a:lnTo>
                  <a:cubicBezTo>
                    <a:pt x="0" y="2991"/>
                    <a:pt x="21" y="3001"/>
                    <a:pt x="43" y="3001"/>
                  </a:cubicBezTo>
                  <a:lnTo>
                    <a:pt x="690" y="3001"/>
                  </a:lnTo>
                  <a:cubicBezTo>
                    <a:pt x="711" y="3001"/>
                    <a:pt x="732" y="2991"/>
                    <a:pt x="732" y="2959"/>
                  </a:cubicBezTo>
                  <a:lnTo>
                    <a:pt x="732" y="43"/>
                  </a:lnTo>
                  <a:cubicBezTo>
                    <a:pt x="732" y="22"/>
                    <a:pt x="711" y="0"/>
                    <a:pt x="6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6"/>
            <p:cNvSpPr/>
            <p:nvPr/>
          </p:nvSpPr>
          <p:spPr>
            <a:xfrm>
              <a:off x="3858650" y="635550"/>
              <a:ext cx="18325" cy="7700"/>
            </a:xfrm>
            <a:custGeom>
              <a:rect b="b" l="l" r="r" t="t"/>
              <a:pathLst>
                <a:path extrusionOk="0" h="308" w="733">
                  <a:moveTo>
                    <a:pt x="648" y="74"/>
                  </a:moveTo>
                  <a:lnTo>
                    <a:pt x="648" y="223"/>
                  </a:lnTo>
                  <a:lnTo>
                    <a:pt x="85" y="223"/>
                  </a:lnTo>
                  <a:lnTo>
                    <a:pt x="85" y="74"/>
                  </a:lnTo>
                  <a:close/>
                  <a:moveTo>
                    <a:pt x="43" y="1"/>
                  </a:moveTo>
                  <a:cubicBezTo>
                    <a:pt x="21" y="1"/>
                    <a:pt x="0" y="11"/>
                    <a:pt x="0" y="43"/>
                  </a:cubicBezTo>
                  <a:lnTo>
                    <a:pt x="0" y="265"/>
                  </a:lnTo>
                  <a:cubicBezTo>
                    <a:pt x="0" y="287"/>
                    <a:pt x="21" y="308"/>
                    <a:pt x="43" y="308"/>
                  </a:cubicBezTo>
                  <a:lnTo>
                    <a:pt x="690" y="308"/>
                  </a:lnTo>
                  <a:cubicBezTo>
                    <a:pt x="711" y="308"/>
                    <a:pt x="732" y="287"/>
                    <a:pt x="732" y="265"/>
                  </a:cubicBezTo>
                  <a:lnTo>
                    <a:pt x="732" y="43"/>
                  </a:lnTo>
                  <a:cubicBezTo>
                    <a:pt x="732" y="11"/>
                    <a:pt x="711" y="1"/>
                    <a:pt x="6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6"/>
            <p:cNvSpPr/>
            <p:nvPr/>
          </p:nvSpPr>
          <p:spPr>
            <a:xfrm>
              <a:off x="3616850" y="582250"/>
              <a:ext cx="10375" cy="113775"/>
            </a:xfrm>
            <a:custGeom>
              <a:rect b="b" l="l" r="r" t="t"/>
              <a:pathLst>
                <a:path extrusionOk="0" h="4551" w="415">
                  <a:moveTo>
                    <a:pt x="329" y="85"/>
                  </a:moveTo>
                  <a:lnTo>
                    <a:pt x="329" y="4476"/>
                  </a:lnTo>
                  <a:lnTo>
                    <a:pt x="85" y="4476"/>
                  </a:lnTo>
                  <a:lnTo>
                    <a:pt x="85" y="85"/>
                  </a:lnTo>
                  <a:close/>
                  <a:moveTo>
                    <a:pt x="43" y="1"/>
                  </a:moveTo>
                  <a:cubicBezTo>
                    <a:pt x="21" y="1"/>
                    <a:pt x="0" y="22"/>
                    <a:pt x="0" y="43"/>
                  </a:cubicBezTo>
                  <a:lnTo>
                    <a:pt x="0" y="4508"/>
                  </a:lnTo>
                  <a:cubicBezTo>
                    <a:pt x="0" y="4529"/>
                    <a:pt x="21" y="4551"/>
                    <a:pt x="43" y="4551"/>
                  </a:cubicBezTo>
                  <a:lnTo>
                    <a:pt x="372" y="4551"/>
                  </a:lnTo>
                  <a:cubicBezTo>
                    <a:pt x="393" y="4551"/>
                    <a:pt x="414" y="4529"/>
                    <a:pt x="414" y="4508"/>
                  </a:cubicBezTo>
                  <a:lnTo>
                    <a:pt x="414" y="43"/>
                  </a:lnTo>
                  <a:cubicBezTo>
                    <a:pt x="414" y="22"/>
                    <a:pt x="393" y="1"/>
                    <a:pt x="3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6"/>
            <p:cNvSpPr/>
            <p:nvPr/>
          </p:nvSpPr>
          <p:spPr>
            <a:xfrm>
              <a:off x="3993850" y="582250"/>
              <a:ext cx="10375" cy="113775"/>
            </a:xfrm>
            <a:custGeom>
              <a:rect b="b" l="l" r="r" t="t"/>
              <a:pathLst>
                <a:path extrusionOk="0" h="4551" w="415">
                  <a:moveTo>
                    <a:pt x="330" y="85"/>
                  </a:moveTo>
                  <a:lnTo>
                    <a:pt x="330" y="4476"/>
                  </a:lnTo>
                  <a:lnTo>
                    <a:pt x="86" y="4476"/>
                  </a:lnTo>
                  <a:lnTo>
                    <a:pt x="86" y="85"/>
                  </a:lnTo>
                  <a:close/>
                  <a:moveTo>
                    <a:pt x="43" y="1"/>
                  </a:moveTo>
                  <a:cubicBezTo>
                    <a:pt x="22" y="1"/>
                    <a:pt x="1" y="22"/>
                    <a:pt x="1" y="43"/>
                  </a:cubicBezTo>
                  <a:lnTo>
                    <a:pt x="1" y="4508"/>
                  </a:lnTo>
                  <a:cubicBezTo>
                    <a:pt x="1" y="4529"/>
                    <a:pt x="22" y="4551"/>
                    <a:pt x="43" y="4551"/>
                  </a:cubicBezTo>
                  <a:lnTo>
                    <a:pt x="372" y="4551"/>
                  </a:lnTo>
                  <a:cubicBezTo>
                    <a:pt x="394" y="4551"/>
                    <a:pt x="415" y="4529"/>
                    <a:pt x="415" y="4508"/>
                  </a:cubicBezTo>
                  <a:lnTo>
                    <a:pt x="415" y="43"/>
                  </a:lnTo>
                  <a:cubicBezTo>
                    <a:pt x="415" y="22"/>
                    <a:pt x="394" y="1"/>
                    <a:pt x="3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6"/>
            <p:cNvSpPr/>
            <p:nvPr/>
          </p:nvSpPr>
          <p:spPr>
            <a:xfrm>
              <a:off x="3580775" y="694125"/>
              <a:ext cx="495575" cy="24425"/>
            </a:xfrm>
            <a:custGeom>
              <a:rect b="b" l="l" r="r" t="t"/>
              <a:pathLst>
                <a:path extrusionOk="0" h="977" w="19823">
                  <a:moveTo>
                    <a:pt x="17839" y="76"/>
                  </a:moveTo>
                  <a:lnTo>
                    <a:pt x="19599" y="892"/>
                  </a:lnTo>
                  <a:lnTo>
                    <a:pt x="107" y="892"/>
                  </a:lnTo>
                  <a:lnTo>
                    <a:pt x="542" y="76"/>
                  </a:lnTo>
                  <a:close/>
                  <a:moveTo>
                    <a:pt x="521" y="1"/>
                  </a:moveTo>
                  <a:cubicBezTo>
                    <a:pt x="510" y="1"/>
                    <a:pt x="489" y="1"/>
                    <a:pt x="489" y="22"/>
                  </a:cubicBezTo>
                  <a:lnTo>
                    <a:pt x="1" y="913"/>
                  </a:lnTo>
                  <a:lnTo>
                    <a:pt x="1" y="955"/>
                  </a:lnTo>
                  <a:cubicBezTo>
                    <a:pt x="12" y="966"/>
                    <a:pt x="22" y="977"/>
                    <a:pt x="43" y="977"/>
                  </a:cubicBezTo>
                  <a:lnTo>
                    <a:pt x="19780" y="977"/>
                  </a:lnTo>
                  <a:cubicBezTo>
                    <a:pt x="19801" y="977"/>
                    <a:pt x="19823" y="966"/>
                    <a:pt x="19823" y="945"/>
                  </a:cubicBezTo>
                  <a:cubicBezTo>
                    <a:pt x="19823" y="924"/>
                    <a:pt x="19811" y="903"/>
                    <a:pt x="19801" y="903"/>
                  </a:cubicBezTo>
                  <a:lnTo>
                    <a:pt x="178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6"/>
            <p:cNvSpPr/>
            <p:nvPr/>
          </p:nvSpPr>
          <p:spPr>
            <a:xfrm>
              <a:off x="3585550" y="722250"/>
              <a:ext cx="468000" cy="7975"/>
            </a:xfrm>
            <a:custGeom>
              <a:rect b="b" l="l" r="r" t="t"/>
              <a:pathLst>
                <a:path extrusionOk="0" h="319" w="18720">
                  <a:moveTo>
                    <a:pt x="18645" y="85"/>
                  </a:moveTo>
                  <a:lnTo>
                    <a:pt x="18645" y="233"/>
                  </a:lnTo>
                  <a:lnTo>
                    <a:pt x="75" y="233"/>
                  </a:lnTo>
                  <a:lnTo>
                    <a:pt x="75" y="85"/>
                  </a:lnTo>
                  <a:close/>
                  <a:moveTo>
                    <a:pt x="43" y="0"/>
                  </a:moveTo>
                  <a:cubicBezTo>
                    <a:pt x="12" y="0"/>
                    <a:pt x="1" y="21"/>
                    <a:pt x="1" y="43"/>
                  </a:cubicBezTo>
                  <a:lnTo>
                    <a:pt x="1" y="276"/>
                  </a:lnTo>
                  <a:cubicBezTo>
                    <a:pt x="1" y="297"/>
                    <a:pt x="12" y="318"/>
                    <a:pt x="43" y="318"/>
                  </a:cubicBezTo>
                  <a:lnTo>
                    <a:pt x="18677" y="318"/>
                  </a:lnTo>
                  <a:cubicBezTo>
                    <a:pt x="18708" y="318"/>
                    <a:pt x="18719" y="297"/>
                    <a:pt x="18719" y="276"/>
                  </a:cubicBezTo>
                  <a:lnTo>
                    <a:pt x="18719" y="43"/>
                  </a:lnTo>
                  <a:cubicBezTo>
                    <a:pt x="18719" y="21"/>
                    <a:pt x="18708" y="0"/>
                    <a:pt x="18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6"/>
            <p:cNvSpPr/>
            <p:nvPr/>
          </p:nvSpPr>
          <p:spPr>
            <a:xfrm>
              <a:off x="3915125" y="778725"/>
              <a:ext cx="21775" cy="85400"/>
            </a:xfrm>
            <a:custGeom>
              <a:rect b="b" l="l" r="r" t="t"/>
              <a:pathLst>
                <a:path extrusionOk="0" h="3416" w="871">
                  <a:moveTo>
                    <a:pt x="785" y="85"/>
                  </a:moveTo>
                  <a:lnTo>
                    <a:pt x="785" y="3341"/>
                  </a:lnTo>
                  <a:lnTo>
                    <a:pt x="74" y="3341"/>
                  </a:lnTo>
                  <a:lnTo>
                    <a:pt x="74" y="85"/>
                  </a:lnTo>
                  <a:close/>
                  <a:moveTo>
                    <a:pt x="32" y="0"/>
                  </a:moveTo>
                  <a:cubicBezTo>
                    <a:pt x="11" y="0"/>
                    <a:pt x="1" y="22"/>
                    <a:pt x="1" y="43"/>
                  </a:cubicBezTo>
                  <a:lnTo>
                    <a:pt x="1" y="3383"/>
                  </a:lnTo>
                  <a:cubicBezTo>
                    <a:pt x="1" y="3404"/>
                    <a:pt x="11" y="3415"/>
                    <a:pt x="32" y="3415"/>
                  </a:cubicBezTo>
                  <a:lnTo>
                    <a:pt x="828" y="3415"/>
                  </a:lnTo>
                  <a:cubicBezTo>
                    <a:pt x="849" y="3415"/>
                    <a:pt x="870" y="3404"/>
                    <a:pt x="870" y="3383"/>
                  </a:cubicBezTo>
                  <a:lnTo>
                    <a:pt x="870" y="43"/>
                  </a:lnTo>
                  <a:cubicBezTo>
                    <a:pt x="870" y="22"/>
                    <a:pt x="849" y="0"/>
                    <a:pt x="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6"/>
            <p:cNvSpPr/>
            <p:nvPr/>
          </p:nvSpPr>
          <p:spPr>
            <a:xfrm>
              <a:off x="3915125" y="782425"/>
              <a:ext cx="18050" cy="75325"/>
            </a:xfrm>
            <a:custGeom>
              <a:rect b="b" l="l" r="r" t="t"/>
              <a:pathLst>
                <a:path extrusionOk="0" h="3013" w="722">
                  <a:moveTo>
                    <a:pt x="637" y="86"/>
                  </a:moveTo>
                  <a:lnTo>
                    <a:pt x="637" y="2928"/>
                  </a:lnTo>
                  <a:lnTo>
                    <a:pt x="74" y="2928"/>
                  </a:lnTo>
                  <a:lnTo>
                    <a:pt x="74" y="86"/>
                  </a:lnTo>
                  <a:close/>
                  <a:moveTo>
                    <a:pt x="32" y="1"/>
                  </a:moveTo>
                  <a:cubicBezTo>
                    <a:pt x="11" y="1"/>
                    <a:pt x="1" y="22"/>
                    <a:pt x="1" y="43"/>
                  </a:cubicBezTo>
                  <a:lnTo>
                    <a:pt x="1" y="2970"/>
                  </a:lnTo>
                  <a:cubicBezTo>
                    <a:pt x="1" y="2992"/>
                    <a:pt x="11" y="3013"/>
                    <a:pt x="32" y="3013"/>
                  </a:cubicBezTo>
                  <a:lnTo>
                    <a:pt x="679" y="3013"/>
                  </a:lnTo>
                  <a:cubicBezTo>
                    <a:pt x="700" y="3013"/>
                    <a:pt x="722" y="2992"/>
                    <a:pt x="722" y="2970"/>
                  </a:cubicBezTo>
                  <a:lnTo>
                    <a:pt x="722" y="43"/>
                  </a:lnTo>
                  <a:cubicBezTo>
                    <a:pt x="722" y="22"/>
                    <a:pt x="700" y="1"/>
                    <a:pt x="6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6"/>
            <p:cNvSpPr/>
            <p:nvPr/>
          </p:nvSpPr>
          <p:spPr>
            <a:xfrm>
              <a:off x="3915125" y="815850"/>
              <a:ext cx="18050" cy="7700"/>
            </a:xfrm>
            <a:custGeom>
              <a:rect b="b" l="l" r="r" t="t"/>
              <a:pathLst>
                <a:path extrusionOk="0" h="308" w="722">
                  <a:moveTo>
                    <a:pt x="637" y="85"/>
                  </a:moveTo>
                  <a:lnTo>
                    <a:pt x="637" y="223"/>
                  </a:lnTo>
                  <a:lnTo>
                    <a:pt x="74" y="223"/>
                  </a:lnTo>
                  <a:lnTo>
                    <a:pt x="74" y="85"/>
                  </a:lnTo>
                  <a:close/>
                  <a:moveTo>
                    <a:pt x="32" y="0"/>
                  </a:moveTo>
                  <a:cubicBezTo>
                    <a:pt x="11" y="0"/>
                    <a:pt x="1" y="21"/>
                    <a:pt x="1" y="43"/>
                  </a:cubicBezTo>
                  <a:lnTo>
                    <a:pt x="1" y="265"/>
                  </a:lnTo>
                  <a:cubicBezTo>
                    <a:pt x="1" y="286"/>
                    <a:pt x="11" y="307"/>
                    <a:pt x="32" y="307"/>
                  </a:cubicBezTo>
                  <a:lnTo>
                    <a:pt x="679" y="307"/>
                  </a:lnTo>
                  <a:cubicBezTo>
                    <a:pt x="700" y="307"/>
                    <a:pt x="722" y="286"/>
                    <a:pt x="722" y="265"/>
                  </a:cubicBezTo>
                  <a:lnTo>
                    <a:pt x="722" y="43"/>
                  </a:lnTo>
                  <a:cubicBezTo>
                    <a:pt x="722" y="21"/>
                    <a:pt x="700" y="0"/>
                    <a:pt x="6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6"/>
            <p:cNvSpPr/>
            <p:nvPr/>
          </p:nvSpPr>
          <p:spPr>
            <a:xfrm>
              <a:off x="3842725" y="778725"/>
              <a:ext cx="21775" cy="85400"/>
            </a:xfrm>
            <a:custGeom>
              <a:rect b="b" l="l" r="r" t="t"/>
              <a:pathLst>
                <a:path extrusionOk="0" h="3416" w="871">
                  <a:moveTo>
                    <a:pt x="797" y="85"/>
                  </a:moveTo>
                  <a:lnTo>
                    <a:pt x="797" y="3341"/>
                  </a:lnTo>
                  <a:lnTo>
                    <a:pt x="86" y="3341"/>
                  </a:lnTo>
                  <a:lnTo>
                    <a:pt x="86" y="85"/>
                  </a:lnTo>
                  <a:close/>
                  <a:moveTo>
                    <a:pt x="43" y="0"/>
                  </a:moveTo>
                  <a:cubicBezTo>
                    <a:pt x="22" y="0"/>
                    <a:pt x="1" y="22"/>
                    <a:pt x="1" y="43"/>
                  </a:cubicBezTo>
                  <a:lnTo>
                    <a:pt x="1" y="3383"/>
                  </a:lnTo>
                  <a:cubicBezTo>
                    <a:pt x="1" y="3404"/>
                    <a:pt x="22" y="3415"/>
                    <a:pt x="43" y="3415"/>
                  </a:cubicBezTo>
                  <a:lnTo>
                    <a:pt x="828" y="3415"/>
                  </a:lnTo>
                  <a:cubicBezTo>
                    <a:pt x="860" y="3415"/>
                    <a:pt x="871" y="3404"/>
                    <a:pt x="871" y="3383"/>
                  </a:cubicBezTo>
                  <a:lnTo>
                    <a:pt x="871" y="43"/>
                  </a:lnTo>
                  <a:cubicBezTo>
                    <a:pt x="871" y="22"/>
                    <a:pt x="860" y="0"/>
                    <a:pt x="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6"/>
            <p:cNvSpPr/>
            <p:nvPr/>
          </p:nvSpPr>
          <p:spPr>
            <a:xfrm>
              <a:off x="3846450" y="782425"/>
              <a:ext cx="18050" cy="75325"/>
            </a:xfrm>
            <a:custGeom>
              <a:rect b="b" l="l" r="r" t="t"/>
              <a:pathLst>
                <a:path extrusionOk="0" h="3013" w="722">
                  <a:moveTo>
                    <a:pt x="648" y="86"/>
                  </a:moveTo>
                  <a:lnTo>
                    <a:pt x="648" y="2928"/>
                  </a:lnTo>
                  <a:lnTo>
                    <a:pt x="85" y="2928"/>
                  </a:lnTo>
                  <a:lnTo>
                    <a:pt x="85" y="86"/>
                  </a:lnTo>
                  <a:close/>
                  <a:moveTo>
                    <a:pt x="43" y="1"/>
                  </a:moveTo>
                  <a:cubicBezTo>
                    <a:pt x="22" y="1"/>
                    <a:pt x="0" y="22"/>
                    <a:pt x="0" y="43"/>
                  </a:cubicBezTo>
                  <a:lnTo>
                    <a:pt x="0" y="2970"/>
                  </a:lnTo>
                  <a:cubicBezTo>
                    <a:pt x="0" y="2992"/>
                    <a:pt x="22" y="3013"/>
                    <a:pt x="43" y="3013"/>
                  </a:cubicBezTo>
                  <a:lnTo>
                    <a:pt x="679" y="3013"/>
                  </a:lnTo>
                  <a:cubicBezTo>
                    <a:pt x="711" y="3013"/>
                    <a:pt x="722" y="2992"/>
                    <a:pt x="722" y="2970"/>
                  </a:cubicBezTo>
                  <a:lnTo>
                    <a:pt x="722" y="43"/>
                  </a:lnTo>
                  <a:cubicBezTo>
                    <a:pt x="722" y="22"/>
                    <a:pt x="711" y="1"/>
                    <a:pt x="6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6"/>
            <p:cNvSpPr/>
            <p:nvPr/>
          </p:nvSpPr>
          <p:spPr>
            <a:xfrm>
              <a:off x="3846450" y="815850"/>
              <a:ext cx="18050" cy="7700"/>
            </a:xfrm>
            <a:custGeom>
              <a:rect b="b" l="l" r="r" t="t"/>
              <a:pathLst>
                <a:path extrusionOk="0" h="308" w="722">
                  <a:moveTo>
                    <a:pt x="648" y="85"/>
                  </a:moveTo>
                  <a:lnTo>
                    <a:pt x="648" y="223"/>
                  </a:lnTo>
                  <a:lnTo>
                    <a:pt x="85" y="223"/>
                  </a:lnTo>
                  <a:lnTo>
                    <a:pt x="85" y="85"/>
                  </a:lnTo>
                  <a:close/>
                  <a:moveTo>
                    <a:pt x="43" y="0"/>
                  </a:moveTo>
                  <a:cubicBezTo>
                    <a:pt x="22" y="0"/>
                    <a:pt x="0" y="21"/>
                    <a:pt x="0" y="43"/>
                  </a:cubicBezTo>
                  <a:lnTo>
                    <a:pt x="0" y="265"/>
                  </a:lnTo>
                  <a:cubicBezTo>
                    <a:pt x="0" y="286"/>
                    <a:pt x="22" y="307"/>
                    <a:pt x="43" y="307"/>
                  </a:cubicBezTo>
                  <a:lnTo>
                    <a:pt x="679" y="307"/>
                  </a:lnTo>
                  <a:cubicBezTo>
                    <a:pt x="711" y="307"/>
                    <a:pt x="722" y="286"/>
                    <a:pt x="722" y="265"/>
                  </a:cubicBezTo>
                  <a:lnTo>
                    <a:pt x="722" y="43"/>
                  </a:lnTo>
                  <a:cubicBezTo>
                    <a:pt x="722" y="21"/>
                    <a:pt x="711" y="0"/>
                    <a:pt x="6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6"/>
            <p:cNvSpPr/>
            <p:nvPr/>
          </p:nvSpPr>
          <p:spPr>
            <a:xfrm>
              <a:off x="3862625" y="773675"/>
              <a:ext cx="54375" cy="95475"/>
            </a:xfrm>
            <a:custGeom>
              <a:rect b="b" l="l" r="r" t="t"/>
              <a:pathLst>
                <a:path extrusionOk="0" h="3819" w="2175">
                  <a:moveTo>
                    <a:pt x="2101" y="85"/>
                  </a:moveTo>
                  <a:lnTo>
                    <a:pt x="2101" y="3745"/>
                  </a:lnTo>
                  <a:lnTo>
                    <a:pt x="75" y="3745"/>
                  </a:lnTo>
                  <a:lnTo>
                    <a:pt x="75" y="85"/>
                  </a:lnTo>
                  <a:close/>
                  <a:moveTo>
                    <a:pt x="32" y="1"/>
                  </a:moveTo>
                  <a:cubicBezTo>
                    <a:pt x="11" y="1"/>
                    <a:pt x="1" y="22"/>
                    <a:pt x="1" y="43"/>
                  </a:cubicBezTo>
                  <a:lnTo>
                    <a:pt x="1" y="3776"/>
                  </a:lnTo>
                  <a:cubicBezTo>
                    <a:pt x="1" y="3808"/>
                    <a:pt x="11" y="3818"/>
                    <a:pt x="32" y="3818"/>
                  </a:cubicBezTo>
                  <a:lnTo>
                    <a:pt x="2132" y="3818"/>
                  </a:lnTo>
                  <a:cubicBezTo>
                    <a:pt x="2164" y="3818"/>
                    <a:pt x="2174" y="3808"/>
                    <a:pt x="2174" y="3776"/>
                  </a:cubicBezTo>
                  <a:lnTo>
                    <a:pt x="2174" y="43"/>
                  </a:lnTo>
                  <a:cubicBezTo>
                    <a:pt x="2174" y="22"/>
                    <a:pt x="2164" y="1"/>
                    <a:pt x="21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6"/>
            <p:cNvSpPr/>
            <p:nvPr/>
          </p:nvSpPr>
          <p:spPr>
            <a:xfrm>
              <a:off x="3868475" y="778725"/>
              <a:ext cx="42700" cy="85400"/>
            </a:xfrm>
            <a:custGeom>
              <a:rect b="b" l="l" r="r" t="t"/>
              <a:pathLst>
                <a:path extrusionOk="0" h="3416" w="1708">
                  <a:moveTo>
                    <a:pt x="1622" y="85"/>
                  </a:moveTo>
                  <a:lnTo>
                    <a:pt x="1622" y="3341"/>
                  </a:lnTo>
                  <a:lnTo>
                    <a:pt x="85" y="3341"/>
                  </a:lnTo>
                  <a:lnTo>
                    <a:pt x="85" y="85"/>
                  </a:lnTo>
                  <a:close/>
                  <a:moveTo>
                    <a:pt x="42" y="0"/>
                  </a:moveTo>
                  <a:cubicBezTo>
                    <a:pt x="21" y="0"/>
                    <a:pt x="0" y="22"/>
                    <a:pt x="0" y="43"/>
                  </a:cubicBezTo>
                  <a:lnTo>
                    <a:pt x="0" y="3383"/>
                  </a:lnTo>
                  <a:cubicBezTo>
                    <a:pt x="0" y="3404"/>
                    <a:pt x="21" y="3415"/>
                    <a:pt x="42" y="3415"/>
                  </a:cubicBezTo>
                  <a:lnTo>
                    <a:pt x="1665" y="3415"/>
                  </a:lnTo>
                  <a:cubicBezTo>
                    <a:pt x="1686" y="3415"/>
                    <a:pt x="1707" y="3404"/>
                    <a:pt x="1707" y="3383"/>
                  </a:cubicBezTo>
                  <a:lnTo>
                    <a:pt x="1707" y="43"/>
                  </a:lnTo>
                  <a:cubicBezTo>
                    <a:pt x="1707" y="22"/>
                    <a:pt x="1686" y="0"/>
                    <a:pt x="16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6"/>
            <p:cNvSpPr/>
            <p:nvPr/>
          </p:nvSpPr>
          <p:spPr>
            <a:xfrm>
              <a:off x="3868475" y="818750"/>
              <a:ext cx="42700" cy="6925"/>
            </a:xfrm>
            <a:custGeom>
              <a:rect b="b" l="l" r="r" t="t"/>
              <a:pathLst>
                <a:path extrusionOk="0" h="277" w="1708">
                  <a:moveTo>
                    <a:pt x="1622" y="85"/>
                  </a:moveTo>
                  <a:lnTo>
                    <a:pt x="1622" y="202"/>
                  </a:lnTo>
                  <a:lnTo>
                    <a:pt x="85" y="202"/>
                  </a:lnTo>
                  <a:lnTo>
                    <a:pt x="85" y="85"/>
                  </a:lnTo>
                  <a:close/>
                  <a:moveTo>
                    <a:pt x="42" y="0"/>
                  </a:moveTo>
                  <a:cubicBezTo>
                    <a:pt x="21" y="0"/>
                    <a:pt x="0" y="22"/>
                    <a:pt x="0" y="43"/>
                  </a:cubicBezTo>
                  <a:lnTo>
                    <a:pt x="0" y="234"/>
                  </a:lnTo>
                  <a:cubicBezTo>
                    <a:pt x="0" y="266"/>
                    <a:pt x="21" y="276"/>
                    <a:pt x="42" y="276"/>
                  </a:cubicBezTo>
                  <a:lnTo>
                    <a:pt x="1665" y="276"/>
                  </a:lnTo>
                  <a:cubicBezTo>
                    <a:pt x="1686" y="276"/>
                    <a:pt x="1707" y="266"/>
                    <a:pt x="1707" y="234"/>
                  </a:cubicBezTo>
                  <a:lnTo>
                    <a:pt x="1707" y="43"/>
                  </a:lnTo>
                  <a:cubicBezTo>
                    <a:pt x="1707" y="22"/>
                    <a:pt x="1686" y="0"/>
                    <a:pt x="16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6"/>
            <p:cNvSpPr/>
            <p:nvPr/>
          </p:nvSpPr>
          <p:spPr>
            <a:xfrm>
              <a:off x="3888875" y="779775"/>
              <a:ext cx="1875" cy="40050"/>
            </a:xfrm>
            <a:custGeom>
              <a:rect b="b" l="l" r="r" t="t"/>
              <a:pathLst>
                <a:path extrusionOk="0" h="1602" w="75">
                  <a:moveTo>
                    <a:pt x="0" y="1"/>
                  </a:moveTo>
                  <a:lnTo>
                    <a:pt x="0" y="1602"/>
                  </a:lnTo>
                  <a:lnTo>
                    <a:pt x="75" y="1602"/>
                  </a:lnTo>
                  <a:lnTo>
                    <a:pt x="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6"/>
            <p:cNvSpPr/>
            <p:nvPr/>
          </p:nvSpPr>
          <p:spPr>
            <a:xfrm>
              <a:off x="3519800" y="780325"/>
              <a:ext cx="21775" cy="85650"/>
            </a:xfrm>
            <a:custGeom>
              <a:rect b="b" l="l" r="r" t="t"/>
              <a:pathLst>
                <a:path extrusionOk="0" h="3426" w="871">
                  <a:moveTo>
                    <a:pt x="786" y="85"/>
                  </a:moveTo>
                  <a:lnTo>
                    <a:pt x="786" y="3340"/>
                  </a:lnTo>
                  <a:lnTo>
                    <a:pt x="86" y="3340"/>
                  </a:lnTo>
                  <a:lnTo>
                    <a:pt x="86" y="85"/>
                  </a:lnTo>
                  <a:close/>
                  <a:moveTo>
                    <a:pt x="43" y="0"/>
                  </a:moveTo>
                  <a:cubicBezTo>
                    <a:pt x="22" y="0"/>
                    <a:pt x="1" y="21"/>
                    <a:pt x="1" y="43"/>
                  </a:cubicBezTo>
                  <a:lnTo>
                    <a:pt x="1" y="3383"/>
                  </a:lnTo>
                  <a:cubicBezTo>
                    <a:pt x="1" y="3404"/>
                    <a:pt x="22" y="3425"/>
                    <a:pt x="43" y="3425"/>
                  </a:cubicBezTo>
                  <a:lnTo>
                    <a:pt x="828" y="3425"/>
                  </a:lnTo>
                  <a:cubicBezTo>
                    <a:pt x="849" y="3425"/>
                    <a:pt x="870" y="3404"/>
                    <a:pt x="870" y="3383"/>
                  </a:cubicBezTo>
                  <a:lnTo>
                    <a:pt x="870" y="43"/>
                  </a:lnTo>
                  <a:cubicBezTo>
                    <a:pt x="870" y="21"/>
                    <a:pt x="849" y="0"/>
                    <a:pt x="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6"/>
            <p:cNvSpPr/>
            <p:nvPr/>
          </p:nvSpPr>
          <p:spPr>
            <a:xfrm>
              <a:off x="3519800" y="784275"/>
              <a:ext cx="18050" cy="75075"/>
            </a:xfrm>
            <a:custGeom>
              <a:rect b="b" l="l" r="r" t="t"/>
              <a:pathLst>
                <a:path extrusionOk="0" h="3003" w="722">
                  <a:moveTo>
                    <a:pt x="637" y="86"/>
                  </a:moveTo>
                  <a:lnTo>
                    <a:pt x="637" y="2928"/>
                  </a:lnTo>
                  <a:lnTo>
                    <a:pt x="86" y="2928"/>
                  </a:lnTo>
                  <a:lnTo>
                    <a:pt x="86" y="86"/>
                  </a:lnTo>
                  <a:close/>
                  <a:moveTo>
                    <a:pt x="43" y="1"/>
                  </a:moveTo>
                  <a:cubicBezTo>
                    <a:pt x="22" y="1"/>
                    <a:pt x="1" y="22"/>
                    <a:pt x="1" y="43"/>
                  </a:cubicBezTo>
                  <a:lnTo>
                    <a:pt x="1" y="2960"/>
                  </a:lnTo>
                  <a:cubicBezTo>
                    <a:pt x="1" y="2991"/>
                    <a:pt x="22" y="3002"/>
                    <a:pt x="43" y="3002"/>
                  </a:cubicBezTo>
                  <a:lnTo>
                    <a:pt x="679" y="3002"/>
                  </a:lnTo>
                  <a:cubicBezTo>
                    <a:pt x="701" y="3002"/>
                    <a:pt x="722" y="2991"/>
                    <a:pt x="722" y="2960"/>
                  </a:cubicBezTo>
                  <a:lnTo>
                    <a:pt x="722" y="43"/>
                  </a:lnTo>
                  <a:cubicBezTo>
                    <a:pt x="722" y="22"/>
                    <a:pt x="701" y="1"/>
                    <a:pt x="6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6"/>
            <p:cNvSpPr/>
            <p:nvPr/>
          </p:nvSpPr>
          <p:spPr>
            <a:xfrm>
              <a:off x="3519800" y="817700"/>
              <a:ext cx="18050" cy="7725"/>
            </a:xfrm>
            <a:custGeom>
              <a:rect b="b" l="l" r="r" t="t"/>
              <a:pathLst>
                <a:path extrusionOk="0" h="309" w="722">
                  <a:moveTo>
                    <a:pt x="637" y="75"/>
                  </a:moveTo>
                  <a:lnTo>
                    <a:pt x="637" y="223"/>
                  </a:lnTo>
                  <a:lnTo>
                    <a:pt x="86" y="223"/>
                  </a:lnTo>
                  <a:lnTo>
                    <a:pt x="86" y="75"/>
                  </a:lnTo>
                  <a:close/>
                  <a:moveTo>
                    <a:pt x="43" y="0"/>
                  </a:moveTo>
                  <a:cubicBezTo>
                    <a:pt x="22" y="0"/>
                    <a:pt x="1" y="11"/>
                    <a:pt x="1" y="42"/>
                  </a:cubicBezTo>
                  <a:lnTo>
                    <a:pt x="1" y="266"/>
                  </a:lnTo>
                  <a:cubicBezTo>
                    <a:pt x="1" y="287"/>
                    <a:pt x="22" y="308"/>
                    <a:pt x="43" y="308"/>
                  </a:cubicBezTo>
                  <a:lnTo>
                    <a:pt x="679" y="308"/>
                  </a:lnTo>
                  <a:cubicBezTo>
                    <a:pt x="701" y="308"/>
                    <a:pt x="722" y="287"/>
                    <a:pt x="722" y="266"/>
                  </a:cubicBezTo>
                  <a:lnTo>
                    <a:pt x="722" y="42"/>
                  </a:lnTo>
                  <a:cubicBezTo>
                    <a:pt x="722" y="11"/>
                    <a:pt x="701" y="0"/>
                    <a:pt x="6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6"/>
            <p:cNvSpPr/>
            <p:nvPr/>
          </p:nvSpPr>
          <p:spPr>
            <a:xfrm>
              <a:off x="3447700" y="780325"/>
              <a:ext cx="21750" cy="85650"/>
            </a:xfrm>
            <a:custGeom>
              <a:rect b="b" l="l" r="r" t="t"/>
              <a:pathLst>
                <a:path extrusionOk="0" h="3426" w="870">
                  <a:moveTo>
                    <a:pt x="785" y="85"/>
                  </a:moveTo>
                  <a:lnTo>
                    <a:pt x="785" y="3340"/>
                  </a:lnTo>
                  <a:lnTo>
                    <a:pt x="75" y="3340"/>
                  </a:lnTo>
                  <a:lnTo>
                    <a:pt x="75" y="85"/>
                  </a:lnTo>
                  <a:close/>
                  <a:moveTo>
                    <a:pt x="32" y="0"/>
                  </a:moveTo>
                  <a:cubicBezTo>
                    <a:pt x="11" y="0"/>
                    <a:pt x="0" y="21"/>
                    <a:pt x="0" y="43"/>
                  </a:cubicBezTo>
                  <a:lnTo>
                    <a:pt x="0" y="3383"/>
                  </a:lnTo>
                  <a:cubicBezTo>
                    <a:pt x="0" y="3404"/>
                    <a:pt x="11" y="3425"/>
                    <a:pt x="32" y="3425"/>
                  </a:cubicBezTo>
                  <a:lnTo>
                    <a:pt x="827" y="3425"/>
                  </a:lnTo>
                  <a:cubicBezTo>
                    <a:pt x="849" y="3425"/>
                    <a:pt x="870" y="3404"/>
                    <a:pt x="870" y="3383"/>
                  </a:cubicBezTo>
                  <a:lnTo>
                    <a:pt x="870" y="43"/>
                  </a:lnTo>
                  <a:cubicBezTo>
                    <a:pt x="870" y="21"/>
                    <a:pt x="849" y="0"/>
                    <a:pt x="8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6"/>
            <p:cNvSpPr/>
            <p:nvPr/>
          </p:nvSpPr>
          <p:spPr>
            <a:xfrm>
              <a:off x="3451400" y="784275"/>
              <a:ext cx="18050" cy="75075"/>
            </a:xfrm>
            <a:custGeom>
              <a:rect b="b" l="l" r="r" t="t"/>
              <a:pathLst>
                <a:path extrusionOk="0" h="3003" w="722">
                  <a:moveTo>
                    <a:pt x="637" y="86"/>
                  </a:moveTo>
                  <a:lnTo>
                    <a:pt x="637" y="2928"/>
                  </a:lnTo>
                  <a:lnTo>
                    <a:pt x="75" y="2928"/>
                  </a:lnTo>
                  <a:lnTo>
                    <a:pt x="75" y="86"/>
                  </a:lnTo>
                  <a:close/>
                  <a:moveTo>
                    <a:pt x="33" y="1"/>
                  </a:moveTo>
                  <a:cubicBezTo>
                    <a:pt x="12" y="1"/>
                    <a:pt x="1" y="22"/>
                    <a:pt x="1" y="43"/>
                  </a:cubicBezTo>
                  <a:lnTo>
                    <a:pt x="1" y="2960"/>
                  </a:lnTo>
                  <a:cubicBezTo>
                    <a:pt x="1" y="2991"/>
                    <a:pt x="12" y="3002"/>
                    <a:pt x="33" y="3002"/>
                  </a:cubicBezTo>
                  <a:lnTo>
                    <a:pt x="679" y="3002"/>
                  </a:lnTo>
                  <a:cubicBezTo>
                    <a:pt x="701" y="3002"/>
                    <a:pt x="722" y="2991"/>
                    <a:pt x="722" y="2960"/>
                  </a:cubicBezTo>
                  <a:lnTo>
                    <a:pt x="722" y="43"/>
                  </a:lnTo>
                  <a:cubicBezTo>
                    <a:pt x="722" y="22"/>
                    <a:pt x="701" y="1"/>
                    <a:pt x="6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6"/>
            <p:cNvSpPr/>
            <p:nvPr/>
          </p:nvSpPr>
          <p:spPr>
            <a:xfrm>
              <a:off x="3451400" y="817700"/>
              <a:ext cx="18050" cy="7725"/>
            </a:xfrm>
            <a:custGeom>
              <a:rect b="b" l="l" r="r" t="t"/>
              <a:pathLst>
                <a:path extrusionOk="0" h="309" w="722">
                  <a:moveTo>
                    <a:pt x="637" y="75"/>
                  </a:moveTo>
                  <a:lnTo>
                    <a:pt x="637" y="223"/>
                  </a:lnTo>
                  <a:lnTo>
                    <a:pt x="75" y="223"/>
                  </a:lnTo>
                  <a:lnTo>
                    <a:pt x="75" y="75"/>
                  </a:lnTo>
                  <a:close/>
                  <a:moveTo>
                    <a:pt x="33" y="0"/>
                  </a:moveTo>
                  <a:cubicBezTo>
                    <a:pt x="12" y="0"/>
                    <a:pt x="1" y="11"/>
                    <a:pt x="1" y="42"/>
                  </a:cubicBezTo>
                  <a:lnTo>
                    <a:pt x="1" y="266"/>
                  </a:lnTo>
                  <a:cubicBezTo>
                    <a:pt x="1" y="287"/>
                    <a:pt x="12" y="308"/>
                    <a:pt x="33" y="308"/>
                  </a:cubicBezTo>
                  <a:lnTo>
                    <a:pt x="679" y="308"/>
                  </a:lnTo>
                  <a:cubicBezTo>
                    <a:pt x="701" y="308"/>
                    <a:pt x="722" y="287"/>
                    <a:pt x="722" y="266"/>
                  </a:cubicBezTo>
                  <a:lnTo>
                    <a:pt x="722" y="42"/>
                  </a:lnTo>
                  <a:cubicBezTo>
                    <a:pt x="722" y="11"/>
                    <a:pt x="701" y="0"/>
                    <a:pt x="6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6"/>
            <p:cNvSpPr/>
            <p:nvPr/>
          </p:nvSpPr>
          <p:spPr>
            <a:xfrm>
              <a:off x="3467300" y="775275"/>
              <a:ext cx="54650" cy="95750"/>
            </a:xfrm>
            <a:custGeom>
              <a:rect b="b" l="l" r="r" t="t"/>
              <a:pathLst>
                <a:path extrusionOk="0" h="3830" w="2186">
                  <a:moveTo>
                    <a:pt x="2101" y="85"/>
                  </a:moveTo>
                  <a:lnTo>
                    <a:pt x="2101" y="3744"/>
                  </a:lnTo>
                  <a:lnTo>
                    <a:pt x="86" y="3744"/>
                  </a:lnTo>
                  <a:lnTo>
                    <a:pt x="86" y="85"/>
                  </a:lnTo>
                  <a:close/>
                  <a:moveTo>
                    <a:pt x="43" y="0"/>
                  </a:moveTo>
                  <a:cubicBezTo>
                    <a:pt x="22" y="0"/>
                    <a:pt x="1" y="21"/>
                    <a:pt x="1" y="43"/>
                  </a:cubicBezTo>
                  <a:lnTo>
                    <a:pt x="1" y="3787"/>
                  </a:lnTo>
                  <a:cubicBezTo>
                    <a:pt x="1" y="3808"/>
                    <a:pt x="22" y="3829"/>
                    <a:pt x="43" y="3829"/>
                  </a:cubicBezTo>
                  <a:lnTo>
                    <a:pt x="2143" y="3829"/>
                  </a:lnTo>
                  <a:cubicBezTo>
                    <a:pt x="2164" y="3829"/>
                    <a:pt x="2186" y="3808"/>
                    <a:pt x="2186" y="3787"/>
                  </a:cubicBezTo>
                  <a:lnTo>
                    <a:pt x="2186" y="43"/>
                  </a:lnTo>
                  <a:cubicBezTo>
                    <a:pt x="2186" y="21"/>
                    <a:pt x="2164" y="0"/>
                    <a:pt x="21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6"/>
            <p:cNvSpPr/>
            <p:nvPr/>
          </p:nvSpPr>
          <p:spPr>
            <a:xfrm>
              <a:off x="3473150" y="780325"/>
              <a:ext cx="42725" cy="85650"/>
            </a:xfrm>
            <a:custGeom>
              <a:rect b="b" l="l" r="r" t="t"/>
              <a:pathLst>
                <a:path extrusionOk="0" h="3426" w="1709">
                  <a:moveTo>
                    <a:pt x="1633" y="85"/>
                  </a:moveTo>
                  <a:lnTo>
                    <a:pt x="1633" y="3340"/>
                  </a:lnTo>
                  <a:lnTo>
                    <a:pt x="85" y="3340"/>
                  </a:lnTo>
                  <a:lnTo>
                    <a:pt x="85" y="85"/>
                  </a:lnTo>
                  <a:close/>
                  <a:moveTo>
                    <a:pt x="43" y="0"/>
                  </a:moveTo>
                  <a:cubicBezTo>
                    <a:pt x="21" y="0"/>
                    <a:pt x="0" y="21"/>
                    <a:pt x="0" y="43"/>
                  </a:cubicBezTo>
                  <a:lnTo>
                    <a:pt x="0" y="3383"/>
                  </a:lnTo>
                  <a:cubicBezTo>
                    <a:pt x="0" y="3404"/>
                    <a:pt x="21" y="3425"/>
                    <a:pt x="43" y="3425"/>
                  </a:cubicBezTo>
                  <a:lnTo>
                    <a:pt x="1666" y="3425"/>
                  </a:lnTo>
                  <a:cubicBezTo>
                    <a:pt x="1687" y="3425"/>
                    <a:pt x="1708" y="3404"/>
                    <a:pt x="1708" y="3383"/>
                  </a:cubicBezTo>
                  <a:lnTo>
                    <a:pt x="1708" y="43"/>
                  </a:lnTo>
                  <a:cubicBezTo>
                    <a:pt x="1708" y="21"/>
                    <a:pt x="1687" y="0"/>
                    <a:pt x="16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6"/>
            <p:cNvSpPr/>
            <p:nvPr/>
          </p:nvSpPr>
          <p:spPr>
            <a:xfrm>
              <a:off x="3473150" y="820350"/>
              <a:ext cx="42725" cy="7175"/>
            </a:xfrm>
            <a:custGeom>
              <a:rect b="b" l="l" r="r" t="t"/>
              <a:pathLst>
                <a:path extrusionOk="0" h="287" w="1709">
                  <a:moveTo>
                    <a:pt x="1633" y="85"/>
                  </a:moveTo>
                  <a:lnTo>
                    <a:pt x="1633" y="202"/>
                  </a:lnTo>
                  <a:lnTo>
                    <a:pt x="85" y="202"/>
                  </a:lnTo>
                  <a:lnTo>
                    <a:pt x="85" y="85"/>
                  </a:lnTo>
                  <a:close/>
                  <a:moveTo>
                    <a:pt x="43" y="0"/>
                  </a:moveTo>
                  <a:cubicBezTo>
                    <a:pt x="21" y="0"/>
                    <a:pt x="0" y="21"/>
                    <a:pt x="0" y="43"/>
                  </a:cubicBezTo>
                  <a:lnTo>
                    <a:pt x="0" y="244"/>
                  </a:lnTo>
                  <a:cubicBezTo>
                    <a:pt x="0" y="266"/>
                    <a:pt x="21" y="287"/>
                    <a:pt x="43" y="287"/>
                  </a:cubicBezTo>
                  <a:lnTo>
                    <a:pt x="1666" y="287"/>
                  </a:lnTo>
                  <a:cubicBezTo>
                    <a:pt x="1687" y="287"/>
                    <a:pt x="1708" y="266"/>
                    <a:pt x="1708" y="244"/>
                  </a:cubicBezTo>
                  <a:lnTo>
                    <a:pt x="1708" y="43"/>
                  </a:lnTo>
                  <a:cubicBezTo>
                    <a:pt x="1708" y="21"/>
                    <a:pt x="1687" y="0"/>
                    <a:pt x="16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6"/>
            <p:cNvSpPr/>
            <p:nvPr/>
          </p:nvSpPr>
          <p:spPr>
            <a:xfrm>
              <a:off x="3493575" y="781375"/>
              <a:ext cx="2150" cy="40050"/>
            </a:xfrm>
            <a:custGeom>
              <a:rect b="b" l="l" r="r" t="t"/>
              <a:pathLst>
                <a:path extrusionOk="0" h="1602" w="86">
                  <a:moveTo>
                    <a:pt x="0" y="1"/>
                  </a:moveTo>
                  <a:lnTo>
                    <a:pt x="0" y="1602"/>
                  </a:lnTo>
                  <a:lnTo>
                    <a:pt x="85" y="1602"/>
                  </a:lnTo>
                  <a:lnTo>
                    <a:pt x="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6"/>
            <p:cNvSpPr/>
            <p:nvPr/>
          </p:nvSpPr>
          <p:spPr>
            <a:xfrm>
              <a:off x="3357025" y="780325"/>
              <a:ext cx="21750" cy="85650"/>
            </a:xfrm>
            <a:custGeom>
              <a:rect b="b" l="l" r="r" t="t"/>
              <a:pathLst>
                <a:path extrusionOk="0" h="3426" w="870">
                  <a:moveTo>
                    <a:pt x="785" y="85"/>
                  </a:moveTo>
                  <a:lnTo>
                    <a:pt x="785" y="3340"/>
                  </a:lnTo>
                  <a:lnTo>
                    <a:pt x="75" y="3340"/>
                  </a:lnTo>
                  <a:lnTo>
                    <a:pt x="75" y="85"/>
                  </a:lnTo>
                  <a:close/>
                  <a:moveTo>
                    <a:pt x="43" y="0"/>
                  </a:moveTo>
                  <a:cubicBezTo>
                    <a:pt x="11" y="0"/>
                    <a:pt x="0" y="21"/>
                    <a:pt x="0" y="43"/>
                  </a:cubicBezTo>
                  <a:lnTo>
                    <a:pt x="0" y="3383"/>
                  </a:lnTo>
                  <a:cubicBezTo>
                    <a:pt x="0" y="3404"/>
                    <a:pt x="11" y="3425"/>
                    <a:pt x="43" y="3425"/>
                  </a:cubicBezTo>
                  <a:lnTo>
                    <a:pt x="827" y="3425"/>
                  </a:lnTo>
                  <a:cubicBezTo>
                    <a:pt x="849" y="3425"/>
                    <a:pt x="870" y="3404"/>
                    <a:pt x="870" y="3383"/>
                  </a:cubicBezTo>
                  <a:lnTo>
                    <a:pt x="870" y="43"/>
                  </a:lnTo>
                  <a:cubicBezTo>
                    <a:pt x="870" y="21"/>
                    <a:pt x="849" y="0"/>
                    <a:pt x="8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6"/>
            <p:cNvSpPr/>
            <p:nvPr/>
          </p:nvSpPr>
          <p:spPr>
            <a:xfrm>
              <a:off x="3357025" y="784275"/>
              <a:ext cx="18050" cy="75075"/>
            </a:xfrm>
            <a:custGeom>
              <a:rect b="b" l="l" r="r" t="t"/>
              <a:pathLst>
                <a:path extrusionOk="0" h="3003" w="722">
                  <a:moveTo>
                    <a:pt x="636" y="86"/>
                  </a:moveTo>
                  <a:lnTo>
                    <a:pt x="636" y="2928"/>
                  </a:lnTo>
                  <a:lnTo>
                    <a:pt x="75" y="2928"/>
                  </a:lnTo>
                  <a:lnTo>
                    <a:pt x="75" y="86"/>
                  </a:lnTo>
                  <a:close/>
                  <a:moveTo>
                    <a:pt x="43" y="1"/>
                  </a:moveTo>
                  <a:cubicBezTo>
                    <a:pt x="11" y="1"/>
                    <a:pt x="0" y="22"/>
                    <a:pt x="0" y="43"/>
                  </a:cubicBezTo>
                  <a:lnTo>
                    <a:pt x="0" y="2960"/>
                  </a:lnTo>
                  <a:cubicBezTo>
                    <a:pt x="0" y="2991"/>
                    <a:pt x="11" y="3002"/>
                    <a:pt x="43" y="3002"/>
                  </a:cubicBezTo>
                  <a:lnTo>
                    <a:pt x="679" y="3002"/>
                  </a:lnTo>
                  <a:cubicBezTo>
                    <a:pt x="700" y="3002"/>
                    <a:pt x="721" y="2991"/>
                    <a:pt x="721" y="2960"/>
                  </a:cubicBezTo>
                  <a:lnTo>
                    <a:pt x="721" y="43"/>
                  </a:lnTo>
                  <a:cubicBezTo>
                    <a:pt x="721" y="22"/>
                    <a:pt x="700" y="1"/>
                    <a:pt x="6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6"/>
            <p:cNvSpPr/>
            <p:nvPr/>
          </p:nvSpPr>
          <p:spPr>
            <a:xfrm>
              <a:off x="3357025" y="817700"/>
              <a:ext cx="18050" cy="7725"/>
            </a:xfrm>
            <a:custGeom>
              <a:rect b="b" l="l" r="r" t="t"/>
              <a:pathLst>
                <a:path extrusionOk="0" h="309" w="722">
                  <a:moveTo>
                    <a:pt x="636" y="75"/>
                  </a:moveTo>
                  <a:lnTo>
                    <a:pt x="636" y="223"/>
                  </a:lnTo>
                  <a:lnTo>
                    <a:pt x="75" y="223"/>
                  </a:lnTo>
                  <a:lnTo>
                    <a:pt x="75" y="75"/>
                  </a:lnTo>
                  <a:close/>
                  <a:moveTo>
                    <a:pt x="43" y="0"/>
                  </a:moveTo>
                  <a:cubicBezTo>
                    <a:pt x="11" y="0"/>
                    <a:pt x="0" y="11"/>
                    <a:pt x="0" y="42"/>
                  </a:cubicBezTo>
                  <a:lnTo>
                    <a:pt x="0" y="266"/>
                  </a:lnTo>
                  <a:cubicBezTo>
                    <a:pt x="0" y="287"/>
                    <a:pt x="11" y="308"/>
                    <a:pt x="43" y="308"/>
                  </a:cubicBezTo>
                  <a:lnTo>
                    <a:pt x="679" y="308"/>
                  </a:lnTo>
                  <a:cubicBezTo>
                    <a:pt x="700" y="308"/>
                    <a:pt x="721" y="287"/>
                    <a:pt x="721" y="266"/>
                  </a:cubicBezTo>
                  <a:lnTo>
                    <a:pt x="721" y="42"/>
                  </a:lnTo>
                  <a:cubicBezTo>
                    <a:pt x="721" y="11"/>
                    <a:pt x="700" y="0"/>
                    <a:pt x="6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6"/>
            <p:cNvSpPr/>
            <p:nvPr/>
          </p:nvSpPr>
          <p:spPr>
            <a:xfrm>
              <a:off x="3284650" y="780325"/>
              <a:ext cx="21750" cy="85650"/>
            </a:xfrm>
            <a:custGeom>
              <a:rect b="b" l="l" r="r" t="t"/>
              <a:pathLst>
                <a:path extrusionOk="0" h="3426" w="870">
                  <a:moveTo>
                    <a:pt x="795" y="85"/>
                  </a:moveTo>
                  <a:lnTo>
                    <a:pt x="795" y="3340"/>
                  </a:lnTo>
                  <a:lnTo>
                    <a:pt x="85" y="3340"/>
                  </a:lnTo>
                  <a:lnTo>
                    <a:pt x="85" y="85"/>
                  </a:lnTo>
                  <a:close/>
                  <a:moveTo>
                    <a:pt x="43" y="0"/>
                  </a:moveTo>
                  <a:cubicBezTo>
                    <a:pt x="22" y="0"/>
                    <a:pt x="0" y="21"/>
                    <a:pt x="0" y="43"/>
                  </a:cubicBezTo>
                  <a:lnTo>
                    <a:pt x="0" y="3383"/>
                  </a:lnTo>
                  <a:cubicBezTo>
                    <a:pt x="0" y="3404"/>
                    <a:pt x="22" y="3425"/>
                    <a:pt x="43" y="3425"/>
                  </a:cubicBezTo>
                  <a:lnTo>
                    <a:pt x="838" y="3425"/>
                  </a:lnTo>
                  <a:cubicBezTo>
                    <a:pt x="859" y="3425"/>
                    <a:pt x="870" y="3404"/>
                    <a:pt x="870" y="3383"/>
                  </a:cubicBezTo>
                  <a:lnTo>
                    <a:pt x="870" y="43"/>
                  </a:lnTo>
                  <a:cubicBezTo>
                    <a:pt x="870" y="21"/>
                    <a:pt x="859" y="0"/>
                    <a:pt x="8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6"/>
            <p:cNvSpPr/>
            <p:nvPr/>
          </p:nvSpPr>
          <p:spPr>
            <a:xfrm>
              <a:off x="3288350" y="784275"/>
              <a:ext cx="18050" cy="75075"/>
            </a:xfrm>
            <a:custGeom>
              <a:rect b="b" l="l" r="r" t="t"/>
              <a:pathLst>
                <a:path extrusionOk="0" h="3003" w="722">
                  <a:moveTo>
                    <a:pt x="647" y="86"/>
                  </a:moveTo>
                  <a:lnTo>
                    <a:pt x="647" y="2928"/>
                  </a:lnTo>
                  <a:lnTo>
                    <a:pt x="86" y="2928"/>
                  </a:lnTo>
                  <a:lnTo>
                    <a:pt x="86" y="86"/>
                  </a:lnTo>
                  <a:close/>
                  <a:moveTo>
                    <a:pt x="43" y="1"/>
                  </a:moveTo>
                  <a:cubicBezTo>
                    <a:pt x="22" y="1"/>
                    <a:pt x="1" y="22"/>
                    <a:pt x="1" y="43"/>
                  </a:cubicBezTo>
                  <a:lnTo>
                    <a:pt x="1" y="2960"/>
                  </a:lnTo>
                  <a:cubicBezTo>
                    <a:pt x="1" y="2991"/>
                    <a:pt x="22" y="3002"/>
                    <a:pt x="43" y="3002"/>
                  </a:cubicBezTo>
                  <a:lnTo>
                    <a:pt x="690" y="3002"/>
                  </a:lnTo>
                  <a:cubicBezTo>
                    <a:pt x="711" y="3002"/>
                    <a:pt x="722" y="2991"/>
                    <a:pt x="722" y="2960"/>
                  </a:cubicBezTo>
                  <a:lnTo>
                    <a:pt x="722" y="43"/>
                  </a:lnTo>
                  <a:cubicBezTo>
                    <a:pt x="722" y="22"/>
                    <a:pt x="711" y="1"/>
                    <a:pt x="6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6"/>
            <p:cNvSpPr/>
            <p:nvPr/>
          </p:nvSpPr>
          <p:spPr>
            <a:xfrm>
              <a:off x="3288350" y="817700"/>
              <a:ext cx="18050" cy="7725"/>
            </a:xfrm>
            <a:custGeom>
              <a:rect b="b" l="l" r="r" t="t"/>
              <a:pathLst>
                <a:path extrusionOk="0" h="309" w="722">
                  <a:moveTo>
                    <a:pt x="647" y="75"/>
                  </a:moveTo>
                  <a:lnTo>
                    <a:pt x="647" y="223"/>
                  </a:lnTo>
                  <a:lnTo>
                    <a:pt x="86" y="223"/>
                  </a:lnTo>
                  <a:lnTo>
                    <a:pt x="86" y="75"/>
                  </a:lnTo>
                  <a:close/>
                  <a:moveTo>
                    <a:pt x="43" y="0"/>
                  </a:moveTo>
                  <a:cubicBezTo>
                    <a:pt x="22" y="0"/>
                    <a:pt x="1" y="11"/>
                    <a:pt x="1" y="42"/>
                  </a:cubicBezTo>
                  <a:lnTo>
                    <a:pt x="1" y="266"/>
                  </a:lnTo>
                  <a:cubicBezTo>
                    <a:pt x="1" y="287"/>
                    <a:pt x="22" y="308"/>
                    <a:pt x="43" y="308"/>
                  </a:cubicBezTo>
                  <a:lnTo>
                    <a:pt x="690" y="308"/>
                  </a:lnTo>
                  <a:cubicBezTo>
                    <a:pt x="711" y="308"/>
                    <a:pt x="722" y="287"/>
                    <a:pt x="722" y="266"/>
                  </a:cubicBezTo>
                  <a:lnTo>
                    <a:pt x="722" y="42"/>
                  </a:lnTo>
                  <a:cubicBezTo>
                    <a:pt x="722" y="11"/>
                    <a:pt x="711" y="0"/>
                    <a:pt x="6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6"/>
            <p:cNvSpPr/>
            <p:nvPr/>
          </p:nvSpPr>
          <p:spPr>
            <a:xfrm>
              <a:off x="3304525" y="775275"/>
              <a:ext cx="54375" cy="95750"/>
            </a:xfrm>
            <a:custGeom>
              <a:rect b="b" l="l" r="r" t="t"/>
              <a:pathLst>
                <a:path extrusionOk="0" h="3830" w="2175">
                  <a:moveTo>
                    <a:pt x="2100" y="85"/>
                  </a:moveTo>
                  <a:lnTo>
                    <a:pt x="2100" y="3744"/>
                  </a:lnTo>
                  <a:lnTo>
                    <a:pt x="75" y="3744"/>
                  </a:lnTo>
                  <a:lnTo>
                    <a:pt x="75" y="85"/>
                  </a:lnTo>
                  <a:close/>
                  <a:moveTo>
                    <a:pt x="43" y="0"/>
                  </a:moveTo>
                  <a:cubicBezTo>
                    <a:pt x="11" y="0"/>
                    <a:pt x="0" y="21"/>
                    <a:pt x="0" y="43"/>
                  </a:cubicBezTo>
                  <a:lnTo>
                    <a:pt x="0" y="3787"/>
                  </a:lnTo>
                  <a:cubicBezTo>
                    <a:pt x="0" y="3808"/>
                    <a:pt x="11" y="3829"/>
                    <a:pt x="43" y="3829"/>
                  </a:cubicBezTo>
                  <a:lnTo>
                    <a:pt x="2143" y="3829"/>
                  </a:lnTo>
                  <a:cubicBezTo>
                    <a:pt x="2164" y="3829"/>
                    <a:pt x="2175" y="3808"/>
                    <a:pt x="2175" y="3787"/>
                  </a:cubicBezTo>
                  <a:lnTo>
                    <a:pt x="2175" y="43"/>
                  </a:lnTo>
                  <a:cubicBezTo>
                    <a:pt x="2175" y="21"/>
                    <a:pt x="2164" y="0"/>
                    <a:pt x="21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6"/>
            <p:cNvSpPr/>
            <p:nvPr/>
          </p:nvSpPr>
          <p:spPr>
            <a:xfrm>
              <a:off x="3310350" y="780325"/>
              <a:ext cx="42725" cy="85650"/>
            </a:xfrm>
            <a:custGeom>
              <a:rect b="b" l="l" r="r" t="t"/>
              <a:pathLst>
                <a:path extrusionOk="0" h="3426" w="1709">
                  <a:moveTo>
                    <a:pt x="1624" y="85"/>
                  </a:moveTo>
                  <a:lnTo>
                    <a:pt x="1624" y="3340"/>
                  </a:lnTo>
                  <a:lnTo>
                    <a:pt x="85" y="3340"/>
                  </a:lnTo>
                  <a:lnTo>
                    <a:pt x="85" y="85"/>
                  </a:lnTo>
                  <a:close/>
                  <a:moveTo>
                    <a:pt x="43" y="0"/>
                  </a:moveTo>
                  <a:cubicBezTo>
                    <a:pt x="22" y="0"/>
                    <a:pt x="1" y="21"/>
                    <a:pt x="1" y="43"/>
                  </a:cubicBezTo>
                  <a:lnTo>
                    <a:pt x="1" y="3383"/>
                  </a:lnTo>
                  <a:cubicBezTo>
                    <a:pt x="1" y="3404"/>
                    <a:pt x="22" y="3425"/>
                    <a:pt x="43" y="3425"/>
                  </a:cubicBezTo>
                  <a:lnTo>
                    <a:pt x="1666" y="3425"/>
                  </a:lnTo>
                  <a:cubicBezTo>
                    <a:pt x="1687" y="3425"/>
                    <a:pt x="1708" y="3404"/>
                    <a:pt x="1708" y="3383"/>
                  </a:cubicBezTo>
                  <a:lnTo>
                    <a:pt x="1708" y="43"/>
                  </a:lnTo>
                  <a:cubicBezTo>
                    <a:pt x="1708" y="21"/>
                    <a:pt x="1687" y="0"/>
                    <a:pt x="16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6"/>
            <p:cNvSpPr/>
            <p:nvPr/>
          </p:nvSpPr>
          <p:spPr>
            <a:xfrm>
              <a:off x="3310350" y="820350"/>
              <a:ext cx="42725" cy="7175"/>
            </a:xfrm>
            <a:custGeom>
              <a:rect b="b" l="l" r="r" t="t"/>
              <a:pathLst>
                <a:path extrusionOk="0" h="287" w="1709">
                  <a:moveTo>
                    <a:pt x="1624" y="85"/>
                  </a:moveTo>
                  <a:lnTo>
                    <a:pt x="1624" y="202"/>
                  </a:lnTo>
                  <a:lnTo>
                    <a:pt x="85" y="202"/>
                  </a:lnTo>
                  <a:lnTo>
                    <a:pt x="85" y="85"/>
                  </a:lnTo>
                  <a:close/>
                  <a:moveTo>
                    <a:pt x="43" y="0"/>
                  </a:moveTo>
                  <a:cubicBezTo>
                    <a:pt x="22" y="0"/>
                    <a:pt x="1" y="21"/>
                    <a:pt x="1" y="43"/>
                  </a:cubicBezTo>
                  <a:lnTo>
                    <a:pt x="1" y="244"/>
                  </a:lnTo>
                  <a:cubicBezTo>
                    <a:pt x="1" y="266"/>
                    <a:pt x="22" y="287"/>
                    <a:pt x="43" y="287"/>
                  </a:cubicBezTo>
                  <a:lnTo>
                    <a:pt x="1666" y="287"/>
                  </a:lnTo>
                  <a:cubicBezTo>
                    <a:pt x="1687" y="287"/>
                    <a:pt x="1708" y="266"/>
                    <a:pt x="1708" y="244"/>
                  </a:cubicBezTo>
                  <a:lnTo>
                    <a:pt x="1708" y="43"/>
                  </a:lnTo>
                  <a:cubicBezTo>
                    <a:pt x="1708" y="21"/>
                    <a:pt x="1687" y="0"/>
                    <a:pt x="16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6"/>
            <p:cNvSpPr/>
            <p:nvPr/>
          </p:nvSpPr>
          <p:spPr>
            <a:xfrm>
              <a:off x="3330775" y="781375"/>
              <a:ext cx="1875" cy="40050"/>
            </a:xfrm>
            <a:custGeom>
              <a:rect b="b" l="l" r="r" t="t"/>
              <a:pathLst>
                <a:path extrusionOk="0" h="1602" w="75">
                  <a:moveTo>
                    <a:pt x="1" y="1"/>
                  </a:moveTo>
                  <a:lnTo>
                    <a:pt x="1" y="1602"/>
                  </a:lnTo>
                  <a:lnTo>
                    <a:pt x="74" y="1602"/>
                  </a:lnTo>
                  <a:lnTo>
                    <a:pt x="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6"/>
            <p:cNvSpPr/>
            <p:nvPr/>
          </p:nvSpPr>
          <p:spPr>
            <a:xfrm>
              <a:off x="3595625" y="746900"/>
              <a:ext cx="36100" cy="8525"/>
            </a:xfrm>
            <a:custGeom>
              <a:rect b="b" l="l" r="r" t="t"/>
              <a:pathLst>
                <a:path extrusionOk="0" h="341" w="1444">
                  <a:moveTo>
                    <a:pt x="1273" y="86"/>
                  </a:moveTo>
                  <a:cubicBezTo>
                    <a:pt x="1316" y="86"/>
                    <a:pt x="1358" y="128"/>
                    <a:pt x="1358" y="171"/>
                  </a:cubicBezTo>
                  <a:cubicBezTo>
                    <a:pt x="1358" y="223"/>
                    <a:pt x="1316" y="255"/>
                    <a:pt x="1273" y="255"/>
                  </a:cubicBezTo>
                  <a:lnTo>
                    <a:pt x="171" y="255"/>
                  </a:lnTo>
                  <a:cubicBezTo>
                    <a:pt x="118" y="255"/>
                    <a:pt x="86" y="223"/>
                    <a:pt x="86" y="171"/>
                  </a:cubicBezTo>
                  <a:cubicBezTo>
                    <a:pt x="86" y="128"/>
                    <a:pt x="118" y="86"/>
                    <a:pt x="171" y="86"/>
                  </a:cubicBezTo>
                  <a:close/>
                  <a:moveTo>
                    <a:pt x="171" y="1"/>
                  </a:moveTo>
                  <a:cubicBezTo>
                    <a:pt x="75" y="1"/>
                    <a:pt x="1" y="75"/>
                    <a:pt x="1" y="171"/>
                  </a:cubicBezTo>
                  <a:cubicBezTo>
                    <a:pt x="1" y="266"/>
                    <a:pt x="75" y="340"/>
                    <a:pt x="171" y="340"/>
                  </a:cubicBezTo>
                  <a:lnTo>
                    <a:pt x="1273" y="340"/>
                  </a:lnTo>
                  <a:cubicBezTo>
                    <a:pt x="1369" y="340"/>
                    <a:pt x="1443" y="266"/>
                    <a:pt x="1443" y="171"/>
                  </a:cubicBezTo>
                  <a:cubicBezTo>
                    <a:pt x="1443" y="75"/>
                    <a:pt x="1369" y="1"/>
                    <a:pt x="12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6"/>
            <p:cNvSpPr/>
            <p:nvPr/>
          </p:nvSpPr>
          <p:spPr>
            <a:xfrm>
              <a:off x="3595625" y="753275"/>
              <a:ext cx="36100" cy="109775"/>
            </a:xfrm>
            <a:custGeom>
              <a:rect b="b" l="l" r="r" t="t"/>
              <a:pathLst>
                <a:path extrusionOk="0" h="4391" w="1444">
                  <a:moveTo>
                    <a:pt x="1125" y="85"/>
                  </a:moveTo>
                  <a:lnTo>
                    <a:pt x="1358" y="4306"/>
                  </a:lnTo>
                  <a:lnTo>
                    <a:pt x="86" y="4306"/>
                  </a:lnTo>
                  <a:lnTo>
                    <a:pt x="319" y="85"/>
                  </a:lnTo>
                  <a:close/>
                  <a:moveTo>
                    <a:pt x="277" y="0"/>
                  </a:moveTo>
                  <a:cubicBezTo>
                    <a:pt x="255" y="0"/>
                    <a:pt x="234" y="22"/>
                    <a:pt x="234" y="43"/>
                  </a:cubicBezTo>
                  <a:lnTo>
                    <a:pt x="1" y="4349"/>
                  </a:lnTo>
                  <a:cubicBezTo>
                    <a:pt x="1" y="4359"/>
                    <a:pt x="12" y="4370"/>
                    <a:pt x="12" y="4380"/>
                  </a:cubicBezTo>
                  <a:cubicBezTo>
                    <a:pt x="22" y="4380"/>
                    <a:pt x="33" y="4391"/>
                    <a:pt x="43" y="4391"/>
                  </a:cubicBezTo>
                  <a:lnTo>
                    <a:pt x="1401" y="4391"/>
                  </a:lnTo>
                  <a:cubicBezTo>
                    <a:pt x="1412" y="4391"/>
                    <a:pt x="1422" y="4380"/>
                    <a:pt x="1422" y="4380"/>
                  </a:cubicBezTo>
                  <a:cubicBezTo>
                    <a:pt x="1433" y="4370"/>
                    <a:pt x="1443" y="4359"/>
                    <a:pt x="1443" y="4349"/>
                  </a:cubicBezTo>
                  <a:lnTo>
                    <a:pt x="1200" y="43"/>
                  </a:lnTo>
                  <a:cubicBezTo>
                    <a:pt x="1200" y="22"/>
                    <a:pt x="1189" y="0"/>
                    <a:pt x="11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6"/>
            <p:cNvSpPr/>
            <p:nvPr/>
          </p:nvSpPr>
          <p:spPr>
            <a:xfrm>
              <a:off x="3588200" y="860925"/>
              <a:ext cx="50675" cy="9825"/>
            </a:xfrm>
            <a:custGeom>
              <a:rect b="b" l="l" r="r" t="t"/>
              <a:pathLst>
                <a:path extrusionOk="0" h="393" w="2027">
                  <a:moveTo>
                    <a:pt x="1867" y="85"/>
                  </a:moveTo>
                  <a:cubicBezTo>
                    <a:pt x="1910" y="85"/>
                    <a:pt x="1952" y="116"/>
                    <a:pt x="1952" y="170"/>
                  </a:cubicBezTo>
                  <a:lnTo>
                    <a:pt x="1952" y="222"/>
                  </a:lnTo>
                  <a:cubicBezTo>
                    <a:pt x="1952" y="276"/>
                    <a:pt x="1910" y="307"/>
                    <a:pt x="1867" y="307"/>
                  </a:cubicBezTo>
                  <a:lnTo>
                    <a:pt x="171" y="307"/>
                  </a:lnTo>
                  <a:cubicBezTo>
                    <a:pt x="128" y="307"/>
                    <a:pt x="86" y="276"/>
                    <a:pt x="86" y="222"/>
                  </a:cubicBezTo>
                  <a:lnTo>
                    <a:pt x="86" y="170"/>
                  </a:lnTo>
                  <a:cubicBezTo>
                    <a:pt x="86" y="116"/>
                    <a:pt x="128" y="85"/>
                    <a:pt x="171" y="85"/>
                  </a:cubicBezTo>
                  <a:close/>
                  <a:moveTo>
                    <a:pt x="171" y="0"/>
                  </a:moveTo>
                  <a:cubicBezTo>
                    <a:pt x="76" y="0"/>
                    <a:pt x="1" y="74"/>
                    <a:pt x="1" y="170"/>
                  </a:cubicBezTo>
                  <a:lnTo>
                    <a:pt x="1" y="222"/>
                  </a:lnTo>
                  <a:cubicBezTo>
                    <a:pt x="1" y="318"/>
                    <a:pt x="76" y="392"/>
                    <a:pt x="171" y="392"/>
                  </a:cubicBezTo>
                  <a:lnTo>
                    <a:pt x="1867" y="392"/>
                  </a:lnTo>
                  <a:cubicBezTo>
                    <a:pt x="1952" y="392"/>
                    <a:pt x="2027" y="318"/>
                    <a:pt x="2027" y="222"/>
                  </a:cubicBezTo>
                  <a:lnTo>
                    <a:pt x="2027" y="170"/>
                  </a:lnTo>
                  <a:cubicBezTo>
                    <a:pt x="2027" y="74"/>
                    <a:pt x="1952" y="0"/>
                    <a:pt x="18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6"/>
            <p:cNvSpPr/>
            <p:nvPr/>
          </p:nvSpPr>
          <p:spPr>
            <a:xfrm>
              <a:off x="3593800" y="868600"/>
              <a:ext cx="39500" cy="104750"/>
            </a:xfrm>
            <a:custGeom>
              <a:rect b="b" l="l" r="r" t="t"/>
              <a:pathLst>
                <a:path extrusionOk="0" h="4190" w="1580">
                  <a:moveTo>
                    <a:pt x="1506" y="85"/>
                  </a:moveTo>
                  <a:lnTo>
                    <a:pt x="1506" y="4115"/>
                  </a:lnTo>
                  <a:lnTo>
                    <a:pt x="85" y="4115"/>
                  </a:lnTo>
                  <a:lnTo>
                    <a:pt x="85" y="85"/>
                  </a:lnTo>
                  <a:close/>
                  <a:moveTo>
                    <a:pt x="42" y="0"/>
                  </a:moveTo>
                  <a:cubicBezTo>
                    <a:pt x="21" y="0"/>
                    <a:pt x="0" y="21"/>
                    <a:pt x="0" y="43"/>
                  </a:cubicBezTo>
                  <a:lnTo>
                    <a:pt x="0" y="4147"/>
                  </a:lnTo>
                  <a:cubicBezTo>
                    <a:pt x="0" y="4169"/>
                    <a:pt x="21" y="4190"/>
                    <a:pt x="42" y="4190"/>
                  </a:cubicBezTo>
                  <a:lnTo>
                    <a:pt x="1548" y="4190"/>
                  </a:lnTo>
                  <a:cubicBezTo>
                    <a:pt x="1570" y="4190"/>
                    <a:pt x="1580" y="4169"/>
                    <a:pt x="1580" y="4147"/>
                  </a:cubicBezTo>
                  <a:lnTo>
                    <a:pt x="1580" y="43"/>
                  </a:lnTo>
                  <a:cubicBezTo>
                    <a:pt x="1580" y="21"/>
                    <a:pt x="1570" y="0"/>
                    <a:pt x="15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6"/>
            <p:cNvSpPr/>
            <p:nvPr/>
          </p:nvSpPr>
          <p:spPr>
            <a:xfrm>
              <a:off x="3593800" y="868600"/>
              <a:ext cx="27300" cy="14875"/>
            </a:xfrm>
            <a:custGeom>
              <a:rect b="b" l="l" r="r" t="t"/>
              <a:pathLst>
                <a:path extrusionOk="0" h="595" w="1092">
                  <a:moveTo>
                    <a:pt x="1018" y="85"/>
                  </a:moveTo>
                  <a:lnTo>
                    <a:pt x="1018" y="520"/>
                  </a:lnTo>
                  <a:lnTo>
                    <a:pt x="85" y="520"/>
                  </a:lnTo>
                  <a:lnTo>
                    <a:pt x="85" y="85"/>
                  </a:lnTo>
                  <a:close/>
                  <a:moveTo>
                    <a:pt x="0" y="0"/>
                  </a:moveTo>
                  <a:lnTo>
                    <a:pt x="0" y="594"/>
                  </a:lnTo>
                  <a:lnTo>
                    <a:pt x="1092" y="594"/>
                  </a:lnTo>
                  <a:lnTo>
                    <a:pt x="10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6"/>
            <p:cNvSpPr/>
            <p:nvPr/>
          </p:nvSpPr>
          <p:spPr>
            <a:xfrm>
              <a:off x="3619250" y="868600"/>
              <a:ext cx="14050" cy="14875"/>
            </a:xfrm>
            <a:custGeom>
              <a:rect b="b" l="l" r="r" t="t"/>
              <a:pathLst>
                <a:path extrusionOk="0" h="595" w="562">
                  <a:moveTo>
                    <a:pt x="488" y="85"/>
                  </a:moveTo>
                  <a:lnTo>
                    <a:pt x="488" y="520"/>
                  </a:lnTo>
                  <a:lnTo>
                    <a:pt x="74" y="520"/>
                  </a:lnTo>
                  <a:lnTo>
                    <a:pt x="74" y="85"/>
                  </a:lnTo>
                  <a:close/>
                  <a:moveTo>
                    <a:pt x="0" y="0"/>
                  </a:moveTo>
                  <a:lnTo>
                    <a:pt x="0" y="594"/>
                  </a:lnTo>
                  <a:lnTo>
                    <a:pt x="562" y="594"/>
                  </a:lnTo>
                  <a:lnTo>
                    <a:pt x="5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6"/>
            <p:cNvSpPr/>
            <p:nvPr/>
          </p:nvSpPr>
          <p:spPr>
            <a:xfrm>
              <a:off x="3606250" y="881600"/>
              <a:ext cx="27050" cy="14875"/>
            </a:xfrm>
            <a:custGeom>
              <a:rect b="b" l="l" r="r" t="t"/>
              <a:pathLst>
                <a:path extrusionOk="0" h="595" w="1082">
                  <a:moveTo>
                    <a:pt x="1008" y="74"/>
                  </a:moveTo>
                  <a:lnTo>
                    <a:pt x="1008" y="509"/>
                  </a:lnTo>
                  <a:lnTo>
                    <a:pt x="75" y="509"/>
                  </a:lnTo>
                  <a:lnTo>
                    <a:pt x="75" y="74"/>
                  </a:lnTo>
                  <a:close/>
                  <a:moveTo>
                    <a:pt x="0" y="0"/>
                  </a:moveTo>
                  <a:lnTo>
                    <a:pt x="0" y="594"/>
                  </a:lnTo>
                  <a:lnTo>
                    <a:pt x="1082" y="594"/>
                  </a:lnTo>
                  <a:lnTo>
                    <a:pt x="10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6"/>
            <p:cNvSpPr/>
            <p:nvPr/>
          </p:nvSpPr>
          <p:spPr>
            <a:xfrm>
              <a:off x="3593800" y="881600"/>
              <a:ext cx="14325" cy="14875"/>
            </a:xfrm>
            <a:custGeom>
              <a:rect b="b" l="l" r="r" t="t"/>
              <a:pathLst>
                <a:path extrusionOk="0" h="595" w="573">
                  <a:moveTo>
                    <a:pt x="498" y="74"/>
                  </a:moveTo>
                  <a:lnTo>
                    <a:pt x="498" y="509"/>
                  </a:lnTo>
                  <a:lnTo>
                    <a:pt x="85" y="509"/>
                  </a:lnTo>
                  <a:lnTo>
                    <a:pt x="85" y="74"/>
                  </a:lnTo>
                  <a:close/>
                  <a:moveTo>
                    <a:pt x="0" y="0"/>
                  </a:moveTo>
                  <a:lnTo>
                    <a:pt x="0" y="594"/>
                  </a:lnTo>
                  <a:lnTo>
                    <a:pt x="573" y="594"/>
                  </a:lnTo>
                  <a:lnTo>
                    <a:pt x="5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6"/>
            <p:cNvSpPr/>
            <p:nvPr/>
          </p:nvSpPr>
          <p:spPr>
            <a:xfrm>
              <a:off x="3593800" y="894325"/>
              <a:ext cx="27300" cy="14875"/>
            </a:xfrm>
            <a:custGeom>
              <a:rect b="b" l="l" r="r" t="t"/>
              <a:pathLst>
                <a:path extrusionOk="0" h="595" w="1092">
                  <a:moveTo>
                    <a:pt x="1018" y="85"/>
                  </a:moveTo>
                  <a:lnTo>
                    <a:pt x="1018" y="520"/>
                  </a:lnTo>
                  <a:lnTo>
                    <a:pt x="85" y="520"/>
                  </a:lnTo>
                  <a:lnTo>
                    <a:pt x="85" y="85"/>
                  </a:lnTo>
                  <a:close/>
                  <a:moveTo>
                    <a:pt x="0" y="0"/>
                  </a:moveTo>
                  <a:lnTo>
                    <a:pt x="0" y="594"/>
                  </a:lnTo>
                  <a:lnTo>
                    <a:pt x="1092" y="594"/>
                  </a:lnTo>
                  <a:lnTo>
                    <a:pt x="10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6"/>
            <p:cNvSpPr/>
            <p:nvPr/>
          </p:nvSpPr>
          <p:spPr>
            <a:xfrm>
              <a:off x="3619250" y="894325"/>
              <a:ext cx="14050" cy="14875"/>
            </a:xfrm>
            <a:custGeom>
              <a:rect b="b" l="l" r="r" t="t"/>
              <a:pathLst>
                <a:path extrusionOk="0" h="595" w="562">
                  <a:moveTo>
                    <a:pt x="488" y="85"/>
                  </a:moveTo>
                  <a:lnTo>
                    <a:pt x="488" y="520"/>
                  </a:lnTo>
                  <a:lnTo>
                    <a:pt x="74" y="520"/>
                  </a:lnTo>
                  <a:lnTo>
                    <a:pt x="74" y="85"/>
                  </a:lnTo>
                  <a:close/>
                  <a:moveTo>
                    <a:pt x="0" y="0"/>
                  </a:moveTo>
                  <a:lnTo>
                    <a:pt x="0" y="594"/>
                  </a:lnTo>
                  <a:lnTo>
                    <a:pt x="562" y="594"/>
                  </a:lnTo>
                  <a:lnTo>
                    <a:pt x="5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6"/>
            <p:cNvSpPr/>
            <p:nvPr/>
          </p:nvSpPr>
          <p:spPr>
            <a:xfrm>
              <a:off x="3606250" y="907300"/>
              <a:ext cx="27050" cy="14875"/>
            </a:xfrm>
            <a:custGeom>
              <a:rect b="b" l="l" r="r" t="t"/>
              <a:pathLst>
                <a:path extrusionOk="0" h="595" w="1082">
                  <a:moveTo>
                    <a:pt x="1008" y="75"/>
                  </a:moveTo>
                  <a:lnTo>
                    <a:pt x="1008" y="510"/>
                  </a:lnTo>
                  <a:lnTo>
                    <a:pt x="75" y="510"/>
                  </a:lnTo>
                  <a:lnTo>
                    <a:pt x="75" y="75"/>
                  </a:lnTo>
                  <a:close/>
                  <a:moveTo>
                    <a:pt x="0" y="1"/>
                  </a:moveTo>
                  <a:lnTo>
                    <a:pt x="0" y="594"/>
                  </a:lnTo>
                  <a:lnTo>
                    <a:pt x="1082" y="594"/>
                  </a:lnTo>
                  <a:lnTo>
                    <a:pt x="10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6"/>
            <p:cNvSpPr/>
            <p:nvPr/>
          </p:nvSpPr>
          <p:spPr>
            <a:xfrm>
              <a:off x="3593800" y="907300"/>
              <a:ext cx="14325" cy="14875"/>
            </a:xfrm>
            <a:custGeom>
              <a:rect b="b" l="l" r="r" t="t"/>
              <a:pathLst>
                <a:path extrusionOk="0" h="595" w="573">
                  <a:moveTo>
                    <a:pt x="498" y="75"/>
                  </a:moveTo>
                  <a:lnTo>
                    <a:pt x="498" y="510"/>
                  </a:lnTo>
                  <a:lnTo>
                    <a:pt x="85" y="510"/>
                  </a:lnTo>
                  <a:lnTo>
                    <a:pt x="85" y="75"/>
                  </a:lnTo>
                  <a:close/>
                  <a:moveTo>
                    <a:pt x="0" y="1"/>
                  </a:moveTo>
                  <a:lnTo>
                    <a:pt x="0" y="594"/>
                  </a:lnTo>
                  <a:lnTo>
                    <a:pt x="573" y="594"/>
                  </a:lnTo>
                  <a:lnTo>
                    <a:pt x="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6"/>
            <p:cNvSpPr/>
            <p:nvPr/>
          </p:nvSpPr>
          <p:spPr>
            <a:xfrm>
              <a:off x="3593800" y="920025"/>
              <a:ext cx="27300" cy="14875"/>
            </a:xfrm>
            <a:custGeom>
              <a:rect b="b" l="l" r="r" t="t"/>
              <a:pathLst>
                <a:path extrusionOk="0" h="595" w="1092">
                  <a:moveTo>
                    <a:pt x="1018" y="85"/>
                  </a:moveTo>
                  <a:lnTo>
                    <a:pt x="1018" y="510"/>
                  </a:lnTo>
                  <a:lnTo>
                    <a:pt x="85" y="510"/>
                  </a:lnTo>
                  <a:lnTo>
                    <a:pt x="85" y="85"/>
                  </a:lnTo>
                  <a:close/>
                  <a:moveTo>
                    <a:pt x="0" y="1"/>
                  </a:moveTo>
                  <a:lnTo>
                    <a:pt x="0" y="595"/>
                  </a:lnTo>
                  <a:lnTo>
                    <a:pt x="1092" y="595"/>
                  </a:lnTo>
                  <a:lnTo>
                    <a:pt x="10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6"/>
            <p:cNvSpPr/>
            <p:nvPr/>
          </p:nvSpPr>
          <p:spPr>
            <a:xfrm>
              <a:off x="3619250" y="920025"/>
              <a:ext cx="14050" cy="14875"/>
            </a:xfrm>
            <a:custGeom>
              <a:rect b="b" l="l" r="r" t="t"/>
              <a:pathLst>
                <a:path extrusionOk="0" h="595" w="562">
                  <a:moveTo>
                    <a:pt x="488" y="85"/>
                  </a:moveTo>
                  <a:lnTo>
                    <a:pt x="488" y="510"/>
                  </a:lnTo>
                  <a:lnTo>
                    <a:pt x="74" y="510"/>
                  </a:lnTo>
                  <a:lnTo>
                    <a:pt x="74" y="85"/>
                  </a:lnTo>
                  <a:close/>
                  <a:moveTo>
                    <a:pt x="0" y="1"/>
                  </a:moveTo>
                  <a:lnTo>
                    <a:pt x="0" y="595"/>
                  </a:lnTo>
                  <a:lnTo>
                    <a:pt x="562" y="595"/>
                  </a:lnTo>
                  <a:lnTo>
                    <a:pt x="5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6"/>
            <p:cNvSpPr/>
            <p:nvPr/>
          </p:nvSpPr>
          <p:spPr>
            <a:xfrm>
              <a:off x="3606250" y="932750"/>
              <a:ext cx="27050" cy="14875"/>
            </a:xfrm>
            <a:custGeom>
              <a:rect b="b" l="l" r="r" t="t"/>
              <a:pathLst>
                <a:path extrusionOk="0" h="595" w="1082">
                  <a:moveTo>
                    <a:pt x="1008" y="86"/>
                  </a:moveTo>
                  <a:lnTo>
                    <a:pt x="1008" y="521"/>
                  </a:lnTo>
                  <a:lnTo>
                    <a:pt x="75" y="521"/>
                  </a:lnTo>
                  <a:lnTo>
                    <a:pt x="75" y="86"/>
                  </a:lnTo>
                  <a:close/>
                  <a:moveTo>
                    <a:pt x="0" y="1"/>
                  </a:moveTo>
                  <a:lnTo>
                    <a:pt x="0" y="595"/>
                  </a:lnTo>
                  <a:lnTo>
                    <a:pt x="1082" y="595"/>
                  </a:lnTo>
                  <a:lnTo>
                    <a:pt x="10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6"/>
            <p:cNvSpPr/>
            <p:nvPr/>
          </p:nvSpPr>
          <p:spPr>
            <a:xfrm>
              <a:off x="3593800" y="932750"/>
              <a:ext cx="14325" cy="14875"/>
            </a:xfrm>
            <a:custGeom>
              <a:rect b="b" l="l" r="r" t="t"/>
              <a:pathLst>
                <a:path extrusionOk="0" h="595" w="573">
                  <a:moveTo>
                    <a:pt x="498" y="86"/>
                  </a:moveTo>
                  <a:lnTo>
                    <a:pt x="498" y="521"/>
                  </a:lnTo>
                  <a:lnTo>
                    <a:pt x="85" y="521"/>
                  </a:lnTo>
                  <a:lnTo>
                    <a:pt x="85" y="86"/>
                  </a:lnTo>
                  <a:close/>
                  <a:moveTo>
                    <a:pt x="0" y="1"/>
                  </a:moveTo>
                  <a:lnTo>
                    <a:pt x="0" y="595"/>
                  </a:lnTo>
                  <a:lnTo>
                    <a:pt x="573" y="595"/>
                  </a:lnTo>
                  <a:lnTo>
                    <a:pt x="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6"/>
            <p:cNvSpPr/>
            <p:nvPr/>
          </p:nvSpPr>
          <p:spPr>
            <a:xfrm>
              <a:off x="3593800" y="945750"/>
              <a:ext cx="27300" cy="14875"/>
            </a:xfrm>
            <a:custGeom>
              <a:rect b="b" l="l" r="r" t="t"/>
              <a:pathLst>
                <a:path extrusionOk="0" h="595" w="1092">
                  <a:moveTo>
                    <a:pt x="1018" y="75"/>
                  </a:moveTo>
                  <a:lnTo>
                    <a:pt x="1018" y="510"/>
                  </a:lnTo>
                  <a:lnTo>
                    <a:pt x="85" y="510"/>
                  </a:lnTo>
                  <a:lnTo>
                    <a:pt x="85" y="75"/>
                  </a:lnTo>
                  <a:close/>
                  <a:moveTo>
                    <a:pt x="0" y="1"/>
                  </a:moveTo>
                  <a:lnTo>
                    <a:pt x="0" y="595"/>
                  </a:lnTo>
                  <a:lnTo>
                    <a:pt x="1092" y="595"/>
                  </a:lnTo>
                  <a:lnTo>
                    <a:pt x="10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6"/>
            <p:cNvSpPr/>
            <p:nvPr/>
          </p:nvSpPr>
          <p:spPr>
            <a:xfrm>
              <a:off x="3619250" y="945750"/>
              <a:ext cx="14050" cy="14875"/>
            </a:xfrm>
            <a:custGeom>
              <a:rect b="b" l="l" r="r" t="t"/>
              <a:pathLst>
                <a:path extrusionOk="0" h="595" w="562">
                  <a:moveTo>
                    <a:pt x="488" y="75"/>
                  </a:moveTo>
                  <a:lnTo>
                    <a:pt x="488" y="510"/>
                  </a:lnTo>
                  <a:lnTo>
                    <a:pt x="74" y="510"/>
                  </a:lnTo>
                  <a:lnTo>
                    <a:pt x="74" y="75"/>
                  </a:lnTo>
                  <a:close/>
                  <a:moveTo>
                    <a:pt x="0" y="1"/>
                  </a:moveTo>
                  <a:lnTo>
                    <a:pt x="0" y="595"/>
                  </a:lnTo>
                  <a:lnTo>
                    <a:pt x="562" y="595"/>
                  </a:lnTo>
                  <a:lnTo>
                    <a:pt x="5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6"/>
            <p:cNvSpPr/>
            <p:nvPr/>
          </p:nvSpPr>
          <p:spPr>
            <a:xfrm>
              <a:off x="3606250" y="958475"/>
              <a:ext cx="27050" cy="14875"/>
            </a:xfrm>
            <a:custGeom>
              <a:rect b="b" l="l" r="r" t="t"/>
              <a:pathLst>
                <a:path extrusionOk="0" h="595" w="1082">
                  <a:moveTo>
                    <a:pt x="1008" y="86"/>
                  </a:moveTo>
                  <a:lnTo>
                    <a:pt x="1008" y="520"/>
                  </a:lnTo>
                  <a:lnTo>
                    <a:pt x="75" y="520"/>
                  </a:lnTo>
                  <a:lnTo>
                    <a:pt x="75" y="86"/>
                  </a:lnTo>
                  <a:close/>
                  <a:moveTo>
                    <a:pt x="0" y="1"/>
                  </a:moveTo>
                  <a:lnTo>
                    <a:pt x="0" y="595"/>
                  </a:lnTo>
                  <a:lnTo>
                    <a:pt x="1082" y="595"/>
                  </a:lnTo>
                  <a:lnTo>
                    <a:pt x="10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6"/>
            <p:cNvSpPr/>
            <p:nvPr/>
          </p:nvSpPr>
          <p:spPr>
            <a:xfrm>
              <a:off x="3593800" y="958475"/>
              <a:ext cx="14325" cy="14875"/>
            </a:xfrm>
            <a:custGeom>
              <a:rect b="b" l="l" r="r" t="t"/>
              <a:pathLst>
                <a:path extrusionOk="0" h="595" w="573">
                  <a:moveTo>
                    <a:pt x="498" y="86"/>
                  </a:moveTo>
                  <a:lnTo>
                    <a:pt x="498" y="520"/>
                  </a:lnTo>
                  <a:lnTo>
                    <a:pt x="85" y="520"/>
                  </a:lnTo>
                  <a:lnTo>
                    <a:pt x="85" y="86"/>
                  </a:lnTo>
                  <a:close/>
                  <a:moveTo>
                    <a:pt x="0" y="1"/>
                  </a:moveTo>
                  <a:lnTo>
                    <a:pt x="0" y="595"/>
                  </a:lnTo>
                  <a:lnTo>
                    <a:pt x="573" y="595"/>
                  </a:lnTo>
                  <a:lnTo>
                    <a:pt x="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6"/>
            <p:cNvSpPr/>
            <p:nvPr/>
          </p:nvSpPr>
          <p:spPr>
            <a:xfrm>
              <a:off x="3765600" y="746900"/>
              <a:ext cx="36075" cy="8525"/>
            </a:xfrm>
            <a:custGeom>
              <a:rect b="b" l="l" r="r" t="t"/>
              <a:pathLst>
                <a:path extrusionOk="0" h="341" w="1443">
                  <a:moveTo>
                    <a:pt x="1273" y="86"/>
                  </a:moveTo>
                  <a:cubicBezTo>
                    <a:pt x="1315" y="86"/>
                    <a:pt x="1358" y="128"/>
                    <a:pt x="1358" y="171"/>
                  </a:cubicBezTo>
                  <a:cubicBezTo>
                    <a:pt x="1358" y="223"/>
                    <a:pt x="1315" y="255"/>
                    <a:pt x="1273" y="255"/>
                  </a:cubicBezTo>
                  <a:lnTo>
                    <a:pt x="170" y="255"/>
                  </a:lnTo>
                  <a:cubicBezTo>
                    <a:pt x="116" y="255"/>
                    <a:pt x="85" y="223"/>
                    <a:pt x="85" y="171"/>
                  </a:cubicBezTo>
                  <a:cubicBezTo>
                    <a:pt x="85" y="128"/>
                    <a:pt x="116" y="86"/>
                    <a:pt x="170" y="86"/>
                  </a:cubicBezTo>
                  <a:close/>
                  <a:moveTo>
                    <a:pt x="170" y="1"/>
                  </a:moveTo>
                  <a:cubicBezTo>
                    <a:pt x="74" y="1"/>
                    <a:pt x="0" y="75"/>
                    <a:pt x="0" y="171"/>
                  </a:cubicBezTo>
                  <a:cubicBezTo>
                    <a:pt x="0" y="266"/>
                    <a:pt x="74" y="340"/>
                    <a:pt x="170" y="340"/>
                  </a:cubicBezTo>
                  <a:lnTo>
                    <a:pt x="1273" y="340"/>
                  </a:lnTo>
                  <a:cubicBezTo>
                    <a:pt x="1368" y="340"/>
                    <a:pt x="1443" y="266"/>
                    <a:pt x="1443" y="171"/>
                  </a:cubicBezTo>
                  <a:cubicBezTo>
                    <a:pt x="1443" y="75"/>
                    <a:pt x="1368" y="1"/>
                    <a:pt x="12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6"/>
            <p:cNvSpPr/>
            <p:nvPr/>
          </p:nvSpPr>
          <p:spPr>
            <a:xfrm>
              <a:off x="3765600" y="753275"/>
              <a:ext cx="36075" cy="109775"/>
            </a:xfrm>
            <a:custGeom>
              <a:rect b="b" l="l" r="r" t="t"/>
              <a:pathLst>
                <a:path extrusionOk="0" h="4391" w="1443">
                  <a:moveTo>
                    <a:pt x="1124" y="85"/>
                  </a:moveTo>
                  <a:lnTo>
                    <a:pt x="1358" y="4306"/>
                  </a:lnTo>
                  <a:lnTo>
                    <a:pt x="85" y="4306"/>
                  </a:lnTo>
                  <a:lnTo>
                    <a:pt x="318" y="85"/>
                  </a:lnTo>
                  <a:close/>
                  <a:moveTo>
                    <a:pt x="276" y="0"/>
                  </a:moveTo>
                  <a:cubicBezTo>
                    <a:pt x="255" y="0"/>
                    <a:pt x="234" y="22"/>
                    <a:pt x="234" y="43"/>
                  </a:cubicBezTo>
                  <a:lnTo>
                    <a:pt x="0" y="4349"/>
                  </a:lnTo>
                  <a:cubicBezTo>
                    <a:pt x="0" y="4359"/>
                    <a:pt x="10" y="4370"/>
                    <a:pt x="10" y="4380"/>
                  </a:cubicBezTo>
                  <a:cubicBezTo>
                    <a:pt x="21" y="4380"/>
                    <a:pt x="32" y="4391"/>
                    <a:pt x="43" y="4391"/>
                  </a:cubicBezTo>
                  <a:lnTo>
                    <a:pt x="1400" y="4391"/>
                  </a:lnTo>
                  <a:cubicBezTo>
                    <a:pt x="1410" y="4391"/>
                    <a:pt x="1421" y="4380"/>
                    <a:pt x="1421" y="4380"/>
                  </a:cubicBezTo>
                  <a:cubicBezTo>
                    <a:pt x="1431" y="4370"/>
                    <a:pt x="1443" y="4359"/>
                    <a:pt x="1431" y="4349"/>
                  </a:cubicBezTo>
                  <a:lnTo>
                    <a:pt x="1198" y="43"/>
                  </a:lnTo>
                  <a:cubicBezTo>
                    <a:pt x="1198" y="22"/>
                    <a:pt x="1188" y="0"/>
                    <a:pt x="11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6"/>
            <p:cNvSpPr/>
            <p:nvPr/>
          </p:nvSpPr>
          <p:spPr>
            <a:xfrm>
              <a:off x="3758175" y="860925"/>
              <a:ext cx="50650" cy="9825"/>
            </a:xfrm>
            <a:custGeom>
              <a:rect b="b" l="l" r="r" t="t"/>
              <a:pathLst>
                <a:path extrusionOk="0" h="393" w="2026">
                  <a:moveTo>
                    <a:pt x="1867" y="85"/>
                  </a:moveTo>
                  <a:cubicBezTo>
                    <a:pt x="1909" y="85"/>
                    <a:pt x="1952" y="116"/>
                    <a:pt x="1952" y="170"/>
                  </a:cubicBezTo>
                  <a:lnTo>
                    <a:pt x="1952" y="222"/>
                  </a:lnTo>
                  <a:cubicBezTo>
                    <a:pt x="1952" y="276"/>
                    <a:pt x="1909" y="307"/>
                    <a:pt x="1867" y="307"/>
                  </a:cubicBezTo>
                  <a:lnTo>
                    <a:pt x="170" y="307"/>
                  </a:lnTo>
                  <a:cubicBezTo>
                    <a:pt x="128" y="307"/>
                    <a:pt x="85" y="276"/>
                    <a:pt x="85" y="222"/>
                  </a:cubicBezTo>
                  <a:lnTo>
                    <a:pt x="85" y="170"/>
                  </a:lnTo>
                  <a:cubicBezTo>
                    <a:pt x="85" y="116"/>
                    <a:pt x="128" y="85"/>
                    <a:pt x="170" y="85"/>
                  </a:cubicBezTo>
                  <a:close/>
                  <a:moveTo>
                    <a:pt x="170" y="0"/>
                  </a:moveTo>
                  <a:cubicBezTo>
                    <a:pt x="74" y="0"/>
                    <a:pt x="0" y="74"/>
                    <a:pt x="0" y="170"/>
                  </a:cubicBezTo>
                  <a:lnTo>
                    <a:pt x="0" y="222"/>
                  </a:lnTo>
                  <a:cubicBezTo>
                    <a:pt x="0" y="318"/>
                    <a:pt x="74" y="392"/>
                    <a:pt x="170" y="392"/>
                  </a:cubicBezTo>
                  <a:lnTo>
                    <a:pt x="1867" y="392"/>
                  </a:lnTo>
                  <a:cubicBezTo>
                    <a:pt x="1952" y="392"/>
                    <a:pt x="2025" y="318"/>
                    <a:pt x="2025" y="222"/>
                  </a:cubicBezTo>
                  <a:lnTo>
                    <a:pt x="2025" y="170"/>
                  </a:lnTo>
                  <a:cubicBezTo>
                    <a:pt x="2025" y="74"/>
                    <a:pt x="1952" y="0"/>
                    <a:pt x="18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6"/>
            <p:cNvSpPr/>
            <p:nvPr/>
          </p:nvSpPr>
          <p:spPr>
            <a:xfrm>
              <a:off x="3763725" y="868600"/>
              <a:ext cx="39550" cy="104750"/>
            </a:xfrm>
            <a:custGeom>
              <a:rect b="b" l="l" r="r" t="t"/>
              <a:pathLst>
                <a:path extrusionOk="0" h="4190" w="1582">
                  <a:moveTo>
                    <a:pt x="1506" y="85"/>
                  </a:moveTo>
                  <a:lnTo>
                    <a:pt x="1506" y="4115"/>
                  </a:lnTo>
                  <a:lnTo>
                    <a:pt x="85" y="4115"/>
                  </a:lnTo>
                  <a:lnTo>
                    <a:pt x="85" y="85"/>
                  </a:lnTo>
                  <a:close/>
                  <a:moveTo>
                    <a:pt x="43" y="0"/>
                  </a:moveTo>
                  <a:cubicBezTo>
                    <a:pt x="22" y="0"/>
                    <a:pt x="1" y="21"/>
                    <a:pt x="1" y="43"/>
                  </a:cubicBezTo>
                  <a:lnTo>
                    <a:pt x="1" y="4147"/>
                  </a:lnTo>
                  <a:cubicBezTo>
                    <a:pt x="1" y="4169"/>
                    <a:pt x="22" y="4190"/>
                    <a:pt x="43" y="4190"/>
                  </a:cubicBezTo>
                  <a:lnTo>
                    <a:pt x="1549" y="4190"/>
                  </a:lnTo>
                  <a:cubicBezTo>
                    <a:pt x="1570" y="4190"/>
                    <a:pt x="1581" y="4169"/>
                    <a:pt x="1581" y="4147"/>
                  </a:cubicBezTo>
                  <a:lnTo>
                    <a:pt x="1581" y="43"/>
                  </a:lnTo>
                  <a:cubicBezTo>
                    <a:pt x="1581" y="21"/>
                    <a:pt x="1570" y="0"/>
                    <a:pt x="15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6"/>
            <p:cNvSpPr/>
            <p:nvPr/>
          </p:nvSpPr>
          <p:spPr>
            <a:xfrm>
              <a:off x="3763725" y="868600"/>
              <a:ext cx="27350" cy="14875"/>
            </a:xfrm>
            <a:custGeom>
              <a:rect b="b" l="l" r="r" t="t"/>
              <a:pathLst>
                <a:path extrusionOk="0" h="595" w="1094">
                  <a:moveTo>
                    <a:pt x="1019" y="85"/>
                  </a:moveTo>
                  <a:lnTo>
                    <a:pt x="1019" y="520"/>
                  </a:lnTo>
                  <a:lnTo>
                    <a:pt x="85" y="520"/>
                  </a:lnTo>
                  <a:lnTo>
                    <a:pt x="85" y="85"/>
                  </a:lnTo>
                  <a:close/>
                  <a:moveTo>
                    <a:pt x="1" y="0"/>
                  </a:moveTo>
                  <a:lnTo>
                    <a:pt x="1" y="594"/>
                  </a:lnTo>
                  <a:lnTo>
                    <a:pt x="1093" y="594"/>
                  </a:lnTo>
                  <a:lnTo>
                    <a:pt x="10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6"/>
            <p:cNvSpPr/>
            <p:nvPr/>
          </p:nvSpPr>
          <p:spPr>
            <a:xfrm>
              <a:off x="3789175" y="868600"/>
              <a:ext cx="14100" cy="14875"/>
            </a:xfrm>
            <a:custGeom>
              <a:rect b="b" l="l" r="r" t="t"/>
              <a:pathLst>
                <a:path extrusionOk="0" h="595" w="564">
                  <a:moveTo>
                    <a:pt x="488" y="85"/>
                  </a:moveTo>
                  <a:lnTo>
                    <a:pt x="488" y="520"/>
                  </a:lnTo>
                  <a:lnTo>
                    <a:pt x="75" y="520"/>
                  </a:lnTo>
                  <a:lnTo>
                    <a:pt x="75" y="85"/>
                  </a:lnTo>
                  <a:close/>
                  <a:moveTo>
                    <a:pt x="1" y="0"/>
                  </a:moveTo>
                  <a:lnTo>
                    <a:pt x="1" y="594"/>
                  </a:lnTo>
                  <a:lnTo>
                    <a:pt x="563" y="594"/>
                  </a:lnTo>
                  <a:lnTo>
                    <a:pt x="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6"/>
            <p:cNvSpPr/>
            <p:nvPr/>
          </p:nvSpPr>
          <p:spPr>
            <a:xfrm>
              <a:off x="3776200" y="881600"/>
              <a:ext cx="27075" cy="14875"/>
            </a:xfrm>
            <a:custGeom>
              <a:rect b="b" l="l" r="r" t="t"/>
              <a:pathLst>
                <a:path extrusionOk="0" h="595" w="1083">
                  <a:moveTo>
                    <a:pt x="1007" y="74"/>
                  </a:moveTo>
                  <a:lnTo>
                    <a:pt x="1007" y="509"/>
                  </a:lnTo>
                  <a:lnTo>
                    <a:pt x="74" y="509"/>
                  </a:lnTo>
                  <a:lnTo>
                    <a:pt x="74" y="74"/>
                  </a:lnTo>
                  <a:close/>
                  <a:moveTo>
                    <a:pt x="0" y="0"/>
                  </a:moveTo>
                  <a:lnTo>
                    <a:pt x="0" y="594"/>
                  </a:lnTo>
                  <a:lnTo>
                    <a:pt x="1082" y="594"/>
                  </a:lnTo>
                  <a:lnTo>
                    <a:pt x="10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6"/>
            <p:cNvSpPr/>
            <p:nvPr/>
          </p:nvSpPr>
          <p:spPr>
            <a:xfrm>
              <a:off x="3763725" y="881600"/>
              <a:ext cx="14350" cy="14875"/>
            </a:xfrm>
            <a:custGeom>
              <a:rect b="b" l="l" r="r" t="t"/>
              <a:pathLst>
                <a:path extrusionOk="0" h="595" w="574">
                  <a:moveTo>
                    <a:pt x="499" y="74"/>
                  </a:moveTo>
                  <a:lnTo>
                    <a:pt x="499" y="509"/>
                  </a:lnTo>
                  <a:lnTo>
                    <a:pt x="85" y="509"/>
                  </a:lnTo>
                  <a:lnTo>
                    <a:pt x="85" y="74"/>
                  </a:lnTo>
                  <a:close/>
                  <a:moveTo>
                    <a:pt x="1" y="0"/>
                  </a:moveTo>
                  <a:lnTo>
                    <a:pt x="1" y="594"/>
                  </a:lnTo>
                  <a:lnTo>
                    <a:pt x="573" y="594"/>
                  </a:lnTo>
                  <a:lnTo>
                    <a:pt x="5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6"/>
            <p:cNvSpPr/>
            <p:nvPr/>
          </p:nvSpPr>
          <p:spPr>
            <a:xfrm>
              <a:off x="3763725" y="894325"/>
              <a:ext cx="27350" cy="14875"/>
            </a:xfrm>
            <a:custGeom>
              <a:rect b="b" l="l" r="r" t="t"/>
              <a:pathLst>
                <a:path extrusionOk="0" h="595" w="1094">
                  <a:moveTo>
                    <a:pt x="1019" y="85"/>
                  </a:moveTo>
                  <a:lnTo>
                    <a:pt x="1019" y="520"/>
                  </a:lnTo>
                  <a:lnTo>
                    <a:pt x="85" y="520"/>
                  </a:lnTo>
                  <a:lnTo>
                    <a:pt x="85" y="85"/>
                  </a:lnTo>
                  <a:close/>
                  <a:moveTo>
                    <a:pt x="1" y="0"/>
                  </a:moveTo>
                  <a:lnTo>
                    <a:pt x="1" y="594"/>
                  </a:lnTo>
                  <a:lnTo>
                    <a:pt x="1093" y="594"/>
                  </a:lnTo>
                  <a:lnTo>
                    <a:pt x="10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6"/>
            <p:cNvSpPr/>
            <p:nvPr/>
          </p:nvSpPr>
          <p:spPr>
            <a:xfrm>
              <a:off x="3789175" y="894325"/>
              <a:ext cx="14100" cy="14875"/>
            </a:xfrm>
            <a:custGeom>
              <a:rect b="b" l="l" r="r" t="t"/>
              <a:pathLst>
                <a:path extrusionOk="0" h="595" w="564">
                  <a:moveTo>
                    <a:pt x="488" y="85"/>
                  </a:moveTo>
                  <a:lnTo>
                    <a:pt x="488" y="520"/>
                  </a:lnTo>
                  <a:lnTo>
                    <a:pt x="75" y="520"/>
                  </a:lnTo>
                  <a:lnTo>
                    <a:pt x="75" y="85"/>
                  </a:lnTo>
                  <a:close/>
                  <a:moveTo>
                    <a:pt x="1" y="0"/>
                  </a:moveTo>
                  <a:lnTo>
                    <a:pt x="1" y="594"/>
                  </a:lnTo>
                  <a:lnTo>
                    <a:pt x="563" y="594"/>
                  </a:lnTo>
                  <a:lnTo>
                    <a:pt x="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6"/>
            <p:cNvSpPr/>
            <p:nvPr/>
          </p:nvSpPr>
          <p:spPr>
            <a:xfrm>
              <a:off x="3776200" y="907300"/>
              <a:ext cx="27075" cy="14875"/>
            </a:xfrm>
            <a:custGeom>
              <a:rect b="b" l="l" r="r" t="t"/>
              <a:pathLst>
                <a:path extrusionOk="0" h="595" w="1083">
                  <a:moveTo>
                    <a:pt x="1007" y="75"/>
                  </a:moveTo>
                  <a:lnTo>
                    <a:pt x="1007" y="510"/>
                  </a:lnTo>
                  <a:lnTo>
                    <a:pt x="74" y="510"/>
                  </a:lnTo>
                  <a:lnTo>
                    <a:pt x="74" y="75"/>
                  </a:lnTo>
                  <a:close/>
                  <a:moveTo>
                    <a:pt x="0" y="1"/>
                  </a:moveTo>
                  <a:lnTo>
                    <a:pt x="0" y="594"/>
                  </a:lnTo>
                  <a:lnTo>
                    <a:pt x="1082" y="594"/>
                  </a:lnTo>
                  <a:lnTo>
                    <a:pt x="10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6"/>
            <p:cNvSpPr/>
            <p:nvPr/>
          </p:nvSpPr>
          <p:spPr>
            <a:xfrm>
              <a:off x="3763725" y="907300"/>
              <a:ext cx="14350" cy="14875"/>
            </a:xfrm>
            <a:custGeom>
              <a:rect b="b" l="l" r="r" t="t"/>
              <a:pathLst>
                <a:path extrusionOk="0" h="595" w="574">
                  <a:moveTo>
                    <a:pt x="499" y="75"/>
                  </a:moveTo>
                  <a:lnTo>
                    <a:pt x="499" y="510"/>
                  </a:lnTo>
                  <a:lnTo>
                    <a:pt x="85" y="510"/>
                  </a:lnTo>
                  <a:lnTo>
                    <a:pt x="85" y="75"/>
                  </a:lnTo>
                  <a:close/>
                  <a:moveTo>
                    <a:pt x="1" y="1"/>
                  </a:moveTo>
                  <a:lnTo>
                    <a:pt x="1" y="594"/>
                  </a:lnTo>
                  <a:lnTo>
                    <a:pt x="573" y="594"/>
                  </a:lnTo>
                  <a:lnTo>
                    <a:pt x="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6"/>
            <p:cNvSpPr/>
            <p:nvPr/>
          </p:nvSpPr>
          <p:spPr>
            <a:xfrm>
              <a:off x="3763725" y="920025"/>
              <a:ext cx="27350" cy="14875"/>
            </a:xfrm>
            <a:custGeom>
              <a:rect b="b" l="l" r="r" t="t"/>
              <a:pathLst>
                <a:path extrusionOk="0" h="595" w="1094">
                  <a:moveTo>
                    <a:pt x="1019" y="85"/>
                  </a:moveTo>
                  <a:lnTo>
                    <a:pt x="1019" y="510"/>
                  </a:lnTo>
                  <a:lnTo>
                    <a:pt x="85" y="510"/>
                  </a:lnTo>
                  <a:lnTo>
                    <a:pt x="85" y="85"/>
                  </a:lnTo>
                  <a:close/>
                  <a:moveTo>
                    <a:pt x="1" y="1"/>
                  </a:moveTo>
                  <a:lnTo>
                    <a:pt x="1" y="595"/>
                  </a:lnTo>
                  <a:lnTo>
                    <a:pt x="1093" y="595"/>
                  </a:lnTo>
                  <a:lnTo>
                    <a:pt x="10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6"/>
            <p:cNvSpPr/>
            <p:nvPr/>
          </p:nvSpPr>
          <p:spPr>
            <a:xfrm>
              <a:off x="3789175" y="920025"/>
              <a:ext cx="14100" cy="14875"/>
            </a:xfrm>
            <a:custGeom>
              <a:rect b="b" l="l" r="r" t="t"/>
              <a:pathLst>
                <a:path extrusionOk="0" h="595" w="564">
                  <a:moveTo>
                    <a:pt x="488" y="85"/>
                  </a:moveTo>
                  <a:lnTo>
                    <a:pt x="488" y="510"/>
                  </a:lnTo>
                  <a:lnTo>
                    <a:pt x="75" y="510"/>
                  </a:lnTo>
                  <a:lnTo>
                    <a:pt x="75" y="85"/>
                  </a:lnTo>
                  <a:close/>
                  <a:moveTo>
                    <a:pt x="1" y="1"/>
                  </a:moveTo>
                  <a:lnTo>
                    <a:pt x="1" y="595"/>
                  </a:lnTo>
                  <a:lnTo>
                    <a:pt x="563" y="595"/>
                  </a:lnTo>
                  <a:lnTo>
                    <a:pt x="5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6"/>
            <p:cNvSpPr/>
            <p:nvPr/>
          </p:nvSpPr>
          <p:spPr>
            <a:xfrm>
              <a:off x="3776200" y="932750"/>
              <a:ext cx="27075" cy="14875"/>
            </a:xfrm>
            <a:custGeom>
              <a:rect b="b" l="l" r="r" t="t"/>
              <a:pathLst>
                <a:path extrusionOk="0" h="595" w="1083">
                  <a:moveTo>
                    <a:pt x="1007" y="86"/>
                  </a:moveTo>
                  <a:lnTo>
                    <a:pt x="1007" y="521"/>
                  </a:lnTo>
                  <a:lnTo>
                    <a:pt x="74" y="521"/>
                  </a:lnTo>
                  <a:lnTo>
                    <a:pt x="74" y="86"/>
                  </a:lnTo>
                  <a:close/>
                  <a:moveTo>
                    <a:pt x="0" y="1"/>
                  </a:moveTo>
                  <a:lnTo>
                    <a:pt x="0" y="595"/>
                  </a:lnTo>
                  <a:lnTo>
                    <a:pt x="1082" y="595"/>
                  </a:lnTo>
                  <a:lnTo>
                    <a:pt x="10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6"/>
            <p:cNvSpPr/>
            <p:nvPr/>
          </p:nvSpPr>
          <p:spPr>
            <a:xfrm>
              <a:off x="3763725" y="932750"/>
              <a:ext cx="14350" cy="14875"/>
            </a:xfrm>
            <a:custGeom>
              <a:rect b="b" l="l" r="r" t="t"/>
              <a:pathLst>
                <a:path extrusionOk="0" h="595" w="574">
                  <a:moveTo>
                    <a:pt x="499" y="86"/>
                  </a:moveTo>
                  <a:lnTo>
                    <a:pt x="499" y="521"/>
                  </a:lnTo>
                  <a:lnTo>
                    <a:pt x="85" y="521"/>
                  </a:lnTo>
                  <a:lnTo>
                    <a:pt x="85" y="86"/>
                  </a:lnTo>
                  <a:close/>
                  <a:moveTo>
                    <a:pt x="1" y="1"/>
                  </a:moveTo>
                  <a:lnTo>
                    <a:pt x="1" y="595"/>
                  </a:lnTo>
                  <a:lnTo>
                    <a:pt x="573" y="595"/>
                  </a:lnTo>
                  <a:lnTo>
                    <a:pt x="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6"/>
            <p:cNvSpPr/>
            <p:nvPr/>
          </p:nvSpPr>
          <p:spPr>
            <a:xfrm>
              <a:off x="3763725" y="945750"/>
              <a:ext cx="27350" cy="14875"/>
            </a:xfrm>
            <a:custGeom>
              <a:rect b="b" l="l" r="r" t="t"/>
              <a:pathLst>
                <a:path extrusionOk="0" h="595" w="1094">
                  <a:moveTo>
                    <a:pt x="1019" y="75"/>
                  </a:moveTo>
                  <a:lnTo>
                    <a:pt x="1019" y="510"/>
                  </a:lnTo>
                  <a:lnTo>
                    <a:pt x="85" y="510"/>
                  </a:lnTo>
                  <a:lnTo>
                    <a:pt x="85" y="75"/>
                  </a:lnTo>
                  <a:close/>
                  <a:moveTo>
                    <a:pt x="1" y="1"/>
                  </a:moveTo>
                  <a:lnTo>
                    <a:pt x="1" y="595"/>
                  </a:lnTo>
                  <a:lnTo>
                    <a:pt x="1093" y="595"/>
                  </a:lnTo>
                  <a:lnTo>
                    <a:pt x="10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6"/>
            <p:cNvSpPr/>
            <p:nvPr/>
          </p:nvSpPr>
          <p:spPr>
            <a:xfrm>
              <a:off x="3789175" y="945750"/>
              <a:ext cx="14100" cy="14875"/>
            </a:xfrm>
            <a:custGeom>
              <a:rect b="b" l="l" r="r" t="t"/>
              <a:pathLst>
                <a:path extrusionOk="0" h="595" w="564">
                  <a:moveTo>
                    <a:pt x="488" y="75"/>
                  </a:moveTo>
                  <a:lnTo>
                    <a:pt x="488" y="510"/>
                  </a:lnTo>
                  <a:lnTo>
                    <a:pt x="75" y="510"/>
                  </a:lnTo>
                  <a:lnTo>
                    <a:pt x="75" y="75"/>
                  </a:lnTo>
                  <a:close/>
                  <a:moveTo>
                    <a:pt x="1" y="1"/>
                  </a:moveTo>
                  <a:lnTo>
                    <a:pt x="1" y="595"/>
                  </a:lnTo>
                  <a:lnTo>
                    <a:pt x="563" y="595"/>
                  </a:lnTo>
                  <a:lnTo>
                    <a:pt x="5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6"/>
            <p:cNvSpPr/>
            <p:nvPr/>
          </p:nvSpPr>
          <p:spPr>
            <a:xfrm>
              <a:off x="3776200" y="958475"/>
              <a:ext cx="27075" cy="14875"/>
            </a:xfrm>
            <a:custGeom>
              <a:rect b="b" l="l" r="r" t="t"/>
              <a:pathLst>
                <a:path extrusionOk="0" h="595" w="1083">
                  <a:moveTo>
                    <a:pt x="1007" y="86"/>
                  </a:moveTo>
                  <a:lnTo>
                    <a:pt x="1007" y="520"/>
                  </a:lnTo>
                  <a:lnTo>
                    <a:pt x="74" y="520"/>
                  </a:lnTo>
                  <a:lnTo>
                    <a:pt x="74" y="86"/>
                  </a:lnTo>
                  <a:close/>
                  <a:moveTo>
                    <a:pt x="0" y="1"/>
                  </a:moveTo>
                  <a:lnTo>
                    <a:pt x="0" y="595"/>
                  </a:lnTo>
                  <a:lnTo>
                    <a:pt x="1082" y="595"/>
                  </a:lnTo>
                  <a:lnTo>
                    <a:pt x="10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6"/>
            <p:cNvSpPr/>
            <p:nvPr/>
          </p:nvSpPr>
          <p:spPr>
            <a:xfrm>
              <a:off x="3763725" y="958475"/>
              <a:ext cx="14350" cy="14875"/>
            </a:xfrm>
            <a:custGeom>
              <a:rect b="b" l="l" r="r" t="t"/>
              <a:pathLst>
                <a:path extrusionOk="0" h="595" w="574">
                  <a:moveTo>
                    <a:pt x="499" y="86"/>
                  </a:moveTo>
                  <a:lnTo>
                    <a:pt x="499" y="520"/>
                  </a:lnTo>
                  <a:lnTo>
                    <a:pt x="85" y="520"/>
                  </a:lnTo>
                  <a:lnTo>
                    <a:pt x="85" y="86"/>
                  </a:lnTo>
                  <a:close/>
                  <a:moveTo>
                    <a:pt x="1" y="1"/>
                  </a:moveTo>
                  <a:lnTo>
                    <a:pt x="1" y="595"/>
                  </a:lnTo>
                  <a:lnTo>
                    <a:pt x="573" y="595"/>
                  </a:lnTo>
                  <a:lnTo>
                    <a:pt x="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6"/>
            <p:cNvSpPr/>
            <p:nvPr/>
          </p:nvSpPr>
          <p:spPr>
            <a:xfrm>
              <a:off x="4015350" y="746900"/>
              <a:ext cx="36075" cy="8525"/>
            </a:xfrm>
            <a:custGeom>
              <a:rect b="b" l="l" r="r" t="t"/>
              <a:pathLst>
                <a:path extrusionOk="0" h="341" w="1443">
                  <a:moveTo>
                    <a:pt x="1273" y="86"/>
                  </a:moveTo>
                  <a:cubicBezTo>
                    <a:pt x="1326" y="86"/>
                    <a:pt x="1358" y="128"/>
                    <a:pt x="1358" y="171"/>
                  </a:cubicBezTo>
                  <a:cubicBezTo>
                    <a:pt x="1358" y="223"/>
                    <a:pt x="1326" y="255"/>
                    <a:pt x="1273" y="255"/>
                  </a:cubicBezTo>
                  <a:lnTo>
                    <a:pt x="170" y="255"/>
                  </a:lnTo>
                  <a:cubicBezTo>
                    <a:pt x="117" y="255"/>
                    <a:pt x="85" y="223"/>
                    <a:pt x="85" y="171"/>
                  </a:cubicBezTo>
                  <a:cubicBezTo>
                    <a:pt x="85" y="128"/>
                    <a:pt x="117" y="86"/>
                    <a:pt x="170" y="86"/>
                  </a:cubicBezTo>
                  <a:close/>
                  <a:moveTo>
                    <a:pt x="170" y="1"/>
                  </a:moveTo>
                  <a:cubicBezTo>
                    <a:pt x="74" y="1"/>
                    <a:pt x="0" y="75"/>
                    <a:pt x="0" y="171"/>
                  </a:cubicBezTo>
                  <a:cubicBezTo>
                    <a:pt x="0" y="266"/>
                    <a:pt x="74" y="340"/>
                    <a:pt x="170" y="340"/>
                  </a:cubicBezTo>
                  <a:lnTo>
                    <a:pt x="1273" y="340"/>
                  </a:lnTo>
                  <a:cubicBezTo>
                    <a:pt x="1368" y="340"/>
                    <a:pt x="1443" y="266"/>
                    <a:pt x="1443" y="171"/>
                  </a:cubicBezTo>
                  <a:cubicBezTo>
                    <a:pt x="1443" y="75"/>
                    <a:pt x="1368" y="1"/>
                    <a:pt x="12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6"/>
            <p:cNvSpPr/>
            <p:nvPr/>
          </p:nvSpPr>
          <p:spPr>
            <a:xfrm>
              <a:off x="4015350" y="753275"/>
              <a:ext cx="36075" cy="109775"/>
            </a:xfrm>
            <a:custGeom>
              <a:rect b="b" l="l" r="r" t="t"/>
              <a:pathLst>
                <a:path extrusionOk="0" h="4391" w="1443">
                  <a:moveTo>
                    <a:pt x="1124" y="85"/>
                  </a:moveTo>
                  <a:lnTo>
                    <a:pt x="1358" y="4306"/>
                  </a:lnTo>
                  <a:lnTo>
                    <a:pt x="85" y="4306"/>
                  </a:lnTo>
                  <a:lnTo>
                    <a:pt x="318" y="85"/>
                  </a:lnTo>
                  <a:close/>
                  <a:moveTo>
                    <a:pt x="276" y="0"/>
                  </a:moveTo>
                  <a:cubicBezTo>
                    <a:pt x="255" y="0"/>
                    <a:pt x="244" y="22"/>
                    <a:pt x="234" y="43"/>
                  </a:cubicBezTo>
                  <a:lnTo>
                    <a:pt x="0" y="4349"/>
                  </a:lnTo>
                  <a:cubicBezTo>
                    <a:pt x="0" y="4359"/>
                    <a:pt x="10" y="4370"/>
                    <a:pt x="10" y="4380"/>
                  </a:cubicBezTo>
                  <a:cubicBezTo>
                    <a:pt x="22" y="4380"/>
                    <a:pt x="32" y="4391"/>
                    <a:pt x="43" y="4391"/>
                  </a:cubicBezTo>
                  <a:lnTo>
                    <a:pt x="1400" y="4391"/>
                  </a:lnTo>
                  <a:cubicBezTo>
                    <a:pt x="1410" y="4391"/>
                    <a:pt x="1421" y="4380"/>
                    <a:pt x="1432" y="4380"/>
                  </a:cubicBezTo>
                  <a:cubicBezTo>
                    <a:pt x="1432" y="4370"/>
                    <a:pt x="1443" y="4359"/>
                    <a:pt x="1443" y="4349"/>
                  </a:cubicBezTo>
                  <a:lnTo>
                    <a:pt x="1209" y="43"/>
                  </a:lnTo>
                  <a:cubicBezTo>
                    <a:pt x="1198" y="22"/>
                    <a:pt x="1188" y="0"/>
                    <a:pt x="11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6"/>
            <p:cNvSpPr/>
            <p:nvPr/>
          </p:nvSpPr>
          <p:spPr>
            <a:xfrm>
              <a:off x="4007925" y="860925"/>
              <a:ext cx="50925" cy="9825"/>
            </a:xfrm>
            <a:custGeom>
              <a:rect b="b" l="l" r="r" t="t"/>
              <a:pathLst>
                <a:path extrusionOk="0" h="393" w="2037">
                  <a:moveTo>
                    <a:pt x="1867" y="85"/>
                  </a:moveTo>
                  <a:cubicBezTo>
                    <a:pt x="1909" y="85"/>
                    <a:pt x="1952" y="116"/>
                    <a:pt x="1952" y="170"/>
                  </a:cubicBezTo>
                  <a:lnTo>
                    <a:pt x="1952" y="222"/>
                  </a:lnTo>
                  <a:cubicBezTo>
                    <a:pt x="1952" y="276"/>
                    <a:pt x="1909" y="307"/>
                    <a:pt x="1867" y="307"/>
                  </a:cubicBezTo>
                  <a:lnTo>
                    <a:pt x="170" y="307"/>
                  </a:lnTo>
                  <a:cubicBezTo>
                    <a:pt x="128" y="307"/>
                    <a:pt x="85" y="276"/>
                    <a:pt x="85" y="222"/>
                  </a:cubicBezTo>
                  <a:lnTo>
                    <a:pt x="85" y="170"/>
                  </a:lnTo>
                  <a:cubicBezTo>
                    <a:pt x="85" y="116"/>
                    <a:pt x="128" y="85"/>
                    <a:pt x="170" y="85"/>
                  </a:cubicBezTo>
                  <a:close/>
                  <a:moveTo>
                    <a:pt x="170" y="0"/>
                  </a:moveTo>
                  <a:cubicBezTo>
                    <a:pt x="85" y="0"/>
                    <a:pt x="0" y="74"/>
                    <a:pt x="0" y="170"/>
                  </a:cubicBezTo>
                  <a:lnTo>
                    <a:pt x="0" y="222"/>
                  </a:lnTo>
                  <a:cubicBezTo>
                    <a:pt x="0" y="318"/>
                    <a:pt x="85" y="392"/>
                    <a:pt x="170" y="392"/>
                  </a:cubicBezTo>
                  <a:lnTo>
                    <a:pt x="1867" y="392"/>
                  </a:lnTo>
                  <a:cubicBezTo>
                    <a:pt x="1952" y="392"/>
                    <a:pt x="2037" y="318"/>
                    <a:pt x="2037" y="222"/>
                  </a:cubicBezTo>
                  <a:lnTo>
                    <a:pt x="2037" y="170"/>
                  </a:lnTo>
                  <a:cubicBezTo>
                    <a:pt x="2037" y="74"/>
                    <a:pt x="1952" y="0"/>
                    <a:pt x="18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6"/>
            <p:cNvSpPr/>
            <p:nvPr/>
          </p:nvSpPr>
          <p:spPr>
            <a:xfrm>
              <a:off x="4013475" y="868600"/>
              <a:ext cx="39800" cy="104750"/>
            </a:xfrm>
            <a:custGeom>
              <a:rect b="b" l="l" r="r" t="t"/>
              <a:pathLst>
                <a:path extrusionOk="0" h="4190" w="1592">
                  <a:moveTo>
                    <a:pt x="1507" y="85"/>
                  </a:moveTo>
                  <a:lnTo>
                    <a:pt x="1507" y="4115"/>
                  </a:lnTo>
                  <a:lnTo>
                    <a:pt x="85" y="4115"/>
                  </a:lnTo>
                  <a:lnTo>
                    <a:pt x="85" y="85"/>
                  </a:lnTo>
                  <a:close/>
                  <a:moveTo>
                    <a:pt x="43" y="0"/>
                  </a:moveTo>
                  <a:cubicBezTo>
                    <a:pt x="22" y="0"/>
                    <a:pt x="1" y="21"/>
                    <a:pt x="1" y="43"/>
                  </a:cubicBezTo>
                  <a:lnTo>
                    <a:pt x="1" y="4147"/>
                  </a:lnTo>
                  <a:cubicBezTo>
                    <a:pt x="1" y="4169"/>
                    <a:pt x="22" y="4190"/>
                    <a:pt x="43" y="4190"/>
                  </a:cubicBezTo>
                  <a:lnTo>
                    <a:pt x="1549" y="4190"/>
                  </a:lnTo>
                  <a:cubicBezTo>
                    <a:pt x="1570" y="4190"/>
                    <a:pt x="1591" y="4169"/>
                    <a:pt x="1591" y="4147"/>
                  </a:cubicBezTo>
                  <a:lnTo>
                    <a:pt x="1591" y="43"/>
                  </a:lnTo>
                  <a:cubicBezTo>
                    <a:pt x="1591" y="21"/>
                    <a:pt x="1570" y="0"/>
                    <a:pt x="15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6"/>
            <p:cNvSpPr/>
            <p:nvPr/>
          </p:nvSpPr>
          <p:spPr>
            <a:xfrm>
              <a:off x="4013475" y="868600"/>
              <a:ext cx="27350" cy="14875"/>
            </a:xfrm>
            <a:custGeom>
              <a:rect b="b" l="l" r="r" t="t"/>
              <a:pathLst>
                <a:path extrusionOk="0" h="595" w="1094">
                  <a:moveTo>
                    <a:pt x="1019" y="85"/>
                  </a:moveTo>
                  <a:lnTo>
                    <a:pt x="1019" y="520"/>
                  </a:lnTo>
                  <a:lnTo>
                    <a:pt x="85" y="520"/>
                  </a:lnTo>
                  <a:lnTo>
                    <a:pt x="85" y="85"/>
                  </a:lnTo>
                  <a:close/>
                  <a:moveTo>
                    <a:pt x="1" y="0"/>
                  </a:moveTo>
                  <a:lnTo>
                    <a:pt x="1" y="594"/>
                  </a:lnTo>
                  <a:lnTo>
                    <a:pt x="1093" y="594"/>
                  </a:lnTo>
                  <a:lnTo>
                    <a:pt x="10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6"/>
            <p:cNvSpPr/>
            <p:nvPr/>
          </p:nvSpPr>
          <p:spPr>
            <a:xfrm>
              <a:off x="4038925" y="868600"/>
              <a:ext cx="14350" cy="14875"/>
            </a:xfrm>
            <a:custGeom>
              <a:rect b="b" l="l" r="r" t="t"/>
              <a:pathLst>
                <a:path extrusionOk="0" h="595" w="574">
                  <a:moveTo>
                    <a:pt x="489" y="85"/>
                  </a:moveTo>
                  <a:lnTo>
                    <a:pt x="489" y="520"/>
                  </a:lnTo>
                  <a:lnTo>
                    <a:pt x="75" y="520"/>
                  </a:lnTo>
                  <a:lnTo>
                    <a:pt x="75" y="85"/>
                  </a:lnTo>
                  <a:close/>
                  <a:moveTo>
                    <a:pt x="1" y="0"/>
                  </a:moveTo>
                  <a:lnTo>
                    <a:pt x="1" y="594"/>
                  </a:lnTo>
                  <a:lnTo>
                    <a:pt x="573" y="594"/>
                  </a:lnTo>
                  <a:lnTo>
                    <a:pt x="5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6"/>
            <p:cNvSpPr/>
            <p:nvPr/>
          </p:nvSpPr>
          <p:spPr>
            <a:xfrm>
              <a:off x="4025950" y="881600"/>
              <a:ext cx="27325" cy="14875"/>
            </a:xfrm>
            <a:custGeom>
              <a:rect b="b" l="l" r="r" t="t"/>
              <a:pathLst>
                <a:path extrusionOk="0" h="595" w="1093">
                  <a:moveTo>
                    <a:pt x="1008" y="74"/>
                  </a:moveTo>
                  <a:lnTo>
                    <a:pt x="1008" y="509"/>
                  </a:lnTo>
                  <a:lnTo>
                    <a:pt x="74" y="509"/>
                  </a:lnTo>
                  <a:lnTo>
                    <a:pt x="74" y="74"/>
                  </a:lnTo>
                  <a:close/>
                  <a:moveTo>
                    <a:pt x="1" y="0"/>
                  </a:moveTo>
                  <a:lnTo>
                    <a:pt x="1" y="594"/>
                  </a:lnTo>
                  <a:lnTo>
                    <a:pt x="1092" y="594"/>
                  </a:lnTo>
                  <a:lnTo>
                    <a:pt x="10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6"/>
            <p:cNvSpPr/>
            <p:nvPr/>
          </p:nvSpPr>
          <p:spPr>
            <a:xfrm>
              <a:off x="4013475" y="881600"/>
              <a:ext cx="14350" cy="14875"/>
            </a:xfrm>
            <a:custGeom>
              <a:rect b="b" l="l" r="r" t="t"/>
              <a:pathLst>
                <a:path extrusionOk="0" h="595" w="574">
                  <a:moveTo>
                    <a:pt x="500" y="74"/>
                  </a:moveTo>
                  <a:lnTo>
                    <a:pt x="500" y="509"/>
                  </a:lnTo>
                  <a:lnTo>
                    <a:pt x="85" y="509"/>
                  </a:lnTo>
                  <a:lnTo>
                    <a:pt x="85" y="74"/>
                  </a:lnTo>
                  <a:close/>
                  <a:moveTo>
                    <a:pt x="1" y="0"/>
                  </a:moveTo>
                  <a:lnTo>
                    <a:pt x="1" y="594"/>
                  </a:lnTo>
                  <a:lnTo>
                    <a:pt x="573" y="594"/>
                  </a:lnTo>
                  <a:lnTo>
                    <a:pt x="5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6"/>
            <p:cNvSpPr/>
            <p:nvPr/>
          </p:nvSpPr>
          <p:spPr>
            <a:xfrm>
              <a:off x="4013475" y="894325"/>
              <a:ext cx="27350" cy="14875"/>
            </a:xfrm>
            <a:custGeom>
              <a:rect b="b" l="l" r="r" t="t"/>
              <a:pathLst>
                <a:path extrusionOk="0" h="595" w="1094">
                  <a:moveTo>
                    <a:pt x="1019" y="85"/>
                  </a:moveTo>
                  <a:lnTo>
                    <a:pt x="1019" y="520"/>
                  </a:lnTo>
                  <a:lnTo>
                    <a:pt x="85" y="520"/>
                  </a:lnTo>
                  <a:lnTo>
                    <a:pt x="85" y="85"/>
                  </a:lnTo>
                  <a:close/>
                  <a:moveTo>
                    <a:pt x="1" y="0"/>
                  </a:moveTo>
                  <a:lnTo>
                    <a:pt x="1" y="594"/>
                  </a:lnTo>
                  <a:lnTo>
                    <a:pt x="1093" y="594"/>
                  </a:lnTo>
                  <a:lnTo>
                    <a:pt x="10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6"/>
            <p:cNvSpPr/>
            <p:nvPr/>
          </p:nvSpPr>
          <p:spPr>
            <a:xfrm>
              <a:off x="4038925" y="894325"/>
              <a:ext cx="14350" cy="14875"/>
            </a:xfrm>
            <a:custGeom>
              <a:rect b="b" l="l" r="r" t="t"/>
              <a:pathLst>
                <a:path extrusionOk="0" h="595" w="574">
                  <a:moveTo>
                    <a:pt x="489" y="85"/>
                  </a:moveTo>
                  <a:lnTo>
                    <a:pt x="489" y="520"/>
                  </a:lnTo>
                  <a:lnTo>
                    <a:pt x="75" y="520"/>
                  </a:lnTo>
                  <a:lnTo>
                    <a:pt x="75" y="85"/>
                  </a:lnTo>
                  <a:close/>
                  <a:moveTo>
                    <a:pt x="1" y="0"/>
                  </a:moveTo>
                  <a:lnTo>
                    <a:pt x="1" y="594"/>
                  </a:lnTo>
                  <a:lnTo>
                    <a:pt x="573" y="594"/>
                  </a:lnTo>
                  <a:lnTo>
                    <a:pt x="5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6"/>
            <p:cNvSpPr/>
            <p:nvPr/>
          </p:nvSpPr>
          <p:spPr>
            <a:xfrm>
              <a:off x="4025950" y="907300"/>
              <a:ext cx="27325" cy="14875"/>
            </a:xfrm>
            <a:custGeom>
              <a:rect b="b" l="l" r="r" t="t"/>
              <a:pathLst>
                <a:path extrusionOk="0" h="595" w="1093">
                  <a:moveTo>
                    <a:pt x="1008" y="75"/>
                  </a:moveTo>
                  <a:lnTo>
                    <a:pt x="1008" y="510"/>
                  </a:lnTo>
                  <a:lnTo>
                    <a:pt x="74" y="510"/>
                  </a:lnTo>
                  <a:lnTo>
                    <a:pt x="74" y="75"/>
                  </a:lnTo>
                  <a:close/>
                  <a:moveTo>
                    <a:pt x="1" y="1"/>
                  </a:moveTo>
                  <a:lnTo>
                    <a:pt x="1" y="594"/>
                  </a:lnTo>
                  <a:lnTo>
                    <a:pt x="1092" y="594"/>
                  </a:lnTo>
                  <a:lnTo>
                    <a:pt x="10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6"/>
            <p:cNvSpPr/>
            <p:nvPr/>
          </p:nvSpPr>
          <p:spPr>
            <a:xfrm>
              <a:off x="4013475" y="907300"/>
              <a:ext cx="14350" cy="14875"/>
            </a:xfrm>
            <a:custGeom>
              <a:rect b="b" l="l" r="r" t="t"/>
              <a:pathLst>
                <a:path extrusionOk="0" h="595" w="574">
                  <a:moveTo>
                    <a:pt x="500" y="75"/>
                  </a:moveTo>
                  <a:lnTo>
                    <a:pt x="500" y="510"/>
                  </a:lnTo>
                  <a:lnTo>
                    <a:pt x="85" y="510"/>
                  </a:lnTo>
                  <a:lnTo>
                    <a:pt x="85" y="75"/>
                  </a:lnTo>
                  <a:close/>
                  <a:moveTo>
                    <a:pt x="1" y="1"/>
                  </a:moveTo>
                  <a:lnTo>
                    <a:pt x="1" y="594"/>
                  </a:lnTo>
                  <a:lnTo>
                    <a:pt x="573" y="594"/>
                  </a:lnTo>
                  <a:lnTo>
                    <a:pt x="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6"/>
            <p:cNvSpPr/>
            <p:nvPr/>
          </p:nvSpPr>
          <p:spPr>
            <a:xfrm>
              <a:off x="4013475" y="920025"/>
              <a:ext cx="27350" cy="14875"/>
            </a:xfrm>
            <a:custGeom>
              <a:rect b="b" l="l" r="r" t="t"/>
              <a:pathLst>
                <a:path extrusionOk="0" h="595" w="1094">
                  <a:moveTo>
                    <a:pt x="1019" y="85"/>
                  </a:moveTo>
                  <a:lnTo>
                    <a:pt x="1019" y="510"/>
                  </a:lnTo>
                  <a:lnTo>
                    <a:pt x="85" y="510"/>
                  </a:lnTo>
                  <a:lnTo>
                    <a:pt x="85" y="85"/>
                  </a:lnTo>
                  <a:close/>
                  <a:moveTo>
                    <a:pt x="1" y="1"/>
                  </a:moveTo>
                  <a:lnTo>
                    <a:pt x="1" y="595"/>
                  </a:lnTo>
                  <a:lnTo>
                    <a:pt x="1093" y="595"/>
                  </a:lnTo>
                  <a:lnTo>
                    <a:pt x="10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6"/>
            <p:cNvSpPr/>
            <p:nvPr/>
          </p:nvSpPr>
          <p:spPr>
            <a:xfrm>
              <a:off x="4038925" y="920025"/>
              <a:ext cx="14350" cy="14875"/>
            </a:xfrm>
            <a:custGeom>
              <a:rect b="b" l="l" r="r" t="t"/>
              <a:pathLst>
                <a:path extrusionOk="0" h="595" w="574">
                  <a:moveTo>
                    <a:pt x="489" y="85"/>
                  </a:moveTo>
                  <a:lnTo>
                    <a:pt x="489" y="510"/>
                  </a:lnTo>
                  <a:lnTo>
                    <a:pt x="75" y="510"/>
                  </a:lnTo>
                  <a:lnTo>
                    <a:pt x="75" y="85"/>
                  </a:lnTo>
                  <a:close/>
                  <a:moveTo>
                    <a:pt x="1" y="1"/>
                  </a:moveTo>
                  <a:lnTo>
                    <a:pt x="1" y="595"/>
                  </a:lnTo>
                  <a:lnTo>
                    <a:pt x="573" y="595"/>
                  </a:lnTo>
                  <a:lnTo>
                    <a:pt x="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6"/>
            <p:cNvSpPr/>
            <p:nvPr/>
          </p:nvSpPr>
          <p:spPr>
            <a:xfrm>
              <a:off x="4025950" y="932750"/>
              <a:ext cx="27325" cy="14875"/>
            </a:xfrm>
            <a:custGeom>
              <a:rect b="b" l="l" r="r" t="t"/>
              <a:pathLst>
                <a:path extrusionOk="0" h="595" w="1093">
                  <a:moveTo>
                    <a:pt x="1008" y="86"/>
                  </a:moveTo>
                  <a:lnTo>
                    <a:pt x="1008" y="521"/>
                  </a:lnTo>
                  <a:lnTo>
                    <a:pt x="74" y="521"/>
                  </a:lnTo>
                  <a:lnTo>
                    <a:pt x="74" y="86"/>
                  </a:lnTo>
                  <a:close/>
                  <a:moveTo>
                    <a:pt x="1" y="1"/>
                  </a:moveTo>
                  <a:lnTo>
                    <a:pt x="1" y="595"/>
                  </a:lnTo>
                  <a:lnTo>
                    <a:pt x="1092" y="595"/>
                  </a:lnTo>
                  <a:lnTo>
                    <a:pt x="10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6"/>
            <p:cNvSpPr/>
            <p:nvPr/>
          </p:nvSpPr>
          <p:spPr>
            <a:xfrm>
              <a:off x="4013475" y="932750"/>
              <a:ext cx="14350" cy="14875"/>
            </a:xfrm>
            <a:custGeom>
              <a:rect b="b" l="l" r="r" t="t"/>
              <a:pathLst>
                <a:path extrusionOk="0" h="595" w="574">
                  <a:moveTo>
                    <a:pt x="500" y="86"/>
                  </a:moveTo>
                  <a:lnTo>
                    <a:pt x="500" y="521"/>
                  </a:lnTo>
                  <a:lnTo>
                    <a:pt x="85" y="521"/>
                  </a:lnTo>
                  <a:lnTo>
                    <a:pt x="85" y="86"/>
                  </a:lnTo>
                  <a:close/>
                  <a:moveTo>
                    <a:pt x="1" y="1"/>
                  </a:moveTo>
                  <a:lnTo>
                    <a:pt x="1" y="595"/>
                  </a:lnTo>
                  <a:lnTo>
                    <a:pt x="573" y="595"/>
                  </a:lnTo>
                  <a:lnTo>
                    <a:pt x="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6"/>
            <p:cNvSpPr/>
            <p:nvPr/>
          </p:nvSpPr>
          <p:spPr>
            <a:xfrm>
              <a:off x="4013475" y="945750"/>
              <a:ext cx="27350" cy="14875"/>
            </a:xfrm>
            <a:custGeom>
              <a:rect b="b" l="l" r="r" t="t"/>
              <a:pathLst>
                <a:path extrusionOk="0" h="595" w="1094">
                  <a:moveTo>
                    <a:pt x="1019" y="75"/>
                  </a:moveTo>
                  <a:lnTo>
                    <a:pt x="1019" y="510"/>
                  </a:lnTo>
                  <a:lnTo>
                    <a:pt x="85" y="510"/>
                  </a:lnTo>
                  <a:lnTo>
                    <a:pt x="85" y="75"/>
                  </a:lnTo>
                  <a:close/>
                  <a:moveTo>
                    <a:pt x="1" y="1"/>
                  </a:moveTo>
                  <a:lnTo>
                    <a:pt x="1" y="595"/>
                  </a:lnTo>
                  <a:lnTo>
                    <a:pt x="1093" y="595"/>
                  </a:lnTo>
                  <a:lnTo>
                    <a:pt x="10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6"/>
            <p:cNvSpPr/>
            <p:nvPr/>
          </p:nvSpPr>
          <p:spPr>
            <a:xfrm>
              <a:off x="4038925" y="945750"/>
              <a:ext cx="14350" cy="14875"/>
            </a:xfrm>
            <a:custGeom>
              <a:rect b="b" l="l" r="r" t="t"/>
              <a:pathLst>
                <a:path extrusionOk="0" h="595" w="574">
                  <a:moveTo>
                    <a:pt x="489" y="75"/>
                  </a:moveTo>
                  <a:lnTo>
                    <a:pt x="489" y="510"/>
                  </a:lnTo>
                  <a:lnTo>
                    <a:pt x="75" y="510"/>
                  </a:lnTo>
                  <a:lnTo>
                    <a:pt x="75" y="75"/>
                  </a:lnTo>
                  <a:close/>
                  <a:moveTo>
                    <a:pt x="1" y="1"/>
                  </a:moveTo>
                  <a:lnTo>
                    <a:pt x="1" y="595"/>
                  </a:lnTo>
                  <a:lnTo>
                    <a:pt x="573" y="595"/>
                  </a:lnTo>
                  <a:lnTo>
                    <a:pt x="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6"/>
            <p:cNvSpPr/>
            <p:nvPr/>
          </p:nvSpPr>
          <p:spPr>
            <a:xfrm>
              <a:off x="4025950" y="958475"/>
              <a:ext cx="27325" cy="14875"/>
            </a:xfrm>
            <a:custGeom>
              <a:rect b="b" l="l" r="r" t="t"/>
              <a:pathLst>
                <a:path extrusionOk="0" h="595" w="1093">
                  <a:moveTo>
                    <a:pt x="1008" y="86"/>
                  </a:moveTo>
                  <a:lnTo>
                    <a:pt x="1008" y="520"/>
                  </a:lnTo>
                  <a:lnTo>
                    <a:pt x="74" y="520"/>
                  </a:lnTo>
                  <a:lnTo>
                    <a:pt x="74" y="86"/>
                  </a:lnTo>
                  <a:close/>
                  <a:moveTo>
                    <a:pt x="1" y="1"/>
                  </a:moveTo>
                  <a:lnTo>
                    <a:pt x="1" y="595"/>
                  </a:lnTo>
                  <a:lnTo>
                    <a:pt x="1092" y="595"/>
                  </a:lnTo>
                  <a:lnTo>
                    <a:pt x="10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6"/>
            <p:cNvSpPr/>
            <p:nvPr/>
          </p:nvSpPr>
          <p:spPr>
            <a:xfrm>
              <a:off x="4013475" y="958475"/>
              <a:ext cx="14350" cy="14875"/>
            </a:xfrm>
            <a:custGeom>
              <a:rect b="b" l="l" r="r" t="t"/>
              <a:pathLst>
                <a:path extrusionOk="0" h="595" w="574">
                  <a:moveTo>
                    <a:pt x="500" y="86"/>
                  </a:moveTo>
                  <a:lnTo>
                    <a:pt x="500" y="520"/>
                  </a:lnTo>
                  <a:lnTo>
                    <a:pt x="85" y="520"/>
                  </a:lnTo>
                  <a:lnTo>
                    <a:pt x="85" y="86"/>
                  </a:lnTo>
                  <a:close/>
                  <a:moveTo>
                    <a:pt x="1" y="1"/>
                  </a:moveTo>
                  <a:lnTo>
                    <a:pt x="1" y="595"/>
                  </a:lnTo>
                  <a:lnTo>
                    <a:pt x="573" y="595"/>
                  </a:lnTo>
                  <a:lnTo>
                    <a:pt x="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6"/>
            <p:cNvSpPr/>
            <p:nvPr/>
          </p:nvSpPr>
          <p:spPr>
            <a:xfrm>
              <a:off x="3990675" y="762825"/>
              <a:ext cx="7200" cy="172075"/>
            </a:xfrm>
            <a:custGeom>
              <a:rect b="b" l="l" r="r" t="t"/>
              <a:pathLst>
                <a:path extrusionOk="0" h="6883" w="288">
                  <a:moveTo>
                    <a:pt x="213" y="74"/>
                  </a:moveTo>
                  <a:lnTo>
                    <a:pt x="213" y="6798"/>
                  </a:lnTo>
                  <a:lnTo>
                    <a:pt x="75" y="6798"/>
                  </a:lnTo>
                  <a:lnTo>
                    <a:pt x="75" y="74"/>
                  </a:lnTo>
                  <a:close/>
                  <a:moveTo>
                    <a:pt x="1" y="0"/>
                  </a:moveTo>
                  <a:lnTo>
                    <a:pt x="1" y="6883"/>
                  </a:lnTo>
                  <a:lnTo>
                    <a:pt x="287" y="6883"/>
                  </a:lnTo>
                  <a:lnTo>
                    <a:pt x="2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6"/>
            <p:cNvSpPr/>
            <p:nvPr/>
          </p:nvSpPr>
          <p:spPr>
            <a:xfrm>
              <a:off x="3795275" y="753275"/>
              <a:ext cx="229375" cy="11400"/>
            </a:xfrm>
            <a:custGeom>
              <a:rect b="b" l="l" r="r" t="t"/>
              <a:pathLst>
                <a:path extrusionOk="0" h="456" w="9175">
                  <a:moveTo>
                    <a:pt x="1" y="0"/>
                  </a:moveTo>
                  <a:lnTo>
                    <a:pt x="1" y="85"/>
                  </a:lnTo>
                  <a:lnTo>
                    <a:pt x="8771" y="85"/>
                  </a:lnTo>
                  <a:lnTo>
                    <a:pt x="8061" y="382"/>
                  </a:lnTo>
                  <a:lnTo>
                    <a:pt x="1" y="382"/>
                  </a:lnTo>
                  <a:lnTo>
                    <a:pt x="1" y="456"/>
                  </a:lnTo>
                  <a:lnTo>
                    <a:pt x="8071" y="456"/>
                  </a:lnTo>
                  <a:lnTo>
                    <a:pt x="917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6"/>
            <p:cNvSpPr/>
            <p:nvPr/>
          </p:nvSpPr>
          <p:spPr>
            <a:xfrm>
              <a:off x="3623725" y="753275"/>
              <a:ext cx="148775" cy="11400"/>
            </a:xfrm>
            <a:custGeom>
              <a:rect b="b" l="l" r="r" t="t"/>
              <a:pathLst>
                <a:path extrusionOk="0" h="456" w="5951">
                  <a:moveTo>
                    <a:pt x="1" y="0"/>
                  </a:moveTo>
                  <a:lnTo>
                    <a:pt x="22" y="456"/>
                  </a:lnTo>
                  <a:lnTo>
                    <a:pt x="5930" y="456"/>
                  </a:lnTo>
                  <a:lnTo>
                    <a:pt x="5930" y="382"/>
                  </a:lnTo>
                  <a:lnTo>
                    <a:pt x="97" y="382"/>
                  </a:lnTo>
                  <a:lnTo>
                    <a:pt x="86" y="85"/>
                  </a:lnTo>
                  <a:lnTo>
                    <a:pt x="5951" y="85"/>
                  </a:lnTo>
                  <a:lnTo>
                    <a:pt x="59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6"/>
            <p:cNvSpPr/>
            <p:nvPr/>
          </p:nvSpPr>
          <p:spPr>
            <a:xfrm>
              <a:off x="3609950" y="728075"/>
              <a:ext cx="1900" cy="20975"/>
            </a:xfrm>
            <a:custGeom>
              <a:rect b="b" l="l" r="r" t="t"/>
              <a:pathLst>
                <a:path extrusionOk="0" h="839" w="76">
                  <a:moveTo>
                    <a:pt x="33" y="0"/>
                  </a:moveTo>
                  <a:cubicBezTo>
                    <a:pt x="12" y="0"/>
                    <a:pt x="1" y="22"/>
                    <a:pt x="1" y="43"/>
                  </a:cubicBezTo>
                  <a:lnTo>
                    <a:pt x="1" y="796"/>
                  </a:lnTo>
                  <a:cubicBezTo>
                    <a:pt x="1" y="817"/>
                    <a:pt x="12" y="839"/>
                    <a:pt x="33" y="839"/>
                  </a:cubicBezTo>
                  <a:cubicBezTo>
                    <a:pt x="64" y="839"/>
                    <a:pt x="75" y="817"/>
                    <a:pt x="75" y="796"/>
                  </a:cubicBezTo>
                  <a:lnTo>
                    <a:pt x="75" y="43"/>
                  </a:lnTo>
                  <a:cubicBezTo>
                    <a:pt x="75" y="22"/>
                    <a:pt x="64" y="0"/>
                    <a:pt x="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6"/>
            <p:cNvSpPr/>
            <p:nvPr/>
          </p:nvSpPr>
          <p:spPr>
            <a:xfrm>
              <a:off x="4035225" y="728075"/>
              <a:ext cx="2150" cy="20975"/>
            </a:xfrm>
            <a:custGeom>
              <a:rect b="b" l="l" r="r" t="t"/>
              <a:pathLst>
                <a:path extrusionOk="0" h="839" w="86">
                  <a:moveTo>
                    <a:pt x="43" y="0"/>
                  </a:moveTo>
                  <a:cubicBezTo>
                    <a:pt x="21" y="0"/>
                    <a:pt x="0" y="22"/>
                    <a:pt x="0" y="43"/>
                  </a:cubicBezTo>
                  <a:lnTo>
                    <a:pt x="0" y="796"/>
                  </a:lnTo>
                  <a:cubicBezTo>
                    <a:pt x="0" y="817"/>
                    <a:pt x="21" y="839"/>
                    <a:pt x="43" y="839"/>
                  </a:cubicBezTo>
                  <a:cubicBezTo>
                    <a:pt x="64" y="839"/>
                    <a:pt x="85" y="817"/>
                    <a:pt x="85" y="796"/>
                  </a:cubicBezTo>
                  <a:lnTo>
                    <a:pt x="85" y="43"/>
                  </a:lnTo>
                  <a:cubicBezTo>
                    <a:pt x="85"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6"/>
            <p:cNvSpPr/>
            <p:nvPr/>
          </p:nvSpPr>
          <p:spPr>
            <a:xfrm>
              <a:off x="3631425" y="932750"/>
              <a:ext cx="134450" cy="19125"/>
            </a:xfrm>
            <a:custGeom>
              <a:rect b="b" l="l" r="r" t="t"/>
              <a:pathLst>
                <a:path extrusionOk="0" h="765" w="5378">
                  <a:moveTo>
                    <a:pt x="5293" y="86"/>
                  </a:moveTo>
                  <a:lnTo>
                    <a:pt x="5293" y="690"/>
                  </a:lnTo>
                  <a:lnTo>
                    <a:pt x="75" y="690"/>
                  </a:lnTo>
                  <a:lnTo>
                    <a:pt x="75" y="86"/>
                  </a:lnTo>
                  <a:close/>
                  <a:moveTo>
                    <a:pt x="43" y="1"/>
                  </a:moveTo>
                  <a:cubicBezTo>
                    <a:pt x="11" y="1"/>
                    <a:pt x="1" y="22"/>
                    <a:pt x="1" y="43"/>
                  </a:cubicBezTo>
                  <a:lnTo>
                    <a:pt x="1" y="733"/>
                  </a:lnTo>
                  <a:cubicBezTo>
                    <a:pt x="1" y="754"/>
                    <a:pt x="11" y="764"/>
                    <a:pt x="43" y="764"/>
                  </a:cubicBezTo>
                  <a:lnTo>
                    <a:pt x="5335" y="764"/>
                  </a:lnTo>
                  <a:cubicBezTo>
                    <a:pt x="5356" y="764"/>
                    <a:pt x="5377" y="754"/>
                    <a:pt x="5377" y="733"/>
                  </a:cubicBezTo>
                  <a:lnTo>
                    <a:pt x="5377" y="43"/>
                  </a:lnTo>
                  <a:cubicBezTo>
                    <a:pt x="5377" y="22"/>
                    <a:pt x="5356" y="1"/>
                    <a:pt x="53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6"/>
            <p:cNvSpPr/>
            <p:nvPr/>
          </p:nvSpPr>
          <p:spPr>
            <a:xfrm>
              <a:off x="3632500" y="943900"/>
              <a:ext cx="133375" cy="1875"/>
            </a:xfrm>
            <a:custGeom>
              <a:rect b="b" l="l" r="r" t="t"/>
              <a:pathLst>
                <a:path extrusionOk="0" h="75" w="5335">
                  <a:moveTo>
                    <a:pt x="32" y="0"/>
                  </a:moveTo>
                  <a:cubicBezTo>
                    <a:pt x="11" y="0"/>
                    <a:pt x="0" y="11"/>
                    <a:pt x="0" y="43"/>
                  </a:cubicBezTo>
                  <a:cubicBezTo>
                    <a:pt x="0" y="64"/>
                    <a:pt x="11" y="75"/>
                    <a:pt x="32" y="75"/>
                  </a:cubicBezTo>
                  <a:lnTo>
                    <a:pt x="5292" y="75"/>
                  </a:lnTo>
                  <a:cubicBezTo>
                    <a:pt x="5313" y="75"/>
                    <a:pt x="5334" y="64"/>
                    <a:pt x="5334" y="43"/>
                  </a:cubicBezTo>
                  <a:cubicBezTo>
                    <a:pt x="5334" y="11"/>
                    <a:pt x="5313" y="0"/>
                    <a:pt x="52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6"/>
            <p:cNvSpPr/>
            <p:nvPr/>
          </p:nvSpPr>
          <p:spPr>
            <a:xfrm>
              <a:off x="3801375" y="932750"/>
              <a:ext cx="214250" cy="40600"/>
            </a:xfrm>
            <a:custGeom>
              <a:rect b="b" l="l" r="r" t="t"/>
              <a:pathLst>
                <a:path extrusionOk="0" h="1624" w="8570">
                  <a:moveTo>
                    <a:pt x="8485" y="86"/>
                  </a:moveTo>
                  <a:lnTo>
                    <a:pt x="8485" y="1549"/>
                  </a:lnTo>
                  <a:lnTo>
                    <a:pt x="75" y="1549"/>
                  </a:lnTo>
                  <a:lnTo>
                    <a:pt x="75" y="86"/>
                  </a:lnTo>
                  <a:close/>
                  <a:moveTo>
                    <a:pt x="43" y="1"/>
                  </a:moveTo>
                  <a:cubicBezTo>
                    <a:pt x="12" y="1"/>
                    <a:pt x="0" y="22"/>
                    <a:pt x="0" y="43"/>
                  </a:cubicBezTo>
                  <a:lnTo>
                    <a:pt x="0" y="1581"/>
                  </a:lnTo>
                  <a:cubicBezTo>
                    <a:pt x="0" y="1603"/>
                    <a:pt x="12" y="1624"/>
                    <a:pt x="43" y="1624"/>
                  </a:cubicBezTo>
                  <a:lnTo>
                    <a:pt x="8527" y="1624"/>
                  </a:lnTo>
                  <a:cubicBezTo>
                    <a:pt x="8548" y="1624"/>
                    <a:pt x="8569" y="1603"/>
                    <a:pt x="8569" y="1581"/>
                  </a:cubicBezTo>
                  <a:lnTo>
                    <a:pt x="8569" y="43"/>
                  </a:lnTo>
                  <a:cubicBezTo>
                    <a:pt x="8569" y="22"/>
                    <a:pt x="8548" y="1"/>
                    <a:pt x="85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6"/>
            <p:cNvSpPr/>
            <p:nvPr/>
          </p:nvSpPr>
          <p:spPr>
            <a:xfrm>
              <a:off x="3631425" y="950000"/>
              <a:ext cx="134450" cy="19125"/>
            </a:xfrm>
            <a:custGeom>
              <a:rect b="b" l="l" r="r" t="t"/>
              <a:pathLst>
                <a:path extrusionOk="0" h="765" w="5378">
                  <a:moveTo>
                    <a:pt x="5293" y="85"/>
                  </a:moveTo>
                  <a:lnTo>
                    <a:pt x="5293" y="679"/>
                  </a:lnTo>
                  <a:lnTo>
                    <a:pt x="75" y="679"/>
                  </a:lnTo>
                  <a:lnTo>
                    <a:pt x="75" y="85"/>
                  </a:lnTo>
                  <a:close/>
                  <a:moveTo>
                    <a:pt x="43" y="0"/>
                  </a:moveTo>
                  <a:cubicBezTo>
                    <a:pt x="11" y="0"/>
                    <a:pt x="1" y="22"/>
                    <a:pt x="1" y="43"/>
                  </a:cubicBezTo>
                  <a:lnTo>
                    <a:pt x="1" y="722"/>
                  </a:lnTo>
                  <a:cubicBezTo>
                    <a:pt x="1" y="743"/>
                    <a:pt x="11" y="764"/>
                    <a:pt x="43" y="764"/>
                  </a:cubicBezTo>
                  <a:lnTo>
                    <a:pt x="5335" y="764"/>
                  </a:lnTo>
                  <a:cubicBezTo>
                    <a:pt x="5356" y="764"/>
                    <a:pt x="5377" y="743"/>
                    <a:pt x="5377" y="722"/>
                  </a:cubicBezTo>
                  <a:lnTo>
                    <a:pt x="5377" y="43"/>
                  </a:lnTo>
                  <a:cubicBezTo>
                    <a:pt x="5377" y="22"/>
                    <a:pt x="5356" y="0"/>
                    <a:pt x="5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6"/>
            <p:cNvSpPr/>
            <p:nvPr/>
          </p:nvSpPr>
          <p:spPr>
            <a:xfrm>
              <a:off x="3632500" y="960850"/>
              <a:ext cx="133375" cy="2150"/>
            </a:xfrm>
            <a:custGeom>
              <a:rect b="b" l="l" r="r" t="t"/>
              <a:pathLst>
                <a:path extrusionOk="0" h="86" w="5335">
                  <a:moveTo>
                    <a:pt x="32" y="1"/>
                  </a:moveTo>
                  <a:cubicBezTo>
                    <a:pt x="11" y="1"/>
                    <a:pt x="0" y="22"/>
                    <a:pt x="0" y="43"/>
                  </a:cubicBezTo>
                  <a:cubicBezTo>
                    <a:pt x="0" y="64"/>
                    <a:pt x="11" y="86"/>
                    <a:pt x="32" y="86"/>
                  </a:cubicBezTo>
                  <a:lnTo>
                    <a:pt x="5292" y="86"/>
                  </a:lnTo>
                  <a:cubicBezTo>
                    <a:pt x="5313" y="86"/>
                    <a:pt x="5334" y="64"/>
                    <a:pt x="5334" y="43"/>
                  </a:cubicBezTo>
                  <a:cubicBezTo>
                    <a:pt x="5334" y="22"/>
                    <a:pt x="5313" y="1"/>
                    <a:pt x="52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6"/>
            <p:cNvSpPr/>
            <p:nvPr/>
          </p:nvSpPr>
          <p:spPr>
            <a:xfrm>
              <a:off x="3631425" y="966975"/>
              <a:ext cx="134450" cy="19100"/>
            </a:xfrm>
            <a:custGeom>
              <a:rect b="b" l="l" r="r" t="t"/>
              <a:pathLst>
                <a:path extrusionOk="0" h="764" w="5378">
                  <a:moveTo>
                    <a:pt x="5293" y="85"/>
                  </a:moveTo>
                  <a:lnTo>
                    <a:pt x="5293" y="689"/>
                  </a:lnTo>
                  <a:lnTo>
                    <a:pt x="75" y="689"/>
                  </a:lnTo>
                  <a:lnTo>
                    <a:pt x="75" y="85"/>
                  </a:lnTo>
                  <a:close/>
                  <a:moveTo>
                    <a:pt x="43" y="0"/>
                  </a:moveTo>
                  <a:cubicBezTo>
                    <a:pt x="11" y="0"/>
                    <a:pt x="1" y="21"/>
                    <a:pt x="1" y="43"/>
                  </a:cubicBezTo>
                  <a:lnTo>
                    <a:pt x="1" y="732"/>
                  </a:lnTo>
                  <a:cubicBezTo>
                    <a:pt x="1" y="753"/>
                    <a:pt x="11" y="764"/>
                    <a:pt x="43" y="764"/>
                  </a:cubicBezTo>
                  <a:lnTo>
                    <a:pt x="5335" y="764"/>
                  </a:lnTo>
                  <a:cubicBezTo>
                    <a:pt x="5356" y="764"/>
                    <a:pt x="5377" y="753"/>
                    <a:pt x="5377" y="732"/>
                  </a:cubicBezTo>
                  <a:lnTo>
                    <a:pt x="5377" y="43"/>
                  </a:lnTo>
                  <a:cubicBezTo>
                    <a:pt x="5377" y="21"/>
                    <a:pt x="5356" y="0"/>
                    <a:pt x="5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6"/>
            <p:cNvSpPr/>
            <p:nvPr/>
          </p:nvSpPr>
          <p:spPr>
            <a:xfrm>
              <a:off x="3632500" y="978100"/>
              <a:ext cx="133375" cy="1875"/>
            </a:xfrm>
            <a:custGeom>
              <a:rect b="b" l="l" r="r" t="t"/>
              <a:pathLst>
                <a:path extrusionOk="0" h="75" w="5335">
                  <a:moveTo>
                    <a:pt x="32" y="1"/>
                  </a:moveTo>
                  <a:cubicBezTo>
                    <a:pt x="11" y="1"/>
                    <a:pt x="0" y="11"/>
                    <a:pt x="0" y="32"/>
                  </a:cubicBezTo>
                  <a:cubicBezTo>
                    <a:pt x="0" y="64"/>
                    <a:pt x="11" y="74"/>
                    <a:pt x="32" y="74"/>
                  </a:cubicBezTo>
                  <a:lnTo>
                    <a:pt x="5292" y="74"/>
                  </a:lnTo>
                  <a:cubicBezTo>
                    <a:pt x="5313" y="74"/>
                    <a:pt x="5334" y="64"/>
                    <a:pt x="5334" y="32"/>
                  </a:cubicBezTo>
                  <a:cubicBezTo>
                    <a:pt x="5334" y="11"/>
                    <a:pt x="5313" y="1"/>
                    <a:pt x="52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6"/>
            <p:cNvSpPr/>
            <p:nvPr/>
          </p:nvSpPr>
          <p:spPr>
            <a:xfrm>
              <a:off x="3664850" y="784025"/>
              <a:ext cx="67625" cy="137625"/>
            </a:xfrm>
            <a:custGeom>
              <a:rect b="b" l="l" r="r" t="t"/>
              <a:pathLst>
                <a:path extrusionOk="0" h="5505" w="2705">
                  <a:moveTo>
                    <a:pt x="2619" y="85"/>
                  </a:moveTo>
                  <a:lnTo>
                    <a:pt x="2619" y="5430"/>
                  </a:lnTo>
                  <a:lnTo>
                    <a:pt x="85" y="5430"/>
                  </a:lnTo>
                  <a:lnTo>
                    <a:pt x="85" y="85"/>
                  </a:lnTo>
                  <a:close/>
                  <a:moveTo>
                    <a:pt x="43" y="1"/>
                  </a:moveTo>
                  <a:cubicBezTo>
                    <a:pt x="21" y="1"/>
                    <a:pt x="0" y="22"/>
                    <a:pt x="0" y="43"/>
                  </a:cubicBezTo>
                  <a:lnTo>
                    <a:pt x="0" y="5473"/>
                  </a:lnTo>
                  <a:cubicBezTo>
                    <a:pt x="0" y="5494"/>
                    <a:pt x="21" y="5504"/>
                    <a:pt x="43" y="5504"/>
                  </a:cubicBezTo>
                  <a:lnTo>
                    <a:pt x="2662" y="5504"/>
                  </a:lnTo>
                  <a:cubicBezTo>
                    <a:pt x="2683" y="5504"/>
                    <a:pt x="2704" y="5494"/>
                    <a:pt x="2704" y="5473"/>
                  </a:cubicBezTo>
                  <a:lnTo>
                    <a:pt x="2704" y="43"/>
                  </a:lnTo>
                  <a:cubicBezTo>
                    <a:pt x="2704" y="22"/>
                    <a:pt x="2683" y="1"/>
                    <a:pt x="26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6"/>
            <p:cNvSpPr/>
            <p:nvPr/>
          </p:nvSpPr>
          <p:spPr>
            <a:xfrm>
              <a:off x="3674100" y="792225"/>
              <a:ext cx="49100" cy="121200"/>
            </a:xfrm>
            <a:custGeom>
              <a:rect b="b" l="l" r="r" t="t"/>
              <a:pathLst>
                <a:path extrusionOk="0" h="4848" w="1964">
                  <a:moveTo>
                    <a:pt x="1879" y="86"/>
                  </a:moveTo>
                  <a:lnTo>
                    <a:pt x="1879" y="4773"/>
                  </a:lnTo>
                  <a:lnTo>
                    <a:pt x="86" y="4773"/>
                  </a:lnTo>
                  <a:lnTo>
                    <a:pt x="86" y="86"/>
                  </a:lnTo>
                  <a:close/>
                  <a:moveTo>
                    <a:pt x="43" y="1"/>
                  </a:moveTo>
                  <a:cubicBezTo>
                    <a:pt x="22" y="1"/>
                    <a:pt x="1" y="22"/>
                    <a:pt x="1" y="43"/>
                  </a:cubicBezTo>
                  <a:lnTo>
                    <a:pt x="1" y="4816"/>
                  </a:lnTo>
                  <a:cubicBezTo>
                    <a:pt x="1" y="4837"/>
                    <a:pt x="22" y="4848"/>
                    <a:pt x="43" y="4848"/>
                  </a:cubicBezTo>
                  <a:lnTo>
                    <a:pt x="1921" y="4848"/>
                  </a:lnTo>
                  <a:cubicBezTo>
                    <a:pt x="1942" y="4848"/>
                    <a:pt x="1963" y="4837"/>
                    <a:pt x="1963" y="4816"/>
                  </a:cubicBezTo>
                  <a:lnTo>
                    <a:pt x="1963" y="43"/>
                  </a:lnTo>
                  <a:cubicBezTo>
                    <a:pt x="1963" y="22"/>
                    <a:pt x="1942" y="1"/>
                    <a:pt x="19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6"/>
            <p:cNvSpPr/>
            <p:nvPr/>
          </p:nvSpPr>
          <p:spPr>
            <a:xfrm>
              <a:off x="3693475" y="792225"/>
              <a:ext cx="10100" cy="121200"/>
            </a:xfrm>
            <a:custGeom>
              <a:rect b="b" l="l" r="r" t="t"/>
              <a:pathLst>
                <a:path extrusionOk="0" h="4848" w="404">
                  <a:moveTo>
                    <a:pt x="329" y="86"/>
                  </a:moveTo>
                  <a:lnTo>
                    <a:pt x="329" y="4773"/>
                  </a:lnTo>
                  <a:lnTo>
                    <a:pt x="85" y="4773"/>
                  </a:lnTo>
                  <a:lnTo>
                    <a:pt x="85" y="86"/>
                  </a:lnTo>
                  <a:close/>
                  <a:moveTo>
                    <a:pt x="43" y="1"/>
                  </a:moveTo>
                  <a:cubicBezTo>
                    <a:pt x="22" y="1"/>
                    <a:pt x="1" y="22"/>
                    <a:pt x="1" y="43"/>
                  </a:cubicBezTo>
                  <a:lnTo>
                    <a:pt x="1" y="4816"/>
                  </a:lnTo>
                  <a:cubicBezTo>
                    <a:pt x="1" y="4837"/>
                    <a:pt x="22" y="4848"/>
                    <a:pt x="43" y="4848"/>
                  </a:cubicBezTo>
                  <a:lnTo>
                    <a:pt x="371" y="4848"/>
                  </a:lnTo>
                  <a:cubicBezTo>
                    <a:pt x="393" y="4848"/>
                    <a:pt x="404" y="4837"/>
                    <a:pt x="404" y="4816"/>
                  </a:cubicBezTo>
                  <a:lnTo>
                    <a:pt x="404" y="43"/>
                  </a:lnTo>
                  <a:cubicBezTo>
                    <a:pt x="404" y="22"/>
                    <a:pt x="393" y="1"/>
                    <a:pt x="3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6"/>
            <p:cNvSpPr/>
            <p:nvPr/>
          </p:nvSpPr>
          <p:spPr>
            <a:xfrm>
              <a:off x="3708325" y="862225"/>
              <a:ext cx="7700" cy="7725"/>
            </a:xfrm>
            <a:custGeom>
              <a:rect b="b" l="l" r="r" t="t"/>
              <a:pathLst>
                <a:path extrusionOk="0" h="309" w="308">
                  <a:moveTo>
                    <a:pt x="149" y="75"/>
                  </a:moveTo>
                  <a:cubicBezTo>
                    <a:pt x="191" y="75"/>
                    <a:pt x="223" y="118"/>
                    <a:pt x="223" y="149"/>
                  </a:cubicBezTo>
                  <a:cubicBezTo>
                    <a:pt x="223" y="192"/>
                    <a:pt x="191" y="224"/>
                    <a:pt x="149" y="224"/>
                  </a:cubicBezTo>
                  <a:cubicBezTo>
                    <a:pt x="117" y="224"/>
                    <a:pt x="85" y="192"/>
                    <a:pt x="85" y="149"/>
                  </a:cubicBezTo>
                  <a:cubicBezTo>
                    <a:pt x="85" y="118"/>
                    <a:pt x="117" y="75"/>
                    <a:pt x="149" y="75"/>
                  </a:cubicBezTo>
                  <a:close/>
                  <a:moveTo>
                    <a:pt x="149" y="1"/>
                  </a:moveTo>
                  <a:cubicBezTo>
                    <a:pt x="64" y="1"/>
                    <a:pt x="0" y="64"/>
                    <a:pt x="0" y="149"/>
                  </a:cubicBezTo>
                  <a:cubicBezTo>
                    <a:pt x="0" y="234"/>
                    <a:pt x="64" y="309"/>
                    <a:pt x="149" y="309"/>
                  </a:cubicBezTo>
                  <a:cubicBezTo>
                    <a:pt x="234" y="309"/>
                    <a:pt x="308" y="234"/>
                    <a:pt x="308" y="149"/>
                  </a:cubicBezTo>
                  <a:cubicBezTo>
                    <a:pt x="308" y="64"/>
                    <a:pt x="234" y="1"/>
                    <a:pt x="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6"/>
            <p:cNvSpPr/>
            <p:nvPr/>
          </p:nvSpPr>
          <p:spPr>
            <a:xfrm>
              <a:off x="3701425" y="848200"/>
              <a:ext cx="21500" cy="9275"/>
            </a:xfrm>
            <a:custGeom>
              <a:rect b="b" l="l" r="r" t="t"/>
              <a:pathLst>
                <a:path extrusionOk="0" h="371" w="860">
                  <a:moveTo>
                    <a:pt x="774" y="85"/>
                  </a:moveTo>
                  <a:lnTo>
                    <a:pt x="774" y="297"/>
                  </a:lnTo>
                  <a:lnTo>
                    <a:pt x="86" y="297"/>
                  </a:lnTo>
                  <a:lnTo>
                    <a:pt x="86" y="85"/>
                  </a:lnTo>
                  <a:close/>
                  <a:moveTo>
                    <a:pt x="43" y="0"/>
                  </a:moveTo>
                  <a:cubicBezTo>
                    <a:pt x="22" y="0"/>
                    <a:pt x="1" y="21"/>
                    <a:pt x="1" y="42"/>
                  </a:cubicBezTo>
                  <a:lnTo>
                    <a:pt x="1" y="339"/>
                  </a:lnTo>
                  <a:cubicBezTo>
                    <a:pt x="1" y="361"/>
                    <a:pt x="22" y="371"/>
                    <a:pt x="43" y="371"/>
                  </a:cubicBezTo>
                  <a:lnTo>
                    <a:pt x="817" y="371"/>
                  </a:lnTo>
                  <a:cubicBezTo>
                    <a:pt x="838" y="371"/>
                    <a:pt x="859" y="361"/>
                    <a:pt x="859" y="339"/>
                  </a:cubicBezTo>
                  <a:lnTo>
                    <a:pt x="859" y="42"/>
                  </a:lnTo>
                  <a:cubicBezTo>
                    <a:pt x="859" y="21"/>
                    <a:pt x="838" y="0"/>
                    <a:pt x="8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6"/>
            <p:cNvSpPr/>
            <p:nvPr/>
          </p:nvSpPr>
          <p:spPr>
            <a:xfrm>
              <a:off x="3674100" y="848200"/>
              <a:ext cx="21525" cy="9275"/>
            </a:xfrm>
            <a:custGeom>
              <a:rect b="b" l="l" r="r" t="t"/>
              <a:pathLst>
                <a:path extrusionOk="0" h="371" w="861">
                  <a:moveTo>
                    <a:pt x="776" y="85"/>
                  </a:moveTo>
                  <a:lnTo>
                    <a:pt x="776" y="297"/>
                  </a:lnTo>
                  <a:lnTo>
                    <a:pt x="86" y="297"/>
                  </a:lnTo>
                  <a:lnTo>
                    <a:pt x="86" y="85"/>
                  </a:lnTo>
                  <a:close/>
                  <a:moveTo>
                    <a:pt x="43" y="0"/>
                  </a:moveTo>
                  <a:cubicBezTo>
                    <a:pt x="22" y="0"/>
                    <a:pt x="1" y="21"/>
                    <a:pt x="1" y="42"/>
                  </a:cubicBezTo>
                  <a:lnTo>
                    <a:pt x="1" y="339"/>
                  </a:lnTo>
                  <a:cubicBezTo>
                    <a:pt x="1" y="361"/>
                    <a:pt x="22" y="371"/>
                    <a:pt x="43" y="371"/>
                  </a:cubicBezTo>
                  <a:lnTo>
                    <a:pt x="818" y="371"/>
                  </a:lnTo>
                  <a:cubicBezTo>
                    <a:pt x="839" y="371"/>
                    <a:pt x="860" y="361"/>
                    <a:pt x="860" y="339"/>
                  </a:cubicBezTo>
                  <a:lnTo>
                    <a:pt x="860" y="42"/>
                  </a:lnTo>
                  <a:cubicBezTo>
                    <a:pt x="860" y="21"/>
                    <a:pt x="839" y="0"/>
                    <a:pt x="8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6"/>
            <p:cNvSpPr/>
            <p:nvPr/>
          </p:nvSpPr>
          <p:spPr>
            <a:xfrm>
              <a:off x="3631425" y="881600"/>
              <a:ext cx="35575" cy="1875"/>
            </a:xfrm>
            <a:custGeom>
              <a:rect b="b" l="l" r="r" t="t"/>
              <a:pathLst>
                <a:path extrusionOk="0" h="75" w="1423">
                  <a:moveTo>
                    <a:pt x="43" y="0"/>
                  </a:moveTo>
                  <a:cubicBezTo>
                    <a:pt x="11" y="0"/>
                    <a:pt x="1" y="22"/>
                    <a:pt x="1" y="43"/>
                  </a:cubicBezTo>
                  <a:cubicBezTo>
                    <a:pt x="1" y="64"/>
                    <a:pt x="11" y="74"/>
                    <a:pt x="43" y="74"/>
                  </a:cubicBezTo>
                  <a:lnTo>
                    <a:pt x="1380" y="74"/>
                  </a:lnTo>
                  <a:cubicBezTo>
                    <a:pt x="1401" y="74"/>
                    <a:pt x="1422" y="64"/>
                    <a:pt x="1422" y="43"/>
                  </a:cubicBezTo>
                  <a:cubicBezTo>
                    <a:pt x="1422" y="22"/>
                    <a:pt x="1401" y="0"/>
                    <a:pt x="13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6"/>
            <p:cNvSpPr/>
            <p:nvPr/>
          </p:nvSpPr>
          <p:spPr>
            <a:xfrm>
              <a:off x="3730325" y="881600"/>
              <a:ext cx="35550" cy="1875"/>
            </a:xfrm>
            <a:custGeom>
              <a:rect b="b" l="l" r="r" t="t"/>
              <a:pathLst>
                <a:path extrusionOk="0" h="75" w="1422">
                  <a:moveTo>
                    <a:pt x="43" y="0"/>
                  </a:moveTo>
                  <a:cubicBezTo>
                    <a:pt x="21" y="0"/>
                    <a:pt x="0" y="22"/>
                    <a:pt x="0" y="43"/>
                  </a:cubicBezTo>
                  <a:cubicBezTo>
                    <a:pt x="0" y="64"/>
                    <a:pt x="21" y="74"/>
                    <a:pt x="43" y="74"/>
                  </a:cubicBezTo>
                  <a:lnTo>
                    <a:pt x="1379" y="74"/>
                  </a:lnTo>
                  <a:cubicBezTo>
                    <a:pt x="1400" y="74"/>
                    <a:pt x="1421" y="64"/>
                    <a:pt x="1421" y="43"/>
                  </a:cubicBezTo>
                  <a:cubicBezTo>
                    <a:pt x="1421" y="22"/>
                    <a:pt x="1400" y="0"/>
                    <a:pt x="13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6"/>
            <p:cNvSpPr/>
            <p:nvPr/>
          </p:nvSpPr>
          <p:spPr>
            <a:xfrm>
              <a:off x="3197150" y="762825"/>
              <a:ext cx="9825" cy="184800"/>
            </a:xfrm>
            <a:custGeom>
              <a:rect b="b" l="l" r="r" t="t"/>
              <a:pathLst>
                <a:path extrusionOk="0" h="7392" w="393">
                  <a:moveTo>
                    <a:pt x="319" y="74"/>
                  </a:moveTo>
                  <a:lnTo>
                    <a:pt x="319" y="7318"/>
                  </a:lnTo>
                  <a:lnTo>
                    <a:pt x="85" y="7318"/>
                  </a:lnTo>
                  <a:lnTo>
                    <a:pt x="85" y="74"/>
                  </a:lnTo>
                  <a:close/>
                  <a:moveTo>
                    <a:pt x="43" y="0"/>
                  </a:moveTo>
                  <a:cubicBezTo>
                    <a:pt x="22" y="0"/>
                    <a:pt x="1" y="10"/>
                    <a:pt x="1" y="43"/>
                  </a:cubicBezTo>
                  <a:lnTo>
                    <a:pt x="1" y="7360"/>
                  </a:lnTo>
                  <a:cubicBezTo>
                    <a:pt x="1" y="7381"/>
                    <a:pt x="22" y="7392"/>
                    <a:pt x="43" y="7392"/>
                  </a:cubicBezTo>
                  <a:lnTo>
                    <a:pt x="350" y="7392"/>
                  </a:lnTo>
                  <a:cubicBezTo>
                    <a:pt x="382" y="7392"/>
                    <a:pt x="393" y="7381"/>
                    <a:pt x="393" y="7360"/>
                  </a:cubicBezTo>
                  <a:lnTo>
                    <a:pt x="393" y="43"/>
                  </a:lnTo>
                  <a:cubicBezTo>
                    <a:pt x="393" y="10"/>
                    <a:pt x="382" y="0"/>
                    <a:pt x="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6"/>
            <p:cNvSpPr/>
            <p:nvPr/>
          </p:nvSpPr>
          <p:spPr>
            <a:xfrm>
              <a:off x="3205100" y="881600"/>
              <a:ext cx="390825" cy="66025"/>
            </a:xfrm>
            <a:custGeom>
              <a:rect b="b" l="l" r="r" t="t"/>
              <a:pathLst>
                <a:path extrusionOk="0" h="2641" w="15633">
                  <a:moveTo>
                    <a:pt x="15548" y="74"/>
                  </a:moveTo>
                  <a:lnTo>
                    <a:pt x="15548" y="2567"/>
                  </a:lnTo>
                  <a:lnTo>
                    <a:pt x="75" y="2567"/>
                  </a:lnTo>
                  <a:lnTo>
                    <a:pt x="75" y="74"/>
                  </a:lnTo>
                  <a:close/>
                  <a:moveTo>
                    <a:pt x="32" y="0"/>
                  </a:moveTo>
                  <a:cubicBezTo>
                    <a:pt x="11" y="0"/>
                    <a:pt x="1" y="22"/>
                    <a:pt x="1" y="43"/>
                  </a:cubicBezTo>
                  <a:lnTo>
                    <a:pt x="1" y="2609"/>
                  </a:lnTo>
                  <a:cubicBezTo>
                    <a:pt x="1" y="2630"/>
                    <a:pt x="11" y="2641"/>
                    <a:pt x="32" y="2641"/>
                  </a:cubicBezTo>
                  <a:lnTo>
                    <a:pt x="15590" y="2641"/>
                  </a:lnTo>
                  <a:cubicBezTo>
                    <a:pt x="15612" y="2641"/>
                    <a:pt x="15633" y="2630"/>
                    <a:pt x="15633" y="2609"/>
                  </a:cubicBezTo>
                  <a:lnTo>
                    <a:pt x="15633" y="43"/>
                  </a:lnTo>
                  <a:cubicBezTo>
                    <a:pt x="15633" y="22"/>
                    <a:pt x="15612" y="0"/>
                    <a:pt x="155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6"/>
            <p:cNvSpPr/>
            <p:nvPr/>
          </p:nvSpPr>
          <p:spPr>
            <a:xfrm>
              <a:off x="3222325" y="881600"/>
              <a:ext cx="2150" cy="66025"/>
            </a:xfrm>
            <a:custGeom>
              <a:rect b="b" l="l" r="r" t="t"/>
              <a:pathLst>
                <a:path extrusionOk="0" h="2641" w="86">
                  <a:moveTo>
                    <a:pt x="43" y="0"/>
                  </a:moveTo>
                  <a:cubicBezTo>
                    <a:pt x="22" y="0"/>
                    <a:pt x="1" y="22"/>
                    <a:pt x="1" y="43"/>
                  </a:cubicBezTo>
                  <a:lnTo>
                    <a:pt x="1" y="2609"/>
                  </a:lnTo>
                  <a:cubicBezTo>
                    <a:pt x="1" y="2630"/>
                    <a:pt x="22" y="2641"/>
                    <a:pt x="43" y="2641"/>
                  </a:cubicBezTo>
                  <a:cubicBezTo>
                    <a:pt x="64" y="2641"/>
                    <a:pt x="86" y="2630"/>
                    <a:pt x="86" y="2609"/>
                  </a:cubicBezTo>
                  <a:lnTo>
                    <a:pt x="86" y="43"/>
                  </a:lnTo>
                  <a:cubicBezTo>
                    <a:pt x="86"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6"/>
            <p:cNvSpPr/>
            <p:nvPr/>
          </p:nvSpPr>
          <p:spPr>
            <a:xfrm>
              <a:off x="3241950" y="881600"/>
              <a:ext cx="2150" cy="66025"/>
            </a:xfrm>
            <a:custGeom>
              <a:rect b="b" l="l" r="r" t="t"/>
              <a:pathLst>
                <a:path extrusionOk="0" h="2641" w="86">
                  <a:moveTo>
                    <a:pt x="43" y="0"/>
                  </a:moveTo>
                  <a:cubicBezTo>
                    <a:pt x="22" y="0"/>
                    <a:pt x="0" y="22"/>
                    <a:pt x="0" y="43"/>
                  </a:cubicBezTo>
                  <a:lnTo>
                    <a:pt x="0" y="2609"/>
                  </a:lnTo>
                  <a:cubicBezTo>
                    <a:pt x="0" y="2630"/>
                    <a:pt x="22" y="2641"/>
                    <a:pt x="43" y="2641"/>
                  </a:cubicBezTo>
                  <a:cubicBezTo>
                    <a:pt x="64" y="2641"/>
                    <a:pt x="85" y="2630"/>
                    <a:pt x="85" y="2609"/>
                  </a:cubicBezTo>
                  <a:lnTo>
                    <a:pt x="85" y="43"/>
                  </a:lnTo>
                  <a:cubicBezTo>
                    <a:pt x="85"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6"/>
            <p:cNvSpPr/>
            <p:nvPr/>
          </p:nvSpPr>
          <p:spPr>
            <a:xfrm>
              <a:off x="3261575" y="881600"/>
              <a:ext cx="2150" cy="66025"/>
            </a:xfrm>
            <a:custGeom>
              <a:rect b="b" l="l" r="r" t="t"/>
              <a:pathLst>
                <a:path extrusionOk="0" h="2641" w="86">
                  <a:moveTo>
                    <a:pt x="43" y="0"/>
                  </a:moveTo>
                  <a:cubicBezTo>
                    <a:pt x="21" y="0"/>
                    <a:pt x="0" y="22"/>
                    <a:pt x="0" y="43"/>
                  </a:cubicBezTo>
                  <a:lnTo>
                    <a:pt x="0" y="2609"/>
                  </a:lnTo>
                  <a:cubicBezTo>
                    <a:pt x="0" y="2630"/>
                    <a:pt x="21" y="2641"/>
                    <a:pt x="43" y="2641"/>
                  </a:cubicBezTo>
                  <a:cubicBezTo>
                    <a:pt x="64" y="2641"/>
                    <a:pt x="85" y="2630"/>
                    <a:pt x="85" y="2609"/>
                  </a:cubicBezTo>
                  <a:lnTo>
                    <a:pt x="85" y="43"/>
                  </a:lnTo>
                  <a:cubicBezTo>
                    <a:pt x="85"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6"/>
            <p:cNvSpPr/>
            <p:nvPr/>
          </p:nvSpPr>
          <p:spPr>
            <a:xfrm>
              <a:off x="3281475" y="881600"/>
              <a:ext cx="1850" cy="66025"/>
            </a:xfrm>
            <a:custGeom>
              <a:rect b="b" l="l" r="r" t="t"/>
              <a:pathLst>
                <a:path extrusionOk="0" h="2641" w="74">
                  <a:moveTo>
                    <a:pt x="31" y="0"/>
                  </a:moveTo>
                  <a:cubicBezTo>
                    <a:pt x="10" y="0"/>
                    <a:pt x="0" y="22"/>
                    <a:pt x="0" y="43"/>
                  </a:cubicBezTo>
                  <a:lnTo>
                    <a:pt x="0" y="2609"/>
                  </a:lnTo>
                  <a:cubicBezTo>
                    <a:pt x="0" y="2630"/>
                    <a:pt x="10" y="2641"/>
                    <a:pt x="31" y="2641"/>
                  </a:cubicBezTo>
                  <a:cubicBezTo>
                    <a:pt x="64" y="2641"/>
                    <a:pt x="74" y="2630"/>
                    <a:pt x="74" y="2609"/>
                  </a:cubicBezTo>
                  <a:lnTo>
                    <a:pt x="74" y="43"/>
                  </a:lnTo>
                  <a:cubicBezTo>
                    <a:pt x="74" y="22"/>
                    <a:pt x="64" y="0"/>
                    <a:pt x="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6"/>
            <p:cNvSpPr/>
            <p:nvPr/>
          </p:nvSpPr>
          <p:spPr>
            <a:xfrm>
              <a:off x="3301075" y="881600"/>
              <a:ext cx="2150" cy="66025"/>
            </a:xfrm>
            <a:custGeom>
              <a:rect b="b" l="l" r="r" t="t"/>
              <a:pathLst>
                <a:path extrusionOk="0" h="2641" w="86">
                  <a:moveTo>
                    <a:pt x="43" y="0"/>
                  </a:moveTo>
                  <a:cubicBezTo>
                    <a:pt x="22" y="0"/>
                    <a:pt x="1" y="22"/>
                    <a:pt x="1" y="43"/>
                  </a:cubicBezTo>
                  <a:lnTo>
                    <a:pt x="1" y="2609"/>
                  </a:lnTo>
                  <a:cubicBezTo>
                    <a:pt x="1" y="2630"/>
                    <a:pt x="22" y="2641"/>
                    <a:pt x="43" y="2641"/>
                  </a:cubicBezTo>
                  <a:cubicBezTo>
                    <a:pt x="64" y="2641"/>
                    <a:pt x="86" y="2630"/>
                    <a:pt x="86" y="2609"/>
                  </a:cubicBezTo>
                  <a:lnTo>
                    <a:pt x="86" y="43"/>
                  </a:lnTo>
                  <a:cubicBezTo>
                    <a:pt x="86"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6"/>
            <p:cNvSpPr/>
            <p:nvPr/>
          </p:nvSpPr>
          <p:spPr>
            <a:xfrm>
              <a:off x="3320700" y="881600"/>
              <a:ext cx="2150" cy="66025"/>
            </a:xfrm>
            <a:custGeom>
              <a:rect b="b" l="l" r="r" t="t"/>
              <a:pathLst>
                <a:path extrusionOk="0" h="2641" w="86">
                  <a:moveTo>
                    <a:pt x="43" y="0"/>
                  </a:moveTo>
                  <a:cubicBezTo>
                    <a:pt x="22" y="0"/>
                    <a:pt x="1" y="22"/>
                    <a:pt x="1" y="43"/>
                  </a:cubicBezTo>
                  <a:lnTo>
                    <a:pt x="1" y="2609"/>
                  </a:lnTo>
                  <a:cubicBezTo>
                    <a:pt x="1" y="2630"/>
                    <a:pt x="22" y="2641"/>
                    <a:pt x="43" y="2641"/>
                  </a:cubicBezTo>
                  <a:cubicBezTo>
                    <a:pt x="64" y="2641"/>
                    <a:pt x="85" y="2630"/>
                    <a:pt x="85" y="2609"/>
                  </a:cubicBezTo>
                  <a:lnTo>
                    <a:pt x="85" y="43"/>
                  </a:lnTo>
                  <a:cubicBezTo>
                    <a:pt x="85"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6"/>
            <p:cNvSpPr/>
            <p:nvPr/>
          </p:nvSpPr>
          <p:spPr>
            <a:xfrm>
              <a:off x="3340325" y="881600"/>
              <a:ext cx="2150" cy="66025"/>
            </a:xfrm>
            <a:custGeom>
              <a:rect b="b" l="l" r="r" t="t"/>
              <a:pathLst>
                <a:path extrusionOk="0" h="2641" w="86">
                  <a:moveTo>
                    <a:pt x="43" y="0"/>
                  </a:moveTo>
                  <a:cubicBezTo>
                    <a:pt x="22" y="0"/>
                    <a:pt x="0" y="22"/>
                    <a:pt x="0" y="43"/>
                  </a:cubicBezTo>
                  <a:lnTo>
                    <a:pt x="0" y="2609"/>
                  </a:lnTo>
                  <a:cubicBezTo>
                    <a:pt x="0" y="2630"/>
                    <a:pt x="22" y="2641"/>
                    <a:pt x="43" y="2641"/>
                  </a:cubicBezTo>
                  <a:cubicBezTo>
                    <a:pt x="64" y="2641"/>
                    <a:pt x="85" y="2630"/>
                    <a:pt x="85" y="2609"/>
                  </a:cubicBezTo>
                  <a:lnTo>
                    <a:pt x="85" y="43"/>
                  </a:lnTo>
                  <a:cubicBezTo>
                    <a:pt x="85"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6"/>
            <p:cNvSpPr/>
            <p:nvPr/>
          </p:nvSpPr>
          <p:spPr>
            <a:xfrm>
              <a:off x="3360200" y="881600"/>
              <a:ext cx="1900" cy="66025"/>
            </a:xfrm>
            <a:custGeom>
              <a:rect b="b" l="l" r="r" t="t"/>
              <a:pathLst>
                <a:path extrusionOk="0" h="2641" w="76">
                  <a:moveTo>
                    <a:pt x="33" y="0"/>
                  </a:moveTo>
                  <a:cubicBezTo>
                    <a:pt x="11" y="0"/>
                    <a:pt x="0" y="22"/>
                    <a:pt x="0" y="43"/>
                  </a:cubicBezTo>
                  <a:lnTo>
                    <a:pt x="0" y="2609"/>
                  </a:lnTo>
                  <a:cubicBezTo>
                    <a:pt x="0" y="2630"/>
                    <a:pt x="11" y="2641"/>
                    <a:pt x="33" y="2641"/>
                  </a:cubicBezTo>
                  <a:cubicBezTo>
                    <a:pt x="64" y="2641"/>
                    <a:pt x="75" y="2630"/>
                    <a:pt x="75" y="2609"/>
                  </a:cubicBezTo>
                  <a:lnTo>
                    <a:pt x="75" y="43"/>
                  </a:lnTo>
                  <a:cubicBezTo>
                    <a:pt x="75" y="22"/>
                    <a:pt x="64" y="0"/>
                    <a:pt x="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6"/>
            <p:cNvSpPr/>
            <p:nvPr/>
          </p:nvSpPr>
          <p:spPr>
            <a:xfrm>
              <a:off x="3379825" y="881600"/>
              <a:ext cx="1875" cy="66025"/>
            </a:xfrm>
            <a:custGeom>
              <a:rect b="b" l="l" r="r" t="t"/>
              <a:pathLst>
                <a:path extrusionOk="0" h="2641" w="75">
                  <a:moveTo>
                    <a:pt x="43" y="0"/>
                  </a:moveTo>
                  <a:cubicBezTo>
                    <a:pt x="11" y="0"/>
                    <a:pt x="0" y="22"/>
                    <a:pt x="0" y="43"/>
                  </a:cubicBezTo>
                  <a:lnTo>
                    <a:pt x="0" y="2609"/>
                  </a:lnTo>
                  <a:cubicBezTo>
                    <a:pt x="0" y="2630"/>
                    <a:pt x="11" y="2641"/>
                    <a:pt x="43" y="2641"/>
                  </a:cubicBezTo>
                  <a:cubicBezTo>
                    <a:pt x="64" y="2641"/>
                    <a:pt x="75" y="2630"/>
                    <a:pt x="75" y="2609"/>
                  </a:cubicBezTo>
                  <a:lnTo>
                    <a:pt x="75" y="43"/>
                  </a:lnTo>
                  <a:cubicBezTo>
                    <a:pt x="75"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6"/>
            <p:cNvSpPr/>
            <p:nvPr/>
          </p:nvSpPr>
          <p:spPr>
            <a:xfrm>
              <a:off x="3399425" y="881600"/>
              <a:ext cx="2150" cy="66025"/>
            </a:xfrm>
            <a:custGeom>
              <a:rect b="b" l="l" r="r" t="t"/>
              <a:pathLst>
                <a:path extrusionOk="0" h="2641" w="86">
                  <a:moveTo>
                    <a:pt x="43" y="0"/>
                  </a:moveTo>
                  <a:cubicBezTo>
                    <a:pt x="22" y="0"/>
                    <a:pt x="1" y="22"/>
                    <a:pt x="1" y="43"/>
                  </a:cubicBezTo>
                  <a:lnTo>
                    <a:pt x="1" y="2609"/>
                  </a:lnTo>
                  <a:cubicBezTo>
                    <a:pt x="1" y="2630"/>
                    <a:pt x="22" y="2641"/>
                    <a:pt x="43" y="2641"/>
                  </a:cubicBezTo>
                  <a:cubicBezTo>
                    <a:pt x="65" y="2641"/>
                    <a:pt x="86" y="2630"/>
                    <a:pt x="86" y="2609"/>
                  </a:cubicBezTo>
                  <a:lnTo>
                    <a:pt x="86" y="43"/>
                  </a:lnTo>
                  <a:cubicBezTo>
                    <a:pt x="86" y="22"/>
                    <a:pt x="65"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6"/>
            <p:cNvSpPr/>
            <p:nvPr/>
          </p:nvSpPr>
          <p:spPr>
            <a:xfrm>
              <a:off x="3419050" y="881600"/>
              <a:ext cx="2150" cy="66025"/>
            </a:xfrm>
            <a:custGeom>
              <a:rect b="b" l="l" r="r" t="t"/>
              <a:pathLst>
                <a:path extrusionOk="0" h="2641" w="86">
                  <a:moveTo>
                    <a:pt x="43" y="0"/>
                  </a:moveTo>
                  <a:cubicBezTo>
                    <a:pt x="22" y="0"/>
                    <a:pt x="1" y="22"/>
                    <a:pt x="1" y="43"/>
                  </a:cubicBezTo>
                  <a:lnTo>
                    <a:pt x="1" y="2609"/>
                  </a:lnTo>
                  <a:cubicBezTo>
                    <a:pt x="1" y="2630"/>
                    <a:pt x="22" y="2641"/>
                    <a:pt x="43" y="2641"/>
                  </a:cubicBezTo>
                  <a:cubicBezTo>
                    <a:pt x="64" y="2641"/>
                    <a:pt x="86" y="2630"/>
                    <a:pt x="86" y="2609"/>
                  </a:cubicBezTo>
                  <a:lnTo>
                    <a:pt x="86" y="43"/>
                  </a:lnTo>
                  <a:cubicBezTo>
                    <a:pt x="86"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6"/>
            <p:cNvSpPr/>
            <p:nvPr/>
          </p:nvSpPr>
          <p:spPr>
            <a:xfrm>
              <a:off x="3438675" y="881600"/>
              <a:ext cx="2150" cy="66025"/>
            </a:xfrm>
            <a:custGeom>
              <a:rect b="b" l="l" r="r" t="t"/>
              <a:pathLst>
                <a:path extrusionOk="0" h="2641" w="86">
                  <a:moveTo>
                    <a:pt x="43" y="0"/>
                  </a:moveTo>
                  <a:cubicBezTo>
                    <a:pt x="22" y="0"/>
                    <a:pt x="1" y="22"/>
                    <a:pt x="1" y="43"/>
                  </a:cubicBezTo>
                  <a:lnTo>
                    <a:pt x="1" y="2609"/>
                  </a:lnTo>
                  <a:cubicBezTo>
                    <a:pt x="1" y="2630"/>
                    <a:pt x="22" y="2641"/>
                    <a:pt x="43" y="2641"/>
                  </a:cubicBezTo>
                  <a:cubicBezTo>
                    <a:pt x="64" y="2641"/>
                    <a:pt x="85" y="2630"/>
                    <a:pt x="85" y="2609"/>
                  </a:cubicBezTo>
                  <a:lnTo>
                    <a:pt x="85" y="43"/>
                  </a:lnTo>
                  <a:cubicBezTo>
                    <a:pt x="85"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6"/>
            <p:cNvSpPr/>
            <p:nvPr/>
          </p:nvSpPr>
          <p:spPr>
            <a:xfrm>
              <a:off x="3458575" y="881600"/>
              <a:ext cx="1875" cy="66025"/>
            </a:xfrm>
            <a:custGeom>
              <a:rect b="b" l="l" r="r" t="t"/>
              <a:pathLst>
                <a:path extrusionOk="0" h="2641" w="75">
                  <a:moveTo>
                    <a:pt x="32" y="0"/>
                  </a:moveTo>
                  <a:cubicBezTo>
                    <a:pt x="11" y="0"/>
                    <a:pt x="0" y="22"/>
                    <a:pt x="0" y="43"/>
                  </a:cubicBezTo>
                  <a:lnTo>
                    <a:pt x="0" y="2609"/>
                  </a:lnTo>
                  <a:cubicBezTo>
                    <a:pt x="0" y="2630"/>
                    <a:pt x="11" y="2641"/>
                    <a:pt x="32" y="2641"/>
                  </a:cubicBezTo>
                  <a:cubicBezTo>
                    <a:pt x="64" y="2641"/>
                    <a:pt x="74" y="2630"/>
                    <a:pt x="74" y="2609"/>
                  </a:cubicBezTo>
                  <a:lnTo>
                    <a:pt x="74" y="43"/>
                  </a:lnTo>
                  <a:cubicBezTo>
                    <a:pt x="74" y="22"/>
                    <a:pt x="64" y="0"/>
                    <a:pt x="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6"/>
            <p:cNvSpPr/>
            <p:nvPr/>
          </p:nvSpPr>
          <p:spPr>
            <a:xfrm>
              <a:off x="3478200" y="881600"/>
              <a:ext cx="2125" cy="66025"/>
            </a:xfrm>
            <a:custGeom>
              <a:rect b="b" l="l" r="r" t="t"/>
              <a:pathLst>
                <a:path extrusionOk="0" h="2641" w="85">
                  <a:moveTo>
                    <a:pt x="43" y="0"/>
                  </a:moveTo>
                  <a:cubicBezTo>
                    <a:pt x="21" y="0"/>
                    <a:pt x="0" y="22"/>
                    <a:pt x="0" y="43"/>
                  </a:cubicBezTo>
                  <a:lnTo>
                    <a:pt x="0" y="2609"/>
                  </a:lnTo>
                  <a:cubicBezTo>
                    <a:pt x="0" y="2630"/>
                    <a:pt x="21" y="2641"/>
                    <a:pt x="43" y="2641"/>
                  </a:cubicBezTo>
                  <a:cubicBezTo>
                    <a:pt x="64" y="2641"/>
                    <a:pt x="85" y="2630"/>
                    <a:pt x="85" y="2609"/>
                  </a:cubicBezTo>
                  <a:lnTo>
                    <a:pt x="85" y="43"/>
                  </a:lnTo>
                  <a:cubicBezTo>
                    <a:pt x="85"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6"/>
            <p:cNvSpPr/>
            <p:nvPr/>
          </p:nvSpPr>
          <p:spPr>
            <a:xfrm>
              <a:off x="3497800" y="881600"/>
              <a:ext cx="2150" cy="66025"/>
            </a:xfrm>
            <a:custGeom>
              <a:rect b="b" l="l" r="r" t="t"/>
              <a:pathLst>
                <a:path extrusionOk="0" h="2641" w="86">
                  <a:moveTo>
                    <a:pt x="43" y="0"/>
                  </a:moveTo>
                  <a:cubicBezTo>
                    <a:pt x="22" y="0"/>
                    <a:pt x="1" y="22"/>
                    <a:pt x="1" y="43"/>
                  </a:cubicBezTo>
                  <a:lnTo>
                    <a:pt x="1" y="2609"/>
                  </a:lnTo>
                  <a:cubicBezTo>
                    <a:pt x="1" y="2630"/>
                    <a:pt x="22" y="2641"/>
                    <a:pt x="43" y="2641"/>
                  </a:cubicBezTo>
                  <a:cubicBezTo>
                    <a:pt x="65" y="2641"/>
                    <a:pt x="86" y="2630"/>
                    <a:pt x="86" y="2609"/>
                  </a:cubicBezTo>
                  <a:lnTo>
                    <a:pt x="86" y="43"/>
                  </a:lnTo>
                  <a:cubicBezTo>
                    <a:pt x="86" y="22"/>
                    <a:pt x="65"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6"/>
            <p:cNvSpPr/>
            <p:nvPr/>
          </p:nvSpPr>
          <p:spPr>
            <a:xfrm>
              <a:off x="3517425" y="881600"/>
              <a:ext cx="2150" cy="66025"/>
            </a:xfrm>
            <a:custGeom>
              <a:rect b="b" l="l" r="r" t="t"/>
              <a:pathLst>
                <a:path extrusionOk="0" h="2641" w="86">
                  <a:moveTo>
                    <a:pt x="43" y="0"/>
                  </a:moveTo>
                  <a:cubicBezTo>
                    <a:pt x="22" y="0"/>
                    <a:pt x="1" y="22"/>
                    <a:pt x="1" y="43"/>
                  </a:cubicBezTo>
                  <a:lnTo>
                    <a:pt x="1" y="2609"/>
                  </a:lnTo>
                  <a:cubicBezTo>
                    <a:pt x="1" y="2630"/>
                    <a:pt x="22" y="2641"/>
                    <a:pt x="43" y="2641"/>
                  </a:cubicBezTo>
                  <a:cubicBezTo>
                    <a:pt x="64" y="2641"/>
                    <a:pt x="86" y="2630"/>
                    <a:pt x="86" y="2609"/>
                  </a:cubicBezTo>
                  <a:lnTo>
                    <a:pt x="86" y="43"/>
                  </a:lnTo>
                  <a:cubicBezTo>
                    <a:pt x="86"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6"/>
            <p:cNvSpPr/>
            <p:nvPr/>
          </p:nvSpPr>
          <p:spPr>
            <a:xfrm>
              <a:off x="3537300" y="881600"/>
              <a:ext cx="1900" cy="66025"/>
            </a:xfrm>
            <a:custGeom>
              <a:rect b="b" l="l" r="r" t="t"/>
              <a:pathLst>
                <a:path extrusionOk="0" h="2641" w="76">
                  <a:moveTo>
                    <a:pt x="33" y="0"/>
                  </a:moveTo>
                  <a:cubicBezTo>
                    <a:pt x="12" y="0"/>
                    <a:pt x="1" y="22"/>
                    <a:pt x="1" y="43"/>
                  </a:cubicBezTo>
                  <a:lnTo>
                    <a:pt x="1" y="2609"/>
                  </a:lnTo>
                  <a:cubicBezTo>
                    <a:pt x="1" y="2630"/>
                    <a:pt x="12" y="2641"/>
                    <a:pt x="33" y="2641"/>
                  </a:cubicBezTo>
                  <a:cubicBezTo>
                    <a:pt x="64" y="2641"/>
                    <a:pt x="75" y="2630"/>
                    <a:pt x="75" y="2609"/>
                  </a:cubicBezTo>
                  <a:lnTo>
                    <a:pt x="75" y="43"/>
                  </a:lnTo>
                  <a:cubicBezTo>
                    <a:pt x="75" y="22"/>
                    <a:pt x="64" y="0"/>
                    <a:pt x="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6"/>
            <p:cNvSpPr/>
            <p:nvPr/>
          </p:nvSpPr>
          <p:spPr>
            <a:xfrm>
              <a:off x="3556925" y="881600"/>
              <a:ext cx="1900" cy="66025"/>
            </a:xfrm>
            <a:custGeom>
              <a:rect b="b" l="l" r="r" t="t"/>
              <a:pathLst>
                <a:path extrusionOk="0" h="2641" w="76">
                  <a:moveTo>
                    <a:pt x="43" y="0"/>
                  </a:moveTo>
                  <a:cubicBezTo>
                    <a:pt x="11" y="0"/>
                    <a:pt x="0" y="22"/>
                    <a:pt x="0" y="43"/>
                  </a:cubicBezTo>
                  <a:lnTo>
                    <a:pt x="0" y="2609"/>
                  </a:lnTo>
                  <a:cubicBezTo>
                    <a:pt x="0" y="2630"/>
                    <a:pt x="11" y="2641"/>
                    <a:pt x="43" y="2641"/>
                  </a:cubicBezTo>
                  <a:cubicBezTo>
                    <a:pt x="64" y="2641"/>
                    <a:pt x="75" y="2630"/>
                    <a:pt x="75" y="2609"/>
                  </a:cubicBezTo>
                  <a:lnTo>
                    <a:pt x="75" y="43"/>
                  </a:lnTo>
                  <a:cubicBezTo>
                    <a:pt x="75"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6"/>
            <p:cNvSpPr/>
            <p:nvPr/>
          </p:nvSpPr>
          <p:spPr>
            <a:xfrm>
              <a:off x="3576550" y="881600"/>
              <a:ext cx="2150" cy="66025"/>
            </a:xfrm>
            <a:custGeom>
              <a:rect b="b" l="l" r="r" t="t"/>
              <a:pathLst>
                <a:path extrusionOk="0" h="2641" w="86">
                  <a:moveTo>
                    <a:pt x="43" y="0"/>
                  </a:moveTo>
                  <a:cubicBezTo>
                    <a:pt x="21" y="0"/>
                    <a:pt x="0" y="22"/>
                    <a:pt x="0" y="43"/>
                  </a:cubicBezTo>
                  <a:lnTo>
                    <a:pt x="0" y="2609"/>
                  </a:lnTo>
                  <a:cubicBezTo>
                    <a:pt x="0" y="2630"/>
                    <a:pt x="21" y="2641"/>
                    <a:pt x="43" y="2641"/>
                  </a:cubicBezTo>
                  <a:cubicBezTo>
                    <a:pt x="64" y="2641"/>
                    <a:pt x="85" y="2630"/>
                    <a:pt x="85" y="2609"/>
                  </a:cubicBezTo>
                  <a:lnTo>
                    <a:pt x="85" y="43"/>
                  </a:lnTo>
                  <a:cubicBezTo>
                    <a:pt x="85"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6"/>
            <p:cNvSpPr/>
            <p:nvPr/>
          </p:nvSpPr>
          <p:spPr>
            <a:xfrm>
              <a:off x="3812775" y="933825"/>
              <a:ext cx="1875" cy="38475"/>
            </a:xfrm>
            <a:custGeom>
              <a:rect b="b" l="l" r="r" t="t"/>
              <a:pathLst>
                <a:path extrusionOk="0" h="1539" w="75">
                  <a:moveTo>
                    <a:pt x="1" y="0"/>
                  </a:moveTo>
                  <a:lnTo>
                    <a:pt x="1" y="1538"/>
                  </a:lnTo>
                  <a:lnTo>
                    <a:pt x="75" y="1538"/>
                  </a:lnTo>
                  <a:lnTo>
                    <a:pt x="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6"/>
            <p:cNvSpPr/>
            <p:nvPr/>
          </p:nvSpPr>
          <p:spPr>
            <a:xfrm>
              <a:off x="3831600" y="933825"/>
              <a:ext cx="2150" cy="38475"/>
            </a:xfrm>
            <a:custGeom>
              <a:rect b="b" l="l" r="r" t="t"/>
              <a:pathLst>
                <a:path extrusionOk="0" h="1539" w="86">
                  <a:moveTo>
                    <a:pt x="0" y="0"/>
                  </a:moveTo>
                  <a:lnTo>
                    <a:pt x="0" y="1538"/>
                  </a:lnTo>
                  <a:lnTo>
                    <a:pt x="85" y="1538"/>
                  </a:lnTo>
                  <a:lnTo>
                    <a:pt x="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6"/>
            <p:cNvSpPr/>
            <p:nvPr/>
          </p:nvSpPr>
          <p:spPr>
            <a:xfrm>
              <a:off x="3850700" y="933825"/>
              <a:ext cx="2125" cy="38475"/>
            </a:xfrm>
            <a:custGeom>
              <a:rect b="b" l="l" r="r" t="t"/>
              <a:pathLst>
                <a:path extrusionOk="0" h="1539" w="85">
                  <a:moveTo>
                    <a:pt x="0" y="0"/>
                  </a:moveTo>
                  <a:lnTo>
                    <a:pt x="0" y="1538"/>
                  </a:lnTo>
                  <a:lnTo>
                    <a:pt x="85" y="1538"/>
                  </a:lnTo>
                  <a:lnTo>
                    <a:pt x="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6"/>
            <p:cNvSpPr/>
            <p:nvPr/>
          </p:nvSpPr>
          <p:spPr>
            <a:xfrm>
              <a:off x="3869775" y="933825"/>
              <a:ext cx="2150" cy="38475"/>
            </a:xfrm>
            <a:custGeom>
              <a:rect b="b" l="l" r="r" t="t"/>
              <a:pathLst>
                <a:path extrusionOk="0" h="1539" w="86">
                  <a:moveTo>
                    <a:pt x="1" y="0"/>
                  </a:moveTo>
                  <a:lnTo>
                    <a:pt x="1" y="1538"/>
                  </a:lnTo>
                  <a:lnTo>
                    <a:pt x="85" y="1538"/>
                  </a:lnTo>
                  <a:lnTo>
                    <a:pt x="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6"/>
            <p:cNvSpPr/>
            <p:nvPr/>
          </p:nvSpPr>
          <p:spPr>
            <a:xfrm>
              <a:off x="3888875" y="933825"/>
              <a:ext cx="1875" cy="38475"/>
            </a:xfrm>
            <a:custGeom>
              <a:rect b="b" l="l" r="r" t="t"/>
              <a:pathLst>
                <a:path extrusionOk="0" h="1539" w="75">
                  <a:moveTo>
                    <a:pt x="0" y="0"/>
                  </a:moveTo>
                  <a:lnTo>
                    <a:pt x="0" y="1538"/>
                  </a:lnTo>
                  <a:lnTo>
                    <a:pt x="75" y="1538"/>
                  </a:lnTo>
                  <a:lnTo>
                    <a:pt x="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6"/>
            <p:cNvSpPr/>
            <p:nvPr/>
          </p:nvSpPr>
          <p:spPr>
            <a:xfrm>
              <a:off x="3907700" y="933825"/>
              <a:ext cx="2150" cy="38475"/>
            </a:xfrm>
            <a:custGeom>
              <a:rect b="b" l="l" r="r" t="t"/>
              <a:pathLst>
                <a:path extrusionOk="0" h="1539" w="86">
                  <a:moveTo>
                    <a:pt x="1" y="0"/>
                  </a:moveTo>
                  <a:lnTo>
                    <a:pt x="1" y="1538"/>
                  </a:lnTo>
                  <a:lnTo>
                    <a:pt x="85" y="1538"/>
                  </a:lnTo>
                  <a:lnTo>
                    <a:pt x="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6"/>
            <p:cNvSpPr/>
            <p:nvPr/>
          </p:nvSpPr>
          <p:spPr>
            <a:xfrm>
              <a:off x="3926800" y="933825"/>
              <a:ext cx="2125" cy="38475"/>
            </a:xfrm>
            <a:custGeom>
              <a:rect b="b" l="l" r="r" t="t"/>
              <a:pathLst>
                <a:path extrusionOk="0" h="1539" w="85">
                  <a:moveTo>
                    <a:pt x="0" y="0"/>
                  </a:moveTo>
                  <a:lnTo>
                    <a:pt x="0" y="1538"/>
                  </a:lnTo>
                  <a:lnTo>
                    <a:pt x="85" y="1538"/>
                  </a:lnTo>
                  <a:lnTo>
                    <a:pt x="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6"/>
            <p:cNvSpPr/>
            <p:nvPr/>
          </p:nvSpPr>
          <p:spPr>
            <a:xfrm>
              <a:off x="3945875" y="933825"/>
              <a:ext cx="2150" cy="38475"/>
            </a:xfrm>
            <a:custGeom>
              <a:rect b="b" l="l" r="r" t="t"/>
              <a:pathLst>
                <a:path extrusionOk="0" h="1539" w="86">
                  <a:moveTo>
                    <a:pt x="1" y="0"/>
                  </a:moveTo>
                  <a:lnTo>
                    <a:pt x="1" y="1538"/>
                  </a:lnTo>
                  <a:lnTo>
                    <a:pt x="86" y="1538"/>
                  </a:lnTo>
                  <a:lnTo>
                    <a:pt x="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6"/>
            <p:cNvSpPr/>
            <p:nvPr/>
          </p:nvSpPr>
          <p:spPr>
            <a:xfrm>
              <a:off x="3964975" y="933825"/>
              <a:ext cx="1875" cy="38475"/>
            </a:xfrm>
            <a:custGeom>
              <a:rect b="b" l="l" r="r" t="t"/>
              <a:pathLst>
                <a:path extrusionOk="0" h="1539" w="75">
                  <a:moveTo>
                    <a:pt x="0" y="0"/>
                  </a:moveTo>
                  <a:lnTo>
                    <a:pt x="0" y="1538"/>
                  </a:lnTo>
                  <a:lnTo>
                    <a:pt x="74" y="1538"/>
                  </a:lnTo>
                  <a:lnTo>
                    <a:pt x="7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6"/>
            <p:cNvSpPr/>
            <p:nvPr/>
          </p:nvSpPr>
          <p:spPr>
            <a:xfrm>
              <a:off x="3983775" y="933825"/>
              <a:ext cx="2150" cy="38475"/>
            </a:xfrm>
            <a:custGeom>
              <a:rect b="b" l="l" r="r" t="t"/>
              <a:pathLst>
                <a:path extrusionOk="0" h="1539" w="86">
                  <a:moveTo>
                    <a:pt x="1" y="0"/>
                  </a:moveTo>
                  <a:lnTo>
                    <a:pt x="1" y="1538"/>
                  </a:lnTo>
                  <a:lnTo>
                    <a:pt x="86" y="1538"/>
                  </a:lnTo>
                  <a:lnTo>
                    <a:pt x="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6"/>
            <p:cNvSpPr/>
            <p:nvPr/>
          </p:nvSpPr>
          <p:spPr>
            <a:xfrm>
              <a:off x="4002875" y="933825"/>
              <a:ext cx="2150" cy="38475"/>
            </a:xfrm>
            <a:custGeom>
              <a:rect b="b" l="l" r="r" t="t"/>
              <a:pathLst>
                <a:path extrusionOk="0" h="1539" w="86">
                  <a:moveTo>
                    <a:pt x="0" y="0"/>
                  </a:moveTo>
                  <a:lnTo>
                    <a:pt x="0" y="1538"/>
                  </a:lnTo>
                  <a:lnTo>
                    <a:pt x="85" y="1538"/>
                  </a:lnTo>
                  <a:lnTo>
                    <a:pt x="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6"/>
            <p:cNvSpPr/>
            <p:nvPr/>
          </p:nvSpPr>
          <p:spPr>
            <a:xfrm>
              <a:off x="3770900" y="420000"/>
              <a:ext cx="84575" cy="84600"/>
            </a:xfrm>
            <a:custGeom>
              <a:rect b="b" l="l" r="r" t="t"/>
              <a:pathLst>
                <a:path extrusionOk="0" h="3384" w="3383">
                  <a:moveTo>
                    <a:pt x="1697" y="75"/>
                  </a:moveTo>
                  <a:cubicBezTo>
                    <a:pt x="2577" y="75"/>
                    <a:pt x="3309" y="806"/>
                    <a:pt x="3309" y="1687"/>
                  </a:cubicBezTo>
                  <a:cubicBezTo>
                    <a:pt x="3309" y="2578"/>
                    <a:pt x="2577" y="3309"/>
                    <a:pt x="1697" y="3309"/>
                  </a:cubicBezTo>
                  <a:cubicBezTo>
                    <a:pt x="806" y="3309"/>
                    <a:pt x="85" y="2578"/>
                    <a:pt x="85" y="1687"/>
                  </a:cubicBezTo>
                  <a:cubicBezTo>
                    <a:pt x="85" y="806"/>
                    <a:pt x="806" y="75"/>
                    <a:pt x="1697" y="75"/>
                  </a:cubicBezTo>
                  <a:close/>
                  <a:moveTo>
                    <a:pt x="1697" y="0"/>
                  </a:moveTo>
                  <a:cubicBezTo>
                    <a:pt x="753" y="0"/>
                    <a:pt x="0" y="754"/>
                    <a:pt x="0" y="1687"/>
                  </a:cubicBezTo>
                  <a:cubicBezTo>
                    <a:pt x="0" y="2630"/>
                    <a:pt x="753" y="3384"/>
                    <a:pt x="1697" y="3384"/>
                  </a:cubicBezTo>
                  <a:cubicBezTo>
                    <a:pt x="2630" y="3384"/>
                    <a:pt x="3383" y="2630"/>
                    <a:pt x="3383" y="1687"/>
                  </a:cubicBezTo>
                  <a:cubicBezTo>
                    <a:pt x="3383" y="754"/>
                    <a:pt x="2630" y="0"/>
                    <a:pt x="16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6"/>
            <p:cNvSpPr/>
            <p:nvPr/>
          </p:nvSpPr>
          <p:spPr>
            <a:xfrm>
              <a:off x="3780700" y="429825"/>
              <a:ext cx="64975" cy="64950"/>
            </a:xfrm>
            <a:custGeom>
              <a:rect b="b" l="l" r="r" t="t"/>
              <a:pathLst>
                <a:path extrusionOk="0" h="2598" w="2599">
                  <a:moveTo>
                    <a:pt x="1305" y="74"/>
                  </a:moveTo>
                  <a:cubicBezTo>
                    <a:pt x="1973" y="74"/>
                    <a:pt x="2524" y="625"/>
                    <a:pt x="2524" y="1294"/>
                  </a:cubicBezTo>
                  <a:cubicBezTo>
                    <a:pt x="2524" y="1973"/>
                    <a:pt x="1973" y="2513"/>
                    <a:pt x="1305" y="2513"/>
                  </a:cubicBezTo>
                  <a:cubicBezTo>
                    <a:pt x="626" y="2513"/>
                    <a:pt x="85" y="1973"/>
                    <a:pt x="85" y="1294"/>
                  </a:cubicBezTo>
                  <a:cubicBezTo>
                    <a:pt x="85" y="625"/>
                    <a:pt x="626" y="74"/>
                    <a:pt x="1305" y="74"/>
                  </a:cubicBezTo>
                  <a:close/>
                  <a:moveTo>
                    <a:pt x="1305" y="0"/>
                  </a:moveTo>
                  <a:cubicBezTo>
                    <a:pt x="584" y="0"/>
                    <a:pt x="0" y="583"/>
                    <a:pt x="0" y="1294"/>
                  </a:cubicBezTo>
                  <a:cubicBezTo>
                    <a:pt x="0" y="2015"/>
                    <a:pt x="584" y="2598"/>
                    <a:pt x="1305" y="2598"/>
                  </a:cubicBezTo>
                  <a:cubicBezTo>
                    <a:pt x="2015" y="2598"/>
                    <a:pt x="2599" y="2015"/>
                    <a:pt x="2599" y="1294"/>
                  </a:cubicBezTo>
                  <a:cubicBezTo>
                    <a:pt x="2599" y="583"/>
                    <a:pt x="2015" y="0"/>
                    <a:pt x="13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6"/>
            <p:cNvSpPr/>
            <p:nvPr/>
          </p:nvSpPr>
          <p:spPr>
            <a:xfrm>
              <a:off x="3806950" y="429750"/>
              <a:ext cx="12475" cy="65025"/>
            </a:xfrm>
            <a:custGeom>
              <a:rect b="b" l="l" r="r" t="t"/>
              <a:pathLst>
                <a:path extrusionOk="0" h="2601" w="499">
                  <a:moveTo>
                    <a:pt x="250" y="82"/>
                  </a:moveTo>
                  <a:cubicBezTo>
                    <a:pt x="308" y="82"/>
                    <a:pt x="366" y="87"/>
                    <a:pt x="425" y="98"/>
                  </a:cubicBezTo>
                  <a:lnTo>
                    <a:pt x="425" y="2506"/>
                  </a:lnTo>
                  <a:cubicBezTo>
                    <a:pt x="366" y="2516"/>
                    <a:pt x="308" y="2522"/>
                    <a:pt x="250" y="2522"/>
                  </a:cubicBezTo>
                  <a:cubicBezTo>
                    <a:pt x="191" y="2522"/>
                    <a:pt x="133" y="2516"/>
                    <a:pt x="74" y="2506"/>
                  </a:cubicBezTo>
                  <a:lnTo>
                    <a:pt x="74" y="98"/>
                  </a:lnTo>
                  <a:cubicBezTo>
                    <a:pt x="133" y="87"/>
                    <a:pt x="191" y="82"/>
                    <a:pt x="250" y="82"/>
                  </a:cubicBezTo>
                  <a:close/>
                  <a:moveTo>
                    <a:pt x="250" y="0"/>
                  </a:moveTo>
                  <a:cubicBezTo>
                    <a:pt x="178" y="0"/>
                    <a:pt x="106" y="8"/>
                    <a:pt x="32" y="24"/>
                  </a:cubicBezTo>
                  <a:lnTo>
                    <a:pt x="1" y="24"/>
                  </a:lnTo>
                  <a:lnTo>
                    <a:pt x="1" y="2580"/>
                  </a:lnTo>
                  <a:lnTo>
                    <a:pt x="32" y="2580"/>
                  </a:lnTo>
                  <a:cubicBezTo>
                    <a:pt x="107" y="2601"/>
                    <a:pt x="180" y="2601"/>
                    <a:pt x="255" y="2601"/>
                  </a:cubicBezTo>
                  <a:cubicBezTo>
                    <a:pt x="319" y="2601"/>
                    <a:pt x="393" y="2601"/>
                    <a:pt x="467" y="2580"/>
                  </a:cubicBezTo>
                  <a:lnTo>
                    <a:pt x="499" y="2580"/>
                  </a:lnTo>
                  <a:lnTo>
                    <a:pt x="499" y="24"/>
                  </a:lnTo>
                  <a:lnTo>
                    <a:pt x="467" y="24"/>
                  </a:lnTo>
                  <a:cubicBezTo>
                    <a:pt x="393" y="8"/>
                    <a:pt x="321" y="0"/>
                    <a:pt x="2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6"/>
            <p:cNvSpPr/>
            <p:nvPr/>
          </p:nvSpPr>
          <p:spPr>
            <a:xfrm>
              <a:off x="3780700" y="459225"/>
              <a:ext cx="28125" cy="6150"/>
            </a:xfrm>
            <a:custGeom>
              <a:rect b="b" l="l" r="r" t="t"/>
              <a:pathLst>
                <a:path extrusionOk="0" h="246" w="1125">
                  <a:moveTo>
                    <a:pt x="1051" y="75"/>
                  </a:moveTo>
                  <a:lnTo>
                    <a:pt x="1051" y="170"/>
                  </a:lnTo>
                  <a:lnTo>
                    <a:pt x="85" y="170"/>
                  </a:lnTo>
                  <a:lnTo>
                    <a:pt x="85" y="118"/>
                  </a:lnTo>
                  <a:lnTo>
                    <a:pt x="85" y="75"/>
                  </a:lnTo>
                  <a:close/>
                  <a:moveTo>
                    <a:pt x="0" y="1"/>
                  </a:moveTo>
                  <a:lnTo>
                    <a:pt x="0" y="33"/>
                  </a:lnTo>
                  <a:lnTo>
                    <a:pt x="0" y="118"/>
                  </a:lnTo>
                  <a:lnTo>
                    <a:pt x="0" y="213"/>
                  </a:lnTo>
                  <a:lnTo>
                    <a:pt x="0" y="245"/>
                  </a:lnTo>
                  <a:lnTo>
                    <a:pt x="1124" y="245"/>
                  </a:lnTo>
                  <a:lnTo>
                    <a:pt x="11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6"/>
            <p:cNvSpPr/>
            <p:nvPr/>
          </p:nvSpPr>
          <p:spPr>
            <a:xfrm>
              <a:off x="3817550" y="459225"/>
              <a:ext cx="28125" cy="6150"/>
            </a:xfrm>
            <a:custGeom>
              <a:rect b="b" l="l" r="r" t="t"/>
              <a:pathLst>
                <a:path extrusionOk="0" h="246" w="1125">
                  <a:moveTo>
                    <a:pt x="1040" y="75"/>
                  </a:moveTo>
                  <a:cubicBezTo>
                    <a:pt x="1050" y="97"/>
                    <a:pt x="1050" y="107"/>
                    <a:pt x="1050" y="118"/>
                  </a:cubicBezTo>
                  <a:cubicBezTo>
                    <a:pt x="1050" y="139"/>
                    <a:pt x="1050" y="149"/>
                    <a:pt x="1040" y="170"/>
                  </a:cubicBezTo>
                  <a:lnTo>
                    <a:pt x="75" y="170"/>
                  </a:lnTo>
                  <a:lnTo>
                    <a:pt x="75" y="75"/>
                  </a:lnTo>
                  <a:close/>
                  <a:moveTo>
                    <a:pt x="1" y="1"/>
                  </a:moveTo>
                  <a:lnTo>
                    <a:pt x="1" y="245"/>
                  </a:lnTo>
                  <a:lnTo>
                    <a:pt x="1125" y="245"/>
                  </a:lnTo>
                  <a:lnTo>
                    <a:pt x="1125" y="213"/>
                  </a:lnTo>
                  <a:lnTo>
                    <a:pt x="1125" y="118"/>
                  </a:lnTo>
                  <a:lnTo>
                    <a:pt x="1125" y="33"/>
                  </a:lnTo>
                  <a:lnTo>
                    <a:pt x="11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6"/>
            <p:cNvSpPr/>
            <p:nvPr/>
          </p:nvSpPr>
          <p:spPr>
            <a:xfrm>
              <a:off x="3666700" y="526850"/>
              <a:ext cx="294050" cy="1875"/>
            </a:xfrm>
            <a:custGeom>
              <a:rect b="b" l="l" r="r" t="t"/>
              <a:pathLst>
                <a:path extrusionOk="0" h="75" w="11762">
                  <a:moveTo>
                    <a:pt x="0" y="1"/>
                  </a:moveTo>
                  <a:lnTo>
                    <a:pt x="0" y="74"/>
                  </a:lnTo>
                  <a:lnTo>
                    <a:pt x="11762" y="74"/>
                  </a:lnTo>
                  <a:lnTo>
                    <a:pt x="117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6"/>
            <p:cNvSpPr/>
            <p:nvPr/>
          </p:nvSpPr>
          <p:spPr>
            <a:xfrm>
              <a:off x="3646825" y="546475"/>
              <a:ext cx="2125" cy="23600"/>
            </a:xfrm>
            <a:custGeom>
              <a:rect b="b" l="l" r="r" t="t"/>
              <a:pathLst>
                <a:path extrusionOk="0" h="944" w="85">
                  <a:moveTo>
                    <a:pt x="0" y="0"/>
                  </a:moveTo>
                  <a:lnTo>
                    <a:pt x="0" y="944"/>
                  </a:lnTo>
                  <a:lnTo>
                    <a:pt x="85" y="944"/>
                  </a:lnTo>
                  <a:lnTo>
                    <a:pt x="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6"/>
            <p:cNvSpPr/>
            <p:nvPr/>
          </p:nvSpPr>
          <p:spPr>
            <a:xfrm>
              <a:off x="3674100" y="527900"/>
              <a:ext cx="2150" cy="42175"/>
            </a:xfrm>
            <a:custGeom>
              <a:rect b="b" l="l" r="r" t="t"/>
              <a:pathLst>
                <a:path extrusionOk="0" h="1687" w="86">
                  <a:moveTo>
                    <a:pt x="1" y="1"/>
                  </a:moveTo>
                  <a:lnTo>
                    <a:pt x="1" y="1687"/>
                  </a:lnTo>
                  <a:lnTo>
                    <a:pt x="86" y="1687"/>
                  </a:lnTo>
                  <a:lnTo>
                    <a:pt x="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6"/>
            <p:cNvSpPr/>
            <p:nvPr/>
          </p:nvSpPr>
          <p:spPr>
            <a:xfrm>
              <a:off x="3701425" y="527900"/>
              <a:ext cx="2150" cy="42175"/>
            </a:xfrm>
            <a:custGeom>
              <a:rect b="b" l="l" r="r" t="t"/>
              <a:pathLst>
                <a:path extrusionOk="0" h="1687" w="86">
                  <a:moveTo>
                    <a:pt x="1" y="1"/>
                  </a:moveTo>
                  <a:lnTo>
                    <a:pt x="1" y="1687"/>
                  </a:lnTo>
                  <a:lnTo>
                    <a:pt x="86" y="1687"/>
                  </a:lnTo>
                  <a:lnTo>
                    <a:pt x="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6"/>
            <p:cNvSpPr/>
            <p:nvPr/>
          </p:nvSpPr>
          <p:spPr>
            <a:xfrm>
              <a:off x="3728725" y="527900"/>
              <a:ext cx="2150" cy="42175"/>
            </a:xfrm>
            <a:custGeom>
              <a:rect b="b" l="l" r="r" t="t"/>
              <a:pathLst>
                <a:path extrusionOk="0" h="1687" w="86">
                  <a:moveTo>
                    <a:pt x="1" y="1"/>
                  </a:moveTo>
                  <a:lnTo>
                    <a:pt x="1" y="1687"/>
                  </a:lnTo>
                  <a:lnTo>
                    <a:pt x="85" y="1687"/>
                  </a:lnTo>
                  <a:lnTo>
                    <a:pt x="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6"/>
            <p:cNvSpPr/>
            <p:nvPr/>
          </p:nvSpPr>
          <p:spPr>
            <a:xfrm>
              <a:off x="3756050" y="527900"/>
              <a:ext cx="1875" cy="42175"/>
            </a:xfrm>
            <a:custGeom>
              <a:rect b="b" l="l" r="r" t="t"/>
              <a:pathLst>
                <a:path extrusionOk="0" h="1687" w="75">
                  <a:moveTo>
                    <a:pt x="0" y="1"/>
                  </a:moveTo>
                  <a:lnTo>
                    <a:pt x="0" y="1687"/>
                  </a:lnTo>
                  <a:lnTo>
                    <a:pt x="74" y="1687"/>
                  </a:lnTo>
                  <a:lnTo>
                    <a:pt x="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6"/>
            <p:cNvSpPr/>
            <p:nvPr/>
          </p:nvSpPr>
          <p:spPr>
            <a:xfrm>
              <a:off x="3783350" y="527900"/>
              <a:ext cx="1875" cy="42175"/>
            </a:xfrm>
            <a:custGeom>
              <a:rect b="b" l="l" r="r" t="t"/>
              <a:pathLst>
                <a:path extrusionOk="0" h="1687" w="75">
                  <a:moveTo>
                    <a:pt x="0" y="1"/>
                  </a:moveTo>
                  <a:lnTo>
                    <a:pt x="0" y="1687"/>
                  </a:lnTo>
                  <a:lnTo>
                    <a:pt x="75" y="1687"/>
                  </a:lnTo>
                  <a:lnTo>
                    <a:pt x="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6"/>
            <p:cNvSpPr/>
            <p:nvPr/>
          </p:nvSpPr>
          <p:spPr>
            <a:xfrm>
              <a:off x="3810675" y="527900"/>
              <a:ext cx="1850" cy="42175"/>
            </a:xfrm>
            <a:custGeom>
              <a:rect b="b" l="l" r="r" t="t"/>
              <a:pathLst>
                <a:path extrusionOk="0" h="1687" w="74">
                  <a:moveTo>
                    <a:pt x="0" y="1"/>
                  </a:moveTo>
                  <a:lnTo>
                    <a:pt x="0" y="1687"/>
                  </a:lnTo>
                  <a:lnTo>
                    <a:pt x="74" y="1687"/>
                  </a:lnTo>
                  <a:lnTo>
                    <a:pt x="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6"/>
            <p:cNvSpPr/>
            <p:nvPr/>
          </p:nvSpPr>
          <p:spPr>
            <a:xfrm>
              <a:off x="3837950" y="527900"/>
              <a:ext cx="1900" cy="42175"/>
            </a:xfrm>
            <a:custGeom>
              <a:rect b="b" l="l" r="r" t="t"/>
              <a:pathLst>
                <a:path extrusionOk="0" h="1687" w="76">
                  <a:moveTo>
                    <a:pt x="1" y="1"/>
                  </a:moveTo>
                  <a:lnTo>
                    <a:pt x="1" y="1687"/>
                  </a:lnTo>
                  <a:lnTo>
                    <a:pt x="76" y="1687"/>
                  </a:lnTo>
                  <a:lnTo>
                    <a:pt x="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6"/>
            <p:cNvSpPr/>
            <p:nvPr/>
          </p:nvSpPr>
          <p:spPr>
            <a:xfrm>
              <a:off x="3865000" y="527900"/>
              <a:ext cx="2150" cy="42175"/>
            </a:xfrm>
            <a:custGeom>
              <a:rect b="b" l="l" r="r" t="t"/>
              <a:pathLst>
                <a:path extrusionOk="0" h="1687" w="86">
                  <a:moveTo>
                    <a:pt x="1" y="1"/>
                  </a:moveTo>
                  <a:lnTo>
                    <a:pt x="1" y="1687"/>
                  </a:lnTo>
                  <a:lnTo>
                    <a:pt x="86" y="1687"/>
                  </a:lnTo>
                  <a:lnTo>
                    <a:pt x="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6"/>
            <p:cNvSpPr/>
            <p:nvPr/>
          </p:nvSpPr>
          <p:spPr>
            <a:xfrm>
              <a:off x="3892325" y="527900"/>
              <a:ext cx="2150" cy="42175"/>
            </a:xfrm>
            <a:custGeom>
              <a:rect b="b" l="l" r="r" t="t"/>
              <a:pathLst>
                <a:path extrusionOk="0" h="1687" w="86">
                  <a:moveTo>
                    <a:pt x="0" y="1"/>
                  </a:moveTo>
                  <a:lnTo>
                    <a:pt x="0" y="1687"/>
                  </a:lnTo>
                  <a:lnTo>
                    <a:pt x="85" y="1687"/>
                  </a:lnTo>
                  <a:lnTo>
                    <a:pt x="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6"/>
            <p:cNvSpPr/>
            <p:nvPr/>
          </p:nvSpPr>
          <p:spPr>
            <a:xfrm>
              <a:off x="3919625" y="527900"/>
              <a:ext cx="2150" cy="42175"/>
            </a:xfrm>
            <a:custGeom>
              <a:rect b="b" l="l" r="r" t="t"/>
              <a:pathLst>
                <a:path extrusionOk="0" h="1687" w="86">
                  <a:moveTo>
                    <a:pt x="0" y="1"/>
                  </a:moveTo>
                  <a:lnTo>
                    <a:pt x="0" y="1687"/>
                  </a:lnTo>
                  <a:lnTo>
                    <a:pt x="85" y="1687"/>
                  </a:lnTo>
                  <a:lnTo>
                    <a:pt x="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6"/>
            <p:cNvSpPr/>
            <p:nvPr/>
          </p:nvSpPr>
          <p:spPr>
            <a:xfrm>
              <a:off x="3946950" y="527900"/>
              <a:ext cx="2125" cy="42175"/>
            </a:xfrm>
            <a:custGeom>
              <a:rect b="b" l="l" r="r" t="t"/>
              <a:pathLst>
                <a:path extrusionOk="0" h="1687" w="85">
                  <a:moveTo>
                    <a:pt x="0" y="1"/>
                  </a:moveTo>
                  <a:lnTo>
                    <a:pt x="0" y="1687"/>
                  </a:lnTo>
                  <a:lnTo>
                    <a:pt x="85" y="1687"/>
                  </a:lnTo>
                  <a:lnTo>
                    <a:pt x="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6"/>
            <p:cNvSpPr/>
            <p:nvPr/>
          </p:nvSpPr>
          <p:spPr>
            <a:xfrm>
              <a:off x="3974250" y="542475"/>
              <a:ext cx="2125" cy="27600"/>
            </a:xfrm>
            <a:custGeom>
              <a:rect b="b" l="l" r="r" t="t"/>
              <a:pathLst>
                <a:path extrusionOk="0" h="1104" w="85">
                  <a:moveTo>
                    <a:pt x="0" y="1"/>
                  </a:moveTo>
                  <a:lnTo>
                    <a:pt x="0" y="1104"/>
                  </a:lnTo>
                  <a:lnTo>
                    <a:pt x="85" y="1104"/>
                  </a:lnTo>
                  <a:lnTo>
                    <a:pt x="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6"/>
            <p:cNvSpPr/>
            <p:nvPr/>
          </p:nvSpPr>
          <p:spPr>
            <a:xfrm>
              <a:off x="3675175" y="518375"/>
              <a:ext cx="277100" cy="2125"/>
            </a:xfrm>
            <a:custGeom>
              <a:rect b="b" l="l" r="r" t="t"/>
              <a:pathLst>
                <a:path extrusionOk="0" h="85" w="11084">
                  <a:moveTo>
                    <a:pt x="0" y="0"/>
                  </a:moveTo>
                  <a:lnTo>
                    <a:pt x="0" y="85"/>
                  </a:lnTo>
                  <a:lnTo>
                    <a:pt x="11083" y="85"/>
                  </a:lnTo>
                  <a:lnTo>
                    <a:pt x="110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6"/>
            <p:cNvSpPr/>
            <p:nvPr/>
          </p:nvSpPr>
          <p:spPr>
            <a:xfrm>
              <a:off x="3573100" y="716400"/>
              <a:ext cx="507750" cy="7975"/>
            </a:xfrm>
            <a:custGeom>
              <a:rect b="b" l="l" r="r" t="t"/>
              <a:pathLst>
                <a:path extrusionOk="0" h="319" w="20310">
                  <a:moveTo>
                    <a:pt x="20151" y="86"/>
                  </a:moveTo>
                  <a:cubicBezTo>
                    <a:pt x="20193" y="86"/>
                    <a:pt x="20225" y="118"/>
                    <a:pt x="20225" y="160"/>
                  </a:cubicBezTo>
                  <a:cubicBezTo>
                    <a:pt x="20225" y="203"/>
                    <a:pt x="20193" y="234"/>
                    <a:pt x="20151" y="234"/>
                  </a:cubicBezTo>
                  <a:lnTo>
                    <a:pt x="159" y="234"/>
                  </a:lnTo>
                  <a:cubicBezTo>
                    <a:pt x="117" y="234"/>
                    <a:pt x="86" y="203"/>
                    <a:pt x="86" y="160"/>
                  </a:cubicBezTo>
                  <a:cubicBezTo>
                    <a:pt x="86" y="118"/>
                    <a:pt x="117" y="86"/>
                    <a:pt x="159" y="86"/>
                  </a:cubicBezTo>
                  <a:close/>
                  <a:moveTo>
                    <a:pt x="159" y="1"/>
                  </a:moveTo>
                  <a:cubicBezTo>
                    <a:pt x="75" y="1"/>
                    <a:pt x="1" y="75"/>
                    <a:pt x="1" y="160"/>
                  </a:cubicBezTo>
                  <a:cubicBezTo>
                    <a:pt x="1" y="245"/>
                    <a:pt x="75" y="319"/>
                    <a:pt x="159" y="319"/>
                  </a:cubicBezTo>
                  <a:lnTo>
                    <a:pt x="20151" y="319"/>
                  </a:lnTo>
                  <a:cubicBezTo>
                    <a:pt x="20236" y="319"/>
                    <a:pt x="20309" y="245"/>
                    <a:pt x="20309" y="160"/>
                  </a:cubicBezTo>
                  <a:cubicBezTo>
                    <a:pt x="20309" y="75"/>
                    <a:pt x="20236" y="1"/>
                    <a:pt x="201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6"/>
            <p:cNvSpPr/>
            <p:nvPr/>
          </p:nvSpPr>
          <p:spPr>
            <a:xfrm>
              <a:off x="3159500" y="734725"/>
              <a:ext cx="452350" cy="7700"/>
            </a:xfrm>
            <a:custGeom>
              <a:rect b="b" l="l" r="r" t="t"/>
              <a:pathLst>
                <a:path extrusionOk="0" h="308" w="18094">
                  <a:moveTo>
                    <a:pt x="18019" y="85"/>
                  </a:moveTo>
                  <a:lnTo>
                    <a:pt x="18019" y="222"/>
                  </a:lnTo>
                  <a:lnTo>
                    <a:pt x="149" y="222"/>
                  </a:lnTo>
                  <a:cubicBezTo>
                    <a:pt x="107" y="222"/>
                    <a:pt x="74" y="191"/>
                    <a:pt x="74" y="159"/>
                  </a:cubicBezTo>
                  <a:cubicBezTo>
                    <a:pt x="74" y="116"/>
                    <a:pt x="107" y="85"/>
                    <a:pt x="149" y="85"/>
                  </a:cubicBezTo>
                  <a:close/>
                  <a:moveTo>
                    <a:pt x="149" y="0"/>
                  </a:moveTo>
                  <a:cubicBezTo>
                    <a:pt x="64" y="0"/>
                    <a:pt x="1" y="74"/>
                    <a:pt x="1" y="159"/>
                  </a:cubicBezTo>
                  <a:cubicBezTo>
                    <a:pt x="1" y="244"/>
                    <a:pt x="64" y="307"/>
                    <a:pt x="149" y="307"/>
                  </a:cubicBezTo>
                  <a:lnTo>
                    <a:pt x="18051" y="307"/>
                  </a:lnTo>
                  <a:cubicBezTo>
                    <a:pt x="18082" y="307"/>
                    <a:pt x="18093" y="286"/>
                    <a:pt x="18093" y="265"/>
                  </a:cubicBezTo>
                  <a:lnTo>
                    <a:pt x="18093" y="42"/>
                  </a:lnTo>
                  <a:cubicBezTo>
                    <a:pt x="18093" y="21"/>
                    <a:pt x="18082" y="0"/>
                    <a:pt x="180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6"/>
            <p:cNvSpPr/>
            <p:nvPr/>
          </p:nvSpPr>
          <p:spPr>
            <a:xfrm>
              <a:off x="3170100" y="740275"/>
              <a:ext cx="441750" cy="8775"/>
            </a:xfrm>
            <a:custGeom>
              <a:rect b="b" l="l" r="r" t="t"/>
              <a:pathLst>
                <a:path extrusionOk="0" h="351" w="17670">
                  <a:moveTo>
                    <a:pt x="17595" y="85"/>
                  </a:moveTo>
                  <a:lnTo>
                    <a:pt x="17595" y="266"/>
                  </a:lnTo>
                  <a:lnTo>
                    <a:pt x="86" y="266"/>
                  </a:lnTo>
                  <a:lnTo>
                    <a:pt x="86" y="85"/>
                  </a:lnTo>
                  <a:close/>
                  <a:moveTo>
                    <a:pt x="43" y="0"/>
                  </a:moveTo>
                  <a:cubicBezTo>
                    <a:pt x="22" y="0"/>
                    <a:pt x="1" y="22"/>
                    <a:pt x="1" y="43"/>
                  </a:cubicBezTo>
                  <a:lnTo>
                    <a:pt x="1" y="308"/>
                  </a:lnTo>
                  <a:cubicBezTo>
                    <a:pt x="1" y="329"/>
                    <a:pt x="22" y="351"/>
                    <a:pt x="43" y="351"/>
                  </a:cubicBezTo>
                  <a:lnTo>
                    <a:pt x="17627" y="351"/>
                  </a:lnTo>
                  <a:cubicBezTo>
                    <a:pt x="17658" y="351"/>
                    <a:pt x="17669" y="329"/>
                    <a:pt x="17669" y="308"/>
                  </a:cubicBezTo>
                  <a:lnTo>
                    <a:pt x="17669" y="43"/>
                  </a:lnTo>
                  <a:cubicBezTo>
                    <a:pt x="17669" y="22"/>
                    <a:pt x="17658" y="0"/>
                    <a:pt x="176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6"/>
            <p:cNvSpPr/>
            <p:nvPr/>
          </p:nvSpPr>
          <p:spPr>
            <a:xfrm>
              <a:off x="3184675" y="746900"/>
              <a:ext cx="418400" cy="17775"/>
            </a:xfrm>
            <a:custGeom>
              <a:rect b="b" l="l" r="r" t="t"/>
              <a:pathLst>
                <a:path extrusionOk="0" h="711" w="16736">
                  <a:moveTo>
                    <a:pt x="43" y="1"/>
                  </a:moveTo>
                  <a:cubicBezTo>
                    <a:pt x="22" y="1"/>
                    <a:pt x="1" y="22"/>
                    <a:pt x="1" y="43"/>
                  </a:cubicBezTo>
                  <a:lnTo>
                    <a:pt x="1" y="680"/>
                  </a:lnTo>
                  <a:cubicBezTo>
                    <a:pt x="1" y="701"/>
                    <a:pt x="22" y="711"/>
                    <a:pt x="43" y="711"/>
                  </a:cubicBezTo>
                  <a:lnTo>
                    <a:pt x="16693" y="711"/>
                  </a:lnTo>
                  <a:cubicBezTo>
                    <a:pt x="16715" y="711"/>
                    <a:pt x="16736" y="701"/>
                    <a:pt x="16736" y="680"/>
                  </a:cubicBezTo>
                  <a:cubicBezTo>
                    <a:pt x="16736" y="647"/>
                    <a:pt x="16715" y="637"/>
                    <a:pt x="16693" y="637"/>
                  </a:cubicBezTo>
                  <a:lnTo>
                    <a:pt x="86" y="637"/>
                  </a:lnTo>
                  <a:lnTo>
                    <a:pt x="86" y="43"/>
                  </a:lnTo>
                  <a:cubicBezTo>
                    <a:pt x="86" y="22"/>
                    <a:pt x="64" y="1"/>
                    <a:pt x="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6"/>
            <p:cNvSpPr/>
            <p:nvPr/>
          </p:nvSpPr>
          <p:spPr>
            <a:xfrm>
              <a:off x="3170100" y="627850"/>
              <a:ext cx="201250" cy="109000"/>
            </a:xfrm>
            <a:custGeom>
              <a:rect b="b" l="l" r="r" t="t"/>
              <a:pathLst>
                <a:path extrusionOk="0" h="4360" w="8050">
                  <a:moveTo>
                    <a:pt x="3925" y="1"/>
                  </a:moveTo>
                  <a:cubicBezTo>
                    <a:pt x="3914" y="1"/>
                    <a:pt x="3904" y="1"/>
                    <a:pt x="3893" y="12"/>
                  </a:cubicBezTo>
                  <a:lnTo>
                    <a:pt x="11" y="4285"/>
                  </a:lnTo>
                  <a:cubicBezTo>
                    <a:pt x="1" y="4306"/>
                    <a:pt x="1" y="4328"/>
                    <a:pt x="11" y="4349"/>
                  </a:cubicBezTo>
                  <a:cubicBezTo>
                    <a:pt x="22" y="4349"/>
                    <a:pt x="32" y="4360"/>
                    <a:pt x="43" y="4360"/>
                  </a:cubicBezTo>
                  <a:cubicBezTo>
                    <a:pt x="53" y="4360"/>
                    <a:pt x="65" y="4349"/>
                    <a:pt x="75" y="4339"/>
                  </a:cubicBezTo>
                  <a:lnTo>
                    <a:pt x="3935" y="86"/>
                  </a:lnTo>
                  <a:lnTo>
                    <a:pt x="8007" y="86"/>
                  </a:lnTo>
                  <a:cubicBezTo>
                    <a:pt x="8029" y="86"/>
                    <a:pt x="8050" y="64"/>
                    <a:pt x="8050" y="43"/>
                  </a:cubicBezTo>
                  <a:cubicBezTo>
                    <a:pt x="8050" y="22"/>
                    <a:pt x="8029" y="1"/>
                    <a:pt x="80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6"/>
            <p:cNvSpPr/>
            <p:nvPr/>
          </p:nvSpPr>
          <p:spPr>
            <a:xfrm>
              <a:off x="3410850" y="613550"/>
              <a:ext cx="95475" cy="93875"/>
            </a:xfrm>
            <a:custGeom>
              <a:rect b="b" l="l" r="r" t="t"/>
              <a:pathLst>
                <a:path extrusionOk="0" h="3755" w="3819">
                  <a:moveTo>
                    <a:pt x="3733" y="85"/>
                  </a:moveTo>
                  <a:lnTo>
                    <a:pt x="3733" y="3680"/>
                  </a:lnTo>
                  <a:lnTo>
                    <a:pt x="85" y="3680"/>
                  </a:lnTo>
                  <a:lnTo>
                    <a:pt x="85" y="85"/>
                  </a:lnTo>
                  <a:close/>
                  <a:moveTo>
                    <a:pt x="43" y="0"/>
                  </a:moveTo>
                  <a:cubicBezTo>
                    <a:pt x="22" y="0"/>
                    <a:pt x="0" y="21"/>
                    <a:pt x="0" y="42"/>
                  </a:cubicBezTo>
                  <a:lnTo>
                    <a:pt x="0" y="3712"/>
                  </a:lnTo>
                  <a:cubicBezTo>
                    <a:pt x="0" y="3744"/>
                    <a:pt x="22" y="3754"/>
                    <a:pt x="43" y="3754"/>
                  </a:cubicBezTo>
                  <a:lnTo>
                    <a:pt x="3776" y="3754"/>
                  </a:lnTo>
                  <a:cubicBezTo>
                    <a:pt x="3797" y="3754"/>
                    <a:pt x="3818" y="3744"/>
                    <a:pt x="3818" y="3712"/>
                  </a:cubicBezTo>
                  <a:lnTo>
                    <a:pt x="3818" y="42"/>
                  </a:lnTo>
                  <a:cubicBezTo>
                    <a:pt x="3818" y="21"/>
                    <a:pt x="3797" y="0"/>
                    <a:pt x="37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6"/>
            <p:cNvSpPr/>
            <p:nvPr/>
          </p:nvSpPr>
          <p:spPr>
            <a:xfrm>
              <a:off x="3417200" y="619650"/>
              <a:ext cx="83000" cy="81925"/>
            </a:xfrm>
            <a:custGeom>
              <a:rect b="b" l="l" r="r" t="t"/>
              <a:pathLst>
                <a:path extrusionOk="0" h="3277" w="3320">
                  <a:moveTo>
                    <a:pt x="3235" y="74"/>
                  </a:moveTo>
                  <a:lnTo>
                    <a:pt x="3235" y="3192"/>
                  </a:lnTo>
                  <a:lnTo>
                    <a:pt x="75" y="3192"/>
                  </a:lnTo>
                  <a:lnTo>
                    <a:pt x="75" y="74"/>
                  </a:lnTo>
                  <a:close/>
                  <a:moveTo>
                    <a:pt x="32" y="0"/>
                  </a:moveTo>
                  <a:cubicBezTo>
                    <a:pt x="11" y="0"/>
                    <a:pt x="1" y="22"/>
                    <a:pt x="1" y="43"/>
                  </a:cubicBezTo>
                  <a:lnTo>
                    <a:pt x="1" y="3235"/>
                  </a:lnTo>
                  <a:cubicBezTo>
                    <a:pt x="1" y="3256"/>
                    <a:pt x="11" y="3277"/>
                    <a:pt x="32" y="3277"/>
                  </a:cubicBezTo>
                  <a:lnTo>
                    <a:pt x="3278" y="3277"/>
                  </a:lnTo>
                  <a:cubicBezTo>
                    <a:pt x="3299" y="3277"/>
                    <a:pt x="3320" y="3256"/>
                    <a:pt x="3320" y="3235"/>
                  </a:cubicBezTo>
                  <a:lnTo>
                    <a:pt x="3320" y="43"/>
                  </a:lnTo>
                  <a:cubicBezTo>
                    <a:pt x="3320" y="22"/>
                    <a:pt x="3299" y="0"/>
                    <a:pt x="32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6"/>
            <p:cNvSpPr/>
            <p:nvPr/>
          </p:nvSpPr>
          <p:spPr>
            <a:xfrm>
              <a:off x="3453525" y="619650"/>
              <a:ext cx="10100" cy="81925"/>
            </a:xfrm>
            <a:custGeom>
              <a:rect b="b" l="l" r="r" t="t"/>
              <a:pathLst>
                <a:path extrusionOk="0" h="3277" w="404">
                  <a:moveTo>
                    <a:pt x="319" y="74"/>
                  </a:moveTo>
                  <a:lnTo>
                    <a:pt x="319" y="3192"/>
                  </a:lnTo>
                  <a:lnTo>
                    <a:pt x="85" y="3192"/>
                  </a:lnTo>
                  <a:lnTo>
                    <a:pt x="85" y="74"/>
                  </a:lnTo>
                  <a:close/>
                  <a:moveTo>
                    <a:pt x="43" y="0"/>
                  </a:moveTo>
                  <a:cubicBezTo>
                    <a:pt x="22" y="0"/>
                    <a:pt x="0" y="22"/>
                    <a:pt x="0" y="43"/>
                  </a:cubicBezTo>
                  <a:lnTo>
                    <a:pt x="0" y="3235"/>
                  </a:lnTo>
                  <a:cubicBezTo>
                    <a:pt x="0" y="3256"/>
                    <a:pt x="22" y="3277"/>
                    <a:pt x="43" y="3277"/>
                  </a:cubicBezTo>
                  <a:lnTo>
                    <a:pt x="361" y="3277"/>
                  </a:lnTo>
                  <a:cubicBezTo>
                    <a:pt x="382" y="3277"/>
                    <a:pt x="403" y="3256"/>
                    <a:pt x="403" y="3235"/>
                  </a:cubicBezTo>
                  <a:lnTo>
                    <a:pt x="403" y="43"/>
                  </a:lnTo>
                  <a:cubicBezTo>
                    <a:pt x="403" y="22"/>
                    <a:pt x="382" y="0"/>
                    <a:pt x="3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6"/>
            <p:cNvSpPr/>
            <p:nvPr/>
          </p:nvSpPr>
          <p:spPr>
            <a:xfrm>
              <a:off x="3417200" y="657825"/>
              <a:ext cx="38475" cy="6100"/>
            </a:xfrm>
            <a:custGeom>
              <a:rect b="b" l="l" r="r" t="t"/>
              <a:pathLst>
                <a:path extrusionOk="0" h="244" w="1539">
                  <a:moveTo>
                    <a:pt x="1453" y="85"/>
                  </a:moveTo>
                  <a:lnTo>
                    <a:pt x="1453" y="159"/>
                  </a:lnTo>
                  <a:lnTo>
                    <a:pt x="75" y="159"/>
                  </a:lnTo>
                  <a:lnTo>
                    <a:pt x="75" y="85"/>
                  </a:lnTo>
                  <a:close/>
                  <a:moveTo>
                    <a:pt x="32" y="1"/>
                  </a:moveTo>
                  <a:cubicBezTo>
                    <a:pt x="11" y="1"/>
                    <a:pt x="1" y="22"/>
                    <a:pt x="1" y="43"/>
                  </a:cubicBezTo>
                  <a:lnTo>
                    <a:pt x="1" y="202"/>
                  </a:lnTo>
                  <a:cubicBezTo>
                    <a:pt x="1" y="223"/>
                    <a:pt x="11" y="244"/>
                    <a:pt x="32" y="244"/>
                  </a:cubicBezTo>
                  <a:lnTo>
                    <a:pt x="1496" y="244"/>
                  </a:lnTo>
                  <a:cubicBezTo>
                    <a:pt x="1517" y="244"/>
                    <a:pt x="1538" y="223"/>
                    <a:pt x="1538" y="202"/>
                  </a:cubicBezTo>
                  <a:lnTo>
                    <a:pt x="1538" y="43"/>
                  </a:lnTo>
                  <a:cubicBezTo>
                    <a:pt x="1538" y="22"/>
                    <a:pt x="1517" y="1"/>
                    <a:pt x="1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6"/>
            <p:cNvSpPr/>
            <p:nvPr/>
          </p:nvSpPr>
          <p:spPr>
            <a:xfrm>
              <a:off x="3461475" y="657825"/>
              <a:ext cx="38725" cy="6100"/>
            </a:xfrm>
            <a:custGeom>
              <a:rect b="b" l="l" r="r" t="t"/>
              <a:pathLst>
                <a:path extrusionOk="0" h="244" w="1549">
                  <a:moveTo>
                    <a:pt x="1464" y="85"/>
                  </a:moveTo>
                  <a:lnTo>
                    <a:pt x="1464" y="159"/>
                  </a:lnTo>
                  <a:lnTo>
                    <a:pt x="85" y="159"/>
                  </a:lnTo>
                  <a:lnTo>
                    <a:pt x="85" y="85"/>
                  </a:lnTo>
                  <a:close/>
                  <a:moveTo>
                    <a:pt x="43" y="1"/>
                  </a:moveTo>
                  <a:cubicBezTo>
                    <a:pt x="22" y="1"/>
                    <a:pt x="1" y="22"/>
                    <a:pt x="1" y="43"/>
                  </a:cubicBezTo>
                  <a:lnTo>
                    <a:pt x="1" y="202"/>
                  </a:lnTo>
                  <a:cubicBezTo>
                    <a:pt x="1" y="223"/>
                    <a:pt x="22" y="244"/>
                    <a:pt x="43" y="244"/>
                  </a:cubicBezTo>
                  <a:lnTo>
                    <a:pt x="1507" y="244"/>
                  </a:lnTo>
                  <a:cubicBezTo>
                    <a:pt x="1528" y="244"/>
                    <a:pt x="1549" y="223"/>
                    <a:pt x="1549" y="202"/>
                  </a:cubicBezTo>
                  <a:lnTo>
                    <a:pt x="1549" y="43"/>
                  </a:lnTo>
                  <a:cubicBezTo>
                    <a:pt x="1549" y="22"/>
                    <a:pt x="1528" y="1"/>
                    <a:pt x="15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6"/>
            <p:cNvSpPr/>
            <p:nvPr/>
          </p:nvSpPr>
          <p:spPr>
            <a:xfrm>
              <a:off x="3434700" y="620700"/>
              <a:ext cx="1875" cy="38200"/>
            </a:xfrm>
            <a:custGeom>
              <a:rect b="b" l="l" r="r" t="t"/>
              <a:pathLst>
                <a:path extrusionOk="0" h="1528" w="75">
                  <a:moveTo>
                    <a:pt x="1" y="1"/>
                  </a:moveTo>
                  <a:lnTo>
                    <a:pt x="1" y="1528"/>
                  </a:lnTo>
                  <a:lnTo>
                    <a:pt x="75" y="1528"/>
                  </a:lnTo>
                  <a:lnTo>
                    <a:pt x="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6"/>
            <p:cNvSpPr/>
            <p:nvPr/>
          </p:nvSpPr>
          <p:spPr>
            <a:xfrm>
              <a:off x="3480575" y="620700"/>
              <a:ext cx="2125" cy="38200"/>
            </a:xfrm>
            <a:custGeom>
              <a:rect b="b" l="l" r="r" t="t"/>
              <a:pathLst>
                <a:path extrusionOk="0" h="1528" w="85">
                  <a:moveTo>
                    <a:pt x="0" y="1"/>
                  </a:moveTo>
                  <a:lnTo>
                    <a:pt x="0" y="1528"/>
                  </a:lnTo>
                  <a:lnTo>
                    <a:pt x="85" y="1528"/>
                  </a:lnTo>
                  <a:lnTo>
                    <a:pt x="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6"/>
            <p:cNvSpPr/>
            <p:nvPr/>
          </p:nvSpPr>
          <p:spPr>
            <a:xfrm>
              <a:off x="3391225" y="618050"/>
              <a:ext cx="21775" cy="85650"/>
            </a:xfrm>
            <a:custGeom>
              <a:rect b="b" l="l" r="r" t="t"/>
              <a:pathLst>
                <a:path extrusionOk="0" h="3426" w="871">
                  <a:moveTo>
                    <a:pt x="785" y="86"/>
                  </a:moveTo>
                  <a:lnTo>
                    <a:pt x="785" y="3341"/>
                  </a:lnTo>
                  <a:lnTo>
                    <a:pt x="85" y="3341"/>
                  </a:lnTo>
                  <a:lnTo>
                    <a:pt x="85" y="86"/>
                  </a:lnTo>
                  <a:close/>
                  <a:moveTo>
                    <a:pt x="43" y="1"/>
                  </a:moveTo>
                  <a:cubicBezTo>
                    <a:pt x="22" y="1"/>
                    <a:pt x="1" y="22"/>
                    <a:pt x="1" y="43"/>
                  </a:cubicBezTo>
                  <a:lnTo>
                    <a:pt x="1" y="3383"/>
                  </a:lnTo>
                  <a:cubicBezTo>
                    <a:pt x="1" y="3405"/>
                    <a:pt x="22" y="3426"/>
                    <a:pt x="43" y="3426"/>
                  </a:cubicBezTo>
                  <a:lnTo>
                    <a:pt x="828" y="3426"/>
                  </a:lnTo>
                  <a:cubicBezTo>
                    <a:pt x="849" y="3426"/>
                    <a:pt x="870" y="3405"/>
                    <a:pt x="870" y="3383"/>
                  </a:cubicBezTo>
                  <a:lnTo>
                    <a:pt x="870" y="43"/>
                  </a:lnTo>
                  <a:cubicBezTo>
                    <a:pt x="870" y="22"/>
                    <a:pt x="849" y="1"/>
                    <a:pt x="8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6"/>
            <p:cNvSpPr/>
            <p:nvPr/>
          </p:nvSpPr>
          <p:spPr>
            <a:xfrm>
              <a:off x="3394950" y="622025"/>
              <a:ext cx="18050" cy="75075"/>
            </a:xfrm>
            <a:custGeom>
              <a:rect b="b" l="l" r="r" t="t"/>
              <a:pathLst>
                <a:path extrusionOk="0" h="3003" w="722">
                  <a:moveTo>
                    <a:pt x="636" y="75"/>
                  </a:moveTo>
                  <a:lnTo>
                    <a:pt x="636" y="2927"/>
                  </a:lnTo>
                  <a:lnTo>
                    <a:pt x="85" y="2927"/>
                  </a:lnTo>
                  <a:lnTo>
                    <a:pt x="85" y="75"/>
                  </a:lnTo>
                  <a:close/>
                  <a:moveTo>
                    <a:pt x="43" y="0"/>
                  </a:moveTo>
                  <a:cubicBezTo>
                    <a:pt x="21" y="0"/>
                    <a:pt x="0" y="22"/>
                    <a:pt x="0" y="43"/>
                  </a:cubicBezTo>
                  <a:lnTo>
                    <a:pt x="0" y="2960"/>
                  </a:lnTo>
                  <a:cubicBezTo>
                    <a:pt x="0" y="2991"/>
                    <a:pt x="21" y="3002"/>
                    <a:pt x="43" y="3002"/>
                  </a:cubicBezTo>
                  <a:lnTo>
                    <a:pt x="679" y="3002"/>
                  </a:lnTo>
                  <a:cubicBezTo>
                    <a:pt x="700" y="3002"/>
                    <a:pt x="721" y="2991"/>
                    <a:pt x="721" y="2960"/>
                  </a:cubicBezTo>
                  <a:lnTo>
                    <a:pt x="721" y="43"/>
                  </a:lnTo>
                  <a:cubicBezTo>
                    <a:pt x="721" y="22"/>
                    <a:pt x="700" y="0"/>
                    <a:pt x="6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6"/>
            <p:cNvSpPr/>
            <p:nvPr/>
          </p:nvSpPr>
          <p:spPr>
            <a:xfrm>
              <a:off x="3394950" y="655425"/>
              <a:ext cx="18050" cy="7450"/>
            </a:xfrm>
            <a:custGeom>
              <a:rect b="b" l="l" r="r" t="t"/>
              <a:pathLst>
                <a:path extrusionOk="0" h="298" w="722">
                  <a:moveTo>
                    <a:pt x="636" y="75"/>
                  </a:moveTo>
                  <a:lnTo>
                    <a:pt x="636" y="224"/>
                  </a:lnTo>
                  <a:lnTo>
                    <a:pt x="85" y="224"/>
                  </a:lnTo>
                  <a:lnTo>
                    <a:pt x="85" y="75"/>
                  </a:lnTo>
                  <a:close/>
                  <a:moveTo>
                    <a:pt x="43" y="1"/>
                  </a:moveTo>
                  <a:cubicBezTo>
                    <a:pt x="21" y="1"/>
                    <a:pt x="0" y="12"/>
                    <a:pt x="0" y="43"/>
                  </a:cubicBezTo>
                  <a:lnTo>
                    <a:pt x="0" y="266"/>
                  </a:lnTo>
                  <a:cubicBezTo>
                    <a:pt x="0" y="287"/>
                    <a:pt x="21" y="298"/>
                    <a:pt x="43" y="298"/>
                  </a:cubicBezTo>
                  <a:lnTo>
                    <a:pt x="679" y="298"/>
                  </a:lnTo>
                  <a:cubicBezTo>
                    <a:pt x="700" y="298"/>
                    <a:pt x="721" y="287"/>
                    <a:pt x="721" y="266"/>
                  </a:cubicBezTo>
                  <a:lnTo>
                    <a:pt x="721" y="43"/>
                  </a:lnTo>
                  <a:cubicBezTo>
                    <a:pt x="721" y="12"/>
                    <a:pt x="700" y="1"/>
                    <a:pt x="6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6"/>
            <p:cNvSpPr/>
            <p:nvPr/>
          </p:nvSpPr>
          <p:spPr>
            <a:xfrm>
              <a:off x="3504175" y="618050"/>
              <a:ext cx="21775" cy="85650"/>
            </a:xfrm>
            <a:custGeom>
              <a:rect b="b" l="l" r="r" t="t"/>
              <a:pathLst>
                <a:path extrusionOk="0" h="3426" w="871">
                  <a:moveTo>
                    <a:pt x="785" y="86"/>
                  </a:moveTo>
                  <a:lnTo>
                    <a:pt x="785" y="3341"/>
                  </a:lnTo>
                  <a:lnTo>
                    <a:pt x="85" y="3341"/>
                  </a:lnTo>
                  <a:lnTo>
                    <a:pt x="85" y="86"/>
                  </a:lnTo>
                  <a:close/>
                  <a:moveTo>
                    <a:pt x="43" y="1"/>
                  </a:moveTo>
                  <a:cubicBezTo>
                    <a:pt x="22" y="1"/>
                    <a:pt x="0" y="22"/>
                    <a:pt x="0" y="43"/>
                  </a:cubicBezTo>
                  <a:lnTo>
                    <a:pt x="0" y="3383"/>
                  </a:lnTo>
                  <a:cubicBezTo>
                    <a:pt x="0" y="3405"/>
                    <a:pt x="22" y="3426"/>
                    <a:pt x="43" y="3426"/>
                  </a:cubicBezTo>
                  <a:lnTo>
                    <a:pt x="828" y="3426"/>
                  </a:lnTo>
                  <a:cubicBezTo>
                    <a:pt x="849" y="3426"/>
                    <a:pt x="870" y="3405"/>
                    <a:pt x="870" y="3383"/>
                  </a:cubicBezTo>
                  <a:lnTo>
                    <a:pt x="870" y="43"/>
                  </a:lnTo>
                  <a:cubicBezTo>
                    <a:pt x="870" y="22"/>
                    <a:pt x="849" y="1"/>
                    <a:pt x="8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6"/>
            <p:cNvSpPr/>
            <p:nvPr/>
          </p:nvSpPr>
          <p:spPr>
            <a:xfrm>
              <a:off x="3504175" y="622025"/>
              <a:ext cx="18050" cy="75075"/>
            </a:xfrm>
            <a:custGeom>
              <a:rect b="b" l="l" r="r" t="t"/>
              <a:pathLst>
                <a:path extrusionOk="0" h="3003" w="722">
                  <a:moveTo>
                    <a:pt x="637" y="75"/>
                  </a:moveTo>
                  <a:lnTo>
                    <a:pt x="637" y="2927"/>
                  </a:lnTo>
                  <a:lnTo>
                    <a:pt x="85" y="2927"/>
                  </a:lnTo>
                  <a:lnTo>
                    <a:pt x="85" y="75"/>
                  </a:lnTo>
                  <a:close/>
                  <a:moveTo>
                    <a:pt x="43" y="0"/>
                  </a:moveTo>
                  <a:cubicBezTo>
                    <a:pt x="22" y="0"/>
                    <a:pt x="0" y="22"/>
                    <a:pt x="0" y="43"/>
                  </a:cubicBezTo>
                  <a:lnTo>
                    <a:pt x="0" y="2960"/>
                  </a:lnTo>
                  <a:cubicBezTo>
                    <a:pt x="0" y="2991"/>
                    <a:pt x="22" y="3002"/>
                    <a:pt x="43" y="3002"/>
                  </a:cubicBezTo>
                  <a:lnTo>
                    <a:pt x="679" y="3002"/>
                  </a:lnTo>
                  <a:cubicBezTo>
                    <a:pt x="700" y="3002"/>
                    <a:pt x="722" y="2991"/>
                    <a:pt x="722" y="2960"/>
                  </a:cubicBezTo>
                  <a:lnTo>
                    <a:pt x="722" y="43"/>
                  </a:lnTo>
                  <a:cubicBezTo>
                    <a:pt x="722" y="22"/>
                    <a:pt x="700" y="0"/>
                    <a:pt x="6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6"/>
            <p:cNvSpPr/>
            <p:nvPr/>
          </p:nvSpPr>
          <p:spPr>
            <a:xfrm>
              <a:off x="3504175" y="655425"/>
              <a:ext cx="18050" cy="7450"/>
            </a:xfrm>
            <a:custGeom>
              <a:rect b="b" l="l" r="r" t="t"/>
              <a:pathLst>
                <a:path extrusionOk="0" h="298" w="722">
                  <a:moveTo>
                    <a:pt x="637" y="75"/>
                  </a:moveTo>
                  <a:lnTo>
                    <a:pt x="637" y="224"/>
                  </a:lnTo>
                  <a:lnTo>
                    <a:pt x="85" y="224"/>
                  </a:lnTo>
                  <a:lnTo>
                    <a:pt x="85" y="75"/>
                  </a:lnTo>
                  <a:close/>
                  <a:moveTo>
                    <a:pt x="43" y="1"/>
                  </a:moveTo>
                  <a:cubicBezTo>
                    <a:pt x="22" y="1"/>
                    <a:pt x="0" y="12"/>
                    <a:pt x="0" y="43"/>
                  </a:cubicBezTo>
                  <a:lnTo>
                    <a:pt x="0" y="266"/>
                  </a:lnTo>
                  <a:cubicBezTo>
                    <a:pt x="0" y="287"/>
                    <a:pt x="22" y="298"/>
                    <a:pt x="43" y="298"/>
                  </a:cubicBezTo>
                  <a:lnTo>
                    <a:pt x="679" y="298"/>
                  </a:lnTo>
                  <a:cubicBezTo>
                    <a:pt x="700" y="298"/>
                    <a:pt x="722" y="287"/>
                    <a:pt x="722" y="266"/>
                  </a:cubicBezTo>
                  <a:lnTo>
                    <a:pt x="722" y="43"/>
                  </a:lnTo>
                  <a:cubicBezTo>
                    <a:pt x="722" y="12"/>
                    <a:pt x="700" y="1"/>
                    <a:pt x="6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6"/>
            <p:cNvSpPr/>
            <p:nvPr/>
          </p:nvSpPr>
          <p:spPr>
            <a:xfrm>
              <a:off x="3369500" y="599750"/>
              <a:ext cx="9550" cy="107675"/>
            </a:xfrm>
            <a:custGeom>
              <a:rect b="b" l="l" r="r" t="t"/>
              <a:pathLst>
                <a:path extrusionOk="0" h="4307" w="382">
                  <a:moveTo>
                    <a:pt x="297" y="85"/>
                  </a:moveTo>
                  <a:lnTo>
                    <a:pt x="297" y="4232"/>
                  </a:lnTo>
                  <a:lnTo>
                    <a:pt x="85" y="4232"/>
                  </a:lnTo>
                  <a:lnTo>
                    <a:pt x="85" y="85"/>
                  </a:lnTo>
                  <a:close/>
                  <a:moveTo>
                    <a:pt x="42" y="1"/>
                  </a:moveTo>
                  <a:cubicBezTo>
                    <a:pt x="21" y="1"/>
                    <a:pt x="0" y="22"/>
                    <a:pt x="0" y="43"/>
                  </a:cubicBezTo>
                  <a:lnTo>
                    <a:pt x="0" y="4264"/>
                  </a:lnTo>
                  <a:cubicBezTo>
                    <a:pt x="0" y="4296"/>
                    <a:pt x="21" y="4306"/>
                    <a:pt x="42" y="4306"/>
                  </a:cubicBezTo>
                  <a:lnTo>
                    <a:pt x="339" y="4306"/>
                  </a:lnTo>
                  <a:cubicBezTo>
                    <a:pt x="361" y="4306"/>
                    <a:pt x="382" y="4296"/>
                    <a:pt x="382" y="4264"/>
                  </a:cubicBezTo>
                  <a:lnTo>
                    <a:pt x="382" y="43"/>
                  </a:lnTo>
                  <a:cubicBezTo>
                    <a:pt x="382" y="22"/>
                    <a:pt x="361" y="1"/>
                    <a:pt x="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6"/>
            <p:cNvSpPr/>
            <p:nvPr/>
          </p:nvSpPr>
          <p:spPr>
            <a:xfrm>
              <a:off x="3538100" y="599750"/>
              <a:ext cx="9575" cy="107675"/>
            </a:xfrm>
            <a:custGeom>
              <a:rect b="b" l="l" r="r" t="t"/>
              <a:pathLst>
                <a:path extrusionOk="0" h="4307" w="383">
                  <a:moveTo>
                    <a:pt x="298" y="85"/>
                  </a:moveTo>
                  <a:lnTo>
                    <a:pt x="298" y="4232"/>
                  </a:lnTo>
                  <a:lnTo>
                    <a:pt x="86" y="4232"/>
                  </a:lnTo>
                  <a:lnTo>
                    <a:pt x="86" y="85"/>
                  </a:lnTo>
                  <a:close/>
                  <a:moveTo>
                    <a:pt x="43" y="1"/>
                  </a:moveTo>
                  <a:cubicBezTo>
                    <a:pt x="22" y="1"/>
                    <a:pt x="1" y="22"/>
                    <a:pt x="1" y="43"/>
                  </a:cubicBezTo>
                  <a:lnTo>
                    <a:pt x="1" y="4264"/>
                  </a:lnTo>
                  <a:cubicBezTo>
                    <a:pt x="1" y="4296"/>
                    <a:pt x="22" y="4306"/>
                    <a:pt x="43" y="4306"/>
                  </a:cubicBezTo>
                  <a:lnTo>
                    <a:pt x="340" y="4306"/>
                  </a:lnTo>
                  <a:cubicBezTo>
                    <a:pt x="361" y="4306"/>
                    <a:pt x="383" y="4296"/>
                    <a:pt x="383" y="4264"/>
                  </a:cubicBezTo>
                  <a:lnTo>
                    <a:pt x="383" y="43"/>
                  </a:lnTo>
                  <a:cubicBezTo>
                    <a:pt x="383" y="22"/>
                    <a:pt x="361" y="1"/>
                    <a:pt x="3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6"/>
            <p:cNvSpPr/>
            <p:nvPr/>
          </p:nvSpPr>
          <p:spPr>
            <a:xfrm>
              <a:off x="3359950" y="591275"/>
              <a:ext cx="197275" cy="10625"/>
            </a:xfrm>
            <a:custGeom>
              <a:rect b="b" l="l" r="r" t="t"/>
              <a:pathLst>
                <a:path extrusionOk="0" h="425" w="7891">
                  <a:moveTo>
                    <a:pt x="7806" y="75"/>
                  </a:moveTo>
                  <a:lnTo>
                    <a:pt x="7806" y="340"/>
                  </a:lnTo>
                  <a:lnTo>
                    <a:pt x="85" y="340"/>
                  </a:lnTo>
                  <a:lnTo>
                    <a:pt x="85" y="75"/>
                  </a:lnTo>
                  <a:close/>
                  <a:moveTo>
                    <a:pt x="0" y="0"/>
                  </a:moveTo>
                  <a:lnTo>
                    <a:pt x="0" y="424"/>
                  </a:lnTo>
                  <a:lnTo>
                    <a:pt x="7890" y="424"/>
                  </a:lnTo>
                  <a:lnTo>
                    <a:pt x="789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6"/>
            <p:cNvSpPr/>
            <p:nvPr/>
          </p:nvSpPr>
          <p:spPr>
            <a:xfrm>
              <a:off x="3351175" y="534800"/>
              <a:ext cx="214800" cy="58350"/>
            </a:xfrm>
            <a:custGeom>
              <a:rect b="b" l="l" r="r" t="t"/>
              <a:pathLst>
                <a:path extrusionOk="0" h="2334" w="8592">
                  <a:moveTo>
                    <a:pt x="6385" y="86"/>
                  </a:moveTo>
                  <a:lnTo>
                    <a:pt x="8517" y="2026"/>
                  </a:lnTo>
                  <a:lnTo>
                    <a:pt x="8517" y="2259"/>
                  </a:lnTo>
                  <a:lnTo>
                    <a:pt x="75" y="2259"/>
                  </a:lnTo>
                  <a:lnTo>
                    <a:pt x="75" y="2026"/>
                  </a:lnTo>
                  <a:lnTo>
                    <a:pt x="2197" y="86"/>
                  </a:lnTo>
                  <a:close/>
                  <a:moveTo>
                    <a:pt x="2185" y="1"/>
                  </a:moveTo>
                  <a:cubicBezTo>
                    <a:pt x="2175" y="1"/>
                    <a:pt x="2164" y="11"/>
                    <a:pt x="2154" y="11"/>
                  </a:cubicBezTo>
                  <a:lnTo>
                    <a:pt x="12" y="1983"/>
                  </a:lnTo>
                  <a:cubicBezTo>
                    <a:pt x="1" y="1983"/>
                    <a:pt x="1" y="1994"/>
                    <a:pt x="1" y="2005"/>
                  </a:cubicBezTo>
                  <a:lnTo>
                    <a:pt x="1" y="2302"/>
                  </a:lnTo>
                  <a:cubicBezTo>
                    <a:pt x="1" y="2323"/>
                    <a:pt x="12" y="2334"/>
                    <a:pt x="43" y="2334"/>
                  </a:cubicBezTo>
                  <a:lnTo>
                    <a:pt x="8560" y="2334"/>
                  </a:lnTo>
                  <a:cubicBezTo>
                    <a:pt x="8581" y="2334"/>
                    <a:pt x="8591" y="2323"/>
                    <a:pt x="8591" y="2302"/>
                  </a:cubicBezTo>
                  <a:lnTo>
                    <a:pt x="8591" y="2005"/>
                  </a:lnTo>
                  <a:cubicBezTo>
                    <a:pt x="8591" y="1994"/>
                    <a:pt x="8591" y="1983"/>
                    <a:pt x="8581" y="1983"/>
                  </a:cubicBezTo>
                  <a:lnTo>
                    <a:pt x="6428" y="11"/>
                  </a:lnTo>
                  <a:cubicBezTo>
                    <a:pt x="6417" y="11"/>
                    <a:pt x="6406" y="1"/>
                    <a:pt x="63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6"/>
            <p:cNvSpPr/>
            <p:nvPr/>
          </p:nvSpPr>
          <p:spPr>
            <a:xfrm>
              <a:off x="3546600" y="627850"/>
              <a:ext cx="71325" cy="2150"/>
            </a:xfrm>
            <a:custGeom>
              <a:rect b="b" l="l" r="r" t="t"/>
              <a:pathLst>
                <a:path extrusionOk="0" h="86" w="2853">
                  <a:moveTo>
                    <a:pt x="0" y="1"/>
                  </a:moveTo>
                  <a:lnTo>
                    <a:pt x="0" y="86"/>
                  </a:lnTo>
                  <a:lnTo>
                    <a:pt x="2853" y="86"/>
                  </a:lnTo>
                  <a:lnTo>
                    <a:pt x="28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6"/>
            <p:cNvSpPr/>
            <p:nvPr/>
          </p:nvSpPr>
          <p:spPr>
            <a:xfrm>
              <a:off x="3352250" y="584125"/>
              <a:ext cx="212925" cy="1875"/>
            </a:xfrm>
            <a:custGeom>
              <a:rect b="b" l="l" r="r" t="t"/>
              <a:pathLst>
                <a:path extrusionOk="0" h="75" w="8517">
                  <a:moveTo>
                    <a:pt x="0" y="0"/>
                  </a:moveTo>
                  <a:lnTo>
                    <a:pt x="0" y="74"/>
                  </a:lnTo>
                  <a:lnTo>
                    <a:pt x="8517" y="74"/>
                  </a:lnTo>
                  <a:lnTo>
                    <a:pt x="85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6"/>
            <p:cNvSpPr/>
            <p:nvPr/>
          </p:nvSpPr>
          <p:spPr>
            <a:xfrm>
              <a:off x="3284900" y="550175"/>
              <a:ext cx="104225" cy="79300"/>
            </a:xfrm>
            <a:custGeom>
              <a:rect b="b" l="l" r="r" t="t"/>
              <a:pathLst>
                <a:path extrusionOk="0" h="3172" w="4169">
                  <a:moveTo>
                    <a:pt x="2758" y="1"/>
                  </a:moveTo>
                  <a:cubicBezTo>
                    <a:pt x="2748" y="1"/>
                    <a:pt x="2737" y="11"/>
                    <a:pt x="2737" y="22"/>
                  </a:cubicBezTo>
                  <a:lnTo>
                    <a:pt x="1" y="3119"/>
                  </a:lnTo>
                  <a:lnTo>
                    <a:pt x="64" y="3171"/>
                  </a:lnTo>
                  <a:lnTo>
                    <a:pt x="2779" y="86"/>
                  </a:lnTo>
                  <a:lnTo>
                    <a:pt x="4169" y="86"/>
                  </a:lnTo>
                  <a:lnTo>
                    <a:pt x="41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6"/>
            <p:cNvSpPr/>
            <p:nvPr/>
          </p:nvSpPr>
          <p:spPr>
            <a:xfrm>
              <a:off x="3528025" y="550175"/>
              <a:ext cx="70550" cy="2150"/>
            </a:xfrm>
            <a:custGeom>
              <a:rect b="b" l="l" r="r" t="t"/>
              <a:pathLst>
                <a:path extrusionOk="0" h="86" w="2822">
                  <a:moveTo>
                    <a:pt x="1" y="1"/>
                  </a:moveTo>
                  <a:lnTo>
                    <a:pt x="1" y="86"/>
                  </a:lnTo>
                  <a:lnTo>
                    <a:pt x="2822" y="86"/>
                  </a:lnTo>
                  <a:lnTo>
                    <a:pt x="28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6"/>
            <p:cNvSpPr/>
            <p:nvPr/>
          </p:nvSpPr>
          <p:spPr>
            <a:xfrm>
              <a:off x="3763725" y="971475"/>
              <a:ext cx="304675" cy="14600"/>
            </a:xfrm>
            <a:custGeom>
              <a:rect b="b" l="l" r="r" t="t"/>
              <a:pathLst>
                <a:path extrusionOk="0" h="584" w="12187">
                  <a:moveTo>
                    <a:pt x="12006" y="85"/>
                  </a:moveTo>
                  <a:cubicBezTo>
                    <a:pt x="12059" y="85"/>
                    <a:pt x="12102" y="127"/>
                    <a:pt x="12102" y="181"/>
                  </a:cubicBezTo>
                  <a:lnTo>
                    <a:pt x="12102" y="414"/>
                  </a:lnTo>
                  <a:cubicBezTo>
                    <a:pt x="12102" y="467"/>
                    <a:pt x="12059" y="509"/>
                    <a:pt x="12006" y="509"/>
                  </a:cubicBezTo>
                  <a:lnTo>
                    <a:pt x="85" y="509"/>
                  </a:lnTo>
                  <a:lnTo>
                    <a:pt x="85" y="85"/>
                  </a:lnTo>
                  <a:close/>
                  <a:moveTo>
                    <a:pt x="43" y="0"/>
                  </a:moveTo>
                  <a:cubicBezTo>
                    <a:pt x="22" y="0"/>
                    <a:pt x="1" y="21"/>
                    <a:pt x="1" y="42"/>
                  </a:cubicBezTo>
                  <a:lnTo>
                    <a:pt x="1" y="552"/>
                  </a:lnTo>
                  <a:cubicBezTo>
                    <a:pt x="1" y="573"/>
                    <a:pt x="22" y="584"/>
                    <a:pt x="43" y="584"/>
                  </a:cubicBezTo>
                  <a:lnTo>
                    <a:pt x="12006" y="584"/>
                  </a:lnTo>
                  <a:cubicBezTo>
                    <a:pt x="12112" y="584"/>
                    <a:pt x="12186" y="509"/>
                    <a:pt x="12186" y="414"/>
                  </a:cubicBezTo>
                  <a:lnTo>
                    <a:pt x="12186" y="181"/>
                  </a:lnTo>
                  <a:cubicBezTo>
                    <a:pt x="12186" y="85"/>
                    <a:pt x="12112" y="0"/>
                    <a:pt x="120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6"/>
            <p:cNvSpPr/>
            <p:nvPr/>
          </p:nvSpPr>
          <p:spPr>
            <a:xfrm>
              <a:off x="3576550" y="971475"/>
              <a:ext cx="56500" cy="14600"/>
            </a:xfrm>
            <a:custGeom>
              <a:rect b="b" l="l" r="r" t="t"/>
              <a:pathLst>
                <a:path extrusionOk="0" h="584" w="2260">
                  <a:moveTo>
                    <a:pt x="2185" y="85"/>
                  </a:moveTo>
                  <a:lnTo>
                    <a:pt x="2185" y="509"/>
                  </a:lnTo>
                  <a:lnTo>
                    <a:pt x="181" y="509"/>
                  </a:lnTo>
                  <a:cubicBezTo>
                    <a:pt x="128" y="509"/>
                    <a:pt x="85" y="467"/>
                    <a:pt x="85" y="414"/>
                  </a:cubicBezTo>
                  <a:lnTo>
                    <a:pt x="85" y="181"/>
                  </a:lnTo>
                  <a:cubicBezTo>
                    <a:pt x="85" y="127"/>
                    <a:pt x="128" y="85"/>
                    <a:pt x="181" y="85"/>
                  </a:cubicBezTo>
                  <a:close/>
                  <a:moveTo>
                    <a:pt x="181" y="0"/>
                  </a:moveTo>
                  <a:cubicBezTo>
                    <a:pt x="75" y="0"/>
                    <a:pt x="0" y="85"/>
                    <a:pt x="0" y="181"/>
                  </a:cubicBezTo>
                  <a:lnTo>
                    <a:pt x="0" y="414"/>
                  </a:lnTo>
                  <a:cubicBezTo>
                    <a:pt x="0" y="509"/>
                    <a:pt x="75" y="584"/>
                    <a:pt x="181" y="584"/>
                  </a:cubicBezTo>
                  <a:lnTo>
                    <a:pt x="2227" y="584"/>
                  </a:lnTo>
                  <a:cubicBezTo>
                    <a:pt x="2249" y="584"/>
                    <a:pt x="2260" y="573"/>
                    <a:pt x="2260" y="552"/>
                  </a:cubicBezTo>
                  <a:lnTo>
                    <a:pt x="2260" y="42"/>
                  </a:lnTo>
                  <a:cubicBezTo>
                    <a:pt x="2260" y="21"/>
                    <a:pt x="2249"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6"/>
            <p:cNvSpPr/>
            <p:nvPr/>
          </p:nvSpPr>
          <p:spPr>
            <a:xfrm>
              <a:off x="3197150" y="958475"/>
              <a:ext cx="856125" cy="108450"/>
            </a:xfrm>
            <a:custGeom>
              <a:rect b="b" l="l" r="r" t="t"/>
              <a:pathLst>
                <a:path extrusionOk="0" h="4338" w="34245">
                  <a:moveTo>
                    <a:pt x="43" y="1"/>
                  </a:moveTo>
                  <a:cubicBezTo>
                    <a:pt x="22" y="1"/>
                    <a:pt x="1" y="22"/>
                    <a:pt x="1" y="43"/>
                  </a:cubicBezTo>
                  <a:lnTo>
                    <a:pt x="1" y="4296"/>
                  </a:lnTo>
                  <a:cubicBezTo>
                    <a:pt x="1" y="4317"/>
                    <a:pt x="22" y="4338"/>
                    <a:pt x="43" y="4338"/>
                  </a:cubicBezTo>
                  <a:lnTo>
                    <a:pt x="34202" y="4338"/>
                  </a:lnTo>
                  <a:cubicBezTo>
                    <a:pt x="34223" y="4338"/>
                    <a:pt x="34244" y="4317"/>
                    <a:pt x="34244" y="4296"/>
                  </a:cubicBezTo>
                  <a:lnTo>
                    <a:pt x="34244" y="1072"/>
                  </a:lnTo>
                  <a:cubicBezTo>
                    <a:pt x="34244" y="1040"/>
                    <a:pt x="34223" y="1029"/>
                    <a:pt x="34202" y="1029"/>
                  </a:cubicBezTo>
                  <a:cubicBezTo>
                    <a:pt x="34181" y="1029"/>
                    <a:pt x="34160" y="1040"/>
                    <a:pt x="34160" y="1072"/>
                  </a:cubicBezTo>
                  <a:lnTo>
                    <a:pt x="34160" y="4253"/>
                  </a:lnTo>
                  <a:lnTo>
                    <a:pt x="85" y="4253"/>
                  </a:lnTo>
                  <a:lnTo>
                    <a:pt x="85" y="43"/>
                  </a:lnTo>
                  <a:cubicBezTo>
                    <a:pt x="85" y="22"/>
                    <a:pt x="64" y="1"/>
                    <a:pt x="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6"/>
            <p:cNvSpPr/>
            <p:nvPr/>
          </p:nvSpPr>
          <p:spPr>
            <a:xfrm>
              <a:off x="3183375" y="945750"/>
              <a:ext cx="412550" cy="14875"/>
            </a:xfrm>
            <a:custGeom>
              <a:rect b="b" l="l" r="r" t="t"/>
              <a:pathLst>
                <a:path extrusionOk="0" h="595" w="16502">
                  <a:moveTo>
                    <a:pt x="16417" y="75"/>
                  </a:moveTo>
                  <a:lnTo>
                    <a:pt x="16417" y="510"/>
                  </a:lnTo>
                  <a:lnTo>
                    <a:pt x="180" y="510"/>
                  </a:lnTo>
                  <a:cubicBezTo>
                    <a:pt x="127" y="510"/>
                    <a:pt x="85" y="467"/>
                    <a:pt x="85" y="414"/>
                  </a:cubicBezTo>
                  <a:lnTo>
                    <a:pt x="85" y="170"/>
                  </a:lnTo>
                  <a:cubicBezTo>
                    <a:pt x="85" y="117"/>
                    <a:pt x="127" y="75"/>
                    <a:pt x="180" y="75"/>
                  </a:cubicBezTo>
                  <a:close/>
                  <a:moveTo>
                    <a:pt x="180" y="1"/>
                  </a:moveTo>
                  <a:cubicBezTo>
                    <a:pt x="85" y="1"/>
                    <a:pt x="0" y="75"/>
                    <a:pt x="0" y="170"/>
                  </a:cubicBezTo>
                  <a:lnTo>
                    <a:pt x="0" y="414"/>
                  </a:lnTo>
                  <a:cubicBezTo>
                    <a:pt x="0" y="510"/>
                    <a:pt x="85" y="595"/>
                    <a:pt x="180" y="595"/>
                  </a:cubicBezTo>
                  <a:lnTo>
                    <a:pt x="16459" y="595"/>
                  </a:lnTo>
                  <a:cubicBezTo>
                    <a:pt x="16481" y="595"/>
                    <a:pt x="16502" y="573"/>
                    <a:pt x="16502" y="552"/>
                  </a:cubicBezTo>
                  <a:lnTo>
                    <a:pt x="16502" y="43"/>
                  </a:lnTo>
                  <a:cubicBezTo>
                    <a:pt x="16502" y="11"/>
                    <a:pt x="16481" y="1"/>
                    <a:pt x="164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6"/>
            <p:cNvSpPr/>
            <p:nvPr/>
          </p:nvSpPr>
          <p:spPr>
            <a:xfrm>
              <a:off x="3135900" y="958575"/>
              <a:ext cx="64450" cy="108350"/>
            </a:xfrm>
            <a:custGeom>
              <a:rect b="b" l="l" r="r" t="t"/>
              <a:pathLst>
                <a:path extrusionOk="0" h="4334" w="2578">
                  <a:moveTo>
                    <a:pt x="2527" y="0"/>
                  </a:moveTo>
                  <a:cubicBezTo>
                    <a:pt x="2513" y="0"/>
                    <a:pt x="2499" y="6"/>
                    <a:pt x="2493" y="18"/>
                  </a:cubicBezTo>
                  <a:lnTo>
                    <a:pt x="11" y="4270"/>
                  </a:lnTo>
                  <a:cubicBezTo>
                    <a:pt x="0" y="4292"/>
                    <a:pt x="0" y="4313"/>
                    <a:pt x="22" y="4324"/>
                  </a:cubicBezTo>
                  <a:cubicBezTo>
                    <a:pt x="33" y="4334"/>
                    <a:pt x="33" y="4334"/>
                    <a:pt x="43" y="4334"/>
                  </a:cubicBezTo>
                  <a:cubicBezTo>
                    <a:pt x="54" y="4334"/>
                    <a:pt x="75" y="4324"/>
                    <a:pt x="75" y="4313"/>
                  </a:cubicBezTo>
                  <a:lnTo>
                    <a:pt x="2567" y="60"/>
                  </a:lnTo>
                  <a:cubicBezTo>
                    <a:pt x="2578" y="39"/>
                    <a:pt x="2567" y="18"/>
                    <a:pt x="2557" y="7"/>
                  </a:cubicBezTo>
                  <a:cubicBezTo>
                    <a:pt x="2548" y="3"/>
                    <a:pt x="2537" y="0"/>
                    <a:pt x="2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6"/>
            <p:cNvSpPr/>
            <p:nvPr/>
          </p:nvSpPr>
          <p:spPr>
            <a:xfrm>
              <a:off x="3148900" y="958575"/>
              <a:ext cx="64450" cy="108350"/>
            </a:xfrm>
            <a:custGeom>
              <a:rect b="b" l="l" r="r" t="t"/>
              <a:pathLst>
                <a:path extrusionOk="0" h="4334" w="2578">
                  <a:moveTo>
                    <a:pt x="2531" y="0"/>
                  </a:moveTo>
                  <a:cubicBezTo>
                    <a:pt x="2519" y="0"/>
                    <a:pt x="2509" y="6"/>
                    <a:pt x="2503" y="18"/>
                  </a:cubicBezTo>
                  <a:lnTo>
                    <a:pt x="11" y="4270"/>
                  </a:lnTo>
                  <a:cubicBezTo>
                    <a:pt x="0" y="4292"/>
                    <a:pt x="11" y="4313"/>
                    <a:pt x="22" y="4324"/>
                  </a:cubicBezTo>
                  <a:cubicBezTo>
                    <a:pt x="32" y="4334"/>
                    <a:pt x="43" y="4334"/>
                    <a:pt x="43" y="4334"/>
                  </a:cubicBezTo>
                  <a:cubicBezTo>
                    <a:pt x="64" y="4334"/>
                    <a:pt x="74" y="4324"/>
                    <a:pt x="85" y="4313"/>
                  </a:cubicBezTo>
                  <a:lnTo>
                    <a:pt x="2567" y="60"/>
                  </a:lnTo>
                  <a:cubicBezTo>
                    <a:pt x="2577" y="39"/>
                    <a:pt x="2577" y="18"/>
                    <a:pt x="2556" y="7"/>
                  </a:cubicBezTo>
                  <a:cubicBezTo>
                    <a:pt x="2547"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6"/>
            <p:cNvSpPr/>
            <p:nvPr/>
          </p:nvSpPr>
          <p:spPr>
            <a:xfrm>
              <a:off x="3161875" y="958575"/>
              <a:ext cx="64725" cy="108350"/>
            </a:xfrm>
            <a:custGeom>
              <a:rect b="b" l="l" r="r" t="t"/>
              <a:pathLst>
                <a:path extrusionOk="0" h="4334" w="2589">
                  <a:moveTo>
                    <a:pt x="2532" y="0"/>
                  </a:moveTo>
                  <a:cubicBezTo>
                    <a:pt x="2520" y="0"/>
                    <a:pt x="2510" y="6"/>
                    <a:pt x="2504" y="18"/>
                  </a:cubicBezTo>
                  <a:lnTo>
                    <a:pt x="12" y="4270"/>
                  </a:lnTo>
                  <a:cubicBezTo>
                    <a:pt x="1" y="4292"/>
                    <a:pt x="12" y="4313"/>
                    <a:pt x="33" y="4324"/>
                  </a:cubicBezTo>
                  <a:cubicBezTo>
                    <a:pt x="33" y="4334"/>
                    <a:pt x="43" y="4334"/>
                    <a:pt x="54" y="4334"/>
                  </a:cubicBezTo>
                  <a:cubicBezTo>
                    <a:pt x="64" y="4334"/>
                    <a:pt x="75" y="4324"/>
                    <a:pt x="86" y="4313"/>
                  </a:cubicBezTo>
                  <a:lnTo>
                    <a:pt x="2578" y="60"/>
                  </a:lnTo>
                  <a:cubicBezTo>
                    <a:pt x="2588" y="39"/>
                    <a:pt x="2578" y="18"/>
                    <a:pt x="2557" y="7"/>
                  </a:cubicBezTo>
                  <a:cubicBezTo>
                    <a:pt x="2548" y="3"/>
                    <a:pt x="2540" y="0"/>
                    <a:pt x="2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6"/>
            <p:cNvSpPr/>
            <p:nvPr/>
          </p:nvSpPr>
          <p:spPr>
            <a:xfrm>
              <a:off x="3175125" y="958575"/>
              <a:ext cx="64475" cy="108350"/>
            </a:xfrm>
            <a:custGeom>
              <a:rect b="b" l="l" r="r" t="t"/>
              <a:pathLst>
                <a:path extrusionOk="0" h="4334" w="2579">
                  <a:moveTo>
                    <a:pt x="2528" y="0"/>
                  </a:moveTo>
                  <a:cubicBezTo>
                    <a:pt x="2513" y="0"/>
                    <a:pt x="2500" y="6"/>
                    <a:pt x="2494" y="18"/>
                  </a:cubicBezTo>
                  <a:lnTo>
                    <a:pt x="12" y="4270"/>
                  </a:lnTo>
                  <a:cubicBezTo>
                    <a:pt x="1" y="4292"/>
                    <a:pt x="1" y="4313"/>
                    <a:pt x="22" y="4324"/>
                  </a:cubicBezTo>
                  <a:cubicBezTo>
                    <a:pt x="33" y="4334"/>
                    <a:pt x="33" y="4334"/>
                    <a:pt x="43" y="4334"/>
                  </a:cubicBezTo>
                  <a:cubicBezTo>
                    <a:pt x="54" y="4334"/>
                    <a:pt x="76" y="4324"/>
                    <a:pt x="76" y="4313"/>
                  </a:cubicBezTo>
                  <a:lnTo>
                    <a:pt x="2567" y="60"/>
                  </a:lnTo>
                  <a:cubicBezTo>
                    <a:pt x="2578" y="39"/>
                    <a:pt x="2567" y="18"/>
                    <a:pt x="2557" y="7"/>
                  </a:cubicBezTo>
                  <a:cubicBezTo>
                    <a:pt x="2549" y="3"/>
                    <a:pt x="2538" y="0"/>
                    <a:pt x="25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6"/>
            <p:cNvSpPr/>
            <p:nvPr/>
          </p:nvSpPr>
          <p:spPr>
            <a:xfrm>
              <a:off x="3188150" y="958575"/>
              <a:ext cx="64425" cy="108350"/>
            </a:xfrm>
            <a:custGeom>
              <a:rect b="b" l="l" r="r" t="t"/>
              <a:pathLst>
                <a:path extrusionOk="0" h="4334" w="2577">
                  <a:moveTo>
                    <a:pt x="2530" y="0"/>
                  </a:moveTo>
                  <a:cubicBezTo>
                    <a:pt x="2519" y="0"/>
                    <a:pt x="2509" y="6"/>
                    <a:pt x="2503" y="18"/>
                  </a:cubicBezTo>
                  <a:lnTo>
                    <a:pt x="10" y="4270"/>
                  </a:lnTo>
                  <a:cubicBezTo>
                    <a:pt x="0" y="4292"/>
                    <a:pt x="10" y="4313"/>
                    <a:pt x="21" y="4324"/>
                  </a:cubicBezTo>
                  <a:cubicBezTo>
                    <a:pt x="31" y="4334"/>
                    <a:pt x="42" y="4334"/>
                    <a:pt x="42" y="4334"/>
                  </a:cubicBezTo>
                  <a:cubicBezTo>
                    <a:pt x="64" y="4334"/>
                    <a:pt x="74" y="4324"/>
                    <a:pt x="85" y="4313"/>
                  </a:cubicBezTo>
                  <a:lnTo>
                    <a:pt x="2566" y="60"/>
                  </a:lnTo>
                  <a:cubicBezTo>
                    <a:pt x="2577" y="39"/>
                    <a:pt x="2577" y="18"/>
                    <a:pt x="2555" y="7"/>
                  </a:cubicBezTo>
                  <a:cubicBezTo>
                    <a:pt x="2547" y="3"/>
                    <a:pt x="2538"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6"/>
            <p:cNvSpPr/>
            <p:nvPr/>
          </p:nvSpPr>
          <p:spPr>
            <a:xfrm>
              <a:off x="3201125" y="958575"/>
              <a:ext cx="64700" cy="108350"/>
            </a:xfrm>
            <a:custGeom>
              <a:rect b="b" l="l" r="r" t="t"/>
              <a:pathLst>
                <a:path extrusionOk="0" h="4334" w="2588">
                  <a:moveTo>
                    <a:pt x="2531" y="0"/>
                  </a:moveTo>
                  <a:cubicBezTo>
                    <a:pt x="2520" y="0"/>
                    <a:pt x="2510" y="6"/>
                    <a:pt x="2503" y="18"/>
                  </a:cubicBezTo>
                  <a:lnTo>
                    <a:pt x="11" y="4270"/>
                  </a:lnTo>
                  <a:cubicBezTo>
                    <a:pt x="0" y="4292"/>
                    <a:pt x="11" y="4313"/>
                    <a:pt x="33" y="4324"/>
                  </a:cubicBezTo>
                  <a:cubicBezTo>
                    <a:pt x="33" y="4334"/>
                    <a:pt x="43" y="4334"/>
                    <a:pt x="54" y="4334"/>
                  </a:cubicBezTo>
                  <a:cubicBezTo>
                    <a:pt x="64" y="4334"/>
                    <a:pt x="75" y="4324"/>
                    <a:pt x="85" y="4313"/>
                  </a:cubicBezTo>
                  <a:lnTo>
                    <a:pt x="2578" y="60"/>
                  </a:lnTo>
                  <a:cubicBezTo>
                    <a:pt x="2588" y="39"/>
                    <a:pt x="2578" y="18"/>
                    <a:pt x="2557"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6"/>
            <p:cNvSpPr/>
            <p:nvPr/>
          </p:nvSpPr>
          <p:spPr>
            <a:xfrm>
              <a:off x="3214375" y="958575"/>
              <a:ext cx="64475" cy="108350"/>
            </a:xfrm>
            <a:custGeom>
              <a:rect b="b" l="l" r="r" t="t"/>
              <a:pathLst>
                <a:path extrusionOk="0" h="4334" w="2579">
                  <a:moveTo>
                    <a:pt x="2527" y="0"/>
                  </a:moveTo>
                  <a:cubicBezTo>
                    <a:pt x="2513" y="0"/>
                    <a:pt x="2499" y="6"/>
                    <a:pt x="2493" y="18"/>
                  </a:cubicBezTo>
                  <a:lnTo>
                    <a:pt x="12" y="4270"/>
                  </a:lnTo>
                  <a:cubicBezTo>
                    <a:pt x="1" y="4292"/>
                    <a:pt x="1" y="4313"/>
                    <a:pt x="22" y="4324"/>
                  </a:cubicBezTo>
                  <a:cubicBezTo>
                    <a:pt x="33" y="4334"/>
                    <a:pt x="33" y="4334"/>
                    <a:pt x="43" y="4334"/>
                  </a:cubicBezTo>
                  <a:cubicBezTo>
                    <a:pt x="54" y="4334"/>
                    <a:pt x="75" y="4324"/>
                    <a:pt x="75" y="4313"/>
                  </a:cubicBezTo>
                  <a:lnTo>
                    <a:pt x="2567" y="60"/>
                  </a:lnTo>
                  <a:cubicBezTo>
                    <a:pt x="2578" y="39"/>
                    <a:pt x="2567" y="18"/>
                    <a:pt x="2557" y="7"/>
                  </a:cubicBezTo>
                  <a:cubicBezTo>
                    <a:pt x="2548" y="3"/>
                    <a:pt x="2538" y="0"/>
                    <a:pt x="2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6"/>
            <p:cNvSpPr/>
            <p:nvPr/>
          </p:nvSpPr>
          <p:spPr>
            <a:xfrm>
              <a:off x="3227375" y="958575"/>
              <a:ext cx="64450" cy="108350"/>
            </a:xfrm>
            <a:custGeom>
              <a:rect b="b" l="l" r="r" t="t"/>
              <a:pathLst>
                <a:path extrusionOk="0" h="4334" w="2578">
                  <a:moveTo>
                    <a:pt x="2531" y="0"/>
                  </a:moveTo>
                  <a:cubicBezTo>
                    <a:pt x="2519" y="0"/>
                    <a:pt x="2509" y="6"/>
                    <a:pt x="2503" y="18"/>
                  </a:cubicBezTo>
                  <a:lnTo>
                    <a:pt x="11" y="4270"/>
                  </a:lnTo>
                  <a:cubicBezTo>
                    <a:pt x="1" y="4292"/>
                    <a:pt x="1" y="4313"/>
                    <a:pt x="22" y="4324"/>
                  </a:cubicBezTo>
                  <a:cubicBezTo>
                    <a:pt x="32" y="4334"/>
                    <a:pt x="43" y="4334"/>
                    <a:pt x="43" y="4334"/>
                  </a:cubicBezTo>
                  <a:cubicBezTo>
                    <a:pt x="64" y="4334"/>
                    <a:pt x="74" y="4324"/>
                    <a:pt x="85" y="4313"/>
                  </a:cubicBezTo>
                  <a:lnTo>
                    <a:pt x="2567" y="60"/>
                  </a:lnTo>
                  <a:cubicBezTo>
                    <a:pt x="2577" y="39"/>
                    <a:pt x="2577" y="18"/>
                    <a:pt x="2556" y="7"/>
                  </a:cubicBezTo>
                  <a:cubicBezTo>
                    <a:pt x="2547"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6"/>
            <p:cNvSpPr/>
            <p:nvPr/>
          </p:nvSpPr>
          <p:spPr>
            <a:xfrm>
              <a:off x="3240350" y="958575"/>
              <a:ext cx="64725" cy="108350"/>
            </a:xfrm>
            <a:custGeom>
              <a:rect b="b" l="l" r="r" t="t"/>
              <a:pathLst>
                <a:path extrusionOk="0" h="4334" w="2589">
                  <a:moveTo>
                    <a:pt x="2532" y="0"/>
                  </a:moveTo>
                  <a:cubicBezTo>
                    <a:pt x="2520" y="0"/>
                    <a:pt x="2510" y="6"/>
                    <a:pt x="2504" y="18"/>
                  </a:cubicBezTo>
                  <a:lnTo>
                    <a:pt x="12" y="4270"/>
                  </a:lnTo>
                  <a:cubicBezTo>
                    <a:pt x="1" y="4292"/>
                    <a:pt x="12" y="4313"/>
                    <a:pt x="33" y="4324"/>
                  </a:cubicBezTo>
                  <a:cubicBezTo>
                    <a:pt x="33" y="4334"/>
                    <a:pt x="43" y="4334"/>
                    <a:pt x="54" y="4334"/>
                  </a:cubicBezTo>
                  <a:cubicBezTo>
                    <a:pt x="64" y="4334"/>
                    <a:pt x="75" y="4324"/>
                    <a:pt x="86" y="4313"/>
                  </a:cubicBezTo>
                  <a:lnTo>
                    <a:pt x="2578" y="60"/>
                  </a:lnTo>
                  <a:cubicBezTo>
                    <a:pt x="2589" y="39"/>
                    <a:pt x="2578" y="18"/>
                    <a:pt x="2557" y="7"/>
                  </a:cubicBezTo>
                  <a:cubicBezTo>
                    <a:pt x="2548" y="3"/>
                    <a:pt x="2540" y="0"/>
                    <a:pt x="2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6"/>
            <p:cNvSpPr/>
            <p:nvPr/>
          </p:nvSpPr>
          <p:spPr>
            <a:xfrm>
              <a:off x="3253350" y="958575"/>
              <a:ext cx="64725" cy="108350"/>
            </a:xfrm>
            <a:custGeom>
              <a:rect b="b" l="l" r="r" t="t"/>
              <a:pathLst>
                <a:path extrusionOk="0" h="4334" w="2589">
                  <a:moveTo>
                    <a:pt x="2536" y="0"/>
                  </a:moveTo>
                  <a:cubicBezTo>
                    <a:pt x="2523" y="0"/>
                    <a:pt x="2510" y="6"/>
                    <a:pt x="2504" y="18"/>
                  </a:cubicBezTo>
                  <a:lnTo>
                    <a:pt x="22" y="4270"/>
                  </a:lnTo>
                  <a:cubicBezTo>
                    <a:pt x="1" y="4292"/>
                    <a:pt x="11" y="4313"/>
                    <a:pt x="32" y="4324"/>
                  </a:cubicBezTo>
                  <a:cubicBezTo>
                    <a:pt x="43" y="4334"/>
                    <a:pt x="43" y="4334"/>
                    <a:pt x="54" y="4334"/>
                  </a:cubicBezTo>
                  <a:cubicBezTo>
                    <a:pt x="65" y="4334"/>
                    <a:pt x="75" y="4324"/>
                    <a:pt x="86" y="4313"/>
                  </a:cubicBezTo>
                  <a:lnTo>
                    <a:pt x="2578" y="60"/>
                  </a:lnTo>
                  <a:cubicBezTo>
                    <a:pt x="2589" y="39"/>
                    <a:pt x="2578" y="18"/>
                    <a:pt x="2556" y="7"/>
                  </a:cubicBezTo>
                  <a:cubicBezTo>
                    <a:pt x="2552" y="3"/>
                    <a:pt x="2544" y="0"/>
                    <a:pt x="2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6"/>
            <p:cNvSpPr/>
            <p:nvPr/>
          </p:nvSpPr>
          <p:spPr>
            <a:xfrm>
              <a:off x="3266625" y="958575"/>
              <a:ext cx="64425" cy="108350"/>
            </a:xfrm>
            <a:custGeom>
              <a:rect b="b" l="l" r="r" t="t"/>
              <a:pathLst>
                <a:path extrusionOk="0" h="4334" w="2577">
                  <a:moveTo>
                    <a:pt x="2530" y="0"/>
                  </a:moveTo>
                  <a:cubicBezTo>
                    <a:pt x="2519" y="0"/>
                    <a:pt x="2509" y="6"/>
                    <a:pt x="2503" y="18"/>
                  </a:cubicBezTo>
                  <a:lnTo>
                    <a:pt x="10" y="4270"/>
                  </a:lnTo>
                  <a:cubicBezTo>
                    <a:pt x="0" y="4292"/>
                    <a:pt x="0" y="4313"/>
                    <a:pt x="21" y="4324"/>
                  </a:cubicBezTo>
                  <a:cubicBezTo>
                    <a:pt x="32" y="4334"/>
                    <a:pt x="43" y="4334"/>
                    <a:pt x="43" y="4334"/>
                  </a:cubicBezTo>
                  <a:cubicBezTo>
                    <a:pt x="64" y="4334"/>
                    <a:pt x="74" y="4324"/>
                    <a:pt x="85" y="4313"/>
                  </a:cubicBezTo>
                  <a:lnTo>
                    <a:pt x="2567" y="60"/>
                  </a:lnTo>
                  <a:cubicBezTo>
                    <a:pt x="2577" y="39"/>
                    <a:pt x="2577" y="18"/>
                    <a:pt x="2556" y="7"/>
                  </a:cubicBezTo>
                  <a:cubicBezTo>
                    <a:pt x="2547" y="3"/>
                    <a:pt x="2538"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6"/>
            <p:cNvSpPr/>
            <p:nvPr/>
          </p:nvSpPr>
          <p:spPr>
            <a:xfrm>
              <a:off x="3279600" y="958575"/>
              <a:ext cx="64725" cy="108350"/>
            </a:xfrm>
            <a:custGeom>
              <a:rect b="b" l="l" r="r" t="t"/>
              <a:pathLst>
                <a:path extrusionOk="0" h="4334" w="2589">
                  <a:moveTo>
                    <a:pt x="2531" y="0"/>
                  </a:moveTo>
                  <a:cubicBezTo>
                    <a:pt x="2520" y="0"/>
                    <a:pt x="2510" y="6"/>
                    <a:pt x="2503" y="18"/>
                  </a:cubicBezTo>
                  <a:lnTo>
                    <a:pt x="11" y="4270"/>
                  </a:lnTo>
                  <a:cubicBezTo>
                    <a:pt x="0" y="4292"/>
                    <a:pt x="11" y="4313"/>
                    <a:pt x="33" y="4324"/>
                  </a:cubicBezTo>
                  <a:cubicBezTo>
                    <a:pt x="33" y="4334"/>
                    <a:pt x="43" y="4334"/>
                    <a:pt x="54" y="4334"/>
                  </a:cubicBezTo>
                  <a:cubicBezTo>
                    <a:pt x="64" y="4334"/>
                    <a:pt x="75" y="4324"/>
                    <a:pt x="85" y="4313"/>
                  </a:cubicBezTo>
                  <a:lnTo>
                    <a:pt x="2567" y="60"/>
                  </a:lnTo>
                  <a:cubicBezTo>
                    <a:pt x="2588" y="39"/>
                    <a:pt x="2578" y="18"/>
                    <a:pt x="2557"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6"/>
            <p:cNvSpPr/>
            <p:nvPr/>
          </p:nvSpPr>
          <p:spPr>
            <a:xfrm>
              <a:off x="3292600" y="958575"/>
              <a:ext cx="64725" cy="108350"/>
            </a:xfrm>
            <a:custGeom>
              <a:rect b="b" l="l" r="r" t="t"/>
              <a:pathLst>
                <a:path extrusionOk="0" h="4334" w="2589">
                  <a:moveTo>
                    <a:pt x="2535" y="0"/>
                  </a:moveTo>
                  <a:cubicBezTo>
                    <a:pt x="2523" y="0"/>
                    <a:pt x="2509" y="6"/>
                    <a:pt x="2503" y="18"/>
                  </a:cubicBezTo>
                  <a:lnTo>
                    <a:pt x="22" y="4270"/>
                  </a:lnTo>
                  <a:cubicBezTo>
                    <a:pt x="0" y="4292"/>
                    <a:pt x="11" y="4313"/>
                    <a:pt x="32" y="4324"/>
                  </a:cubicBezTo>
                  <a:cubicBezTo>
                    <a:pt x="32" y="4334"/>
                    <a:pt x="43" y="4334"/>
                    <a:pt x="53" y="4334"/>
                  </a:cubicBezTo>
                  <a:cubicBezTo>
                    <a:pt x="64" y="4334"/>
                    <a:pt x="74" y="4324"/>
                    <a:pt x="85" y="4313"/>
                  </a:cubicBezTo>
                  <a:lnTo>
                    <a:pt x="2577" y="60"/>
                  </a:lnTo>
                  <a:cubicBezTo>
                    <a:pt x="2588" y="39"/>
                    <a:pt x="2577" y="18"/>
                    <a:pt x="2556" y="7"/>
                  </a:cubicBezTo>
                  <a:cubicBezTo>
                    <a:pt x="2552" y="3"/>
                    <a:pt x="2544" y="0"/>
                    <a:pt x="25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6"/>
            <p:cNvSpPr/>
            <p:nvPr/>
          </p:nvSpPr>
          <p:spPr>
            <a:xfrm>
              <a:off x="3305850" y="958575"/>
              <a:ext cx="64450" cy="108350"/>
            </a:xfrm>
            <a:custGeom>
              <a:rect b="b" l="l" r="r" t="t"/>
              <a:pathLst>
                <a:path extrusionOk="0" h="4334" w="2578">
                  <a:moveTo>
                    <a:pt x="2530" y="0"/>
                  </a:moveTo>
                  <a:cubicBezTo>
                    <a:pt x="2518" y="0"/>
                    <a:pt x="2505" y="6"/>
                    <a:pt x="2493" y="18"/>
                  </a:cubicBezTo>
                  <a:lnTo>
                    <a:pt x="11" y="4270"/>
                  </a:lnTo>
                  <a:cubicBezTo>
                    <a:pt x="1" y="4292"/>
                    <a:pt x="1" y="4313"/>
                    <a:pt x="22" y="4324"/>
                  </a:cubicBezTo>
                  <a:cubicBezTo>
                    <a:pt x="32" y="4334"/>
                    <a:pt x="32" y="4334"/>
                    <a:pt x="43" y="4334"/>
                  </a:cubicBezTo>
                  <a:cubicBezTo>
                    <a:pt x="53" y="4334"/>
                    <a:pt x="75" y="4324"/>
                    <a:pt x="75" y="4313"/>
                  </a:cubicBezTo>
                  <a:lnTo>
                    <a:pt x="2567" y="60"/>
                  </a:lnTo>
                  <a:cubicBezTo>
                    <a:pt x="2577" y="39"/>
                    <a:pt x="2577" y="18"/>
                    <a:pt x="2556" y="7"/>
                  </a:cubicBezTo>
                  <a:cubicBezTo>
                    <a:pt x="2548" y="3"/>
                    <a:pt x="2539"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6"/>
            <p:cNvSpPr/>
            <p:nvPr/>
          </p:nvSpPr>
          <p:spPr>
            <a:xfrm>
              <a:off x="3318825" y="958575"/>
              <a:ext cx="64725" cy="108350"/>
            </a:xfrm>
            <a:custGeom>
              <a:rect b="b" l="l" r="r" t="t"/>
              <a:pathLst>
                <a:path extrusionOk="0" h="4334" w="2589">
                  <a:moveTo>
                    <a:pt x="2532" y="0"/>
                  </a:moveTo>
                  <a:cubicBezTo>
                    <a:pt x="2520" y="0"/>
                    <a:pt x="2510" y="6"/>
                    <a:pt x="2504" y="18"/>
                  </a:cubicBezTo>
                  <a:lnTo>
                    <a:pt x="12" y="4270"/>
                  </a:lnTo>
                  <a:cubicBezTo>
                    <a:pt x="1" y="4292"/>
                    <a:pt x="12" y="4313"/>
                    <a:pt x="33" y="4324"/>
                  </a:cubicBezTo>
                  <a:cubicBezTo>
                    <a:pt x="33" y="4334"/>
                    <a:pt x="43" y="4334"/>
                    <a:pt x="43" y="4334"/>
                  </a:cubicBezTo>
                  <a:cubicBezTo>
                    <a:pt x="65" y="4334"/>
                    <a:pt x="76" y="4324"/>
                    <a:pt x="86" y="4313"/>
                  </a:cubicBezTo>
                  <a:lnTo>
                    <a:pt x="2567" y="60"/>
                  </a:lnTo>
                  <a:cubicBezTo>
                    <a:pt x="2589" y="39"/>
                    <a:pt x="2578" y="18"/>
                    <a:pt x="2557" y="7"/>
                  </a:cubicBezTo>
                  <a:cubicBezTo>
                    <a:pt x="2549" y="3"/>
                    <a:pt x="2540" y="0"/>
                    <a:pt x="2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6"/>
            <p:cNvSpPr/>
            <p:nvPr/>
          </p:nvSpPr>
          <p:spPr>
            <a:xfrm>
              <a:off x="3331850" y="958575"/>
              <a:ext cx="64700" cy="108350"/>
            </a:xfrm>
            <a:custGeom>
              <a:rect b="b" l="l" r="r" t="t"/>
              <a:pathLst>
                <a:path extrusionOk="0" h="4334" w="2588">
                  <a:moveTo>
                    <a:pt x="2535" y="0"/>
                  </a:moveTo>
                  <a:cubicBezTo>
                    <a:pt x="2523" y="0"/>
                    <a:pt x="2509" y="6"/>
                    <a:pt x="2503" y="18"/>
                  </a:cubicBezTo>
                  <a:lnTo>
                    <a:pt x="10" y="4270"/>
                  </a:lnTo>
                  <a:cubicBezTo>
                    <a:pt x="0" y="4292"/>
                    <a:pt x="10" y="4313"/>
                    <a:pt x="31" y="4324"/>
                  </a:cubicBezTo>
                  <a:cubicBezTo>
                    <a:pt x="31" y="4334"/>
                    <a:pt x="42" y="4334"/>
                    <a:pt x="53" y="4334"/>
                  </a:cubicBezTo>
                  <a:cubicBezTo>
                    <a:pt x="64" y="4334"/>
                    <a:pt x="74" y="4324"/>
                    <a:pt x="85" y="4313"/>
                  </a:cubicBezTo>
                  <a:lnTo>
                    <a:pt x="2577" y="60"/>
                  </a:lnTo>
                  <a:cubicBezTo>
                    <a:pt x="2588" y="39"/>
                    <a:pt x="2577" y="18"/>
                    <a:pt x="2555" y="7"/>
                  </a:cubicBezTo>
                  <a:cubicBezTo>
                    <a:pt x="2551" y="3"/>
                    <a:pt x="2543" y="0"/>
                    <a:pt x="25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6"/>
            <p:cNvSpPr/>
            <p:nvPr/>
          </p:nvSpPr>
          <p:spPr>
            <a:xfrm>
              <a:off x="3345100" y="958575"/>
              <a:ext cx="64425" cy="108350"/>
            </a:xfrm>
            <a:custGeom>
              <a:rect b="b" l="l" r="r" t="t"/>
              <a:pathLst>
                <a:path extrusionOk="0" h="4334" w="2577">
                  <a:moveTo>
                    <a:pt x="2530" y="0"/>
                  </a:moveTo>
                  <a:cubicBezTo>
                    <a:pt x="2517" y="0"/>
                    <a:pt x="2505" y="6"/>
                    <a:pt x="2492" y="18"/>
                  </a:cubicBezTo>
                  <a:lnTo>
                    <a:pt x="11" y="4270"/>
                  </a:lnTo>
                  <a:cubicBezTo>
                    <a:pt x="0" y="4292"/>
                    <a:pt x="0" y="4313"/>
                    <a:pt x="22" y="4324"/>
                  </a:cubicBezTo>
                  <a:cubicBezTo>
                    <a:pt x="32" y="4334"/>
                    <a:pt x="32" y="4334"/>
                    <a:pt x="43" y="4334"/>
                  </a:cubicBezTo>
                  <a:cubicBezTo>
                    <a:pt x="53" y="4334"/>
                    <a:pt x="74" y="4324"/>
                    <a:pt x="74" y="4313"/>
                  </a:cubicBezTo>
                  <a:lnTo>
                    <a:pt x="2567" y="60"/>
                  </a:lnTo>
                  <a:cubicBezTo>
                    <a:pt x="2577" y="39"/>
                    <a:pt x="2577" y="18"/>
                    <a:pt x="2556" y="7"/>
                  </a:cubicBezTo>
                  <a:cubicBezTo>
                    <a:pt x="2547" y="3"/>
                    <a:pt x="2538"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6"/>
            <p:cNvSpPr/>
            <p:nvPr/>
          </p:nvSpPr>
          <p:spPr>
            <a:xfrm>
              <a:off x="3358075" y="958575"/>
              <a:ext cx="64475" cy="108350"/>
            </a:xfrm>
            <a:custGeom>
              <a:rect b="b" l="l" r="r" t="t"/>
              <a:pathLst>
                <a:path extrusionOk="0" h="4334" w="2579">
                  <a:moveTo>
                    <a:pt x="2531" y="0"/>
                  </a:moveTo>
                  <a:cubicBezTo>
                    <a:pt x="2520" y="0"/>
                    <a:pt x="2510" y="6"/>
                    <a:pt x="2503" y="18"/>
                  </a:cubicBezTo>
                  <a:lnTo>
                    <a:pt x="12" y="4270"/>
                  </a:lnTo>
                  <a:cubicBezTo>
                    <a:pt x="1" y="4292"/>
                    <a:pt x="12" y="4313"/>
                    <a:pt x="22" y="4324"/>
                  </a:cubicBezTo>
                  <a:cubicBezTo>
                    <a:pt x="33" y="4334"/>
                    <a:pt x="43" y="4334"/>
                    <a:pt x="43" y="4334"/>
                  </a:cubicBezTo>
                  <a:cubicBezTo>
                    <a:pt x="64" y="4334"/>
                    <a:pt x="75" y="4324"/>
                    <a:pt x="85" y="4313"/>
                  </a:cubicBezTo>
                  <a:lnTo>
                    <a:pt x="2567" y="60"/>
                  </a:lnTo>
                  <a:cubicBezTo>
                    <a:pt x="2578" y="39"/>
                    <a:pt x="2578" y="18"/>
                    <a:pt x="2557"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6"/>
            <p:cNvSpPr/>
            <p:nvPr/>
          </p:nvSpPr>
          <p:spPr>
            <a:xfrm>
              <a:off x="3371075" y="958575"/>
              <a:ext cx="64725" cy="108350"/>
            </a:xfrm>
            <a:custGeom>
              <a:rect b="b" l="l" r="r" t="t"/>
              <a:pathLst>
                <a:path extrusionOk="0" h="4334" w="2589">
                  <a:moveTo>
                    <a:pt x="2531" y="0"/>
                  </a:moveTo>
                  <a:cubicBezTo>
                    <a:pt x="2519" y="0"/>
                    <a:pt x="2509" y="6"/>
                    <a:pt x="2503" y="18"/>
                  </a:cubicBezTo>
                  <a:lnTo>
                    <a:pt x="11" y="4270"/>
                  </a:lnTo>
                  <a:cubicBezTo>
                    <a:pt x="1" y="4292"/>
                    <a:pt x="11" y="4313"/>
                    <a:pt x="32" y="4324"/>
                  </a:cubicBezTo>
                  <a:cubicBezTo>
                    <a:pt x="32" y="4334"/>
                    <a:pt x="43" y="4334"/>
                    <a:pt x="53" y="4334"/>
                  </a:cubicBezTo>
                  <a:cubicBezTo>
                    <a:pt x="64" y="4334"/>
                    <a:pt x="74" y="4324"/>
                    <a:pt x="85" y="4313"/>
                  </a:cubicBezTo>
                  <a:lnTo>
                    <a:pt x="2577" y="60"/>
                  </a:lnTo>
                  <a:cubicBezTo>
                    <a:pt x="2588" y="39"/>
                    <a:pt x="2577" y="18"/>
                    <a:pt x="2556" y="7"/>
                  </a:cubicBezTo>
                  <a:cubicBezTo>
                    <a:pt x="2547"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6"/>
            <p:cNvSpPr/>
            <p:nvPr/>
          </p:nvSpPr>
          <p:spPr>
            <a:xfrm>
              <a:off x="3384325" y="958575"/>
              <a:ext cx="64450" cy="108350"/>
            </a:xfrm>
            <a:custGeom>
              <a:rect b="b" l="l" r="r" t="t"/>
              <a:pathLst>
                <a:path extrusionOk="0" h="4334" w="2578">
                  <a:moveTo>
                    <a:pt x="2527" y="0"/>
                  </a:moveTo>
                  <a:cubicBezTo>
                    <a:pt x="2513" y="0"/>
                    <a:pt x="2499" y="6"/>
                    <a:pt x="2493" y="18"/>
                  </a:cubicBezTo>
                  <a:lnTo>
                    <a:pt x="11" y="4270"/>
                  </a:lnTo>
                  <a:cubicBezTo>
                    <a:pt x="1" y="4292"/>
                    <a:pt x="1" y="4313"/>
                    <a:pt x="22" y="4324"/>
                  </a:cubicBezTo>
                  <a:cubicBezTo>
                    <a:pt x="32" y="4334"/>
                    <a:pt x="32" y="4334"/>
                    <a:pt x="43" y="4334"/>
                  </a:cubicBezTo>
                  <a:cubicBezTo>
                    <a:pt x="53" y="4334"/>
                    <a:pt x="75" y="4324"/>
                    <a:pt x="75" y="4313"/>
                  </a:cubicBezTo>
                  <a:lnTo>
                    <a:pt x="2567" y="60"/>
                  </a:lnTo>
                  <a:cubicBezTo>
                    <a:pt x="2578" y="39"/>
                    <a:pt x="2567" y="18"/>
                    <a:pt x="2556" y="7"/>
                  </a:cubicBezTo>
                  <a:cubicBezTo>
                    <a:pt x="2548" y="3"/>
                    <a:pt x="2537" y="0"/>
                    <a:pt x="2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6"/>
            <p:cNvSpPr/>
            <p:nvPr/>
          </p:nvSpPr>
          <p:spPr>
            <a:xfrm>
              <a:off x="3397325" y="958575"/>
              <a:ext cx="64450" cy="108350"/>
            </a:xfrm>
            <a:custGeom>
              <a:rect b="b" l="l" r="r" t="t"/>
              <a:pathLst>
                <a:path extrusionOk="0" h="4334" w="2578">
                  <a:moveTo>
                    <a:pt x="2531" y="0"/>
                  </a:moveTo>
                  <a:cubicBezTo>
                    <a:pt x="2520" y="0"/>
                    <a:pt x="2509" y="6"/>
                    <a:pt x="2503" y="18"/>
                  </a:cubicBezTo>
                  <a:lnTo>
                    <a:pt x="11" y="4270"/>
                  </a:lnTo>
                  <a:cubicBezTo>
                    <a:pt x="0" y="4292"/>
                    <a:pt x="11" y="4313"/>
                    <a:pt x="21" y="4324"/>
                  </a:cubicBezTo>
                  <a:cubicBezTo>
                    <a:pt x="32" y="4334"/>
                    <a:pt x="43" y="4334"/>
                    <a:pt x="43" y="4334"/>
                  </a:cubicBezTo>
                  <a:cubicBezTo>
                    <a:pt x="64" y="4334"/>
                    <a:pt x="75" y="4324"/>
                    <a:pt x="85" y="4313"/>
                  </a:cubicBezTo>
                  <a:lnTo>
                    <a:pt x="2567" y="60"/>
                  </a:lnTo>
                  <a:cubicBezTo>
                    <a:pt x="2578" y="39"/>
                    <a:pt x="2578" y="18"/>
                    <a:pt x="2556"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6"/>
            <p:cNvSpPr/>
            <p:nvPr/>
          </p:nvSpPr>
          <p:spPr>
            <a:xfrm>
              <a:off x="3410325" y="958575"/>
              <a:ext cx="64700" cy="108350"/>
            </a:xfrm>
            <a:custGeom>
              <a:rect b="b" l="l" r="r" t="t"/>
              <a:pathLst>
                <a:path extrusionOk="0" h="4334" w="2588">
                  <a:moveTo>
                    <a:pt x="2530" y="0"/>
                  </a:moveTo>
                  <a:cubicBezTo>
                    <a:pt x="2519" y="0"/>
                    <a:pt x="2509" y="6"/>
                    <a:pt x="2503" y="18"/>
                  </a:cubicBezTo>
                  <a:lnTo>
                    <a:pt x="10" y="4270"/>
                  </a:lnTo>
                  <a:cubicBezTo>
                    <a:pt x="0" y="4292"/>
                    <a:pt x="10" y="4313"/>
                    <a:pt x="32" y="4324"/>
                  </a:cubicBezTo>
                  <a:cubicBezTo>
                    <a:pt x="32" y="4334"/>
                    <a:pt x="43" y="4334"/>
                    <a:pt x="53" y="4334"/>
                  </a:cubicBezTo>
                  <a:cubicBezTo>
                    <a:pt x="64" y="4334"/>
                    <a:pt x="74" y="4324"/>
                    <a:pt x="85" y="4313"/>
                  </a:cubicBezTo>
                  <a:lnTo>
                    <a:pt x="2577" y="60"/>
                  </a:lnTo>
                  <a:cubicBezTo>
                    <a:pt x="2588" y="39"/>
                    <a:pt x="2577" y="18"/>
                    <a:pt x="2556" y="7"/>
                  </a:cubicBezTo>
                  <a:cubicBezTo>
                    <a:pt x="2547" y="3"/>
                    <a:pt x="2538"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6"/>
            <p:cNvSpPr/>
            <p:nvPr/>
          </p:nvSpPr>
          <p:spPr>
            <a:xfrm>
              <a:off x="3423575" y="958575"/>
              <a:ext cx="64450" cy="108350"/>
            </a:xfrm>
            <a:custGeom>
              <a:rect b="b" l="l" r="r" t="t"/>
              <a:pathLst>
                <a:path extrusionOk="0" h="4334" w="2578">
                  <a:moveTo>
                    <a:pt x="2527" y="0"/>
                  </a:moveTo>
                  <a:cubicBezTo>
                    <a:pt x="2512" y="0"/>
                    <a:pt x="2499" y="6"/>
                    <a:pt x="2492" y="18"/>
                  </a:cubicBezTo>
                  <a:lnTo>
                    <a:pt x="11" y="4270"/>
                  </a:lnTo>
                  <a:cubicBezTo>
                    <a:pt x="0" y="4292"/>
                    <a:pt x="0" y="4313"/>
                    <a:pt x="22" y="4324"/>
                  </a:cubicBezTo>
                  <a:cubicBezTo>
                    <a:pt x="32" y="4334"/>
                    <a:pt x="32" y="4334"/>
                    <a:pt x="43" y="4334"/>
                  </a:cubicBezTo>
                  <a:cubicBezTo>
                    <a:pt x="53" y="4334"/>
                    <a:pt x="74" y="4324"/>
                    <a:pt x="74" y="4313"/>
                  </a:cubicBezTo>
                  <a:lnTo>
                    <a:pt x="2567" y="60"/>
                  </a:lnTo>
                  <a:cubicBezTo>
                    <a:pt x="2577" y="39"/>
                    <a:pt x="2567" y="18"/>
                    <a:pt x="2556" y="7"/>
                  </a:cubicBezTo>
                  <a:cubicBezTo>
                    <a:pt x="2547" y="3"/>
                    <a:pt x="2537" y="0"/>
                    <a:pt x="2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6"/>
            <p:cNvSpPr/>
            <p:nvPr/>
          </p:nvSpPr>
          <p:spPr>
            <a:xfrm>
              <a:off x="3436550" y="958575"/>
              <a:ext cx="64475" cy="108350"/>
            </a:xfrm>
            <a:custGeom>
              <a:rect b="b" l="l" r="r" t="t"/>
              <a:pathLst>
                <a:path extrusionOk="0" h="4334" w="2579">
                  <a:moveTo>
                    <a:pt x="2532" y="0"/>
                  </a:moveTo>
                  <a:cubicBezTo>
                    <a:pt x="2520" y="0"/>
                    <a:pt x="2510" y="6"/>
                    <a:pt x="2504" y="18"/>
                  </a:cubicBezTo>
                  <a:lnTo>
                    <a:pt x="12" y="4270"/>
                  </a:lnTo>
                  <a:cubicBezTo>
                    <a:pt x="1" y="4292"/>
                    <a:pt x="12" y="4313"/>
                    <a:pt x="22" y="4324"/>
                  </a:cubicBezTo>
                  <a:cubicBezTo>
                    <a:pt x="33" y="4334"/>
                    <a:pt x="43" y="4334"/>
                    <a:pt x="43" y="4334"/>
                  </a:cubicBezTo>
                  <a:cubicBezTo>
                    <a:pt x="64" y="4334"/>
                    <a:pt x="75" y="4324"/>
                    <a:pt x="86" y="4313"/>
                  </a:cubicBezTo>
                  <a:lnTo>
                    <a:pt x="2567" y="60"/>
                  </a:lnTo>
                  <a:cubicBezTo>
                    <a:pt x="2578" y="39"/>
                    <a:pt x="2578" y="18"/>
                    <a:pt x="2557" y="7"/>
                  </a:cubicBezTo>
                  <a:cubicBezTo>
                    <a:pt x="2548" y="3"/>
                    <a:pt x="2540" y="0"/>
                    <a:pt x="2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6"/>
            <p:cNvSpPr/>
            <p:nvPr/>
          </p:nvSpPr>
          <p:spPr>
            <a:xfrm>
              <a:off x="3449550" y="958575"/>
              <a:ext cx="64725" cy="108350"/>
            </a:xfrm>
            <a:custGeom>
              <a:rect b="b" l="l" r="r" t="t"/>
              <a:pathLst>
                <a:path extrusionOk="0" h="4334" w="2589">
                  <a:moveTo>
                    <a:pt x="2531" y="0"/>
                  </a:moveTo>
                  <a:cubicBezTo>
                    <a:pt x="2519" y="0"/>
                    <a:pt x="2510" y="6"/>
                    <a:pt x="2504" y="18"/>
                  </a:cubicBezTo>
                  <a:lnTo>
                    <a:pt x="11" y="4270"/>
                  </a:lnTo>
                  <a:cubicBezTo>
                    <a:pt x="1" y="4292"/>
                    <a:pt x="11" y="4313"/>
                    <a:pt x="32" y="4324"/>
                  </a:cubicBezTo>
                  <a:cubicBezTo>
                    <a:pt x="32" y="4334"/>
                    <a:pt x="43" y="4334"/>
                    <a:pt x="53" y="4334"/>
                  </a:cubicBezTo>
                  <a:cubicBezTo>
                    <a:pt x="64" y="4334"/>
                    <a:pt x="75" y="4324"/>
                    <a:pt x="86" y="4313"/>
                  </a:cubicBezTo>
                  <a:lnTo>
                    <a:pt x="2577" y="60"/>
                  </a:lnTo>
                  <a:cubicBezTo>
                    <a:pt x="2588" y="39"/>
                    <a:pt x="2577" y="18"/>
                    <a:pt x="2556"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6"/>
            <p:cNvSpPr/>
            <p:nvPr/>
          </p:nvSpPr>
          <p:spPr>
            <a:xfrm>
              <a:off x="3462825" y="958575"/>
              <a:ext cx="64425" cy="108350"/>
            </a:xfrm>
            <a:custGeom>
              <a:rect b="b" l="l" r="r" t="t"/>
              <a:pathLst>
                <a:path extrusionOk="0" h="4334" w="2577">
                  <a:moveTo>
                    <a:pt x="2526" y="0"/>
                  </a:moveTo>
                  <a:cubicBezTo>
                    <a:pt x="2512" y="0"/>
                    <a:pt x="2498" y="6"/>
                    <a:pt x="2492" y="18"/>
                  </a:cubicBezTo>
                  <a:lnTo>
                    <a:pt x="10" y="4270"/>
                  </a:lnTo>
                  <a:cubicBezTo>
                    <a:pt x="0" y="4292"/>
                    <a:pt x="0" y="4313"/>
                    <a:pt x="21" y="4324"/>
                  </a:cubicBezTo>
                  <a:cubicBezTo>
                    <a:pt x="31" y="4334"/>
                    <a:pt x="31" y="4334"/>
                    <a:pt x="42" y="4334"/>
                  </a:cubicBezTo>
                  <a:cubicBezTo>
                    <a:pt x="53" y="4334"/>
                    <a:pt x="74" y="4324"/>
                    <a:pt x="74" y="4313"/>
                  </a:cubicBezTo>
                  <a:lnTo>
                    <a:pt x="2566" y="60"/>
                  </a:lnTo>
                  <a:cubicBezTo>
                    <a:pt x="2577" y="39"/>
                    <a:pt x="2566" y="18"/>
                    <a:pt x="2555" y="7"/>
                  </a:cubicBezTo>
                  <a:cubicBezTo>
                    <a:pt x="2547" y="3"/>
                    <a:pt x="2536" y="0"/>
                    <a:pt x="2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6"/>
            <p:cNvSpPr/>
            <p:nvPr/>
          </p:nvSpPr>
          <p:spPr>
            <a:xfrm>
              <a:off x="3475800" y="958575"/>
              <a:ext cx="64450" cy="108350"/>
            </a:xfrm>
            <a:custGeom>
              <a:rect b="b" l="l" r="r" t="t"/>
              <a:pathLst>
                <a:path extrusionOk="0" h="4334" w="2578">
                  <a:moveTo>
                    <a:pt x="2531" y="0"/>
                  </a:moveTo>
                  <a:cubicBezTo>
                    <a:pt x="2520" y="0"/>
                    <a:pt x="2510" y="6"/>
                    <a:pt x="2503" y="18"/>
                  </a:cubicBezTo>
                  <a:lnTo>
                    <a:pt x="11" y="4270"/>
                  </a:lnTo>
                  <a:cubicBezTo>
                    <a:pt x="0" y="4292"/>
                    <a:pt x="11" y="4313"/>
                    <a:pt x="21" y="4324"/>
                  </a:cubicBezTo>
                  <a:cubicBezTo>
                    <a:pt x="33" y="4334"/>
                    <a:pt x="43" y="4334"/>
                    <a:pt x="43" y="4334"/>
                  </a:cubicBezTo>
                  <a:cubicBezTo>
                    <a:pt x="64" y="4334"/>
                    <a:pt x="75" y="4324"/>
                    <a:pt x="85" y="4313"/>
                  </a:cubicBezTo>
                  <a:lnTo>
                    <a:pt x="2567" y="60"/>
                  </a:lnTo>
                  <a:cubicBezTo>
                    <a:pt x="2578" y="39"/>
                    <a:pt x="2578" y="18"/>
                    <a:pt x="2557"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6"/>
            <p:cNvSpPr/>
            <p:nvPr/>
          </p:nvSpPr>
          <p:spPr>
            <a:xfrm>
              <a:off x="3488800" y="958575"/>
              <a:ext cx="64725" cy="108350"/>
            </a:xfrm>
            <a:custGeom>
              <a:rect b="b" l="l" r="r" t="t"/>
              <a:pathLst>
                <a:path extrusionOk="0" h="4334" w="2589">
                  <a:moveTo>
                    <a:pt x="2530" y="0"/>
                  </a:moveTo>
                  <a:cubicBezTo>
                    <a:pt x="2519" y="0"/>
                    <a:pt x="2509" y="6"/>
                    <a:pt x="2503" y="18"/>
                  </a:cubicBezTo>
                  <a:lnTo>
                    <a:pt x="11" y="4270"/>
                  </a:lnTo>
                  <a:cubicBezTo>
                    <a:pt x="0" y="4292"/>
                    <a:pt x="11" y="4313"/>
                    <a:pt x="32" y="4324"/>
                  </a:cubicBezTo>
                  <a:cubicBezTo>
                    <a:pt x="32" y="4334"/>
                    <a:pt x="43" y="4334"/>
                    <a:pt x="53" y="4334"/>
                  </a:cubicBezTo>
                  <a:cubicBezTo>
                    <a:pt x="64" y="4334"/>
                    <a:pt x="74" y="4324"/>
                    <a:pt x="85" y="4313"/>
                  </a:cubicBezTo>
                  <a:lnTo>
                    <a:pt x="2577" y="60"/>
                  </a:lnTo>
                  <a:cubicBezTo>
                    <a:pt x="2588" y="39"/>
                    <a:pt x="2577" y="18"/>
                    <a:pt x="2556" y="7"/>
                  </a:cubicBezTo>
                  <a:cubicBezTo>
                    <a:pt x="2547" y="3"/>
                    <a:pt x="2538"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6"/>
            <p:cNvSpPr/>
            <p:nvPr/>
          </p:nvSpPr>
          <p:spPr>
            <a:xfrm>
              <a:off x="3502050" y="958575"/>
              <a:ext cx="64450" cy="108350"/>
            </a:xfrm>
            <a:custGeom>
              <a:rect b="b" l="l" r="r" t="t"/>
              <a:pathLst>
                <a:path extrusionOk="0" h="4334" w="2578">
                  <a:moveTo>
                    <a:pt x="2527" y="0"/>
                  </a:moveTo>
                  <a:cubicBezTo>
                    <a:pt x="2513" y="0"/>
                    <a:pt x="2499" y="6"/>
                    <a:pt x="2492" y="18"/>
                  </a:cubicBezTo>
                  <a:lnTo>
                    <a:pt x="11" y="4270"/>
                  </a:lnTo>
                  <a:cubicBezTo>
                    <a:pt x="1" y="4292"/>
                    <a:pt x="1" y="4313"/>
                    <a:pt x="22" y="4324"/>
                  </a:cubicBezTo>
                  <a:cubicBezTo>
                    <a:pt x="32" y="4334"/>
                    <a:pt x="32" y="4334"/>
                    <a:pt x="43" y="4334"/>
                  </a:cubicBezTo>
                  <a:cubicBezTo>
                    <a:pt x="53" y="4334"/>
                    <a:pt x="74" y="4324"/>
                    <a:pt x="74" y="4313"/>
                  </a:cubicBezTo>
                  <a:lnTo>
                    <a:pt x="2567" y="60"/>
                  </a:lnTo>
                  <a:cubicBezTo>
                    <a:pt x="2577" y="39"/>
                    <a:pt x="2567" y="18"/>
                    <a:pt x="2556" y="7"/>
                  </a:cubicBezTo>
                  <a:cubicBezTo>
                    <a:pt x="2547" y="3"/>
                    <a:pt x="2537" y="0"/>
                    <a:pt x="2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6"/>
            <p:cNvSpPr/>
            <p:nvPr/>
          </p:nvSpPr>
          <p:spPr>
            <a:xfrm>
              <a:off x="3515025" y="958575"/>
              <a:ext cx="64475" cy="108350"/>
            </a:xfrm>
            <a:custGeom>
              <a:rect b="b" l="l" r="r" t="t"/>
              <a:pathLst>
                <a:path extrusionOk="0" h="4334" w="2579">
                  <a:moveTo>
                    <a:pt x="2532" y="0"/>
                  </a:moveTo>
                  <a:cubicBezTo>
                    <a:pt x="2520" y="0"/>
                    <a:pt x="2510" y="6"/>
                    <a:pt x="2504" y="18"/>
                  </a:cubicBezTo>
                  <a:lnTo>
                    <a:pt x="12" y="4270"/>
                  </a:lnTo>
                  <a:cubicBezTo>
                    <a:pt x="1" y="4292"/>
                    <a:pt x="1" y="4313"/>
                    <a:pt x="22" y="4324"/>
                  </a:cubicBezTo>
                  <a:cubicBezTo>
                    <a:pt x="33" y="4334"/>
                    <a:pt x="43" y="4334"/>
                    <a:pt x="43" y="4334"/>
                  </a:cubicBezTo>
                  <a:cubicBezTo>
                    <a:pt x="64" y="4334"/>
                    <a:pt x="76" y="4324"/>
                    <a:pt x="86" y="4313"/>
                  </a:cubicBezTo>
                  <a:lnTo>
                    <a:pt x="2567" y="60"/>
                  </a:lnTo>
                  <a:cubicBezTo>
                    <a:pt x="2578" y="39"/>
                    <a:pt x="2578" y="18"/>
                    <a:pt x="2557" y="7"/>
                  </a:cubicBezTo>
                  <a:cubicBezTo>
                    <a:pt x="2548" y="3"/>
                    <a:pt x="2540" y="0"/>
                    <a:pt x="2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6"/>
            <p:cNvSpPr/>
            <p:nvPr/>
          </p:nvSpPr>
          <p:spPr>
            <a:xfrm>
              <a:off x="3528025" y="958575"/>
              <a:ext cx="64725" cy="108350"/>
            </a:xfrm>
            <a:custGeom>
              <a:rect b="b" l="l" r="r" t="t"/>
              <a:pathLst>
                <a:path extrusionOk="0" h="4334" w="2589">
                  <a:moveTo>
                    <a:pt x="2531" y="0"/>
                  </a:moveTo>
                  <a:cubicBezTo>
                    <a:pt x="2520" y="0"/>
                    <a:pt x="2510" y="6"/>
                    <a:pt x="2504" y="18"/>
                  </a:cubicBezTo>
                  <a:lnTo>
                    <a:pt x="11" y="4270"/>
                  </a:lnTo>
                  <a:cubicBezTo>
                    <a:pt x="1" y="4292"/>
                    <a:pt x="11" y="4313"/>
                    <a:pt x="32" y="4324"/>
                  </a:cubicBezTo>
                  <a:cubicBezTo>
                    <a:pt x="32" y="4334"/>
                    <a:pt x="43" y="4334"/>
                    <a:pt x="54" y="4334"/>
                  </a:cubicBezTo>
                  <a:cubicBezTo>
                    <a:pt x="65" y="4334"/>
                    <a:pt x="75" y="4324"/>
                    <a:pt x="86" y="4313"/>
                  </a:cubicBezTo>
                  <a:lnTo>
                    <a:pt x="2578" y="60"/>
                  </a:lnTo>
                  <a:cubicBezTo>
                    <a:pt x="2589" y="39"/>
                    <a:pt x="2578" y="18"/>
                    <a:pt x="2556"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6"/>
            <p:cNvSpPr/>
            <p:nvPr/>
          </p:nvSpPr>
          <p:spPr>
            <a:xfrm>
              <a:off x="3541025" y="958575"/>
              <a:ext cx="64700" cy="108350"/>
            </a:xfrm>
            <a:custGeom>
              <a:rect b="b" l="l" r="r" t="t"/>
              <a:pathLst>
                <a:path extrusionOk="0" h="4334" w="2588">
                  <a:moveTo>
                    <a:pt x="2535" y="0"/>
                  </a:moveTo>
                  <a:cubicBezTo>
                    <a:pt x="2523" y="0"/>
                    <a:pt x="2509" y="6"/>
                    <a:pt x="2503" y="18"/>
                  </a:cubicBezTo>
                  <a:lnTo>
                    <a:pt x="21" y="4270"/>
                  </a:lnTo>
                  <a:cubicBezTo>
                    <a:pt x="0" y="4292"/>
                    <a:pt x="11" y="4313"/>
                    <a:pt x="32" y="4324"/>
                  </a:cubicBezTo>
                  <a:cubicBezTo>
                    <a:pt x="43" y="4334"/>
                    <a:pt x="43" y="4334"/>
                    <a:pt x="54" y="4334"/>
                  </a:cubicBezTo>
                  <a:cubicBezTo>
                    <a:pt x="64" y="4334"/>
                    <a:pt x="75" y="4324"/>
                    <a:pt x="85" y="4313"/>
                  </a:cubicBezTo>
                  <a:lnTo>
                    <a:pt x="2578" y="60"/>
                  </a:lnTo>
                  <a:cubicBezTo>
                    <a:pt x="2588" y="39"/>
                    <a:pt x="2578" y="18"/>
                    <a:pt x="2556" y="7"/>
                  </a:cubicBezTo>
                  <a:cubicBezTo>
                    <a:pt x="2552" y="3"/>
                    <a:pt x="2544" y="0"/>
                    <a:pt x="25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6"/>
            <p:cNvSpPr/>
            <p:nvPr/>
          </p:nvSpPr>
          <p:spPr>
            <a:xfrm>
              <a:off x="3554275" y="958575"/>
              <a:ext cx="64450" cy="108350"/>
            </a:xfrm>
            <a:custGeom>
              <a:rect b="b" l="l" r="r" t="t"/>
              <a:pathLst>
                <a:path extrusionOk="0" h="4334" w="2578">
                  <a:moveTo>
                    <a:pt x="2531" y="0"/>
                  </a:moveTo>
                  <a:cubicBezTo>
                    <a:pt x="2520" y="0"/>
                    <a:pt x="2510" y="6"/>
                    <a:pt x="2503" y="18"/>
                  </a:cubicBezTo>
                  <a:lnTo>
                    <a:pt x="11" y="4270"/>
                  </a:lnTo>
                  <a:cubicBezTo>
                    <a:pt x="0" y="4292"/>
                    <a:pt x="0" y="4313"/>
                    <a:pt x="22" y="4324"/>
                  </a:cubicBezTo>
                  <a:cubicBezTo>
                    <a:pt x="33" y="4334"/>
                    <a:pt x="43" y="4334"/>
                    <a:pt x="43" y="4334"/>
                  </a:cubicBezTo>
                  <a:cubicBezTo>
                    <a:pt x="64" y="4334"/>
                    <a:pt x="75" y="4324"/>
                    <a:pt x="85" y="4313"/>
                  </a:cubicBezTo>
                  <a:lnTo>
                    <a:pt x="2567" y="60"/>
                  </a:lnTo>
                  <a:cubicBezTo>
                    <a:pt x="2578" y="39"/>
                    <a:pt x="2578" y="18"/>
                    <a:pt x="2557"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6"/>
            <p:cNvSpPr/>
            <p:nvPr/>
          </p:nvSpPr>
          <p:spPr>
            <a:xfrm>
              <a:off x="3567275" y="958575"/>
              <a:ext cx="64725" cy="108350"/>
            </a:xfrm>
            <a:custGeom>
              <a:rect b="b" l="l" r="r" t="t"/>
              <a:pathLst>
                <a:path extrusionOk="0" h="4334" w="2589">
                  <a:moveTo>
                    <a:pt x="2531" y="0"/>
                  </a:moveTo>
                  <a:cubicBezTo>
                    <a:pt x="2519" y="0"/>
                    <a:pt x="2509" y="6"/>
                    <a:pt x="2503" y="18"/>
                  </a:cubicBezTo>
                  <a:lnTo>
                    <a:pt x="11" y="4270"/>
                  </a:lnTo>
                  <a:cubicBezTo>
                    <a:pt x="0" y="4292"/>
                    <a:pt x="11" y="4313"/>
                    <a:pt x="32" y="4324"/>
                  </a:cubicBezTo>
                  <a:cubicBezTo>
                    <a:pt x="32" y="4334"/>
                    <a:pt x="43" y="4334"/>
                    <a:pt x="53" y="4334"/>
                  </a:cubicBezTo>
                  <a:cubicBezTo>
                    <a:pt x="64" y="4334"/>
                    <a:pt x="74" y="4324"/>
                    <a:pt x="85" y="4313"/>
                  </a:cubicBezTo>
                  <a:lnTo>
                    <a:pt x="2567" y="60"/>
                  </a:lnTo>
                  <a:cubicBezTo>
                    <a:pt x="2588" y="39"/>
                    <a:pt x="2577" y="18"/>
                    <a:pt x="2556" y="7"/>
                  </a:cubicBezTo>
                  <a:cubicBezTo>
                    <a:pt x="2547"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6"/>
            <p:cNvSpPr/>
            <p:nvPr/>
          </p:nvSpPr>
          <p:spPr>
            <a:xfrm>
              <a:off x="3580250" y="958575"/>
              <a:ext cx="64725" cy="108350"/>
            </a:xfrm>
            <a:custGeom>
              <a:rect b="b" l="l" r="r" t="t"/>
              <a:pathLst>
                <a:path extrusionOk="0" h="4334" w="2589">
                  <a:moveTo>
                    <a:pt x="2536" y="0"/>
                  </a:moveTo>
                  <a:cubicBezTo>
                    <a:pt x="2524" y="0"/>
                    <a:pt x="2510" y="6"/>
                    <a:pt x="2504" y="18"/>
                  </a:cubicBezTo>
                  <a:lnTo>
                    <a:pt x="22" y="4270"/>
                  </a:lnTo>
                  <a:cubicBezTo>
                    <a:pt x="1" y="4292"/>
                    <a:pt x="12" y="4313"/>
                    <a:pt x="33" y="4324"/>
                  </a:cubicBezTo>
                  <a:cubicBezTo>
                    <a:pt x="43" y="4334"/>
                    <a:pt x="43" y="4334"/>
                    <a:pt x="54" y="4334"/>
                  </a:cubicBezTo>
                  <a:cubicBezTo>
                    <a:pt x="64" y="4334"/>
                    <a:pt x="75" y="4324"/>
                    <a:pt x="86" y="4313"/>
                  </a:cubicBezTo>
                  <a:lnTo>
                    <a:pt x="2578" y="60"/>
                  </a:lnTo>
                  <a:cubicBezTo>
                    <a:pt x="2588" y="39"/>
                    <a:pt x="2578" y="18"/>
                    <a:pt x="2557" y="7"/>
                  </a:cubicBezTo>
                  <a:cubicBezTo>
                    <a:pt x="2552" y="3"/>
                    <a:pt x="2545" y="0"/>
                    <a:pt x="2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6"/>
            <p:cNvSpPr/>
            <p:nvPr/>
          </p:nvSpPr>
          <p:spPr>
            <a:xfrm>
              <a:off x="3593500" y="958575"/>
              <a:ext cx="64475" cy="108350"/>
            </a:xfrm>
            <a:custGeom>
              <a:rect b="b" l="l" r="r" t="t"/>
              <a:pathLst>
                <a:path extrusionOk="0" h="4334" w="2579">
                  <a:moveTo>
                    <a:pt x="2531" y="0"/>
                  </a:moveTo>
                  <a:cubicBezTo>
                    <a:pt x="2519" y="0"/>
                    <a:pt x="2506" y="6"/>
                    <a:pt x="2494" y="18"/>
                  </a:cubicBezTo>
                  <a:lnTo>
                    <a:pt x="12" y="4270"/>
                  </a:lnTo>
                  <a:cubicBezTo>
                    <a:pt x="1" y="4292"/>
                    <a:pt x="1" y="4313"/>
                    <a:pt x="22" y="4324"/>
                  </a:cubicBezTo>
                  <a:cubicBezTo>
                    <a:pt x="33" y="4334"/>
                    <a:pt x="33" y="4334"/>
                    <a:pt x="43" y="4334"/>
                  </a:cubicBezTo>
                  <a:cubicBezTo>
                    <a:pt x="54" y="4334"/>
                    <a:pt x="76" y="4324"/>
                    <a:pt x="76" y="4313"/>
                  </a:cubicBezTo>
                  <a:lnTo>
                    <a:pt x="2567" y="60"/>
                  </a:lnTo>
                  <a:cubicBezTo>
                    <a:pt x="2578" y="39"/>
                    <a:pt x="2578" y="18"/>
                    <a:pt x="2557" y="7"/>
                  </a:cubicBezTo>
                  <a:cubicBezTo>
                    <a:pt x="2549" y="3"/>
                    <a:pt x="2540"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6"/>
            <p:cNvSpPr/>
            <p:nvPr/>
          </p:nvSpPr>
          <p:spPr>
            <a:xfrm>
              <a:off x="3606525" y="958575"/>
              <a:ext cx="64700" cy="108350"/>
            </a:xfrm>
            <a:custGeom>
              <a:rect b="b" l="l" r="r" t="t"/>
              <a:pathLst>
                <a:path extrusionOk="0" h="4334" w="2588">
                  <a:moveTo>
                    <a:pt x="2530" y="0"/>
                  </a:moveTo>
                  <a:cubicBezTo>
                    <a:pt x="2519" y="0"/>
                    <a:pt x="2509" y="6"/>
                    <a:pt x="2503" y="18"/>
                  </a:cubicBezTo>
                  <a:lnTo>
                    <a:pt x="10" y="4270"/>
                  </a:lnTo>
                  <a:cubicBezTo>
                    <a:pt x="0" y="4292"/>
                    <a:pt x="10" y="4313"/>
                    <a:pt x="31" y="4324"/>
                  </a:cubicBezTo>
                  <a:cubicBezTo>
                    <a:pt x="31" y="4334"/>
                    <a:pt x="42" y="4334"/>
                    <a:pt x="42" y="4334"/>
                  </a:cubicBezTo>
                  <a:cubicBezTo>
                    <a:pt x="64" y="4334"/>
                    <a:pt x="74" y="4324"/>
                    <a:pt x="85" y="4313"/>
                  </a:cubicBezTo>
                  <a:lnTo>
                    <a:pt x="2567" y="60"/>
                  </a:lnTo>
                  <a:cubicBezTo>
                    <a:pt x="2588" y="39"/>
                    <a:pt x="2577" y="18"/>
                    <a:pt x="2555" y="7"/>
                  </a:cubicBezTo>
                  <a:cubicBezTo>
                    <a:pt x="2547" y="3"/>
                    <a:pt x="2538"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6"/>
            <p:cNvSpPr/>
            <p:nvPr/>
          </p:nvSpPr>
          <p:spPr>
            <a:xfrm>
              <a:off x="3619500" y="958575"/>
              <a:ext cx="64700" cy="108350"/>
            </a:xfrm>
            <a:custGeom>
              <a:rect b="b" l="l" r="r" t="t"/>
              <a:pathLst>
                <a:path extrusionOk="0" h="4334" w="2588">
                  <a:moveTo>
                    <a:pt x="2536" y="0"/>
                  </a:moveTo>
                  <a:cubicBezTo>
                    <a:pt x="2523" y="0"/>
                    <a:pt x="2510" y="6"/>
                    <a:pt x="2503" y="18"/>
                  </a:cubicBezTo>
                  <a:lnTo>
                    <a:pt x="11" y="4270"/>
                  </a:lnTo>
                  <a:cubicBezTo>
                    <a:pt x="0" y="4292"/>
                    <a:pt x="11" y="4313"/>
                    <a:pt x="33" y="4324"/>
                  </a:cubicBezTo>
                  <a:cubicBezTo>
                    <a:pt x="33" y="4334"/>
                    <a:pt x="43" y="4334"/>
                    <a:pt x="54" y="4334"/>
                  </a:cubicBezTo>
                  <a:cubicBezTo>
                    <a:pt x="64" y="4334"/>
                    <a:pt x="75" y="4324"/>
                    <a:pt x="85" y="4313"/>
                  </a:cubicBezTo>
                  <a:lnTo>
                    <a:pt x="2578" y="60"/>
                  </a:lnTo>
                  <a:cubicBezTo>
                    <a:pt x="2588" y="39"/>
                    <a:pt x="2578" y="18"/>
                    <a:pt x="2557" y="7"/>
                  </a:cubicBezTo>
                  <a:cubicBezTo>
                    <a:pt x="2552" y="3"/>
                    <a:pt x="2544" y="0"/>
                    <a:pt x="2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6"/>
            <p:cNvSpPr/>
            <p:nvPr/>
          </p:nvSpPr>
          <p:spPr>
            <a:xfrm>
              <a:off x="3632750" y="958575"/>
              <a:ext cx="64475" cy="108350"/>
            </a:xfrm>
            <a:custGeom>
              <a:rect b="b" l="l" r="r" t="t"/>
              <a:pathLst>
                <a:path extrusionOk="0" h="4334" w="2579">
                  <a:moveTo>
                    <a:pt x="2531" y="0"/>
                  </a:moveTo>
                  <a:cubicBezTo>
                    <a:pt x="2518" y="0"/>
                    <a:pt x="2506" y="6"/>
                    <a:pt x="2493" y="18"/>
                  </a:cubicBezTo>
                  <a:lnTo>
                    <a:pt x="12" y="4270"/>
                  </a:lnTo>
                  <a:cubicBezTo>
                    <a:pt x="1" y="4292"/>
                    <a:pt x="1" y="4313"/>
                    <a:pt x="22" y="4324"/>
                  </a:cubicBezTo>
                  <a:cubicBezTo>
                    <a:pt x="33" y="4334"/>
                    <a:pt x="33" y="4334"/>
                    <a:pt x="43" y="4334"/>
                  </a:cubicBezTo>
                  <a:cubicBezTo>
                    <a:pt x="54" y="4334"/>
                    <a:pt x="75" y="4324"/>
                    <a:pt x="75" y="4313"/>
                  </a:cubicBezTo>
                  <a:lnTo>
                    <a:pt x="2567" y="60"/>
                  </a:lnTo>
                  <a:cubicBezTo>
                    <a:pt x="2578" y="39"/>
                    <a:pt x="2578" y="18"/>
                    <a:pt x="2557"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6"/>
            <p:cNvSpPr/>
            <p:nvPr/>
          </p:nvSpPr>
          <p:spPr>
            <a:xfrm>
              <a:off x="3645750" y="958575"/>
              <a:ext cx="64450" cy="108350"/>
            </a:xfrm>
            <a:custGeom>
              <a:rect b="b" l="l" r="r" t="t"/>
              <a:pathLst>
                <a:path extrusionOk="0" h="4334" w="2578">
                  <a:moveTo>
                    <a:pt x="2531" y="0"/>
                  </a:moveTo>
                  <a:cubicBezTo>
                    <a:pt x="2519" y="0"/>
                    <a:pt x="2509" y="6"/>
                    <a:pt x="2503" y="18"/>
                  </a:cubicBezTo>
                  <a:lnTo>
                    <a:pt x="11" y="4270"/>
                  </a:lnTo>
                  <a:cubicBezTo>
                    <a:pt x="1" y="4292"/>
                    <a:pt x="11" y="4313"/>
                    <a:pt x="22" y="4324"/>
                  </a:cubicBezTo>
                  <a:cubicBezTo>
                    <a:pt x="32" y="4334"/>
                    <a:pt x="43" y="4334"/>
                    <a:pt x="43" y="4334"/>
                  </a:cubicBezTo>
                  <a:cubicBezTo>
                    <a:pt x="64" y="4334"/>
                    <a:pt x="74" y="4324"/>
                    <a:pt x="85" y="4313"/>
                  </a:cubicBezTo>
                  <a:lnTo>
                    <a:pt x="2567" y="60"/>
                  </a:lnTo>
                  <a:cubicBezTo>
                    <a:pt x="2577" y="39"/>
                    <a:pt x="2577" y="18"/>
                    <a:pt x="2556" y="7"/>
                  </a:cubicBezTo>
                  <a:cubicBezTo>
                    <a:pt x="2547"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6"/>
            <p:cNvSpPr/>
            <p:nvPr/>
          </p:nvSpPr>
          <p:spPr>
            <a:xfrm>
              <a:off x="3658725" y="958575"/>
              <a:ext cx="64725" cy="108350"/>
            </a:xfrm>
            <a:custGeom>
              <a:rect b="b" l="l" r="r" t="t"/>
              <a:pathLst>
                <a:path extrusionOk="0" h="4334" w="2589">
                  <a:moveTo>
                    <a:pt x="2536" y="0"/>
                  </a:moveTo>
                  <a:cubicBezTo>
                    <a:pt x="2524" y="0"/>
                    <a:pt x="2510" y="6"/>
                    <a:pt x="2504" y="18"/>
                  </a:cubicBezTo>
                  <a:lnTo>
                    <a:pt x="12" y="4270"/>
                  </a:lnTo>
                  <a:cubicBezTo>
                    <a:pt x="1" y="4292"/>
                    <a:pt x="12" y="4313"/>
                    <a:pt x="33" y="4324"/>
                  </a:cubicBezTo>
                  <a:cubicBezTo>
                    <a:pt x="33" y="4334"/>
                    <a:pt x="43" y="4334"/>
                    <a:pt x="54" y="4334"/>
                  </a:cubicBezTo>
                  <a:cubicBezTo>
                    <a:pt x="64" y="4334"/>
                    <a:pt x="76" y="4324"/>
                    <a:pt x="86" y="4313"/>
                  </a:cubicBezTo>
                  <a:lnTo>
                    <a:pt x="2578" y="60"/>
                  </a:lnTo>
                  <a:cubicBezTo>
                    <a:pt x="2589" y="39"/>
                    <a:pt x="2578" y="18"/>
                    <a:pt x="2557" y="7"/>
                  </a:cubicBezTo>
                  <a:cubicBezTo>
                    <a:pt x="2553" y="3"/>
                    <a:pt x="2545" y="0"/>
                    <a:pt x="2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6"/>
            <p:cNvSpPr/>
            <p:nvPr/>
          </p:nvSpPr>
          <p:spPr>
            <a:xfrm>
              <a:off x="3672000" y="958575"/>
              <a:ext cx="64450" cy="108350"/>
            </a:xfrm>
            <a:custGeom>
              <a:rect b="b" l="l" r="r" t="t"/>
              <a:pathLst>
                <a:path extrusionOk="0" h="4334" w="2578">
                  <a:moveTo>
                    <a:pt x="2527" y="0"/>
                  </a:moveTo>
                  <a:cubicBezTo>
                    <a:pt x="2513" y="0"/>
                    <a:pt x="2499" y="6"/>
                    <a:pt x="2493" y="18"/>
                  </a:cubicBezTo>
                  <a:lnTo>
                    <a:pt x="11" y="4270"/>
                  </a:lnTo>
                  <a:cubicBezTo>
                    <a:pt x="0" y="4292"/>
                    <a:pt x="0" y="4313"/>
                    <a:pt x="21" y="4324"/>
                  </a:cubicBezTo>
                  <a:cubicBezTo>
                    <a:pt x="32" y="4334"/>
                    <a:pt x="32" y="4334"/>
                    <a:pt x="43" y="4334"/>
                  </a:cubicBezTo>
                  <a:cubicBezTo>
                    <a:pt x="54" y="4334"/>
                    <a:pt x="75" y="4324"/>
                    <a:pt x="75" y="4313"/>
                  </a:cubicBezTo>
                  <a:lnTo>
                    <a:pt x="2567" y="60"/>
                  </a:lnTo>
                  <a:cubicBezTo>
                    <a:pt x="2578" y="39"/>
                    <a:pt x="2578" y="18"/>
                    <a:pt x="2556" y="7"/>
                  </a:cubicBezTo>
                  <a:cubicBezTo>
                    <a:pt x="2548" y="3"/>
                    <a:pt x="2537" y="0"/>
                    <a:pt x="2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6"/>
            <p:cNvSpPr/>
            <p:nvPr/>
          </p:nvSpPr>
          <p:spPr>
            <a:xfrm>
              <a:off x="3685000" y="958575"/>
              <a:ext cx="64425" cy="108350"/>
            </a:xfrm>
            <a:custGeom>
              <a:rect b="b" l="l" r="r" t="t"/>
              <a:pathLst>
                <a:path extrusionOk="0" h="4334" w="2577">
                  <a:moveTo>
                    <a:pt x="2530" y="0"/>
                  </a:moveTo>
                  <a:cubicBezTo>
                    <a:pt x="2519" y="0"/>
                    <a:pt x="2509" y="6"/>
                    <a:pt x="2503" y="18"/>
                  </a:cubicBezTo>
                  <a:lnTo>
                    <a:pt x="10" y="4270"/>
                  </a:lnTo>
                  <a:cubicBezTo>
                    <a:pt x="0" y="4292"/>
                    <a:pt x="10" y="4313"/>
                    <a:pt x="21" y="4324"/>
                  </a:cubicBezTo>
                  <a:cubicBezTo>
                    <a:pt x="32" y="4334"/>
                    <a:pt x="43" y="4334"/>
                    <a:pt x="43" y="4334"/>
                  </a:cubicBezTo>
                  <a:cubicBezTo>
                    <a:pt x="64" y="4334"/>
                    <a:pt x="74" y="4324"/>
                    <a:pt x="85" y="4313"/>
                  </a:cubicBezTo>
                  <a:lnTo>
                    <a:pt x="2567" y="60"/>
                  </a:lnTo>
                  <a:cubicBezTo>
                    <a:pt x="2577" y="39"/>
                    <a:pt x="2577" y="18"/>
                    <a:pt x="2556" y="7"/>
                  </a:cubicBezTo>
                  <a:cubicBezTo>
                    <a:pt x="2547" y="3"/>
                    <a:pt x="2538"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6"/>
            <p:cNvSpPr/>
            <p:nvPr/>
          </p:nvSpPr>
          <p:spPr>
            <a:xfrm>
              <a:off x="3697975" y="958575"/>
              <a:ext cx="64725" cy="108350"/>
            </a:xfrm>
            <a:custGeom>
              <a:rect b="b" l="l" r="r" t="t"/>
              <a:pathLst>
                <a:path extrusionOk="0" h="4334" w="2589">
                  <a:moveTo>
                    <a:pt x="2531" y="0"/>
                  </a:moveTo>
                  <a:cubicBezTo>
                    <a:pt x="2520" y="0"/>
                    <a:pt x="2510" y="6"/>
                    <a:pt x="2503" y="18"/>
                  </a:cubicBezTo>
                  <a:lnTo>
                    <a:pt x="11" y="4270"/>
                  </a:lnTo>
                  <a:cubicBezTo>
                    <a:pt x="0" y="4292"/>
                    <a:pt x="11" y="4313"/>
                    <a:pt x="33" y="4324"/>
                  </a:cubicBezTo>
                  <a:cubicBezTo>
                    <a:pt x="33" y="4334"/>
                    <a:pt x="43" y="4334"/>
                    <a:pt x="54" y="4334"/>
                  </a:cubicBezTo>
                  <a:cubicBezTo>
                    <a:pt x="64" y="4334"/>
                    <a:pt x="75" y="4324"/>
                    <a:pt x="85" y="4313"/>
                  </a:cubicBezTo>
                  <a:lnTo>
                    <a:pt x="2578" y="60"/>
                  </a:lnTo>
                  <a:cubicBezTo>
                    <a:pt x="2588" y="39"/>
                    <a:pt x="2578" y="18"/>
                    <a:pt x="2557"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6"/>
            <p:cNvSpPr/>
            <p:nvPr/>
          </p:nvSpPr>
          <p:spPr>
            <a:xfrm>
              <a:off x="3711225" y="958575"/>
              <a:ext cx="64475" cy="108350"/>
            </a:xfrm>
            <a:custGeom>
              <a:rect b="b" l="l" r="r" t="t"/>
              <a:pathLst>
                <a:path extrusionOk="0" h="4334" w="2579">
                  <a:moveTo>
                    <a:pt x="2528" y="0"/>
                  </a:moveTo>
                  <a:cubicBezTo>
                    <a:pt x="2513" y="0"/>
                    <a:pt x="2499" y="6"/>
                    <a:pt x="2493" y="18"/>
                  </a:cubicBezTo>
                  <a:lnTo>
                    <a:pt x="12" y="4270"/>
                  </a:lnTo>
                  <a:cubicBezTo>
                    <a:pt x="1" y="4292"/>
                    <a:pt x="1" y="4313"/>
                    <a:pt x="22" y="4324"/>
                  </a:cubicBezTo>
                  <a:cubicBezTo>
                    <a:pt x="33" y="4334"/>
                    <a:pt x="33" y="4334"/>
                    <a:pt x="43" y="4334"/>
                  </a:cubicBezTo>
                  <a:cubicBezTo>
                    <a:pt x="54" y="4334"/>
                    <a:pt x="75" y="4324"/>
                    <a:pt x="75" y="4313"/>
                  </a:cubicBezTo>
                  <a:lnTo>
                    <a:pt x="2567" y="60"/>
                  </a:lnTo>
                  <a:cubicBezTo>
                    <a:pt x="2578" y="39"/>
                    <a:pt x="2567" y="18"/>
                    <a:pt x="2557" y="7"/>
                  </a:cubicBezTo>
                  <a:cubicBezTo>
                    <a:pt x="2548" y="3"/>
                    <a:pt x="2538" y="0"/>
                    <a:pt x="25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6"/>
            <p:cNvSpPr/>
            <p:nvPr/>
          </p:nvSpPr>
          <p:spPr>
            <a:xfrm>
              <a:off x="3724225" y="958575"/>
              <a:ext cx="64450" cy="108350"/>
            </a:xfrm>
            <a:custGeom>
              <a:rect b="b" l="l" r="r" t="t"/>
              <a:pathLst>
                <a:path extrusionOk="0" h="4334" w="2578">
                  <a:moveTo>
                    <a:pt x="2531" y="0"/>
                  </a:moveTo>
                  <a:cubicBezTo>
                    <a:pt x="2519" y="0"/>
                    <a:pt x="2510" y="6"/>
                    <a:pt x="2504" y="18"/>
                  </a:cubicBezTo>
                  <a:lnTo>
                    <a:pt x="11" y="4270"/>
                  </a:lnTo>
                  <a:cubicBezTo>
                    <a:pt x="1" y="4292"/>
                    <a:pt x="11" y="4313"/>
                    <a:pt x="22" y="4324"/>
                  </a:cubicBezTo>
                  <a:cubicBezTo>
                    <a:pt x="32" y="4334"/>
                    <a:pt x="43" y="4334"/>
                    <a:pt x="43" y="4334"/>
                  </a:cubicBezTo>
                  <a:cubicBezTo>
                    <a:pt x="64" y="4334"/>
                    <a:pt x="75" y="4324"/>
                    <a:pt x="86" y="4313"/>
                  </a:cubicBezTo>
                  <a:lnTo>
                    <a:pt x="2567" y="60"/>
                  </a:lnTo>
                  <a:cubicBezTo>
                    <a:pt x="2577" y="39"/>
                    <a:pt x="2577" y="18"/>
                    <a:pt x="2556"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6"/>
            <p:cNvSpPr/>
            <p:nvPr/>
          </p:nvSpPr>
          <p:spPr>
            <a:xfrm>
              <a:off x="3737225" y="958575"/>
              <a:ext cx="64700" cy="108350"/>
            </a:xfrm>
            <a:custGeom>
              <a:rect b="b" l="l" r="r" t="t"/>
              <a:pathLst>
                <a:path extrusionOk="0" h="4334" w="2588">
                  <a:moveTo>
                    <a:pt x="2531" y="0"/>
                  </a:moveTo>
                  <a:cubicBezTo>
                    <a:pt x="2519" y="0"/>
                    <a:pt x="2509" y="6"/>
                    <a:pt x="2503" y="18"/>
                  </a:cubicBezTo>
                  <a:lnTo>
                    <a:pt x="11" y="4270"/>
                  </a:lnTo>
                  <a:cubicBezTo>
                    <a:pt x="0" y="4292"/>
                    <a:pt x="11" y="4313"/>
                    <a:pt x="32" y="4324"/>
                  </a:cubicBezTo>
                  <a:cubicBezTo>
                    <a:pt x="32" y="4334"/>
                    <a:pt x="42" y="4334"/>
                    <a:pt x="53" y="4334"/>
                  </a:cubicBezTo>
                  <a:cubicBezTo>
                    <a:pt x="64" y="4334"/>
                    <a:pt x="75" y="4324"/>
                    <a:pt x="85" y="4313"/>
                  </a:cubicBezTo>
                  <a:lnTo>
                    <a:pt x="2578" y="60"/>
                  </a:lnTo>
                  <a:cubicBezTo>
                    <a:pt x="2588" y="39"/>
                    <a:pt x="2578" y="18"/>
                    <a:pt x="2556"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6"/>
            <p:cNvSpPr/>
            <p:nvPr/>
          </p:nvSpPr>
          <p:spPr>
            <a:xfrm>
              <a:off x="3750475" y="958575"/>
              <a:ext cx="64450" cy="108350"/>
            </a:xfrm>
            <a:custGeom>
              <a:rect b="b" l="l" r="r" t="t"/>
              <a:pathLst>
                <a:path extrusionOk="0" h="4334" w="2578">
                  <a:moveTo>
                    <a:pt x="2527" y="0"/>
                  </a:moveTo>
                  <a:cubicBezTo>
                    <a:pt x="2513" y="0"/>
                    <a:pt x="2499" y="6"/>
                    <a:pt x="2493" y="18"/>
                  </a:cubicBezTo>
                  <a:lnTo>
                    <a:pt x="11" y="4270"/>
                  </a:lnTo>
                  <a:cubicBezTo>
                    <a:pt x="0" y="4292"/>
                    <a:pt x="0" y="4313"/>
                    <a:pt x="21" y="4324"/>
                  </a:cubicBezTo>
                  <a:cubicBezTo>
                    <a:pt x="33" y="4334"/>
                    <a:pt x="33" y="4334"/>
                    <a:pt x="43" y="4334"/>
                  </a:cubicBezTo>
                  <a:cubicBezTo>
                    <a:pt x="54" y="4334"/>
                    <a:pt x="75" y="4324"/>
                    <a:pt x="75" y="4313"/>
                  </a:cubicBezTo>
                  <a:lnTo>
                    <a:pt x="2567" y="60"/>
                  </a:lnTo>
                  <a:cubicBezTo>
                    <a:pt x="2578" y="39"/>
                    <a:pt x="2567" y="18"/>
                    <a:pt x="2557" y="7"/>
                  </a:cubicBezTo>
                  <a:cubicBezTo>
                    <a:pt x="2548" y="3"/>
                    <a:pt x="2537" y="0"/>
                    <a:pt x="2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6"/>
            <p:cNvSpPr/>
            <p:nvPr/>
          </p:nvSpPr>
          <p:spPr>
            <a:xfrm>
              <a:off x="3763475" y="958575"/>
              <a:ext cx="64425" cy="108350"/>
            </a:xfrm>
            <a:custGeom>
              <a:rect b="b" l="l" r="r" t="t"/>
              <a:pathLst>
                <a:path extrusionOk="0" h="4334" w="2577">
                  <a:moveTo>
                    <a:pt x="2530" y="0"/>
                  </a:moveTo>
                  <a:cubicBezTo>
                    <a:pt x="2519" y="0"/>
                    <a:pt x="2509" y="6"/>
                    <a:pt x="2503" y="18"/>
                  </a:cubicBezTo>
                  <a:lnTo>
                    <a:pt x="11" y="4270"/>
                  </a:lnTo>
                  <a:cubicBezTo>
                    <a:pt x="0" y="4292"/>
                    <a:pt x="11" y="4313"/>
                    <a:pt x="22" y="4324"/>
                  </a:cubicBezTo>
                  <a:cubicBezTo>
                    <a:pt x="32" y="4334"/>
                    <a:pt x="43" y="4334"/>
                    <a:pt x="43" y="4334"/>
                  </a:cubicBezTo>
                  <a:cubicBezTo>
                    <a:pt x="64" y="4334"/>
                    <a:pt x="74" y="4324"/>
                    <a:pt x="85" y="4313"/>
                  </a:cubicBezTo>
                  <a:lnTo>
                    <a:pt x="2567" y="60"/>
                  </a:lnTo>
                  <a:cubicBezTo>
                    <a:pt x="2577" y="39"/>
                    <a:pt x="2577" y="18"/>
                    <a:pt x="2556" y="7"/>
                  </a:cubicBezTo>
                  <a:cubicBezTo>
                    <a:pt x="2547" y="3"/>
                    <a:pt x="2538"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6"/>
            <p:cNvSpPr/>
            <p:nvPr/>
          </p:nvSpPr>
          <p:spPr>
            <a:xfrm>
              <a:off x="3776450" y="958575"/>
              <a:ext cx="64725" cy="108350"/>
            </a:xfrm>
            <a:custGeom>
              <a:rect b="b" l="l" r="r" t="t"/>
              <a:pathLst>
                <a:path extrusionOk="0" h="4334" w="2589">
                  <a:moveTo>
                    <a:pt x="2532" y="0"/>
                  </a:moveTo>
                  <a:cubicBezTo>
                    <a:pt x="2520" y="0"/>
                    <a:pt x="2510" y="6"/>
                    <a:pt x="2503" y="18"/>
                  </a:cubicBezTo>
                  <a:lnTo>
                    <a:pt x="12" y="4270"/>
                  </a:lnTo>
                  <a:cubicBezTo>
                    <a:pt x="1" y="4292"/>
                    <a:pt x="12" y="4313"/>
                    <a:pt x="33" y="4324"/>
                  </a:cubicBezTo>
                  <a:cubicBezTo>
                    <a:pt x="33" y="4334"/>
                    <a:pt x="43" y="4334"/>
                    <a:pt x="54" y="4334"/>
                  </a:cubicBezTo>
                  <a:cubicBezTo>
                    <a:pt x="64" y="4334"/>
                    <a:pt x="75" y="4324"/>
                    <a:pt x="85" y="4313"/>
                  </a:cubicBezTo>
                  <a:lnTo>
                    <a:pt x="2578" y="60"/>
                  </a:lnTo>
                  <a:cubicBezTo>
                    <a:pt x="2588" y="39"/>
                    <a:pt x="2578" y="18"/>
                    <a:pt x="2557" y="7"/>
                  </a:cubicBezTo>
                  <a:cubicBezTo>
                    <a:pt x="2548" y="3"/>
                    <a:pt x="2540" y="0"/>
                    <a:pt x="2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6"/>
            <p:cNvSpPr/>
            <p:nvPr/>
          </p:nvSpPr>
          <p:spPr>
            <a:xfrm>
              <a:off x="3789700" y="958575"/>
              <a:ext cx="64475" cy="108350"/>
            </a:xfrm>
            <a:custGeom>
              <a:rect b="b" l="l" r="r" t="t"/>
              <a:pathLst>
                <a:path extrusionOk="0" h="4334" w="2579">
                  <a:moveTo>
                    <a:pt x="2528" y="0"/>
                  </a:moveTo>
                  <a:cubicBezTo>
                    <a:pt x="2513" y="0"/>
                    <a:pt x="2500" y="6"/>
                    <a:pt x="2493" y="18"/>
                  </a:cubicBezTo>
                  <a:lnTo>
                    <a:pt x="12" y="4270"/>
                  </a:lnTo>
                  <a:cubicBezTo>
                    <a:pt x="1" y="4292"/>
                    <a:pt x="1" y="4313"/>
                    <a:pt x="22" y="4324"/>
                  </a:cubicBezTo>
                  <a:cubicBezTo>
                    <a:pt x="33" y="4334"/>
                    <a:pt x="33" y="4334"/>
                    <a:pt x="43" y="4334"/>
                  </a:cubicBezTo>
                  <a:cubicBezTo>
                    <a:pt x="54" y="4334"/>
                    <a:pt x="76" y="4324"/>
                    <a:pt x="76" y="4313"/>
                  </a:cubicBezTo>
                  <a:lnTo>
                    <a:pt x="2567" y="60"/>
                  </a:lnTo>
                  <a:cubicBezTo>
                    <a:pt x="2578" y="39"/>
                    <a:pt x="2567" y="18"/>
                    <a:pt x="2557" y="7"/>
                  </a:cubicBezTo>
                  <a:cubicBezTo>
                    <a:pt x="2548" y="3"/>
                    <a:pt x="2538" y="0"/>
                    <a:pt x="25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6"/>
            <p:cNvSpPr/>
            <p:nvPr/>
          </p:nvSpPr>
          <p:spPr>
            <a:xfrm>
              <a:off x="3802700" y="958575"/>
              <a:ext cx="64450" cy="108350"/>
            </a:xfrm>
            <a:custGeom>
              <a:rect b="b" l="l" r="r" t="t"/>
              <a:pathLst>
                <a:path extrusionOk="0" h="4334" w="2578">
                  <a:moveTo>
                    <a:pt x="2531" y="0"/>
                  </a:moveTo>
                  <a:cubicBezTo>
                    <a:pt x="2520" y="0"/>
                    <a:pt x="2510" y="6"/>
                    <a:pt x="2504" y="18"/>
                  </a:cubicBezTo>
                  <a:lnTo>
                    <a:pt x="11" y="4270"/>
                  </a:lnTo>
                  <a:cubicBezTo>
                    <a:pt x="1" y="4292"/>
                    <a:pt x="1" y="4313"/>
                    <a:pt x="22" y="4324"/>
                  </a:cubicBezTo>
                  <a:cubicBezTo>
                    <a:pt x="32" y="4334"/>
                    <a:pt x="43" y="4334"/>
                    <a:pt x="43" y="4334"/>
                  </a:cubicBezTo>
                  <a:cubicBezTo>
                    <a:pt x="65" y="4334"/>
                    <a:pt x="75" y="4324"/>
                    <a:pt x="86" y="4313"/>
                  </a:cubicBezTo>
                  <a:lnTo>
                    <a:pt x="2567" y="60"/>
                  </a:lnTo>
                  <a:cubicBezTo>
                    <a:pt x="2578" y="39"/>
                    <a:pt x="2578" y="18"/>
                    <a:pt x="2556"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6"/>
            <p:cNvSpPr/>
            <p:nvPr/>
          </p:nvSpPr>
          <p:spPr>
            <a:xfrm>
              <a:off x="3815700" y="958575"/>
              <a:ext cx="64700" cy="108350"/>
            </a:xfrm>
            <a:custGeom>
              <a:rect b="b" l="l" r="r" t="t"/>
              <a:pathLst>
                <a:path extrusionOk="0" h="4334" w="2588">
                  <a:moveTo>
                    <a:pt x="2531" y="0"/>
                  </a:moveTo>
                  <a:cubicBezTo>
                    <a:pt x="2520" y="0"/>
                    <a:pt x="2510" y="6"/>
                    <a:pt x="2503" y="18"/>
                  </a:cubicBezTo>
                  <a:lnTo>
                    <a:pt x="11" y="4270"/>
                  </a:lnTo>
                  <a:cubicBezTo>
                    <a:pt x="0" y="4292"/>
                    <a:pt x="11" y="4313"/>
                    <a:pt x="32" y="4324"/>
                  </a:cubicBezTo>
                  <a:cubicBezTo>
                    <a:pt x="32" y="4334"/>
                    <a:pt x="43" y="4334"/>
                    <a:pt x="54" y="4334"/>
                  </a:cubicBezTo>
                  <a:cubicBezTo>
                    <a:pt x="64" y="4334"/>
                    <a:pt x="75" y="4324"/>
                    <a:pt x="85" y="4313"/>
                  </a:cubicBezTo>
                  <a:lnTo>
                    <a:pt x="2578" y="60"/>
                  </a:lnTo>
                  <a:cubicBezTo>
                    <a:pt x="2588" y="39"/>
                    <a:pt x="2578" y="18"/>
                    <a:pt x="2556"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6"/>
            <p:cNvSpPr/>
            <p:nvPr/>
          </p:nvSpPr>
          <p:spPr>
            <a:xfrm>
              <a:off x="3828950" y="958575"/>
              <a:ext cx="64450" cy="108350"/>
            </a:xfrm>
            <a:custGeom>
              <a:rect b="b" l="l" r="r" t="t"/>
              <a:pathLst>
                <a:path extrusionOk="0" h="4334" w="2578">
                  <a:moveTo>
                    <a:pt x="2525" y="0"/>
                  </a:moveTo>
                  <a:cubicBezTo>
                    <a:pt x="2513" y="0"/>
                    <a:pt x="2499" y="6"/>
                    <a:pt x="2493" y="18"/>
                  </a:cubicBezTo>
                  <a:lnTo>
                    <a:pt x="11" y="4270"/>
                  </a:lnTo>
                  <a:cubicBezTo>
                    <a:pt x="0" y="4292"/>
                    <a:pt x="0" y="4313"/>
                    <a:pt x="22" y="4324"/>
                  </a:cubicBezTo>
                  <a:cubicBezTo>
                    <a:pt x="33" y="4334"/>
                    <a:pt x="33" y="4334"/>
                    <a:pt x="43" y="4334"/>
                  </a:cubicBezTo>
                  <a:cubicBezTo>
                    <a:pt x="54" y="4334"/>
                    <a:pt x="75" y="4324"/>
                    <a:pt x="75" y="4313"/>
                  </a:cubicBezTo>
                  <a:lnTo>
                    <a:pt x="2567" y="60"/>
                  </a:lnTo>
                  <a:cubicBezTo>
                    <a:pt x="2578" y="39"/>
                    <a:pt x="2567" y="18"/>
                    <a:pt x="2546" y="7"/>
                  </a:cubicBezTo>
                  <a:cubicBezTo>
                    <a:pt x="2542" y="3"/>
                    <a:pt x="2534" y="0"/>
                    <a:pt x="25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6"/>
            <p:cNvSpPr/>
            <p:nvPr/>
          </p:nvSpPr>
          <p:spPr>
            <a:xfrm>
              <a:off x="3841950" y="958575"/>
              <a:ext cx="64450" cy="108350"/>
            </a:xfrm>
            <a:custGeom>
              <a:rect b="b" l="l" r="r" t="t"/>
              <a:pathLst>
                <a:path extrusionOk="0" h="4334" w="2578">
                  <a:moveTo>
                    <a:pt x="2531" y="0"/>
                  </a:moveTo>
                  <a:cubicBezTo>
                    <a:pt x="2519" y="0"/>
                    <a:pt x="2509" y="6"/>
                    <a:pt x="2503" y="18"/>
                  </a:cubicBezTo>
                  <a:lnTo>
                    <a:pt x="11" y="4270"/>
                  </a:lnTo>
                  <a:cubicBezTo>
                    <a:pt x="0" y="4292"/>
                    <a:pt x="0" y="4313"/>
                    <a:pt x="22" y="4324"/>
                  </a:cubicBezTo>
                  <a:cubicBezTo>
                    <a:pt x="32" y="4334"/>
                    <a:pt x="43" y="4334"/>
                    <a:pt x="43" y="4334"/>
                  </a:cubicBezTo>
                  <a:cubicBezTo>
                    <a:pt x="64" y="4334"/>
                    <a:pt x="74" y="4324"/>
                    <a:pt x="85" y="4313"/>
                  </a:cubicBezTo>
                  <a:lnTo>
                    <a:pt x="2567" y="60"/>
                  </a:lnTo>
                  <a:cubicBezTo>
                    <a:pt x="2577" y="39"/>
                    <a:pt x="2577" y="18"/>
                    <a:pt x="2556" y="7"/>
                  </a:cubicBezTo>
                  <a:cubicBezTo>
                    <a:pt x="2547"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6"/>
            <p:cNvSpPr/>
            <p:nvPr/>
          </p:nvSpPr>
          <p:spPr>
            <a:xfrm>
              <a:off x="3854925" y="958575"/>
              <a:ext cx="64725" cy="108350"/>
            </a:xfrm>
            <a:custGeom>
              <a:rect b="b" l="l" r="r" t="t"/>
              <a:pathLst>
                <a:path extrusionOk="0" h="4334" w="2589">
                  <a:moveTo>
                    <a:pt x="2532" y="0"/>
                  </a:moveTo>
                  <a:cubicBezTo>
                    <a:pt x="2520" y="0"/>
                    <a:pt x="2510" y="6"/>
                    <a:pt x="2504" y="18"/>
                  </a:cubicBezTo>
                  <a:lnTo>
                    <a:pt x="12" y="4270"/>
                  </a:lnTo>
                  <a:cubicBezTo>
                    <a:pt x="1" y="4292"/>
                    <a:pt x="12" y="4313"/>
                    <a:pt x="33" y="4324"/>
                  </a:cubicBezTo>
                  <a:cubicBezTo>
                    <a:pt x="33" y="4334"/>
                    <a:pt x="43" y="4334"/>
                    <a:pt x="54" y="4334"/>
                  </a:cubicBezTo>
                  <a:cubicBezTo>
                    <a:pt x="64" y="4334"/>
                    <a:pt x="75" y="4324"/>
                    <a:pt x="86" y="4313"/>
                  </a:cubicBezTo>
                  <a:lnTo>
                    <a:pt x="2578" y="60"/>
                  </a:lnTo>
                  <a:cubicBezTo>
                    <a:pt x="2588" y="39"/>
                    <a:pt x="2578" y="18"/>
                    <a:pt x="2557" y="7"/>
                  </a:cubicBezTo>
                  <a:cubicBezTo>
                    <a:pt x="2548" y="3"/>
                    <a:pt x="2540" y="0"/>
                    <a:pt x="2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6"/>
            <p:cNvSpPr/>
            <p:nvPr/>
          </p:nvSpPr>
          <p:spPr>
            <a:xfrm>
              <a:off x="3867925" y="958575"/>
              <a:ext cx="64725" cy="108350"/>
            </a:xfrm>
            <a:custGeom>
              <a:rect b="b" l="l" r="r" t="t"/>
              <a:pathLst>
                <a:path extrusionOk="0" h="4334" w="2589">
                  <a:moveTo>
                    <a:pt x="2536" y="0"/>
                  </a:moveTo>
                  <a:cubicBezTo>
                    <a:pt x="2523" y="0"/>
                    <a:pt x="2510" y="6"/>
                    <a:pt x="2504" y="18"/>
                  </a:cubicBezTo>
                  <a:lnTo>
                    <a:pt x="22" y="4270"/>
                  </a:lnTo>
                  <a:cubicBezTo>
                    <a:pt x="1" y="4292"/>
                    <a:pt x="11" y="4313"/>
                    <a:pt x="32" y="4324"/>
                  </a:cubicBezTo>
                  <a:cubicBezTo>
                    <a:pt x="43" y="4334"/>
                    <a:pt x="43" y="4334"/>
                    <a:pt x="53" y="4334"/>
                  </a:cubicBezTo>
                  <a:cubicBezTo>
                    <a:pt x="64" y="4334"/>
                    <a:pt x="75" y="4324"/>
                    <a:pt x="86" y="4313"/>
                  </a:cubicBezTo>
                  <a:lnTo>
                    <a:pt x="2577" y="60"/>
                  </a:lnTo>
                  <a:cubicBezTo>
                    <a:pt x="2588" y="39"/>
                    <a:pt x="2577" y="18"/>
                    <a:pt x="2556" y="7"/>
                  </a:cubicBezTo>
                  <a:cubicBezTo>
                    <a:pt x="2552" y="3"/>
                    <a:pt x="2544" y="0"/>
                    <a:pt x="2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6"/>
            <p:cNvSpPr/>
            <p:nvPr/>
          </p:nvSpPr>
          <p:spPr>
            <a:xfrm>
              <a:off x="3881200" y="958575"/>
              <a:ext cx="64425" cy="108350"/>
            </a:xfrm>
            <a:custGeom>
              <a:rect b="b" l="l" r="r" t="t"/>
              <a:pathLst>
                <a:path extrusionOk="0" h="4334" w="2577">
                  <a:moveTo>
                    <a:pt x="2530" y="0"/>
                  </a:moveTo>
                  <a:cubicBezTo>
                    <a:pt x="2519" y="0"/>
                    <a:pt x="2509" y="6"/>
                    <a:pt x="2503" y="18"/>
                  </a:cubicBezTo>
                  <a:lnTo>
                    <a:pt x="10" y="4270"/>
                  </a:lnTo>
                  <a:cubicBezTo>
                    <a:pt x="0" y="4292"/>
                    <a:pt x="0" y="4313"/>
                    <a:pt x="21" y="4324"/>
                  </a:cubicBezTo>
                  <a:cubicBezTo>
                    <a:pt x="31" y="4334"/>
                    <a:pt x="42" y="4334"/>
                    <a:pt x="42" y="4334"/>
                  </a:cubicBezTo>
                  <a:cubicBezTo>
                    <a:pt x="53" y="4334"/>
                    <a:pt x="74" y="4324"/>
                    <a:pt x="74" y="4313"/>
                  </a:cubicBezTo>
                  <a:lnTo>
                    <a:pt x="2567" y="60"/>
                  </a:lnTo>
                  <a:cubicBezTo>
                    <a:pt x="2577" y="39"/>
                    <a:pt x="2577" y="18"/>
                    <a:pt x="2556" y="7"/>
                  </a:cubicBezTo>
                  <a:cubicBezTo>
                    <a:pt x="2547" y="3"/>
                    <a:pt x="2538"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6"/>
            <p:cNvSpPr/>
            <p:nvPr/>
          </p:nvSpPr>
          <p:spPr>
            <a:xfrm>
              <a:off x="3894175" y="958575"/>
              <a:ext cx="64700" cy="108350"/>
            </a:xfrm>
            <a:custGeom>
              <a:rect b="b" l="l" r="r" t="t"/>
              <a:pathLst>
                <a:path extrusionOk="0" h="4334" w="2588">
                  <a:moveTo>
                    <a:pt x="2531" y="0"/>
                  </a:moveTo>
                  <a:cubicBezTo>
                    <a:pt x="2520" y="0"/>
                    <a:pt x="2510" y="6"/>
                    <a:pt x="2503" y="18"/>
                  </a:cubicBezTo>
                  <a:lnTo>
                    <a:pt x="11" y="4270"/>
                  </a:lnTo>
                  <a:cubicBezTo>
                    <a:pt x="0" y="4292"/>
                    <a:pt x="11" y="4313"/>
                    <a:pt x="33" y="4324"/>
                  </a:cubicBezTo>
                  <a:cubicBezTo>
                    <a:pt x="33" y="4334"/>
                    <a:pt x="43" y="4334"/>
                    <a:pt x="43" y="4334"/>
                  </a:cubicBezTo>
                  <a:cubicBezTo>
                    <a:pt x="64" y="4334"/>
                    <a:pt x="75" y="4324"/>
                    <a:pt x="85" y="4313"/>
                  </a:cubicBezTo>
                  <a:lnTo>
                    <a:pt x="2567" y="60"/>
                  </a:lnTo>
                  <a:cubicBezTo>
                    <a:pt x="2588" y="39"/>
                    <a:pt x="2578" y="18"/>
                    <a:pt x="2557"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6"/>
            <p:cNvSpPr/>
            <p:nvPr/>
          </p:nvSpPr>
          <p:spPr>
            <a:xfrm>
              <a:off x="3907175" y="958575"/>
              <a:ext cx="64725" cy="108350"/>
            </a:xfrm>
            <a:custGeom>
              <a:rect b="b" l="l" r="r" t="t"/>
              <a:pathLst>
                <a:path extrusionOk="0" h="4334" w="2589">
                  <a:moveTo>
                    <a:pt x="2535" y="0"/>
                  </a:moveTo>
                  <a:cubicBezTo>
                    <a:pt x="2523" y="0"/>
                    <a:pt x="2509" y="6"/>
                    <a:pt x="2503" y="18"/>
                  </a:cubicBezTo>
                  <a:lnTo>
                    <a:pt x="11" y="4270"/>
                  </a:lnTo>
                  <a:cubicBezTo>
                    <a:pt x="0" y="4292"/>
                    <a:pt x="11" y="4313"/>
                    <a:pt x="32" y="4324"/>
                  </a:cubicBezTo>
                  <a:cubicBezTo>
                    <a:pt x="32" y="4334"/>
                    <a:pt x="43" y="4334"/>
                    <a:pt x="53" y="4334"/>
                  </a:cubicBezTo>
                  <a:cubicBezTo>
                    <a:pt x="64" y="4334"/>
                    <a:pt x="74" y="4324"/>
                    <a:pt x="85" y="4313"/>
                  </a:cubicBezTo>
                  <a:lnTo>
                    <a:pt x="2577" y="60"/>
                  </a:lnTo>
                  <a:cubicBezTo>
                    <a:pt x="2588" y="39"/>
                    <a:pt x="2577" y="18"/>
                    <a:pt x="2556" y="7"/>
                  </a:cubicBezTo>
                  <a:cubicBezTo>
                    <a:pt x="2552" y="3"/>
                    <a:pt x="2544" y="0"/>
                    <a:pt x="25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6"/>
            <p:cNvSpPr/>
            <p:nvPr/>
          </p:nvSpPr>
          <p:spPr>
            <a:xfrm>
              <a:off x="3920425" y="958575"/>
              <a:ext cx="64450" cy="108350"/>
            </a:xfrm>
            <a:custGeom>
              <a:rect b="b" l="l" r="r" t="t"/>
              <a:pathLst>
                <a:path extrusionOk="0" h="4334" w="2578">
                  <a:moveTo>
                    <a:pt x="2530" y="0"/>
                  </a:moveTo>
                  <a:cubicBezTo>
                    <a:pt x="2518" y="0"/>
                    <a:pt x="2505" y="6"/>
                    <a:pt x="2492" y="18"/>
                  </a:cubicBezTo>
                  <a:lnTo>
                    <a:pt x="11" y="4270"/>
                  </a:lnTo>
                  <a:cubicBezTo>
                    <a:pt x="1" y="4292"/>
                    <a:pt x="1" y="4313"/>
                    <a:pt x="22" y="4324"/>
                  </a:cubicBezTo>
                  <a:cubicBezTo>
                    <a:pt x="32" y="4334"/>
                    <a:pt x="32" y="4334"/>
                    <a:pt x="43" y="4334"/>
                  </a:cubicBezTo>
                  <a:cubicBezTo>
                    <a:pt x="53" y="4334"/>
                    <a:pt x="74" y="4324"/>
                    <a:pt x="74" y="4313"/>
                  </a:cubicBezTo>
                  <a:lnTo>
                    <a:pt x="2567" y="60"/>
                  </a:lnTo>
                  <a:cubicBezTo>
                    <a:pt x="2577" y="39"/>
                    <a:pt x="2577" y="18"/>
                    <a:pt x="2556" y="7"/>
                  </a:cubicBezTo>
                  <a:cubicBezTo>
                    <a:pt x="2547" y="3"/>
                    <a:pt x="2539"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6"/>
            <p:cNvSpPr/>
            <p:nvPr/>
          </p:nvSpPr>
          <p:spPr>
            <a:xfrm>
              <a:off x="3933400" y="958575"/>
              <a:ext cx="64475" cy="108350"/>
            </a:xfrm>
            <a:custGeom>
              <a:rect b="b" l="l" r="r" t="t"/>
              <a:pathLst>
                <a:path extrusionOk="0" h="4334" w="2579">
                  <a:moveTo>
                    <a:pt x="2532" y="0"/>
                  </a:moveTo>
                  <a:cubicBezTo>
                    <a:pt x="2520" y="0"/>
                    <a:pt x="2510" y="6"/>
                    <a:pt x="2504" y="18"/>
                  </a:cubicBezTo>
                  <a:lnTo>
                    <a:pt x="12" y="4270"/>
                  </a:lnTo>
                  <a:cubicBezTo>
                    <a:pt x="1" y="4292"/>
                    <a:pt x="12" y="4313"/>
                    <a:pt x="33" y="4324"/>
                  </a:cubicBezTo>
                  <a:cubicBezTo>
                    <a:pt x="33" y="4334"/>
                    <a:pt x="43" y="4334"/>
                    <a:pt x="43" y="4334"/>
                  </a:cubicBezTo>
                  <a:cubicBezTo>
                    <a:pt x="65" y="4334"/>
                    <a:pt x="76" y="4324"/>
                    <a:pt x="86" y="4313"/>
                  </a:cubicBezTo>
                  <a:lnTo>
                    <a:pt x="2567" y="60"/>
                  </a:lnTo>
                  <a:cubicBezTo>
                    <a:pt x="2578" y="39"/>
                    <a:pt x="2578" y="18"/>
                    <a:pt x="2557" y="7"/>
                  </a:cubicBezTo>
                  <a:cubicBezTo>
                    <a:pt x="2548" y="3"/>
                    <a:pt x="2540" y="0"/>
                    <a:pt x="2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6"/>
            <p:cNvSpPr/>
            <p:nvPr/>
          </p:nvSpPr>
          <p:spPr>
            <a:xfrm>
              <a:off x="3946400" y="958575"/>
              <a:ext cx="64725" cy="108350"/>
            </a:xfrm>
            <a:custGeom>
              <a:rect b="b" l="l" r="r" t="t"/>
              <a:pathLst>
                <a:path extrusionOk="0" h="4334" w="2589">
                  <a:moveTo>
                    <a:pt x="2536" y="0"/>
                  </a:moveTo>
                  <a:cubicBezTo>
                    <a:pt x="2524" y="0"/>
                    <a:pt x="2510" y="6"/>
                    <a:pt x="2504" y="18"/>
                  </a:cubicBezTo>
                  <a:lnTo>
                    <a:pt x="11" y="4270"/>
                  </a:lnTo>
                  <a:cubicBezTo>
                    <a:pt x="1" y="4292"/>
                    <a:pt x="11" y="4313"/>
                    <a:pt x="32" y="4324"/>
                  </a:cubicBezTo>
                  <a:cubicBezTo>
                    <a:pt x="32" y="4334"/>
                    <a:pt x="43" y="4334"/>
                    <a:pt x="54" y="4334"/>
                  </a:cubicBezTo>
                  <a:cubicBezTo>
                    <a:pt x="65" y="4334"/>
                    <a:pt x="75" y="4324"/>
                    <a:pt x="86" y="4313"/>
                  </a:cubicBezTo>
                  <a:lnTo>
                    <a:pt x="2578" y="60"/>
                  </a:lnTo>
                  <a:cubicBezTo>
                    <a:pt x="2589" y="39"/>
                    <a:pt x="2578" y="18"/>
                    <a:pt x="2556" y="7"/>
                  </a:cubicBezTo>
                  <a:cubicBezTo>
                    <a:pt x="2552" y="3"/>
                    <a:pt x="2544" y="0"/>
                    <a:pt x="2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6"/>
            <p:cNvSpPr/>
            <p:nvPr/>
          </p:nvSpPr>
          <p:spPr>
            <a:xfrm>
              <a:off x="3959675" y="958575"/>
              <a:ext cx="64425" cy="108350"/>
            </a:xfrm>
            <a:custGeom>
              <a:rect b="b" l="l" r="r" t="t"/>
              <a:pathLst>
                <a:path extrusionOk="0" h="4334" w="2577">
                  <a:moveTo>
                    <a:pt x="2527" y="0"/>
                  </a:moveTo>
                  <a:cubicBezTo>
                    <a:pt x="2512" y="0"/>
                    <a:pt x="2499" y="6"/>
                    <a:pt x="2492" y="18"/>
                  </a:cubicBezTo>
                  <a:lnTo>
                    <a:pt x="10" y="4270"/>
                  </a:lnTo>
                  <a:cubicBezTo>
                    <a:pt x="0" y="4292"/>
                    <a:pt x="0" y="4313"/>
                    <a:pt x="21" y="4324"/>
                  </a:cubicBezTo>
                  <a:cubicBezTo>
                    <a:pt x="32" y="4334"/>
                    <a:pt x="32" y="4334"/>
                    <a:pt x="43" y="4334"/>
                  </a:cubicBezTo>
                  <a:cubicBezTo>
                    <a:pt x="53" y="4334"/>
                    <a:pt x="74" y="4324"/>
                    <a:pt x="74" y="4313"/>
                  </a:cubicBezTo>
                  <a:lnTo>
                    <a:pt x="2567" y="60"/>
                  </a:lnTo>
                  <a:cubicBezTo>
                    <a:pt x="2577" y="39"/>
                    <a:pt x="2577" y="18"/>
                    <a:pt x="2556" y="7"/>
                  </a:cubicBezTo>
                  <a:cubicBezTo>
                    <a:pt x="2547" y="3"/>
                    <a:pt x="2537" y="0"/>
                    <a:pt x="2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6"/>
            <p:cNvSpPr/>
            <p:nvPr/>
          </p:nvSpPr>
          <p:spPr>
            <a:xfrm>
              <a:off x="3972650" y="958575"/>
              <a:ext cx="64450" cy="108350"/>
            </a:xfrm>
            <a:custGeom>
              <a:rect b="b" l="l" r="r" t="t"/>
              <a:pathLst>
                <a:path extrusionOk="0" h="4334" w="2578">
                  <a:moveTo>
                    <a:pt x="2531" y="0"/>
                  </a:moveTo>
                  <a:cubicBezTo>
                    <a:pt x="2520" y="0"/>
                    <a:pt x="2510" y="6"/>
                    <a:pt x="2503" y="18"/>
                  </a:cubicBezTo>
                  <a:lnTo>
                    <a:pt x="11" y="4270"/>
                  </a:lnTo>
                  <a:cubicBezTo>
                    <a:pt x="0" y="4292"/>
                    <a:pt x="11" y="4313"/>
                    <a:pt x="22" y="4324"/>
                  </a:cubicBezTo>
                  <a:cubicBezTo>
                    <a:pt x="33" y="4334"/>
                    <a:pt x="43" y="4334"/>
                    <a:pt x="43" y="4334"/>
                  </a:cubicBezTo>
                  <a:cubicBezTo>
                    <a:pt x="64" y="4334"/>
                    <a:pt x="75" y="4324"/>
                    <a:pt x="85" y="4313"/>
                  </a:cubicBezTo>
                  <a:lnTo>
                    <a:pt x="2567" y="60"/>
                  </a:lnTo>
                  <a:cubicBezTo>
                    <a:pt x="2578" y="39"/>
                    <a:pt x="2578" y="18"/>
                    <a:pt x="2557"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6"/>
            <p:cNvSpPr/>
            <p:nvPr/>
          </p:nvSpPr>
          <p:spPr>
            <a:xfrm>
              <a:off x="3985650" y="958575"/>
              <a:ext cx="64725" cy="108350"/>
            </a:xfrm>
            <a:custGeom>
              <a:rect b="b" l="l" r="r" t="t"/>
              <a:pathLst>
                <a:path extrusionOk="0" h="4334" w="2589">
                  <a:moveTo>
                    <a:pt x="2531" y="0"/>
                  </a:moveTo>
                  <a:cubicBezTo>
                    <a:pt x="2519" y="0"/>
                    <a:pt x="2509" y="6"/>
                    <a:pt x="2503" y="18"/>
                  </a:cubicBezTo>
                  <a:lnTo>
                    <a:pt x="11" y="4270"/>
                  </a:lnTo>
                  <a:cubicBezTo>
                    <a:pt x="1" y="4292"/>
                    <a:pt x="11" y="4313"/>
                    <a:pt x="32" y="4324"/>
                  </a:cubicBezTo>
                  <a:cubicBezTo>
                    <a:pt x="32" y="4334"/>
                    <a:pt x="43" y="4334"/>
                    <a:pt x="53" y="4334"/>
                  </a:cubicBezTo>
                  <a:cubicBezTo>
                    <a:pt x="64" y="4334"/>
                    <a:pt x="74" y="4324"/>
                    <a:pt x="85" y="4313"/>
                  </a:cubicBezTo>
                  <a:lnTo>
                    <a:pt x="2577" y="60"/>
                  </a:lnTo>
                  <a:cubicBezTo>
                    <a:pt x="2588" y="39"/>
                    <a:pt x="2577" y="18"/>
                    <a:pt x="2556" y="7"/>
                  </a:cubicBezTo>
                  <a:cubicBezTo>
                    <a:pt x="2547"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6"/>
            <p:cNvSpPr/>
            <p:nvPr/>
          </p:nvSpPr>
          <p:spPr>
            <a:xfrm>
              <a:off x="3998900" y="958575"/>
              <a:ext cx="64450" cy="108350"/>
            </a:xfrm>
            <a:custGeom>
              <a:rect b="b" l="l" r="r" t="t"/>
              <a:pathLst>
                <a:path extrusionOk="0" h="4334" w="2578">
                  <a:moveTo>
                    <a:pt x="2527" y="0"/>
                  </a:moveTo>
                  <a:cubicBezTo>
                    <a:pt x="2513" y="0"/>
                    <a:pt x="2499" y="6"/>
                    <a:pt x="2493" y="18"/>
                  </a:cubicBezTo>
                  <a:lnTo>
                    <a:pt x="11" y="4270"/>
                  </a:lnTo>
                  <a:cubicBezTo>
                    <a:pt x="1" y="4292"/>
                    <a:pt x="1" y="4313"/>
                    <a:pt x="22" y="4324"/>
                  </a:cubicBezTo>
                  <a:cubicBezTo>
                    <a:pt x="32" y="4334"/>
                    <a:pt x="32" y="4334"/>
                    <a:pt x="43" y="4334"/>
                  </a:cubicBezTo>
                  <a:cubicBezTo>
                    <a:pt x="53" y="4334"/>
                    <a:pt x="75" y="4324"/>
                    <a:pt x="75" y="4313"/>
                  </a:cubicBezTo>
                  <a:lnTo>
                    <a:pt x="2567" y="60"/>
                  </a:lnTo>
                  <a:cubicBezTo>
                    <a:pt x="2577" y="39"/>
                    <a:pt x="2567" y="18"/>
                    <a:pt x="2556" y="7"/>
                  </a:cubicBezTo>
                  <a:cubicBezTo>
                    <a:pt x="2548" y="3"/>
                    <a:pt x="2537" y="0"/>
                    <a:pt x="2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6"/>
            <p:cNvSpPr/>
            <p:nvPr/>
          </p:nvSpPr>
          <p:spPr>
            <a:xfrm>
              <a:off x="4011900" y="958575"/>
              <a:ext cx="64450" cy="108350"/>
            </a:xfrm>
            <a:custGeom>
              <a:rect b="b" l="l" r="r" t="t"/>
              <a:pathLst>
                <a:path extrusionOk="0" h="4334" w="2578">
                  <a:moveTo>
                    <a:pt x="2531" y="0"/>
                  </a:moveTo>
                  <a:cubicBezTo>
                    <a:pt x="2519" y="0"/>
                    <a:pt x="2509" y="6"/>
                    <a:pt x="2503" y="18"/>
                  </a:cubicBezTo>
                  <a:lnTo>
                    <a:pt x="11" y="4270"/>
                  </a:lnTo>
                  <a:cubicBezTo>
                    <a:pt x="0" y="4292"/>
                    <a:pt x="11" y="4313"/>
                    <a:pt x="21" y="4324"/>
                  </a:cubicBezTo>
                  <a:cubicBezTo>
                    <a:pt x="32" y="4334"/>
                    <a:pt x="42" y="4334"/>
                    <a:pt x="42" y="4334"/>
                  </a:cubicBezTo>
                  <a:cubicBezTo>
                    <a:pt x="64" y="4334"/>
                    <a:pt x="75" y="4324"/>
                    <a:pt x="85" y="4313"/>
                  </a:cubicBezTo>
                  <a:lnTo>
                    <a:pt x="2566" y="60"/>
                  </a:lnTo>
                  <a:cubicBezTo>
                    <a:pt x="2578" y="39"/>
                    <a:pt x="2578" y="18"/>
                    <a:pt x="2556" y="7"/>
                  </a:cubicBezTo>
                  <a:cubicBezTo>
                    <a:pt x="2548" y="3"/>
                    <a:pt x="2539" y="0"/>
                    <a:pt x="2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6"/>
            <p:cNvSpPr/>
            <p:nvPr/>
          </p:nvSpPr>
          <p:spPr>
            <a:xfrm>
              <a:off x="4024900" y="958575"/>
              <a:ext cx="64700" cy="108350"/>
            </a:xfrm>
            <a:custGeom>
              <a:rect b="b" l="l" r="r" t="t"/>
              <a:pathLst>
                <a:path extrusionOk="0" h="4334" w="2588">
                  <a:moveTo>
                    <a:pt x="2530" y="0"/>
                  </a:moveTo>
                  <a:cubicBezTo>
                    <a:pt x="2519" y="0"/>
                    <a:pt x="2509" y="6"/>
                    <a:pt x="2503" y="18"/>
                  </a:cubicBezTo>
                  <a:lnTo>
                    <a:pt x="10" y="4270"/>
                  </a:lnTo>
                  <a:cubicBezTo>
                    <a:pt x="0" y="4292"/>
                    <a:pt x="10" y="4313"/>
                    <a:pt x="31" y="4324"/>
                  </a:cubicBezTo>
                  <a:cubicBezTo>
                    <a:pt x="31" y="4334"/>
                    <a:pt x="43" y="4334"/>
                    <a:pt x="53" y="4334"/>
                  </a:cubicBezTo>
                  <a:cubicBezTo>
                    <a:pt x="64" y="4334"/>
                    <a:pt x="74" y="4324"/>
                    <a:pt x="85" y="4313"/>
                  </a:cubicBezTo>
                  <a:lnTo>
                    <a:pt x="2577" y="60"/>
                  </a:lnTo>
                  <a:cubicBezTo>
                    <a:pt x="2588" y="39"/>
                    <a:pt x="2577" y="18"/>
                    <a:pt x="2556" y="7"/>
                  </a:cubicBezTo>
                  <a:cubicBezTo>
                    <a:pt x="2547" y="3"/>
                    <a:pt x="2538" y="0"/>
                    <a:pt x="2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6"/>
            <p:cNvSpPr/>
            <p:nvPr/>
          </p:nvSpPr>
          <p:spPr>
            <a:xfrm>
              <a:off x="4038150" y="958575"/>
              <a:ext cx="64425" cy="108350"/>
            </a:xfrm>
            <a:custGeom>
              <a:rect b="b" l="l" r="r" t="t"/>
              <a:pathLst>
                <a:path extrusionOk="0" h="4334" w="2577">
                  <a:moveTo>
                    <a:pt x="2527" y="0"/>
                  </a:moveTo>
                  <a:cubicBezTo>
                    <a:pt x="2512" y="0"/>
                    <a:pt x="2499" y="6"/>
                    <a:pt x="2492" y="18"/>
                  </a:cubicBezTo>
                  <a:lnTo>
                    <a:pt x="11" y="4270"/>
                  </a:lnTo>
                  <a:cubicBezTo>
                    <a:pt x="0" y="4292"/>
                    <a:pt x="0" y="4313"/>
                    <a:pt x="22" y="4324"/>
                  </a:cubicBezTo>
                  <a:cubicBezTo>
                    <a:pt x="32" y="4334"/>
                    <a:pt x="32" y="4334"/>
                    <a:pt x="43" y="4334"/>
                  </a:cubicBezTo>
                  <a:cubicBezTo>
                    <a:pt x="53" y="4334"/>
                    <a:pt x="74" y="4324"/>
                    <a:pt x="74" y="4313"/>
                  </a:cubicBezTo>
                  <a:lnTo>
                    <a:pt x="2567" y="60"/>
                  </a:lnTo>
                  <a:cubicBezTo>
                    <a:pt x="2577" y="39"/>
                    <a:pt x="2567" y="18"/>
                    <a:pt x="2556" y="7"/>
                  </a:cubicBezTo>
                  <a:cubicBezTo>
                    <a:pt x="2547" y="3"/>
                    <a:pt x="2537" y="0"/>
                    <a:pt x="2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6"/>
            <p:cNvSpPr/>
            <p:nvPr/>
          </p:nvSpPr>
          <p:spPr>
            <a:xfrm>
              <a:off x="3198225" y="1139550"/>
              <a:ext cx="855850" cy="2150"/>
            </a:xfrm>
            <a:custGeom>
              <a:rect b="b" l="l" r="r" t="t"/>
              <a:pathLst>
                <a:path extrusionOk="0" h="86" w="34234">
                  <a:moveTo>
                    <a:pt x="42" y="1"/>
                  </a:moveTo>
                  <a:cubicBezTo>
                    <a:pt x="21" y="1"/>
                    <a:pt x="0" y="22"/>
                    <a:pt x="0" y="43"/>
                  </a:cubicBezTo>
                  <a:cubicBezTo>
                    <a:pt x="0" y="64"/>
                    <a:pt x="21" y="86"/>
                    <a:pt x="42" y="86"/>
                  </a:cubicBezTo>
                  <a:lnTo>
                    <a:pt x="34201" y="86"/>
                  </a:lnTo>
                  <a:cubicBezTo>
                    <a:pt x="34223" y="86"/>
                    <a:pt x="34234" y="64"/>
                    <a:pt x="34234" y="43"/>
                  </a:cubicBezTo>
                  <a:cubicBezTo>
                    <a:pt x="34234" y="22"/>
                    <a:pt x="34223" y="1"/>
                    <a:pt x="34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6"/>
            <p:cNvSpPr/>
            <p:nvPr/>
          </p:nvSpPr>
          <p:spPr>
            <a:xfrm>
              <a:off x="3812500" y="334900"/>
              <a:ext cx="3225" cy="2150"/>
            </a:xfrm>
            <a:custGeom>
              <a:rect b="b" l="l" r="r" t="t"/>
              <a:pathLst>
                <a:path extrusionOk="0" h="86" w="129">
                  <a:moveTo>
                    <a:pt x="43" y="0"/>
                  </a:moveTo>
                  <a:cubicBezTo>
                    <a:pt x="22" y="0"/>
                    <a:pt x="1" y="22"/>
                    <a:pt x="1" y="43"/>
                  </a:cubicBezTo>
                  <a:cubicBezTo>
                    <a:pt x="1" y="64"/>
                    <a:pt x="22" y="85"/>
                    <a:pt x="43" y="85"/>
                  </a:cubicBezTo>
                  <a:lnTo>
                    <a:pt x="86" y="85"/>
                  </a:lnTo>
                  <a:cubicBezTo>
                    <a:pt x="107" y="85"/>
                    <a:pt x="128" y="64"/>
                    <a:pt x="128" y="43"/>
                  </a:cubicBezTo>
                  <a:cubicBezTo>
                    <a:pt x="128" y="22"/>
                    <a:pt x="107" y="0"/>
                    <a:pt x="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6"/>
            <p:cNvSpPr/>
            <p:nvPr/>
          </p:nvSpPr>
          <p:spPr>
            <a:xfrm>
              <a:off x="3821800" y="334900"/>
              <a:ext cx="275225" cy="2150"/>
            </a:xfrm>
            <a:custGeom>
              <a:rect b="b" l="l" r="r" t="t"/>
              <a:pathLst>
                <a:path extrusionOk="0" h="86" w="11009">
                  <a:moveTo>
                    <a:pt x="32" y="0"/>
                  </a:moveTo>
                  <a:cubicBezTo>
                    <a:pt x="11" y="0"/>
                    <a:pt x="1" y="22"/>
                    <a:pt x="1" y="43"/>
                  </a:cubicBezTo>
                  <a:cubicBezTo>
                    <a:pt x="1" y="64"/>
                    <a:pt x="11" y="85"/>
                    <a:pt x="32" y="85"/>
                  </a:cubicBezTo>
                  <a:lnTo>
                    <a:pt x="117" y="85"/>
                  </a:lnTo>
                  <a:cubicBezTo>
                    <a:pt x="138" y="85"/>
                    <a:pt x="159" y="64"/>
                    <a:pt x="159" y="43"/>
                  </a:cubicBezTo>
                  <a:cubicBezTo>
                    <a:pt x="159" y="22"/>
                    <a:pt x="138" y="0"/>
                    <a:pt x="117" y="0"/>
                  </a:cubicBezTo>
                  <a:close/>
                  <a:moveTo>
                    <a:pt x="435" y="0"/>
                  </a:moveTo>
                  <a:cubicBezTo>
                    <a:pt x="414" y="0"/>
                    <a:pt x="392" y="22"/>
                    <a:pt x="392" y="43"/>
                  </a:cubicBezTo>
                  <a:cubicBezTo>
                    <a:pt x="392" y="64"/>
                    <a:pt x="414" y="85"/>
                    <a:pt x="435" y="85"/>
                  </a:cubicBezTo>
                  <a:lnTo>
                    <a:pt x="520" y="85"/>
                  </a:lnTo>
                  <a:cubicBezTo>
                    <a:pt x="541" y="85"/>
                    <a:pt x="562" y="64"/>
                    <a:pt x="562" y="43"/>
                  </a:cubicBezTo>
                  <a:cubicBezTo>
                    <a:pt x="562" y="22"/>
                    <a:pt x="541" y="0"/>
                    <a:pt x="520" y="0"/>
                  </a:cubicBezTo>
                  <a:close/>
                  <a:moveTo>
                    <a:pt x="838" y="0"/>
                  </a:moveTo>
                  <a:cubicBezTo>
                    <a:pt x="817" y="0"/>
                    <a:pt x="795" y="22"/>
                    <a:pt x="795" y="43"/>
                  </a:cubicBezTo>
                  <a:cubicBezTo>
                    <a:pt x="795" y="64"/>
                    <a:pt x="817" y="85"/>
                    <a:pt x="838" y="85"/>
                  </a:cubicBezTo>
                  <a:lnTo>
                    <a:pt x="923" y="85"/>
                  </a:lnTo>
                  <a:cubicBezTo>
                    <a:pt x="944" y="85"/>
                    <a:pt x="965" y="64"/>
                    <a:pt x="965" y="43"/>
                  </a:cubicBezTo>
                  <a:cubicBezTo>
                    <a:pt x="965" y="22"/>
                    <a:pt x="944" y="0"/>
                    <a:pt x="923" y="0"/>
                  </a:cubicBezTo>
                  <a:close/>
                  <a:moveTo>
                    <a:pt x="1241" y="0"/>
                  </a:moveTo>
                  <a:cubicBezTo>
                    <a:pt x="1220" y="0"/>
                    <a:pt x="1198" y="22"/>
                    <a:pt x="1198" y="43"/>
                  </a:cubicBezTo>
                  <a:cubicBezTo>
                    <a:pt x="1198" y="64"/>
                    <a:pt x="1220" y="85"/>
                    <a:pt x="1241" y="85"/>
                  </a:cubicBezTo>
                  <a:lnTo>
                    <a:pt x="1326" y="85"/>
                  </a:lnTo>
                  <a:cubicBezTo>
                    <a:pt x="1347" y="85"/>
                    <a:pt x="1358" y="64"/>
                    <a:pt x="1358" y="43"/>
                  </a:cubicBezTo>
                  <a:cubicBezTo>
                    <a:pt x="1358" y="22"/>
                    <a:pt x="1347" y="0"/>
                    <a:pt x="1326" y="0"/>
                  </a:cubicBezTo>
                  <a:close/>
                  <a:moveTo>
                    <a:pt x="1644" y="0"/>
                  </a:moveTo>
                  <a:cubicBezTo>
                    <a:pt x="1623" y="0"/>
                    <a:pt x="1601" y="22"/>
                    <a:pt x="1601" y="43"/>
                  </a:cubicBezTo>
                  <a:cubicBezTo>
                    <a:pt x="1601" y="64"/>
                    <a:pt x="1623" y="85"/>
                    <a:pt x="1644" y="85"/>
                  </a:cubicBezTo>
                  <a:lnTo>
                    <a:pt x="1719" y="85"/>
                  </a:lnTo>
                  <a:cubicBezTo>
                    <a:pt x="1750" y="85"/>
                    <a:pt x="1761" y="64"/>
                    <a:pt x="1761" y="43"/>
                  </a:cubicBezTo>
                  <a:cubicBezTo>
                    <a:pt x="1761" y="22"/>
                    <a:pt x="1750" y="0"/>
                    <a:pt x="1719" y="0"/>
                  </a:cubicBezTo>
                  <a:close/>
                  <a:moveTo>
                    <a:pt x="2047" y="0"/>
                  </a:moveTo>
                  <a:cubicBezTo>
                    <a:pt x="2026" y="0"/>
                    <a:pt x="2004" y="22"/>
                    <a:pt x="2004" y="43"/>
                  </a:cubicBezTo>
                  <a:cubicBezTo>
                    <a:pt x="2004" y="64"/>
                    <a:pt x="2026" y="85"/>
                    <a:pt x="2047" y="85"/>
                  </a:cubicBezTo>
                  <a:lnTo>
                    <a:pt x="2122" y="85"/>
                  </a:lnTo>
                  <a:cubicBezTo>
                    <a:pt x="2143" y="85"/>
                    <a:pt x="2164" y="64"/>
                    <a:pt x="2164" y="43"/>
                  </a:cubicBezTo>
                  <a:cubicBezTo>
                    <a:pt x="2164" y="22"/>
                    <a:pt x="2143" y="0"/>
                    <a:pt x="2122" y="0"/>
                  </a:cubicBezTo>
                  <a:close/>
                  <a:moveTo>
                    <a:pt x="2450" y="0"/>
                  </a:moveTo>
                  <a:cubicBezTo>
                    <a:pt x="2429" y="0"/>
                    <a:pt x="2407" y="22"/>
                    <a:pt x="2407" y="43"/>
                  </a:cubicBezTo>
                  <a:cubicBezTo>
                    <a:pt x="2407" y="64"/>
                    <a:pt x="2429" y="85"/>
                    <a:pt x="2450" y="85"/>
                  </a:cubicBezTo>
                  <a:lnTo>
                    <a:pt x="2525" y="85"/>
                  </a:lnTo>
                  <a:cubicBezTo>
                    <a:pt x="2546" y="85"/>
                    <a:pt x="2567" y="64"/>
                    <a:pt x="2567" y="43"/>
                  </a:cubicBezTo>
                  <a:cubicBezTo>
                    <a:pt x="2567" y="22"/>
                    <a:pt x="2546" y="0"/>
                    <a:pt x="2525" y="0"/>
                  </a:cubicBezTo>
                  <a:close/>
                  <a:moveTo>
                    <a:pt x="2853" y="0"/>
                  </a:moveTo>
                  <a:cubicBezTo>
                    <a:pt x="2821" y="0"/>
                    <a:pt x="2810" y="22"/>
                    <a:pt x="2810" y="43"/>
                  </a:cubicBezTo>
                  <a:cubicBezTo>
                    <a:pt x="2810" y="64"/>
                    <a:pt x="2821" y="85"/>
                    <a:pt x="2853" y="85"/>
                  </a:cubicBezTo>
                  <a:lnTo>
                    <a:pt x="2928" y="85"/>
                  </a:lnTo>
                  <a:cubicBezTo>
                    <a:pt x="2949" y="85"/>
                    <a:pt x="2970" y="64"/>
                    <a:pt x="2970" y="43"/>
                  </a:cubicBezTo>
                  <a:cubicBezTo>
                    <a:pt x="2970" y="22"/>
                    <a:pt x="2949" y="0"/>
                    <a:pt x="2928" y="0"/>
                  </a:cubicBezTo>
                  <a:close/>
                  <a:moveTo>
                    <a:pt x="3246" y="0"/>
                  </a:moveTo>
                  <a:cubicBezTo>
                    <a:pt x="3224" y="0"/>
                    <a:pt x="3213" y="22"/>
                    <a:pt x="3213" y="43"/>
                  </a:cubicBezTo>
                  <a:cubicBezTo>
                    <a:pt x="3213" y="64"/>
                    <a:pt x="3224" y="85"/>
                    <a:pt x="3246" y="85"/>
                  </a:cubicBezTo>
                  <a:lnTo>
                    <a:pt x="3331" y="85"/>
                  </a:lnTo>
                  <a:cubicBezTo>
                    <a:pt x="3352" y="85"/>
                    <a:pt x="3373" y="64"/>
                    <a:pt x="3373" y="43"/>
                  </a:cubicBezTo>
                  <a:cubicBezTo>
                    <a:pt x="3373" y="22"/>
                    <a:pt x="3352" y="0"/>
                    <a:pt x="3331" y="0"/>
                  </a:cubicBezTo>
                  <a:close/>
                  <a:moveTo>
                    <a:pt x="3649" y="0"/>
                  </a:moveTo>
                  <a:cubicBezTo>
                    <a:pt x="3627" y="0"/>
                    <a:pt x="3606" y="22"/>
                    <a:pt x="3606" y="43"/>
                  </a:cubicBezTo>
                  <a:cubicBezTo>
                    <a:pt x="3606" y="64"/>
                    <a:pt x="3627" y="85"/>
                    <a:pt x="3649" y="85"/>
                  </a:cubicBezTo>
                  <a:lnTo>
                    <a:pt x="3734" y="85"/>
                  </a:lnTo>
                  <a:cubicBezTo>
                    <a:pt x="3755" y="85"/>
                    <a:pt x="3776" y="64"/>
                    <a:pt x="3776" y="43"/>
                  </a:cubicBezTo>
                  <a:cubicBezTo>
                    <a:pt x="3776" y="22"/>
                    <a:pt x="3755" y="0"/>
                    <a:pt x="3734" y="0"/>
                  </a:cubicBezTo>
                  <a:close/>
                  <a:moveTo>
                    <a:pt x="4052" y="0"/>
                  </a:moveTo>
                  <a:cubicBezTo>
                    <a:pt x="4030" y="0"/>
                    <a:pt x="4009" y="22"/>
                    <a:pt x="4009" y="43"/>
                  </a:cubicBezTo>
                  <a:cubicBezTo>
                    <a:pt x="4009" y="64"/>
                    <a:pt x="4030" y="85"/>
                    <a:pt x="4052" y="85"/>
                  </a:cubicBezTo>
                  <a:lnTo>
                    <a:pt x="4137" y="85"/>
                  </a:lnTo>
                  <a:cubicBezTo>
                    <a:pt x="4158" y="85"/>
                    <a:pt x="4179" y="64"/>
                    <a:pt x="4179" y="43"/>
                  </a:cubicBezTo>
                  <a:cubicBezTo>
                    <a:pt x="4179" y="22"/>
                    <a:pt x="4158" y="0"/>
                    <a:pt x="4137" y="0"/>
                  </a:cubicBezTo>
                  <a:close/>
                  <a:moveTo>
                    <a:pt x="4455" y="0"/>
                  </a:moveTo>
                  <a:cubicBezTo>
                    <a:pt x="4433" y="0"/>
                    <a:pt x="4412" y="22"/>
                    <a:pt x="4412" y="43"/>
                  </a:cubicBezTo>
                  <a:cubicBezTo>
                    <a:pt x="4412" y="64"/>
                    <a:pt x="4433" y="85"/>
                    <a:pt x="4455" y="85"/>
                  </a:cubicBezTo>
                  <a:lnTo>
                    <a:pt x="4540" y="85"/>
                  </a:lnTo>
                  <a:cubicBezTo>
                    <a:pt x="4561" y="85"/>
                    <a:pt x="4582" y="64"/>
                    <a:pt x="4582" y="43"/>
                  </a:cubicBezTo>
                  <a:cubicBezTo>
                    <a:pt x="4582" y="22"/>
                    <a:pt x="4561" y="0"/>
                    <a:pt x="4540" y="0"/>
                  </a:cubicBezTo>
                  <a:close/>
                  <a:moveTo>
                    <a:pt x="4858" y="0"/>
                  </a:moveTo>
                  <a:cubicBezTo>
                    <a:pt x="4836" y="0"/>
                    <a:pt x="4815" y="22"/>
                    <a:pt x="4815" y="43"/>
                  </a:cubicBezTo>
                  <a:cubicBezTo>
                    <a:pt x="4815" y="64"/>
                    <a:pt x="4836" y="85"/>
                    <a:pt x="4858" y="85"/>
                  </a:cubicBezTo>
                  <a:lnTo>
                    <a:pt x="4943" y="85"/>
                  </a:lnTo>
                  <a:cubicBezTo>
                    <a:pt x="4964" y="85"/>
                    <a:pt x="4974" y="64"/>
                    <a:pt x="4974" y="43"/>
                  </a:cubicBezTo>
                  <a:cubicBezTo>
                    <a:pt x="4974" y="22"/>
                    <a:pt x="4964" y="0"/>
                    <a:pt x="4943" y="0"/>
                  </a:cubicBezTo>
                  <a:close/>
                  <a:moveTo>
                    <a:pt x="5261" y="0"/>
                  </a:moveTo>
                  <a:cubicBezTo>
                    <a:pt x="5239" y="0"/>
                    <a:pt x="5218" y="22"/>
                    <a:pt x="5218" y="43"/>
                  </a:cubicBezTo>
                  <a:cubicBezTo>
                    <a:pt x="5218" y="64"/>
                    <a:pt x="5239" y="85"/>
                    <a:pt x="5261" y="85"/>
                  </a:cubicBezTo>
                  <a:lnTo>
                    <a:pt x="5335" y="85"/>
                  </a:lnTo>
                  <a:cubicBezTo>
                    <a:pt x="5367" y="85"/>
                    <a:pt x="5377" y="64"/>
                    <a:pt x="5377" y="43"/>
                  </a:cubicBezTo>
                  <a:cubicBezTo>
                    <a:pt x="5377" y="22"/>
                    <a:pt x="5367" y="0"/>
                    <a:pt x="5335" y="0"/>
                  </a:cubicBezTo>
                  <a:close/>
                  <a:moveTo>
                    <a:pt x="5664" y="0"/>
                  </a:moveTo>
                  <a:cubicBezTo>
                    <a:pt x="5642" y="0"/>
                    <a:pt x="5621" y="22"/>
                    <a:pt x="5621" y="43"/>
                  </a:cubicBezTo>
                  <a:cubicBezTo>
                    <a:pt x="5621" y="64"/>
                    <a:pt x="5642" y="85"/>
                    <a:pt x="5664" y="85"/>
                  </a:cubicBezTo>
                  <a:lnTo>
                    <a:pt x="5737" y="85"/>
                  </a:lnTo>
                  <a:cubicBezTo>
                    <a:pt x="5759" y="85"/>
                    <a:pt x="5780" y="64"/>
                    <a:pt x="5780" y="43"/>
                  </a:cubicBezTo>
                  <a:cubicBezTo>
                    <a:pt x="5780" y="22"/>
                    <a:pt x="5759" y="0"/>
                    <a:pt x="5737" y="0"/>
                  </a:cubicBezTo>
                  <a:close/>
                  <a:moveTo>
                    <a:pt x="6067" y="0"/>
                  </a:moveTo>
                  <a:cubicBezTo>
                    <a:pt x="6045" y="0"/>
                    <a:pt x="6024" y="22"/>
                    <a:pt x="6024" y="43"/>
                  </a:cubicBezTo>
                  <a:cubicBezTo>
                    <a:pt x="6024" y="64"/>
                    <a:pt x="6045" y="85"/>
                    <a:pt x="6067" y="85"/>
                  </a:cubicBezTo>
                  <a:lnTo>
                    <a:pt x="6140" y="85"/>
                  </a:lnTo>
                  <a:cubicBezTo>
                    <a:pt x="6162" y="85"/>
                    <a:pt x="6183" y="64"/>
                    <a:pt x="6183" y="43"/>
                  </a:cubicBezTo>
                  <a:cubicBezTo>
                    <a:pt x="6183" y="22"/>
                    <a:pt x="6162" y="0"/>
                    <a:pt x="6140" y="0"/>
                  </a:cubicBezTo>
                  <a:close/>
                  <a:moveTo>
                    <a:pt x="6470" y="0"/>
                  </a:moveTo>
                  <a:cubicBezTo>
                    <a:pt x="6437" y="0"/>
                    <a:pt x="6427" y="22"/>
                    <a:pt x="6427" y="43"/>
                  </a:cubicBezTo>
                  <a:cubicBezTo>
                    <a:pt x="6427" y="64"/>
                    <a:pt x="6437" y="85"/>
                    <a:pt x="6470" y="85"/>
                  </a:cubicBezTo>
                  <a:lnTo>
                    <a:pt x="6543" y="85"/>
                  </a:lnTo>
                  <a:cubicBezTo>
                    <a:pt x="6565" y="85"/>
                    <a:pt x="6586" y="64"/>
                    <a:pt x="6586" y="43"/>
                  </a:cubicBezTo>
                  <a:cubicBezTo>
                    <a:pt x="6586" y="22"/>
                    <a:pt x="6565" y="0"/>
                    <a:pt x="6543" y="0"/>
                  </a:cubicBezTo>
                  <a:close/>
                  <a:moveTo>
                    <a:pt x="6862" y="0"/>
                  </a:moveTo>
                  <a:cubicBezTo>
                    <a:pt x="6840" y="0"/>
                    <a:pt x="6830" y="22"/>
                    <a:pt x="6830" y="43"/>
                  </a:cubicBezTo>
                  <a:cubicBezTo>
                    <a:pt x="6830" y="64"/>
                    <a:pt x="6840" y="85"/>
                    <a:pt x="6862" y="85"/>
                  </a:cubicBezTo>
                  <a:lnTo>
                    <a:pt x="6946" y="85"/>
                  </a:lnTo>
                  <a:cubicBezTo>
                    <a:pt x="6968" y="85"/>
                    <a:pt x="6989" y="64"/>
                    <a:pt x="6989" y="43"/>
                  </a:cubicBezTo>
                  <a:cubicBezTo>
                    <a:pt x="6989" y="22"/>
                    <a:pt x="6968" y="0"/>
                    <a:pt x="6946" y="0"/>
                  </a:cubicBezTo>
                  <a:close/>
                  <a:moveTo>
                    <a:pt x="7265" y="0"/>
                  </a:moveTo>
                  <a:cubicBezTo>
                    <a:pt x="7243" y="0"/>
                    <a:pt x="7222" y="22"/>
                    <a:pt x="7222" y="43"/>
                  </a:cubicBezTo>
                  <a:cubicBezTo>
                    <a:pt x="7222" y="64"/>
                    <a:pt x="7243" y="85"/>
                    <a:pt x="7265" y="85"/>
                  </a:cubicBezTo>
                  <a:lnTo>
                    <a:pt x="7349" y="85"/>
                  </a:lnTo>
                  <a:cubicBezTo>
                    <a:pt x="7371" y="85"/>
                    <a:pt x="7392" y="64"/>
                    <a:pt x="7392" y="43"/>
                  </a:cubicBezTo>
                  <a:cubicBezTo>
                    <a:pt x="7392" y="22"/>
                    <a:pt x="7371" y="0"/>
                    <a:pt x="7349" y="0"/>
                  </a:cubicBezTo>
                  <a:close/>
                  <a:moveTo>
                    <a:pt x="7668" y="0"/>
                  </a:moveTo>
                  <a:cubicBezTo>
                    <a:pt x="7646" y="0"/>
                    <a:pt x="7625" y="22"/>
                    <a:pt x="7625" y="43"/>
                  </a:cubicBezTo>
                  <a:cubicBezTo>
                    <a:pt x="7625" y="64"/>
                    <a:pt x="7646" y="85"/>
                    <a:pt x="7668" y="85"/>
                  </a:cubicBezTo>
                  <a:lnTo>
                    <a:pt x="7752" y="85"/>
                  </a:lnTo>
                  <a:cubicBezTo>
                    <a:pt x="7774" y="85"/>
                    <a:pt x="7795" y="64"/>
                    <a:pt x="7795" y="43"/>
                  </a:cubicBezTo>
                  <a:cubicBezTo>
                    <a:pt x="7795" y="22"/>
                    <a:pt x="7774" y="0"/>
                    <a:pt x="7752" y="0"/>
                  </a:cubicBezTo>
                  <a:close/>
                  <a:moveTo>
                    <a:pt x="8071" y="0"/>
                  </a:moveTo>
                  <a:cubicBezTo>
                    <a:pt x="8049" y="0"/>
                    <a:pt x="8028" y="22"/>
                    <a:pt x="8028" y="43"/>
                  </a:cubicBezTo>
                  <a:cubicBezTo>
                    <a:pt x="8028" y="64"/>
                    <a:pt x="8049" y="85"/>
                    <a:pt x="8071" y="85"/>
                  </a:cubicBezTo>
                  <a:lnTo>
                    <a:pt x="8155" y="85"/>
                  </a:lnTo>
                  <a:cubicBezTo>
                    <a:pt x="8177" y="85"/>
                    <a:pt x="8188" y="64"/>
                    <a:pt x="8188" y="43"/>
                  </a:cubicBezTo>
                  <a:cubicBezTo>
                    <a:pt x="8188" y="22"/>
                    <a:pt x="8177" y="0"/>
                    <a:pt x="8155" y="0"/>
                  </a:cubicBezTo>
                  <a:close/>
                  <a:moveTo>
                    <a:pt x="8474" y="0"/>
                  </a:moveTo>
                  <a:cubicBezTo>
                    <a:pt x="8452" y="0"/>
                    <a:pt x="8431" y="22"/>
                    <a:pt x="8431" y="43"/>
                  </a:cubicBezTo>
                  <a:cubicBezTo>
                    <a:pt x="8431" y="64"/>
                    <a:pt x="8452" y="85"/>
                    <a:pt x="8474" y="85"/>
                  </a:cubicBezTo>
                  <a:lnTo>
                    <a:pt x="8558" y="85"/>
                  </a:lnTo>
                  <a:cubicBezTo>
                    <a:pt x="8580" y="85"/>
                    <a:pt x="8591" y="64"/>
                    <a:pt x="8591" y="43"/>
                  </a:cubicBezTo>
                  <a:cubicBezTo>
                    <a:pt x="8591" y="22"/>
                    <a:pt x="8580" y="0"/>
                    <a:pt x="8558" y="0"/>
                  </a:cubicBezTo>
                  <a:close/>
                  <a:moveTo>
                    <a:pt x="8877" y="0"/>
                  </a:moveTo>
                  <a:cubicBezTo>
                    <a:pt x="8855" y="0"/>
                    <a:pt x="8834" y="22"/>
                    <a:pt x="8834" y="43"/>
                  </a:cubicBezTo>
                  <a:cubicBezTo>
                    <a:pt x="8834" y="64"/>
                    <a:pt x="8855" y="85"/>
                    <a:pt x="8877" y="85"/>
                  </a:cubicBezTo>
                  <a:lnTo>
                    <a:pt x="8951" y="85"/>
                  </a:lnTo>
                  <a:cubicBezTo>
                    <a:pt x="8983" y="85"/>
                    <a:pt x="8994" y="64"/>
                    <a:pt x="8994" y="43"/>
                  </a:cubicBezTo>
                  <a:cubicBezTo>
                    <a:pt x="8994" y="22"/>
                    <a:pt x="8983" y="0"/>
                    <a:pt x="8951" y="0"/>
                  </a:cubicBezTo>
                  <a:close/>
                  <a:moveTo>
                    <a:pt x="9280" y="0"/>
                  </a:moveTo>
                  <a:cubicBezTo>
                    <a:pt x="9258" y="0"/>
                    <a:pt x="9237" y="22"/>
                    <a:pt x="9237" y="43"/>
                  </a:cubicBezTo>
                  <a:cubicBezTo>
                    <a:pt x="9237" y="64"/>
                    <a:pt x="9258" y="85"/>
                    <a:pt x="9280" y="85"/>
                  </a:cubicBezTo>
                  <a:lnTo>
                    <a:pt x="9354" y="85"/>
                  </a:lnTo>
                  <a:cubicBezTo>
                    <a:pt x="9376" y="85"/>
                    <a:pt x="9397" y="64"/>
                    <a:pt x="9397" y="43"/>
                  </a:cubicBezTo>
                  <a:cubicBezTo>
                    <a:pt x="9397" y="22"/>
                    <a:pt x="9376" y="0"/>
                    <a:pt x="9354" y="0"/>
                  </a:cubicBezTo>
                  <a:close/>
                  <a:moveTo>
                    <a:pt x="9683" y="0"/>
                  </a:moveTo>
                  <a:cubicBezTo>
                    <a:pt x="9651" y="0"/>
                    <a:pt x="9640" y="22"/>
                    <a:pt x="9640" y="43"/>
                  </a:cubicBezTo>
                  <a:cubicBezTo>
                    <a:pt x="9640" y="64"/>
                    <a:pt x="9651" y="85"/>
                    <a:pt x="9683" y="85"/>
                  </a:cubicBezTo>
                  <a:lnTo>
                    <a:pt x="9757" y="85"/>
                  </a:lnTo>
                  <a:cubicBezTo>
                    <a:pt x="9779" y="85"/>
                    <a:pt x="9800" y="64"/>
                    <a:pt x="9800" y="43"/>
                  </a:cubicBezTo>
                  <a:cubicBezTo>
                    <a:pt x="9800" y="22"/>
                    <a:pt x="9779" y="0"/>
                    <a:pt x="9757" y="0"/>
                  </a:cubicBezTo>
                  <a:close/>
                  <a:moveTo>
                    <a:pt x="10086" y="0"/>
                  </a:moveTo>
                  <a:cubicBezTo>
                    <a:pt x="10054" y="0"/>
                    <a:pt x="10043" y="22"/>
                    <a:pt x="10043" y="43"/>
                  </a:cubicBezTo>
                  <a:cubicBezTo>
                    <a:pt x="10043" y="64"/>
                    <a:pt x="10054" y="85"/>
                    <a:pt x="10086" y="85"/>
                  </a:cubicBezTo>
                  <a:lnTo>
                    <a:pt x="10160" y="85"/>
                  </a:lnTo>
                  <a:cubicBezTo>
                    <a:pt x="10182" y="85"/>
                    <a:pt x="10203" y="64"/>
                    <a:pt x="10203" y="43"/>
                  </a:cubicBezTo>
                  <a:cubicBezTo>
                    <a:pt x="10203" y="22"/>
                    <a:pt x="10182" y="0"/>
                    <a:pt x="10160" y="0"/>
                  </a:cubicBezTo>
                  <a:close/>
                  <a:moveTo>
                    <a:pt x="10478" y="0"/>
                  </a:moveTo>
                  <a:cubicBezTo>
                    <a:pt x="10457" y="0"/>
                    <a:pt x="10446" y="22"/>
                    <a:pt x="10446" y="43"/>
                  </a:cubicBezTo>
                  <a:cubicBezTo>
                    <a:pt x="10446" y="64"/>
                    <a:pt x="10457" y="85"/>
                    <a:pt x="10478" y="85"/>
                  </a:cubicBezTo>
                  <a:lnTo>
                    <a:pt x="10563" y="85"/>
                  </a:lnTo>
                  <a:cubicBezTo>
                    <a:pt x="10585" y="85"/>
                    <a:pt x="10606" y="64"/>
                    <a:pt x="10606" y="43"/>
                  </a:cubicBezTo>
                  <a:cubicBezTo>
                    <a:pt x="10606" y="22"/>
                    <a:pt x="10585" y="0"/>
                    <a:pt x="10563" y="0"/>
                  </a:cubicBezTo>
                  <a:close/>
                  <a:moveTo>
                    <a:pt x="10881" y="0"/>
                  </a:moveTo>
                  <a:cubicBezTo>
                    <a:pt x="10860" y="0"/>
                    <a:pt x="10839" y="22"/>
                    <a:pt x="10839" y="43"/>
                  </a:cubicBezTo>
                  <a:cubicBezTo>
                    <a:pt x="10839" y="64"/>
                    <a:pt x="10860" y="85"/>
                    <a:pt x="10881" y="85"/>
                  </a:cubicBezTo>
                  <a:lnTo>
                    <a:pt x="10966" y="85"/>
                  </a:lnTo>
                  <a:cubicBezTo>
                    <a:pt x="10988" y="85"/>
                    <a:pt x="11009" y="64"/>
                    <a:pt x="11009" y="43"/>
                  </a:cubicBezTo>
                  <a:cubicBezTo>
                    <a:pt x="11009" y="22"/>
                    <a:pt x="10988" y="0"/>
                    <a:pt x="109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6"/>
            <p:cNvSpPr/>
            <p:nvPr/>
          </p:nvSpPr>
          <p:spPr>
            <a:xfrm>
              <a:off x="4102850" y="334900"/>
              <a:ext cx="3200" cy="2150"/>
            </a:xfrm>
            <a:custGeom>
              <a:rect b="b" l="l" r="r" t="t"/>
              <a:pathLst>
                <a:path extrusionOk="0" h="86" w="128">
                  <a:moveTo>
                    <a:pt x="42" y="0"/>
                  </a:moveTo>
                  <a:cubicBezTo>
                    <a:pt x="21" y="0"/>
                    <a:pt x="0" y="22"/>
                    <a:pt x="0" y="43"/>
                  </a:cubicBezTo>
                  <a:cubicBezTo>
                    <a:pt x="0" y="64"/>
                    <a:pt x="21" y="85"/>
                    <a:pt x="42" y="85"/>
                  </a:cubicBezTo>
                  <a:lnTo>
                    <a:pt x="85" y="85"/>
                  </a:lnTo>
                  <a:cubicBezTo>
                    <a:pt x="106" y="85"/>
                    <a:pt x="127" y="64"/>
                    <a:pt x="127" y="43"/>
                  </a:cubicBezTo>
                  <a:cubicBezTo>
                    <a:pt x="127" y="22"/>
                    <a:pt x="106" y="0"/>
                    <a:pt x="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6"/>
            <p:cNvSpPr/>
            <p:nvPr/>
          </p:nvSpPr>
          <p:spPr>
            <a:xfrm>
              <a:off x="4035750" y="567925"/>
              <a:ext cx="2950" cy="1900"/>
            </a:xfrm>
            <a:custGeom>
              <a:rect b="b" l="l" r="r" t="t"/>
              <a:pathLst>
                <a:path extrusionOk="0" h="76" w="118">
                  <a:moveTo>
                    <a:pt x="33" y="1"/>
                  </a:moveTo>
                  <a:cubicBezTo>
                    <a:pt x="12" y="1"/>
                    <a:pt x="0" y="12"/>
                    <a:pt x="0" y="43"/>
                  </a:cubicBezTo>
                  <a:cubicBezTo>
                    <a:pt x="0" y="65"/>
                    <a:pt x="12" y="76"/>
                    <a:pt x="33" y="76"/>
                  </a:cubicBezTo>
                  <a:lnTo>
                    <a:pt x="75" y="76"/>
                  </a:lnTo>
                  <a:cubicBezTo>
                    <a:pt x="96" y="76"/>
                    <a:pt x="118" y="65"/>
                    <a:pt x="118" y="43"/>
                  </a:cubicBezTo>
                  <a:cubicBezTo>
                    <a:pt x="118" y="12"/>
                    <a:pt x="96" y="1"/>
                    <a:pt x="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6"/>
            <p:cNvSpPr/>
            <p:nvPr/>
          </p:nvSpPr>
          <p:spPr>
            <a:xfrm>
              <a:off x="4044775" y="567925"/>
              <a:ext cx="136575" cy="1900"/>
            </a:xfrm>
            <a:custGeom>
              <a:rect b="b" l="l" r="r" t="t"/>
              <a:pathLst>
                <a:path extrusionOk="0" h="76" w="5463">
                  <a:moveTo>
                    <a:pt x="42" y="1"/>
                  </a:moveTo>
                  <a:cubicBezTo>
                    <a:pt x="21" y="1"/>
                    <a:pt x="0" y="12"/>
                    <a:pt x="0" y="43"/>
                  </a:cubicBezTo>
                  <a:cubicBezTo>
                    <a:pt x="0" y="65"/>
                    <a:pt x="21" y="76"/>
                    <a:pt x="42" y="76"/>
                  </a:cubicBezTo>
                  <a:lnTo>
                    <a:pt x="127" y="76"/>
                  </a:lnTo>
                  <a:cubicBezTo>
                    <a:pt x="149" y="76"/>
                    <a:pt x="170" y="65"/>
                    <a:pt x="170" y="43"/>
                  </a:cubicBezTo>
                  <a:cubicBezTo>
                    <a:pt x="170" y="12"/>
                    <a:pt x="149" y="1"/>
                    <a:pt x="127" y="1"/>
                  </a:cubicBezTo>
                  <a:close/>
                  <a:moveTo>
                    <a:pt x="445" y="1"/>
                  </a:moveTo>
                  <a:cubicBezTo>
                    <a:pt x="424" y="1"/>
                    <a:pt x="414" y="12"/>
                    <a:pt x="414" y="43"/>
                  </a:cubicBezTo>
                  <a:cubicBezTo>
                    <a:pt x="414" y="65"/>
                    <a:pt x="424" y="76"/>
                    <a:pt x="445" y="76"/>
                  </a:cubicBezTo>
                  <a:lnTo>
                    <a:pt x="530" y="76"/>
                  </a:lnTo>
                  <a:cubicBezTo>
                    <a:pt x="552" y="76"/>
                    <a:pt x="573" y="65"/>
                    <a:pt x="573" y="43"/>
                  </a:cubicBezTo>
                  <a:cubicBezTo>
                    <a:pt x="573" y="12"/>
                    <a:pt x="552" y="1"/>
                    <a:pt x="530" y="1"/>
                  </a:cubicBezTo>
                  <a:close/>
                  <a:moveTo>
                    <a:pt x="860" y="1"/>
                  </a:moveTo>
                  <a:cubicBezTo>
                    <a:pt x="838" y="1"/>
                    <a:pt x="817" y="12"/>
                    <a:pt x="817" y="43"/>
                  </a:cubicBezTo>
                  <a:cubicBezTo>
                    <a:pt x="817" y="65"/>
                    <a:pt x="838" y="76"/>
                    <a:pt x="860" y="76"/>
                  </a:cubicBezTo>
                  <a:lnTo>
                    <a:pt x="944" y="76"/>
                  </a:lnTo>
                  <a:cubicBezTo>
                    <a:pt x="966" y="76"/>
                    <a:pt x="976" y="65"/>
                    <a:pt x="976" y="43"/>
                  </a:cubicBezTo>
                  <a:cubicBezTo>
                    <a:pt x="976" y="12"/>
                    <a:pt x="966" y="1"/>
                    <a:pt x="944" y="1"/>
                  </a:cubicBezTo>
                  <a:close/>
                  <a:moveTo>
                    <a:pt x="1263" y="1"/>
                  </a:moveTo>
                  <a:cubicBezTo>
                    <a:pt x="1241" y="1"/>
                    <a:pt x="1220" y="12"/>
                    <a:pt x="1220" y="43"/>
                  </a:cubicBezTo>
                  <a:cubicBezTo>
                    <a:pt x="1220" y="65"/>
                    <a:pt x="1241" y="76"/>
                    <a:pt x="1263" y="76"/>
                  </a:cubicBezTo>
                  <a:lnTo>
                    <a:pt x="1347" y="76"/>
                  </a:lnTo>
                  <a:cubicBezTo>
                    <a:pt x="1369" y="76"/>
                    <a:pt x="1390" y="65"/>
                    <a:pt x="1390" y="43"/>
                  </a:cubicBezTo>
                  <a:cubicBezTo>
                    <a:pt x="1390" y="12"/>
                    <a:pt x="1369" y="1"/>
                    <a:pt x="1347" y="1"/>
                  </a:cubicBezTo>
                  <a:close/>
                  <a:moveTo>
                    <a:pt x="1676" y="1"/>
                  </a:moveTo>
                  <a:cubicBezTo>
                    <a:pt x="1654" y="1"/>
                    <a:pt x="1633" y="12"/>
                    <a:pt x="1633" y="43"/>
                  </a:cubicBezTo>
                  <a:cubicBezTo>
                    <a:pt x="1633" y="65"/>
                    <a:pt x="1654" y="76"/>
                    <a:pt x="1676" y="76"/>
                  </a:cubicBezTo>
                  <a:lnTo>
                    <a:pt x="1750" y="76"/>
                  </a:lnTo>
                  <a:cubicBezTo>
                    <a:pt x="1772" y="76"/>
                    <a:pt x="1793" y="65"/>
                    <a:pt x="1793" y="43"/>
                  </a:cubicBezTo>
                  <a:cubicBezTo>
                    <a:pt x="1793" y="12"/>
                    <a:pt x="1772" y="1"/>
                    <a:pt x="1750" y="1"/>
                  </a:cubicBezTo>
                  <a:close/>
                  <a:moveTo>
                    <a:pt x="2079" y="1"/>
                  </a:moveTo>
                  <a:cubicBezTo>
                    <a:pt x="2057" y="1"/>
                    <a:pt x="2036" y="12"/>
                    <a:pt x="2036" y="43"/>
                  </a:cubicBezTo>
                  <a:cubicBezTo>
                    <a:pt x="2036" y="65"/>
                    <a:pt x="2057" y="76"/>
                    <a:pt x="2079" y="76"/>
                  </a:cubicBezTo>
                  <a:lnTo>
                    <a:pt x="2164" y="76"/>
                  </a:lnTo>
                  <a:cubicBezTo>
                    <a:pt x="2185" y="76"/>
                    <a:pt x="2206" y="65"/>
                    <a:pt x="2206" y="43"/>
                  </a:cubicBezTo>
                  <a:cubicBezTo>
                    <a:pt x="2206" y="12"/>
                    <a:pt x="2185" y="1"/>
                    <a:pt x="2164" y="1"/>
                  </a:cubicBezTo>
                  <a:close/>
                  <a:moveTo>
                    <a:pt x="2493" y="1"/>
                  </a:moveTo>
                  <a:cubicBezTo>
                    <a:pt x="2460" y="1"/>
                    <a:pt x="2450" y="12"/>
                    <a:pt x="2450" y="43"/>
                  </a:cubicBezTo>
                  <a:cubicBezTo>
                    <a:pt x="2450" y="65"/>
                    <a:pt x="2460" y="76"/>
                    <a:pt x="2493" y="76"/>
                  </a:cubicBezTo>
                  <a:lnTo>
                    <a:pt x="2567" y="76"/>
                  </a:lnTo>
                  <a:cubicBezTo>
                    <a:pt x="2588" y="76"/>
                    <a:pt x="2609" y="65"/>
                    <a:pt x="2609" y="43"/>
                  </a:cubicBezTo>
                  <a:cubicBezTo>
                    <a:pt x="2609" y="12"/>
                    <a:pt x="2588" y="1"/>
                    <a:pt x="2567" y="1"/>
                  </a:cubicBezTo>
                  <a:close/>
                  <a:moveTo>
                    <a:pt x="2896" y="1"/>
                  </a:moveTo>
                  <a:cubicBezTo>
                    <a:pt x="2875" y="1"/>
                    <a:pt x="2853" y="12"/>
                    <a:pt x="2853" y="43"/>
                  </a:cubicBezTo>
                  <a:cubicBezTo>
                    <a:pt x="2853" y="65"/>
                    <a:pt x="2875" y="76"/>
                    <a:pt x="2896" y="76"/>
                  </a:cubicBezTo>
                  <a:lnTo>
                    <a:pt x="2981" y="76"/>
                  </a:lnTo>
                  <a:cubicBezTo>
                    <a:pt x="3002" y="76"/>
                    <a:pt x="3012" y="65"/>
                    <a:pt x="3012" y="43"/>
                  </a:cubicBezTo>
                  <a:cubicBezTo>
                    <a:pt x="3012" y="12"/>
                    <a:pt x="3002" y="1"/>
                    <a:pt x="2981" y="1"/>
                  </a:cubicBezTo>
                  <a:close/>
                  <a:moveTo>
                    <a:pt x="3299" y="1"/>
                  </a:moveTo>
                  <a:cubicBezTo>
                    <a:pt x="3277" y="1"/>
                    <a:pt x="3266" y="12"/>
                    <a:pt x="3266" y="43"/>
                  </a:cubicBezTo>
                  <a:cubicBezTo>
                    <a:pt x="3266" y="65"/>
                    <a:pt x="3277" y="76"/>
                    <a:pt x="3299" y="76"/>
                  </a:cubicBezTo>
                  <a:lnTo>
                    <a:pt x="3384" y="76"/>
                  </a:lnTo>
                  <a:cubicBezTo>
                    <a:pt x="3405" y="76"/>
                    <a:pt x="3426" y="65"/>
                    <a:pt x="3426" y="43"/>
                  </a:cubicBezTo>
                  <a:cubicBezTo>
                    <a:pt x="3426" y="12"/>
                    <a:pt x="3405" y="1"/>
                    <a:pt x="3384" y="1"/>
                  </a:cubicBezTo>
                  <a:close/>
                  <a:moveTo>
                    <a:pt x="3712" y="1"/>
                  </a:moveTo>
                  <a:cubicBezTo>
                    <a:pt x="3691" y="1"/>
                    <a:pt x="3669" y="12"/>
                    <a:pt x="3669" y="43"/>
                  </a:cubicBezTo>
                  <a:cubicBezTo>
                    <a:pt x="3669" y="65"/>
                    <a:pt x="3691" y="76"/>
                    <a:pt x="3712" y="76"/>
                  </a:cubicBezTo>
                  <a:lnTo>
                    <a:pt x="3787" y="76"/>
                  </a:lnTo>
                  <a:cubicBezTo>
                    <a:pt x="3818" y="76"/>
                    <a:pt x="3829" y="65"/>
                    <a:pt x="3829" y="43"/>
                  </a:cubicBezTo>
                  <a:cubicBezTo>
                    <a:pt x="3829" y="12"/>
                    <a:pt x="3818" y="1"/>
                    <a:pt x="3787" y="1"/>
                  </a:cubicBezTo>
                  <a:close/>
                  <a:moveTo>
                    <a:pt x="4115" y="1"/>
                  </a:moveTo>
                  <a:cubicBezTo>
                    <a:pt x="4094" y="1"/>
                    <a:pt x="4072" y="12"/>
                    <a:pt x="4072" y="43"/>
                  </a:cubicBezTo>
                  <a:cubicBezTo>
                    <a:pt x="4072" y="65"/>
                    <a:pt x="4094" y="76"/>
                    <a:pt x="4115" y="76"/>
                  </a:cubicBezTo>
                  <a:lnTo>
                    <a:pt x="4200" y="76"/>
                  </a:lnTo>
                  <a:cubicBezTo>
                    <a:pt x="4221" y="76"/>
                    <a:pt x="4242" y="65"/>
                    <a:pt x="4242" y="43"/>
                  </a:cubicBezTo>
                  <a:cubicBezTo>
                    <a:pt x="4242" y="12"/>
                    <a:pt x="4221" y="1"/>
                    <a:pt x="4200" y="1"/>
                  </a:cubicBezTo>
                  <a:close/>
                  <a:moveTo>
                    <a:pt x="4529" y="1"/>
                  </a:moveTo>
                  <a:cubicBezTo>
                    <a:pt x="4508" y="1"/>
                    <a:pt x="4486" y="12"/>
                    <a:pt x="4486" y="43"/>
                  </a:cubicBezTo>
                  <a:cubicBezTo>
                    <a:pt x="4486" y="65"/>
                    <a:pt x="4508" y="76"/>
                    <a:pt x="4529" y="76"/>
                  </a:cubicBezTo>
                  <a:lnTo>
                    <a:pt x="4603" y="76"/>
                  </a:lnTo>
                  <a:cubicBezTo>
                    <a:pt x="4624" y="76"/>
                    <a:pt x="4645" y="65"/>
                    <a:pt x="4645" y="43"/>
                  </a:cubicBezTo>
                  <a:cubicBezTo>
                    <a:pt x="4645" y="12"/>
                    <a:pt x="4624" y="1"/>
                    <a:pt x="4603" y="1"/>
                  </a:cubicBezTo>
                  <a:close/>
                  <a:moveTo>
                    <a:pt x="4932" y="1"/>
                  </a:moveTo>
                  <a:cubicBezTo>
                    <a:pt x="4911" y="1"/>
                    <a:pt x="4889" y="12"/>
                    <a:pt x="4889" y="43"/>
                  </a:cubicBezTo>
                  <a:cubicBezTo>
                    <a:pt x="4889" y="65"/>
                    <a:pt x="4911" y="76"/>
                    <a:pt x="4932" y="76"/>
                  </a:cubicBezTo>
                  <a:lnTo>
                    <a:pt x="5017" y="76"/>
                  </a:lnTo>
                  <a:cubicBezTo>
                    <a:pt x="5038" y="76"/>
                    <a:pt x="5059" y="65"/>
                    <a:pt x="5059" y="43"/>
                  </a:cubicBezTo>
                  <a:cubicBezTo>
                    <a:pt x="5059" y="12"/>
                    <a:pt x="5038" y="1"/>
                    <a:pt x="5017" y="1"/>
                  </a:cubicBezTo>
                  <a:close/>
                  <a:moveTo>
                    <a:pt x="5335" y="1"/>
                  </a:moveTo>
                  <a:cubicBezTo>
                    <a:pt x="5314" y="1"/>
                    <a:pt x="5303" y="12"/>
                    <a:pt x="5303" y="43"/>
                  </a:cubicBezTo>
                  <a:cubicBezTo>
                    <a:pt x="5303" y="65"/>
                    <a:pt x="5314" y="76"/>
                    <a:pt x="5335" y="76"/>
                  </a:cubicBezTo>
                  <a:lnTo>
                    <a:pt x="5420" y="76"/>
                  </a:lnTo>
                  <a:cubicBezTo>
                    <a:pt x="5441" y="76"/>
                    <a:pt x="5462" y="65"/>
                    <a:pt x="5462" y="43"/>
                  </a:cubicBezTo>
                  <a:cubicBezTo>
                    <a:pt x="5462" y="12"/>
                    <a:pt x="5441" y="1"/>
                    <a:pt x="54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6"/>
            <p:cNvSpPr/>
            <p:nvPr/>
          </p:nvSpPr>
          <p:spPr>
            <a:xfrm>
              <a:off x="4187400" y="567925"/>
              <a:ext cx="3200" cy="1900"/>
            </a:xfrm>
            <a:custGeom>
              <a:rect b="b" l="l" r="r" t="t"/>
              <a:pathLst>
                <a:path extrusionOk="0" h="76" w="128">
                  <a:moveTo>
                    <a:pt x="43" y="1"/>
                  </a:moveTo>
                  <a:cubicBezTo>
                    <a:pt x="22" y="1"/>
                    <a:pt x="1" y="12"/>
                    <a:pt x="1" y="43"/>
                  </a:cubicBezTo>
                  <a:cubicBezTo>
                    <a:pt x="1" y="65"/>
                    <a:pt x="22" y="76"/>
                    <a:pt x="43" y="76"/>
                  </a:cubicBezTo>
                  <a:lnTo>
                    <a:pt x="86" y="76"/>
                  </a:lnTo>
                  <a:cubicBezTo>
                    <a:pt x="107" y="76"/>
                    <a:pt x="128" y="65"/>
                    <a:pt x="128" y="43"/>
                  </a:cubicBezTo>
                  <a:cubicBezTo>
                    <a:pt x="128" y="12"/>
                    <a:pt x="107" y="1"/>
                    <a:pt x="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6"/>
            <p:cNvSpPr/>
            <p:nvPr/>
          </p:nvSpPr>
          <p:spPr>
            <a:xfrm>
              <a:off x="3139875" y="550175"/>
              <a:ext cx="2950" cy="2150"/>
            </a:xfrm>
            <a:custGeom>
              <a:rect b="b" l="l" r="r" t="t"/>
              <a:pathLst>
                <a:path extrusionOk="0" h="86" w="118">
                  <a:moveTo>
                    <a:pt x="43" y="1"/>
                  </a:moveTo>
                  <a:cubicBezTo>
                    <a:pt x="11" y="1"/>
                    <a:pt x="1" y="22"/>
                    <a:pt x="1" y="43"/>
                  </a:cubicBezTo>
                  <a:cubicBezTo>
                    <a:pt x="1" y="64"/>
                    <a:pt x="11" y="86"/>
                    <a:pt x="43" y="86"/>
                  </a:cubicBezTo>
                  <a:lnTo>
                    <a:pt x="75" y="86"/>
                  </a:lnTo>
                  <a:cubicBezTo>
                    <a:pt x="107" y="86"/>
                    <a:pt x="117" y="64"/>
                    <a:pt x="117" y="43"/>
                  </a:cubicBezTo>
                  <a:cubicBezTo>
                    <a:pt x="117" y="22"/>
                    <a:pt x="107" y="1"/>
                    <a:pt x="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6"/>
            <p:cNvSpPr/>
            <p:nvPr/>
          </p:nvSpPr>
          <p:spPr>
            <a:xfrm>
              <a:off x="3149150" y="550175"/>
              <a:ext cx="212400" cy="2150"/>
            </a:xfrm>
            <a:custGeom>
              <a:rect b="b" l="l" r="r" t="t"/>
              <a:pathLst>
                <a:path extrusionOk="0" h="86" w="8496">
                  <a:moveTo>
                    <a:pt x="43" y="1"/>
                  </a:moveTo>
                  <a:cubicBezTo>
                    <a:pt x="22" y="1"/>
                    <a:pt x="1" y="22"/>
                    <a:pt x="1" y="43"/>
                  </a:cubicBezTo>
                  <a:cubicBezTo>
                    <a:pt x="1" y="64"/>
                    <a:pt x="22" y="86"/>
                    <a:pt x="43" y="86"/>
                  </a:cubicBezTo>
                  <a:lnTo>
                    <a:pt x="128" y="86"/>
                  </a:lnTo>
                  <a:cubicBezTo>
                    <a:pt x="149" y="86"/>
                    <a:pt x="170" y="64"/>
                    <a:pt x="170" y="43"/>
                  </a:cubicBezTo>
                  <a:cubicBezTo>
                    <a:pt x="170" y="22"/>
                    <a:pt x="149" y="1"/>
                    <a:pt x="128" y="1"/>
                  </a:cubicBezTo>
                  <a:close/>
                  <a:moveTo>
                    <a:pt x="457" y="1"/>
                  </a:moveTo>
                  <a:cubicBezTo>
                    <a:pt x="436" y="1"/>
                    <a:pt x="415" y="22"/>
                    <a:pt x="415" y="43"/>
                  </a:cubicBezTo>
                  <a:cubicBezTo>
                    <a:pt x="415" y="64"/>
                    <a:pt x="436" y="86"/>
                    <a:pt x="457" y="86"/>
                  </a:cubicBezTo>
                  <a:lnTo>
                    <a:pt x="542" y="86"/>
                  </a:lnTo>
                  <a:cubicBezTo>
                    <a:pt x="563" y="86"/>
                    <a:pt x="584" y="64"/>
                    <a:pt x="584" y="43"/>
                  </a:cubicBezTo>
                  <a:cubicBezTo>
                    <a:pt x="584" y="22"/>
                    <a:pt x="563" y="1"/>
                    <a:pt x="542" y="1"/>
                  </a:cubicBezTo>
                  <a:close/>
                  <a:moveTo>
                    <a:pt x="870" y="1"/>
                  </a:moveTo>
                  <a:cubicBezTo>
                    <a:pt x="849" y="1"/>
                    <a:pt x="828" y="22"/>
                    <a:pt x="828" y="43"/>
                  </a:cubicBezTo>
                  <a:cubicBezTo>
                    <a:pt x="828" y="64"/>
                    <a:pt x="849" y="86"/>
                    <a:pt x="870" y="86"/>
                  </a:cubicBezTo>
                  <a:lnTo>
                    <a:pt x="955" y="86"/>
                  </a:lnTo>
                  <a:cubicBezTo>
                    <a:pt x="976" y="86"/>
                    <a:pt x="998" y="64"/>
                    <a:pt x="998" y="43"/>
                  </a:cubicBezTo>
                  <a:cubicBezTo>
                    <a:pt x="998" y="22"/>
                    <a:pt x="976" y="1"/>
                    <a:pt x="955" y="1"/>
                  </a:cubicBezTo>
                  <a:close/>
                  <a:moveTo>
                    <a:pt x="1294" y="1"/>
                  </a:moveTo>
                  <a:cubicBezTo>
                    <a:pt x="1263" y="1"/>
                    <a:pt x="1252" y="22"/>
                    <a:pt x="1252" y="43"/>
                  </a:cubicBezTo>
                  <a:cubicBezTo>
                    <a:pt x="1252" y="64"/>
                    <a:pt x="1263" y="86"/>
                    <a:pt x="1294" y="86"/>
                  </a:cubicBezTo>
                  <a:lnTo>
                    <a:pt x="1369" y="86"/>
                  </a:lnTo>
                  <a:cubicBezTo>
                    <a:pt x="1401" y="86"/>
                    <a:pt x="1412" y="64"/>
                    <a:pt x="1412" y="43"/>
                  </a:cubicBezTo>
                  <a:cubicBezTo>
                    <a:pt x="1412" y="22"/>
                    <a:pt x="1401" y="1"/>
                    <a:pt x="1369" y="1"/>
                  </a:cubicBezTo>
                  <a:close/>
                  <a:moveTo>
                    <a:pt x="1709" y="1"/>
                  </a:moveTo>
                  <a:cubicBezTo>
                    <a:pt x="1687" y="1"/>
                    <a:pt x="1666" y="22"/>
                    <a:pt x="1666" y="43"/>
                  </a:cubicBezTo>
                  <a:cubicBezTo>
                    <a:pt x="1666" y="64"/>
                    <a:pt x="1687" y="86"/>
                    <a:pt x="1709" y="86"/>
                  </a:cubicBezTo>
                  <a:lnTo>
                    <a:pt x="1793" y="86"/>
                  </a:lnTo>
                  <a:cubicBezTo>
                    <a:pt x="1815" y="86"/>
                    <a:pt x="1836" y="64"/>
                    <a:pt x="1836" y="43"/>
                  </a:cubicBezTo>
                  <a:cubicBezTo>
                    <a:pt x="1836" y="22"/>
                    <a:pt x="1815" y="1"/>
                    <a:pt x="1793" y="1"/>
                  </a:cubicBezTo>
                  <a:close/>
                  <a:moveTo>
                    <a:pt x="2122" y="1"/>
                  </a:moveTo>
                  <a:cubicBezTo>
                    <a:pt x="2100" y="1"/>
                    <a:pt x="2079" y="22"/>
                    <a:pt x="2079" y="43"/>
                  </a:cubicBezTo>
                  <a:cubicBezTo>
                    <a:pt x="2079" y="64"/>
                    <a:pt x="2100" y="86"/>
                    <a:pt x="2122" y="86"/>
                  </a:cubicBezTo>
                  <a:lnTo>
                    <a:pt x="2207" y="86"/>
                  </a:lnTo>
                  <a:cubicBezTo>
                    <a:pt x="2228" y="86"/>
                    <a:pt x="2249" y="64"/>
                    <a:pt x="2249" y="43"/>
                  </a:cubicBezTo>
                  <a:cubicBezTo>
                    <a:pt x="2249" y="22"/>
                    <a:pt x="2228" y="1"/>
                    <a:pt x="2207" y="1"/>
                  </a:cubicBezTo>
                  <a:close/>
                  <a:moveTo>
                    <a:pt x="2536" y="1"/>
                  </a:moveTo>
                  <a:cubicBezTo>
                    <a:pt x="2514" y="1"/>
                    <a:pt x="2503" y="22"/>
                    <a:pt x="2503" y="43"/>
                  </a:cubicBezTo>
                  <a:cubicBezTo>
                    <a:pt x="2503" y="64"/>
                    <a:pt x="2514" y="86"/>
                    <a:pt x="2536" y="86"/>
                  </a:cubicBezTo>
                  <a:lnTo>
                    <a:pt x="2621" y="86"/>
                  </a:lnTo>
                  <a:cubicBezTo>
                    <a:pt x="2642" y="86"/>
                    <a:pt x="2663" y="64"/>
                    <a:pt x="2663" y="43"/>
                  </a:cubicBezTo>
                  <a:cubicBezTo>
                    <a:pt x="2663" y="22"/>
                    <a:pt x="2642" y="1"/>
                    <a:pt x="2621" y="1"/>
                  </a:cubicBezTo>
                  <a:close/>
                  <a:moveTo>
                    <a:pt x="2960" y="1"/>
                  </a:moveTo>
                  <a:cubicBezTo>
                    <a:pt x="2939" y="1"/>
                    <a:pt x="2917" y="22"/>
                    <a:pt x="2917" y="43"/>
                  </a:cubicBezTo>
                  <a:cubicBezTo>
                    <a:pt x="2917" y="64"/>
                    <a:pt x="2939" y="86"/>
                    <a:pt x="2960" y="86"/>
                  </a:cubicBezTo>
                  <a:lnTo>
                    <a:pt x="3034" y="86"/>
                  </a:lnTo>
                  <a:cubicBezTo>
                    <a:pt x="3066" y="86"/>
                    <a:pt x="3076" y="64"/>
                    <a:pt x="3076" y="43"/>
                  </a:cubicBezTo>
                  <a:cubicBezTo>
                    <a:pt x="3076" y="22"/>
                    <a:pt x="3066" y="1"/>
                    <a:pt x="3034" y="1"/>
                  </a:cubicBezTo>
                  <a:close/>
                  <a:moveTo>
                    <a:pt x="3373" y="1"/>
                  </a:moveTo>
                  <a:cubicBezTo>
                    <a:pt x="3352" y="1"/>
                    <a:pt x="3331" y="22"/>
                    <a:pt x="3331" y="43"/>
                  </a:cubicBezTo>
                  <a:cubicBezTo>
                    <a:pt x="3331" y="64"/>
                    <a:pt x="3352" y="86"/>
                    <a:pt x="3373" y="86"/>
                  </a:cubicBezTo>
                  <a:lnTo>
                    <a:pt x="3458" y="86"/>
                  </a:lnTo>
                  <a:cubicBezTo>
                    <a:pt x="3479" y="86"/>
                    <a:pt x="3500" y="64"/>
                    <a:pt x="3500" y="43"/>
                  </a:cubicBezTo>
                  <a:cubicBezTo>
                    <a:pt x="3500" y="22"/>
                    <a:pt x="3479" y="1"/>
                    <a:pt x="3458" y="1"/>
                  </a:cubicBezTo>
                  <a:close/>
                  <a:moveTo>
                    <a:pt x="3787" y="1"/>
                  </a:moveTo>
                  <a:cubicBezTo>
                    <a:pt x="3766" y="1"/>
                    <a:pt x="3745" y="22"/>
                    <a:pt x="3745" y="43"/>
                  </a:cubicBezTo>
                  <a:cubicBezTo>
                    <a:pt x="3745" y="64"/>
                    <a:pt x="3766" y="86"/>
                    <a:pt x="3787" y="86"/>
                  </a:cubicBezTo>
                  <a:lnTo>
                    <a:pt x="3872" y="86"/>
                  </a:lnTo>
                  <a:cubicBezTo>
                    <a:pt x="3893" y="86"/>
                    <a:pt x="3914" y="64"/>
                    <a:pt x="3914" y="43"/>
                  </a:cubicBezTo>
                  <a:cubicBezTo>
                    <a:pt x="3914" y="22"/>
                    <a:pt x="3893" y="1"/>
                    <a:pt x="3872" y="1"/>
                  </a:cubicBezTo>
                  <a:close/>
                  <a:moveTo>
                    <a:pt x="4200" y="1"/>
                  </a:moveTo>
                  <a:cubicBezTo>
                    <a:pt x="4179" y="1"/>
                    <a:pt x="4169" y="22"/>
                    <a:pt x="4169" y="43"/>
                  </a:cubicBezTo>
                  <a:cubicBezTo>
                    <a:pt x="4169" y="64"/>
                    <a:pt x="4179" y="86"/>
                    <a:pt x="4200" y="86"/>
                  </a:cubicBezTo>
                  <a:lnTo>
                    <a:pt x="4285" y="86"/>
                  </a:lnTo>
                  <a:cubicBezTo>
                    <a:pt x="4306" y="86"/>
                    <a:pt x="4328" y="64"/>
                    <a:pt x="4328" y="43"/>
                  </a:cubicBezTo>
                  <a:cubicBezTo>
                    <a:pt x="4328" y="22"/>
                    <a:pt x="4306" y="1"/>
                    <a:pt x="4285" y="1"/>
                  </a:cubicBezTo>
                  <a:close/>
                  <a:moveTo>
                    <a:pt x="4625" y="1"/>
                  </a:moveTo>
                  <a:cubicBezTo>
                    <a:pt x="4603" y="1"/>
                    <a:pt x="4582" y="22"/>
                    <a:pt x="4582" y="43"/>
                  </a:cubicBezTo>
                  <a:cubicBezTo>
                    <a:pt x="4582" y="64"/>
                    <a:pt x="4603" y="86"/>
                    <a:pt x="4625" y="86"/>
                  </a:cubicBezTo>
                  <a:lnTo>
                    <a:pt x="4709" y="86"/>
                  </a:lnTo>
                  <a:cubicBezTo>
                    <a:pt x="4731" y="86"/>
                    <a:pt x="4742" y="64"/>
                    <a:pt x="4742" y="43"/>
                  </a:cubicBezTo>
                  <a:cubicBezTo>
                    <a:pt x="4742" y="22"/>
                    <a:pt x="4731" y="1"/>
                    <a:pt x="4709" y="1"/>
                  </a:cubicBezTo>
                  <a:close/>
                  <a:moveTo>
                    <a:pt x="5039" y="1"/>
                  </a:moveTo>
                  <a:cubicBezTo>
                    <a:pt x="5017" y="1"/>
                    <a:pt x="4996" y="22"/>
                    <a:pt x="4996" y="43"/>
                  </a:cubicBezTo>
                  <a:cubicBezTo>
                    <a:pt x="4996" y="64"/>
                    <a:pt x="5017" y="86"/>
                    <a:pt x="5039" y="86"/>
                  </a:cubicBezTo>
                  <a:lnTo>
                    <a:pt x="5123" y="86"/>
                  </a:lnTo>
                  <a:cubicBezTo>
                    <a:pt x="5145" y="86"/>
                    <a:pt x="5166" y="64"/>
                    <a:pt x="5166" y="43"/>
                  </a:cubicBezTo>
                  <a:cubicBezTo>
                    <a:pt x="5166" y="22"/>
                    <a:pt x="5145" y="1"/>
                    <a:pt x="5123" y="1"/>
                  </a:cubicBezTo>
                  <a:close/>
                  <a:moveTo>
                    <a:pt x="5452" y="1"/>
                  </a:moveTo>
                  <a:cubicBezTo>
                    <a:pt x="5431" y="1"/>
                    <a:pt x="5409" y="22"/>
                    <a:pt x="5409" y="43"/>
                  </a:cubicBezTo>
                  <a:cubicBezTo>
                    <a:pt x="5409" y="64"/>
                    <a:pt x="5431" y="86"/>
                    <a:pt x="5452" y="86"/>
                  </a:cubicBezTo>
                  <a:lnTo>
                    <a:pt x="5537" y="86"/>
                  </a:lnTo>
                  <a:cubicBezTo>
                    <a:pt x="5558" y="86"/>
                    <a:pt x="5579" y="64"/>
                    <a:pt x="5579" y="43"/>
                  </a:cubicBezTo>
                  <a:cubicBezTo>
                    <a:pt x="5579" y="22"/>
                    <a:pt x="5558" y="1"/>
                    <a:pt x="5537" y="1"/>
                  </a:cubicBezTo>
                  <a:close/>
                  <a:moveTo>
                    <a:pt x="5866" y="1"/>
                  </a:moveTo>
                  <a:cubicBezTo>
                    <a:pt x="5845" y="1"/>
                    <a:pt x="5834" y="22"/>
                    <a:pt x="5834" y="43"/>
                  </a:cubicBezTo>
                  <a:cubicBezTo>
                    <a:pt x="5834" y="64"/>
                    <a:pt x="5845" y="86"/>
                    <a:pt x="5866" y="86"/>
                  </a:cubicBezTo>
                  <a:lnTo>
                    <a:pt x="5951" y="86"/>
                  </a:lnTo>
                  <a:cubicBezTo>
                    <a:pt x="5972" y="86"/>
                    <a:pt x="5993" y="64"/>
                    <a:pt x="5993" y="43"/>
                  </a:cubicBezTo>
                  <a:cubicBezTo>
                    <a:pt x="5993" y="22"/>
                    <a:pt x="5972" y="1"/>
                    <a:pt x="5951" y="1"/>
                  </a:cubicBezTo>
                  <a:close/>
                  <a:moveTo>
                    <a:pt x="6290" y="1"/>
                  </a:moveTo>
                  <a:cubicBezTo>
                    <a:pt x="6269" y="1"/>
                    <a:pt x="6248" y="22"/>
                    <a:pt x="6248" y="43"/>
                  </a:cubicBezTo>
                  <a:cubicBezTo>
                    <a:pt x="6248" y="64"/>
                    <a:pt x="6269" y="86"/>
                    <a:pt x="6290" y="86"/>
                  </a:cubicBezTo>
                  <a:lnTo>
                    <a:pt x="6375" y="86"/>
                  </a:lnTo>
                  <a:cubicBezTo>
                    <a:pt x="6396" y="86"/>
                    <a:pt x="6406" y="64"/>
                    <a:pt x="6406" y="43"/>
                  </a:cubicBezTo>
                  <a:cubicBezTo>
                    <a:pt x="6406" y="22"/>
                    <a:pt x="6396" y="1"/>
                    <a:pt x="6375" y="1"/>
                  </a:cubicBezTo>
                  <a:close/>
                  <a:moveTo>
                    <a:pt x="6703" y="1"/>
                  </a:moveTo>
                  <a:cubicBezTo>
                    <a:pt x="6682" y="1"/>
                    <a:pt x="6661" y="22"/>
                    <a:pt x="6661" y="43"/>
                  </a:cubicBezTo>
                  <a:cubicBezTo>
                    <a:pt x="6661" y="64"/>
                    <a:pt x="6682" y="86"/>
                    <a:pt x="6703" y="86"/>
                  </a:cubicBezTo>
                  <a:lnTo>
                    <a:pt x="6788" y="86"/>
                  </a:lnTo>
                  <a:cubicBezTo>
                    <a:pt x="6809" y="86"/>
                    <a:pt x="6830" y="64"/>
                    <a:pt x="6830" y="43"/>
                  </a:cubicBezTo>
                  <a:cubicBezTo>
                    <a:pt x="6830" y="22"/>
                    <a:pt x="6809" y="1"/>
                    <a:pt x="6788" y="1"/>
                  </a:cubicBezTo>
                  <a:close/>
                  <a:moveTo>
                    <a:pt x="7117" y="1"/>
                  </a:moveTo>
                  <a:cubicBezTo>
                    <a:pt x="7096" y="1"/>
                    <a:pt x="7075" y="22"/>
                    <a:pt x="7075" y="43"/>
                  </a:cubicBezTo>
                  <a:cubicBezTo>
                    <a:pt x="7075" y="64"/>
                    <a:pt x="7096" y="86"/>
                    <a:pt x="7117" y="86"/>
                  </a:cubicBezTo>
                  <a:lnTo>
                    <a:pt x="7202" y="86"/>
                  </a:lnTo>
                  <a:cubicBezTo>
                    <a:pt x="7223" y="86"/>
                    <a:pt x="7244" y="64"/>
                    <a:pt x="7244" y="43"/>
                  </a:cubicBezTo>
                  <a:cubicBezTo>
                    <a:pt x="7244" y="22"/>
                    <a:pt x="7223" y="1"/>
                    <a:pt x="7202" y="1"/>
                  </a:cubicBezTo>
                  <a:close/>
                  <a:moveTo>
                    <a:pt x="7530" y="1"/>
                  </a:moveTo>
                  <a:cubicBezTo>
                    <a:pt x="7509" y="1"/>
                    <a:pt x="7499" y="22"/>
                    <a:pt x="7499" y="43"/>
                  </a:cubicBezTo>
                  <a:cubicBezTo>
                    <a:pt x="7499" y="64"/>
                    <a:pt x="7509" y="86"/>
                    <a:pt x="7530" y="86"/>
                  </a:cubicBezTo>
                  <a:lnTo>
                    <a:pt x="7615" y="86"/>
                  </a:lnTo>
                  <a:cubicBezTo>
                    <a:pt x="7636" y="86"/>
                    <a:pt x="7658" y="64"/>
                    <a:pt x="7658" y="43"/>
                  </a:cubicBezTo>
                  <a:cubicBezTo>
                    <a:pt x="7658" y="22"/>
                    <a:pt x="7636" y="1"/>
                    <a:pt x="7615" y="1"/>
                  </a:cubicBezTo>
                  <a:close/>
                  <a:moveTo>
                    <a:pt x="7955" y="1"/>
                  </a:moveTo>
                  <a:cubicBezTo>
                    <a:pt x="7933" y="1"/>
                    <a:pt x="7912" y="22"/>
                    <a:pt x="7912" y="43"/>
                  </a:cubicBezTo>
                  <a:cubicBezTo>
                    <a:pt x="7912" y="64"/>
                    <a:pt x="7933" y="86"/>
                    <a:pt x="7955" y="86"/>
                  </a:cubicBezTo>
                  <a:lnTo>
                    <a:pt x="8039" y="86"/>
                  </a:lnTo>
                  <a:cubicBezTo>
                    <a:pt x="8061" y="86"/>
                    <a:pt x="8072" y="64"/>
                    <a:pt x="8072" y="43"/>
                  </a:cubicBezTo>
                  <a:cubicBezTo>
                    <a:pt x="8072" y="22"/>
                    <a:pt x="8061" y="1"/>
                    <a:pt x="8039" y="1"/>
                  </a:cubicBezTo>
                  <a:close/>
                  <a:moveTo>
                    <a:pt x="8369" y="1"/>
                  </a:moveTo>
                  <a:cubicBezTo>
                    <a:pt x="8347" y="1"/>
                    <a:pt x="8326" y="22"/>
                    <a:pt x="8326" y="43"/>
                  </a:cubicBezTo>
                  <a:cubicBezTo>
                    <a:pt x="8326" y="64"/>
                    <a:pt x="8347" y="86"/>
                    <a:pt x="8369" y="86"/>
                  </a:cubicBezTo>
                  <a:lnTo>
                    <a:pt x="8453" y="86"/>
                  </a:lnTo>
                  <a:cubicBezTo>
                    <a:pt x="8475" y="86"/>
                    <a:pt x="8496" y="64"/>
                    <a:pt x="8496" y="43"/>
                  </a:cubicBezTo>
                  <a:cubicBezTo>
                    <a:pt x="8496" y="22"/>
                    <a:pt x="8475" y="1"/>
                    <a:pt x="8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6"/>
            <p:cNvSpPr/>
            <p:nvPr/>
          </p:nvSpPr>
          <p:spPr>
            <a:xfrm>
              <a:off x="3367625" y="550175"/>
              <a:ext cx="3200" cy="2150"/>
            </a:xfrm>
            <a:custGeom>
              <a:rect b="b" l="l" r="r" t="t"/>
              <a:pathLst>
                <a:path extrusionOk="0" h="86" w="128">
                  <a:moveTo>
                    <a:pt x="43" y="1"/>
                  </a:moveTo>
                  <a:cubicBezTo>
                    <a:pt x="22" y="1"/>
                    <a:pt x="0" y="22"/>
                    <a:pt x="0" y="43"/>
                  </a:cubicBezTo>
                  <a:cubicBezTo>
                    <a:pt x="0" y="64"/>
                    <a:pt x="22" y="86"/>
                    <a:pt x="43" y="86"/>
                  </a:cubicBezTo>
                  <a:lnTo>
                    <a:pt x="85" y="86"/>
                  </a:lnTo>
                  <a:cubicBezTo>
                    <a:pt x="106" y="86"/>
                    <a:pt x="128" y="64"/>
                    <a:pt x="128" y="43"/>
                  </a:cubicBezTo>
                  <a:cubicBezTo>
                    <a:pt x="128" y="22"/>
                    <a:pt x="106" y="1"/>
                    <a:pt x="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6"/>
            <p:cNvSpPr/>
            <p:nvPr/>
          </p:nvSpPr>
          <p:spPr>
            <a:xfrm>
              <a:off x="3061125" y="734725"/>
              <a:ext cx="3200" cy="2125"/>
            </a:xfrm>
            <a:custGeom>
              <a:rect b="b" l="l" r="r" t="t"/>
              <a:pathLst>
                <a:path extrusionOk="0" h="85" w="128">
                  <a:moveTo>
                    <a:pt x="43" y="0"/>
                  </a:moveTo>
                  <a:cubicBezTo>
                    <a:pt x="22" y="0"/>
                    <a:pt x="1" y="21"/>
                    <a:pt x="1" y="42"/>
                  </a:cubicBezTo>
                  <a:cubicBezTo>
                    <a:pt x="1" y="64"/>
                    <a:pt x="22" y="85"/>
                    <a:pt x="43" y="85"/>
                  </a:cubicBezTo>
                  <a:lnTo>
                    <a:pt x="86" y="85"/>
                  </a:lnTo>
                  <a:cubicBezTo>
                    <a:pt x="107" y="85"/>
                    <a:pt x="128" y="64"/>
                    <a:pt x="128" y="42"/>
                  </a:cubicBezTo>
                  <a:cubicBezTo>
                    <a:pt x="128" y="21"/>
                    <a:pt x="107" y="0"/>
                    <a:pt x="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6"/>
            <p:cNvSpPr/>
            <p:nvPr/>
          </p:nvSpPr>
          <p:spPr>
            <a:xfrm>
              <a:off x="3070150" y="734725"/>
              <a:ext cx="82475" cy="2125"/>
            </a:xfrm>
            <a:custGeom>
              <a:rect b="b" l="l" r="r" t="t"/>
              <a:pathLst>
                <a:path extrusionOk="0" h="85" w="3299">
                  <a:moveTo>
                    <a:pt x="33" y="0"/>
                  </a:moveTo>
                  <a:cubicBezTo>
                    <a:pt x="11" y="0"/>
                    <a:pt x="0" y="21"/>
                    <a:pt x="0" y="42"/>
                  </a:cubicBezTo>
                  <a:cubicBezTo>
                    <a:pt x="0" y="64"/>
                    <a:pt x="11" y="85"/>
                    <a:pt x="33" y="85"/>
                  </a:cubicBezTo>
                  <a:lnTo>
                    <a:pt x="117" y="85"/>
                  </a:lnTo>
                  <a:cubicBezTo>
                    <a:pt x="139" y="85"/>
                    <a:pt x="160" y="64"/>
                    <a:pt x="160" y="42"/>
                  </a:cubicBezTo>
                  <a:cubicBezTo>
                    <a:pt x="160" y="21"/>
                    <a:pt x="139" y="0"/>
                    <a:pt x="117" y="0"/>
                  </a:cubicBezTo>
                  <a:close/>
                  <a:moveTo>
                    <a:pt x="436" y="0"/>
                  </a:moveTo>
                  <a:cubicBezTo>
                    <a:pt x="403" y="0"/>
                    <a:pt x="393" y="21"/>
                    <a:pt x="393" y="42"/>
                  </a:cubicBezTo>
                  <a:cubicBezTo>
                    <a:pt x="393" y="64"/>
                    <a:pt x="403" y="85"/>
                    <a:pt x="436" y="85"/>
                  </a:cubicBezTo>
                  <a:lnTo>
                    <a:pt x="509" y="85"/>
                  </a:lnTo>
                  <a:cubicBezTo>
                    <a:pt x="531" y="85"/>
                    <a:pt x="552" y="64"/>
                    <a:pt x="552" y="42"/>
                  </a:cubicBezTo>
                  <a:cubicBezTo>
                    <a:pt x="552" y="21"/>
                    <a:pt x="531" y="0"/>
                    <a:pt x="509" y="0"/>
                  </a:cubicBezTo>
                  <a:close/>
                  <a:moveTo>
                    <a:pt x="827" y="0"/>
                  </a:moveTo>
                  <a:cubicBezTo>
                    <a:pt x="796" y="0"/>
                    <a:pt x="785" y="21"/>
                    <a:pt x="785" y="42"/>
                  </a:cubicBezTo>
                  <a:cubicBezTo>
                    <a:pt x="785" y="64"/>
                    <a:pt x="796" y="85"/>
                    <a:pt x="827" y="85"/>
                  </a:cubicBezTo>
                  <a:lnTo>
                    <a:pt x="902" y="85"/>
                  </a:lnTo>
                  <a:cubicBezTo>
                    <a:pt x="923" y="85"/>
                    <a:pt x="945" y="64"/>
                    <a:pt x="945" y="42"/>
                  </a:cubicBezTo>
                  <a:cubicBezTo>
                    <a:pt x="945" y="21"/>
                    <a:pt x="923" y="0"/>
                    <a:pt x="902" y="0"/>
                  </a:cubicBezTo>
                  <a:close/>
                  <a:moveTo>
                    <a:pt x="1220" y="0"/>
                  </a:moveTo>
                  <a:cubicBezTo>
                    <a:pt x="1188" y="0"/>
                    <a:pt x="1178" y="21"/>
                    <a:pt x="1178" y="42"/>
                  </a:cubicBezTo>
                  <a:cubicBezTo>
                    <a:pt x="1178" y="64"/>
                    <a:pt x="1188" y="85"/>
                    <a:pt x="1220" y="85"/>
                  </a:cubicBezTo>
                  <a:lnTo>
                    <a:pt x="1294" y="85"/>
                  </a:lnTo>
                  <a:cubicBezTo>
                    <a:pt x="1315" y="85"/>
                    <a:pt x="1337" y="64"/>
                    <a:pt x="1337" y="42"/>
                  </a:cubicBezTo>
                  <a:cubicBezTo>
                    <a:pt x="1337" y="21"/>
                    <a:pt x="1315" y="0"/>
                    <a:pt x="1294" y="0"/>
                  </a:cubicBezTo>
                  <a:close/>
                  <a:moveTo>
                    <a:pt x="1612" y="0"/>
                  </a:moveTo>
                  <a:cubicBezTo>
                    <a:pt x="1581" y="0"/>
                    <a:pt x="1570" y="21"/>
                    <a:pt x="1570" y="42"/>
                  </a:cubicBezTo>
                  <a:cubicBezTo>
                    <a:pt x="1570" y="64"/>
                    <a:pt x="1581" y="85"/>
                    <a:pt x="1612" y="85"/>
                  </a:cubicBezTo>
                  <a:lnTo>
                    <a:pt x="1687" y="85"/>
                  </a:lnTo>
                  <a:cubicBezTo>
                    <a:pt x="1708" y="85"/>
                    <a:pt x="1729" y="64"/>
                    <a:pt x="1729" y="42"/>
                  </a:cubicBezTo>
                  <a:cubicBezTo>
                    <a:pt x="1729" y="21"/>
                    <a:pt x="1708" y="0"/>
                    <a:pt x="1687" y="0"/>
                  </a:cubicBezTo>
                  <a:close/>
                  <a:moveTo>
                    <a:pt x="2005" y="0"/>
                  </a:moveTo>
                  <a:cubicBezTo>
                    <a:pt x="1973" y="0"/>
                    <a:pt x="1963" y="21"/>
                    <a:pt x="1963" y="42"/>
                  </a:cubicBezTo>
                  <a:cubicBezTo>
                    <a:pt x="1963" y="64"/>
                    <a:pt x="1973" y="85"/>
                    <a:pt x="2005" y="85"/>
                  </a:cubicBezTo>
                  <a:lnTo>
                    <a:pt x="2079" y="85"/>
                  </a:lnTo>
                  <a:cubicBezTo>
                    <a:pt x="2100" y="85"/>
                    <a:pt x="2121" y="64"/>
                    <a:pt x="2121" y="42"/>
                  </a:cubicBezTo>
                  <a:cubicBezTo>
                    <a:pt x="2121" y="21"/>
                    <a:pt x="2100" y="0"/>
                    <a:pt x="2079" y="0"/>
                  </a:cubicBezTo>
                  <a:close/>
                  <a:moveTo>
                    <a:pt x="2397" y="0"/>
                  </a:moveTo>
                  <a:cubicBezTo>
                    <a:pt x="2366" y="0"/>
                    <a:pt x="2355" y="21"/>
                    <a:pt x="2355" y="42"/>
                  </a:cubicBezTo>
                  <a:cubicBezTo>
                    <a:pt x="2355" y="64"/>
                    <a:pt x="2366" y="85"/>
                    <a:pt x="2397" y="85"/>
                  </a:cubicBezTo>
                  <a:lnTo>
                    <a:pt x="2472" y="85"/>
                  </a:lnTo>
                  <a:cubicBezTo>
                    <a:pt x="2493" y="85"/>
                    <a:pt x="2514" y="64"/>
                    <a:pt x="2514" y="42"/>
                  </a:cubicBezTo>
                  <a:cubicBezTo>
                    <a:pt x="2514" y="21"/>
                    <a:pt x="2493" y="0"/>
                    <a:pt x="2472" y="0"/>
                  </a:cubicBezTo>
                  <a:close/>
                  <a:moveTo>
                    <a:pt x="2790" y="0"/>
                  </a:moveTo>
                  <a:cubicBezTo>
                    <a:pt x="2769" y="0"/>
                    <a:pt x="2747" y="21"/>
                    <a:pt x="2747" y="42"/>
                  </a:cubicBezTo>
                  <a:cubicBezTo>
                    <a:pt x="2747" y="64"/>
                    <a:pt x="2769" y="85"/>
                    <a:pt x="2790" y="85"/>
                  </a:cubicBezTo>
                  <a:lnTo>
                    <a:pt x="2864" y="85"/>
                  </a:lnTo>
                  <a:cubicBezTo>
                    <a:pt x="2885" y="85"/>
                    <a:pt x="2906" y="64"/>
                    <a:pt x="2906" y="42"/>
                  </a:cubicBezTo>
                  <a:cubicBezTo>
                    <a:pt x="2906" y="21"/>
                    <a:pt x="2885" y="0"/>
                    <a:pt x="2864" y="0"/>
                  </a:cubicBezTo>
                  <a:close/>
                  <a:moveTo>
                    <a:pt x="3182" y="0"/>
                  </a:moveTo>
                  <a:cubicBezTo>
                    <a:pt x="3161" y="0"/>
                    <a:pt x="3139" y="21"/>
                    <a:pt x="3139" y="42"/>
                  </a:cubicBezTo>
                  <a:cubicBezTo>
                    <a:pt x="3139" y="64"/>
                    <a:pt x="3161" y="85"/>
                    <a:pt x="3182" y="85"/>
                  </a:cubicBezTo>
                  <a:lnTo>
                    <a:pt x="3257" y="85"/>
                  </a:lnTo>
                  <a:cubicBezTo>
                    <a:pt x="3278" y="85"/>
                    <a:pt x="3299" y="64"/>
                    <a:pt x="3299" y="42"/>
                  </a:cubicBezTo>
                  <a:cubicBezTo>
                    <a:pt x="3299" y="21"/>
                    <a:pt x="3278" y="0"/>
                    <a:pt x="32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6"/>
            <p:cNvSpPr/>
            <p:nvPr/>
          </p:nvSpPr>
          <p:spPr>
            <a:xfrm>
              <a:off x="3158450" y="734725"/>
              <a:ext cx="2925" cy="2125"/>
            </a:xfrm>
            <a:custGeom>
              <a:rect b="b" l="l" r="r" t="t"/>
              <a:pathLst>
                <a:path extrusionOk="0" h="85" w="117">
                  <a:moveTo>
                    <a:pt x="43" y="0"/>
                  </a:moveTo>
                  <a:cubicBezTo>
                    <a:pt x="21" y="0"/>
                    <a:pt x="0" y="21"/>
                    <a:pt x="0" y="42"/>
                  </a:cubicBezTo>
                  <a:cubicBezTo>
                    <a:pt x="0" y="64"/>
                    <a:pt x="21" y="85"/>
                    <a:pt x="43" y="85"/>
                  </a:cubicBezTo>
                  <a:lnTo>
                    <a:pt x="85" y="85"/>
                  </a:lnTo>
                  <a:cubicBezTo>
                    <a:pt x="106" y="85"/>
                    <a:pt x="116" y="64"/>
                    <a:pt x="116" y="42"/>
                  </a:cubicBezTo>
                  <a:cubicBezTo>
                    <a:pt x="116" y="21"/>
                    <a:pt x="106" y="0"/>
                    <a:pt x="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6"/>
            <p:cNvSpPr/>
            <p:nvPr/>
          </p:nvSpPr>
          <p:spPr>
            <a:xfrm>
              <a:off x="3139875" y="1092650"/>
              <a:ext cx="2950" cy="1850"/>
            </a:xfrm>
            <a:custGeom>
              <a:rect b="b" l="l" r="r" t="t"/>
              <a:pathLst>
                <a:path extrusionOk="0" h="74" w="118">
                  <a:moveTo>
                    <a:pt x="43" y="0"/>
                  </a:moveTo>
                  <a:cubicBezTo>
                    <a:pt x="11" y="0"/>
                    <a:pt x="1" y="10"/>
                    <a:pt x="1" y="43"/>
                  </a:cubicBezTo>
                  <a:cubicBezTo>
                    <a:pt x="1" y="64"/>
                    <a:pt x="11" y="74"/>
                    <a:pt x="43" y="74"/>
                  </a:cubicBezTo>
                  <a:lnTo>
                    <a:pt x="75" y="74"/>
                  </a:lnTo>
                  <a:cubicBezTo>
                    <a:pt x="107" y="74"/>
                    <a:pt x="117" y="64"/>
                    <a:pt x="117" y="43"/>
                  </a:cubicBezTo>
                  <a:cubicBezTo>
                    <a:pt x="117" y="10"/>
                    <a:pt x="107" y="0"/>
                    <a:pt x="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6"/>
            <p:cNvSpPr/>
            <p:nvPr/>
          </p:nvSpPr>
          <p:spPr>
            <a:xfrm>
              <a:off x="3148900" y="1092650"/>
              <a:ext cx="45100" cy="1850"/>
            </a:xfrm>
            <a:custGeom>
              <a:rect b="b" l="l" r="r" t="t"/>
              <a:pathLst>
                <a:path extrusionOk="0" h="74" w="1804">
                  <a:moveTo>
                    <a:pt x="43" y="0"/>
                  </a:moveTo>
                  <a:cubicBezTo>
                    <a:pt x="22" y="0"/>
                    <a:pt x="0" y="10"/>
                    <a:pt x="0" y="43"/>
                  </a:cubicBezTo>
                  <a:cubicBezTo>
                    <a:pt x="0" y="64"/>
                    <a:pt x="22" y="74"/>
                    <a:pt x="43" y="74"/>
                  </a:cubicBezTo>
                  <a:lnTo>
                    <a:pt x="128" y="74"/>
                  </a:lnTo>
                  <a:cubicBezTo>
                    <a:pt x="149" y="74"/>
                    <a:pt x="170" y="64"/>
                    <a:pt x="170" y="43"/>
                  </a:cubicBezTo>
                  <a:cubicBezTo>
                    <a:pt x="170" y="10"/>
                    <a:pt x="149" y="0"/>
                    <a:pt x="128" y="0"/>
                  </a:cubicBezTo>
                  <a:close/>
                  <a:moveTo>
                    <a:pt x="456" y="0"/>
                  </a:moveTo>
                  <a:cubicBezTo>
                    <a:pt x="435" y="0"/>
                    <a:pt x="414" y="10"/>
                    <a:pt x="414" y="43"/>
                  </a:cubicBezTo>
                  <a:cubicBezTo>
                    <a:pt x="414" y="64"/>
                    <a:pt x="435" y="74"/>
                    <a:pt x="456" y="74"/>
                  </a:cubicBezTo>
                  <a:lnTo>
                    <a:pt x="531" y="74"/>
                  </a:lnTo>
                  <a:cubicBezTo>
                    <a:pt x="562" y="74"/>
                    <a:pt x="573" y="64"/>
                    <a:pt x="573" y="43"/>
                  </a:cubicBezTo>
                  <a:cubicBezTo>
                    <a:pt x="573" y="10"/>
                    <a:pt x="562" y="0"/>
                    <a:pt x="531" y="0"/>
                  </a:cubicBezTo>
                  <a:close/>
                  <a:moveTo>
                    <a:pt x="859" y="0"/>
                  </a:moveTo>
                  <a:cubicBezTo>
                    <a:pt x="838" y="0"/>
                    <a:pt x="817" y="10"/>
                    <a:pt x="817" y="43"/>
                  </a:cubicBezTo>
                  <a:cubicBezTo>
                    <a:pt x="817" y="64"/>
                    <a:pt x="838" y="74"/>
                    <a:pt x="859" y="74"/>
                  </a:cubicBezTo>
                  <a:lnTo>
                    <a:pt x="944" y="74"/>
                  </a:lnTo>
                  <a:cubicBezTo>
                    <a:pt x="965" y="74"/>
                    <a:pt x="986" y="64"/>
                    <a:pt x="986" y="43"/>
                  </a:cubicBezTo>
                  <a:cubicBezTo>
                    <a:pt x="986" y="10"/>
                    <a:pt x="965" y="0"/>
                    <a:pt x="944" y="0"/>
                  </a:cubicBezTo>
                  <a:close/>
                  <a:moveTo>
                    <a:pt x="1273" y="0"/>
                  </a:moveTo>
                  <a:cubicBezTo>
                    <a:pt x="1252" y="0"/>
                    <a:pt x="1231" y="10"/>
                    <a:pt x="1231" y="43"/>
                  </a:cubicBezTo>
                  <a:cubicBezTo>
                    <a:pt x="1231" y="64"/>
                    <a:pt x="1252" y="74"/>
                    <a:pt x="1273" y="74"/>
                  </a:cubicBezTo>
                  <a:lnTo>
                    <a:pt x="1347" y="74"/>
                  </a:lnTo>
                  <a:cubicBezTo>
                    <a:pt x="1379" y="74"/>
                    <a:pt x="1389" y="64"/>
                    <a:pt x="1389" y="43"/>
                  </a:cubicBezTo>
                  <a:cubicBezTo>
                    <a:pt x="1389" y="10"/>
                    <a:pt x="1379" y="0"/>
                    <a:pt x="1347" y="0"/>
                  </a:cubicBezTo>
                  <a:close/>
                  <a:moveTo>
                    <a:pt x="1676" y="0"/>
                  </a:moveTo>
                  <a:cubicBezTo>
                    <a:pt x="1655" y="0"/>
                    <a:pt x="1634" y="10"/>
                    <a:pt x="1634" y="43"/>
                  </a:cubicBezTo>
                  <a:cubicBezTo>
                    <a:pt x="1634" y="64"/>
                    <a:pt x="1655" y="74"/>
                    <a:pt x="1676" y="74"/>
                  </a:cubicBezTo>
                  <a:lnTo>
                    <a:pt x="1761" y="74"/>
                  </a:lnTo>
                  <a:cubicBezTo>
                    <a:pt x="1782" y="74"/>
                    <a:pt x="1803" y="64"/>
                    <a:pt x="1803" y="43"/>
                  </a:cubicBezTo>
                  <a:cubicBezTo>
                    <a:pt x="1803" y="10"/>
                    <a:pt x="1782" y="0"/>
                    <a:pt x="17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6"/>
            <p:cNvSpPr/>
            <p:nvPr/>
          </p:nvSpPr>
          <p:spPr>
            <a:xfrm>
              <a:off x="3200050" y="1092650"/>
              <a:ext cx="2950" cy="1850"/>
            </a:xfrm>
            <a:custGeom>
              <a:rect b="b" l="l" r="r" t="t"/>
              <a:pathLst>
                <a:path extrusionOk="0" h="74" w="118">
                  <a:moveTo>
                    <a:pt x="43" y="0"/>
                  </a:moveTo>
                  <a:cubicBezTo>
                    <a:pt x="22" y="0"/>
                    <a:pt x="1" y="10"/>
                    <a:pt x="1" y="43"/>
                  </a:cubicBezTo>
                  <a:cubicBezTo>
                    <a:pt x="1" y="64"/>
                    <a:pt x="22" y="74"/>
                    <a:pt x="43" y="74"/>
                  </a:cubicBezTo>
                  <a:lnTo>
                    <a:pt x="86" y="74"/>
                  </a:lnTo>
                  <a:cubicBezTo>
                    <a:pt x="107" y="74"/>
                    <a:pt x="118" y="64"/>
                    <a:pt x="118" y="43"/>
                  </a:cubicBezTo>
                  <a:cubicBezTo>
                    <a:pt x="118" y="10"/>
                    <a:pt x="107" y="0"/>
                    <a:pt x="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6"/>
            <p:cNvSpPr/>
            <p:nvPr/>
          </p:nvSpPr>
          <p:spPr>
            <a:xfrm>
              <a:off x="4052200" y="1092650"/>
              <a:ext cx="2950" cy="1850"/>
            </a:xfrm>
            <a:custGeom>
              <a:rect b="b" l="l" r="r" t="t"/>
              <a:pathLst>
                <a:path extrusionOk="0" h="74" w="118">
                  <a:moveTo>
                    <a:pt x="42" y="0"/>
                  </a:moveTo>
                  <a:cubicBezTo>
                    <a:pt x="11" y="0"/>
                    <a:pt x="0" y="10"/>
                    <a:pt x="0" y="43"/>
                  </a:cubicBezTo>
                  <a:cubicBezTo>
                    <a:pt x="0" y="64"/>
                    <a:pt x="11" y="74"/>
                    <a:pt x="42" y="74"/>
                  </a:cubicBezTo>
                  <a:lnTo>
                    <a:pt x="75" y="74"/>
                  </a:lnTo>
                  <a:cubicBezTo>
                    <a:pt x="96" y="74"/>
                    <a:pt x="117" y="64"/>
                    <a:pt x="117" y="43"/>
                  </a:cubicBezTo>
                  <a:cubicBezTo>
                    <a:pt x="117" y="10"/>
                    <a:pt x="96" y="0"/>
                    <a:pt x="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6"/>
            <p:cNvSpPr/>
            <p:nvPr/>
          </p:nvSpPr>
          <p:spPr>
            <a:xfrm>
              <a:off x="4062000" y="1092650"/>
              <a:ext cx="37150" cy="1850"/>
            </a:xfrm>
            <a:custGeom>
              <a:rect b="b" l="l" r="r" t="t"/>
              <a:pathLst>
                <a:path extrusionOk="0" h="74" w="1486">
                  <a:moveTo>
                    <a:pt x="43" y="0"/>
                  </a:moveTo>
                  <a:cubicBezTo>
                    <a:pt x="11" y="0"/>
                    <a:pt x="1" y="10"/>
                    <a:pt x="1" y="43"/>
                  </a:cubicBezTo>
                  <a:cubicBezTo>
                    <a:pt x="1" y="64"/>
                    <a:pt x="11" y="74"/>
                    <a:pt x="43" y="74"/>
                  </a:cubicBezTo>
                  <a:lnTo>
                    <a:pt x="128" y="74"/>
                  </a:lnTo>
                  <a:cubicBezTo>
                    <a:pt x="149" y="74"/>
                    <a:pt x="171" y="64"/>
                    <a:pt x="171" y="43"/>
                  </a:cubicBezTo>
                  <a:cubicBezTo>
                    <a:pt x="171" y="10"/>
                    <a:pt x="149" y="0"/>
                    <a:pt x="128" y="0"/>
                  </a:cubicBezTo>
                  <a:close/>
                  <a:moveTo>
                    <a:pt x="478" y="0"/>
                  </a:moveTo>
                  <a:cubicBezTo>
                    <a:pt x="456" y="0"/>
                    <a:pt x="435" y="10"/>
                    <a:pt x="435" y="43"/>
                  </a:cubicBezTo>
                  <a:cubicBezTo>
                    <a:pt x="435" y="64"/>
                    <a:pt x="456" y="74"/>
                    <a:pt x="478" y="74"/>
                  </a:cubicBezTo>
                  <a:lnTo>
                    <a:pt x="562" y="74"/>
                  </a:lnTo>
                  <a:cubicBezTo>
                    <a:pt x="595" y="74"/>
                    <a:pt x="605" y="64"/>
                    <a:pt x="605" y="43"/>
                  </a:cubicBezTo>
                  <a:cubicBezTo>
                    <a:pt x="605" y="10"/>
                    <a:pt x="595" y="0"/>
                    <a:pt x="562" y="0"/>
                  </a:cubicBezTo>
                  <a:close/>
                  <a:moveTo>
                    <a:pt x="923" y="0"/>
                  </a:moveTo>
                  <a:cubicBezTo>
                    <a:pt x="892" y="0"/>
                    <a:pt x="881" y="10"/>
                    <a:pt x="881" y="43"/>
                  </a:cubicBezTo>
                  <a:cubicBezTo>
                    <a:pt x="881" y="64"/>
                    <a:pt x="892" y="74"/>
                    <a:pt x="923" y="74"/>
                  </a:cubicBezTo>
                  <a:lnTo>
                    <a:pt x="1008" y="74"/>
                  </a:lnTo>
                  <a:cubicBezTo>
                    <a:pt x="1029" y="74"/>
                    <a:pt x="1050" y="64"/>
                    <a:pt x="1050" y="43"/>
                  </a:cubicBezTo>
                  <a:cubicBezTo>
                    <a:pt x="1050" y="10"/>
                    <a:pt x="1029" y="0"/>
                    <a:pt x="1008" y="0"/>
                  </a:cubicBezTo>
                  <a:close/>
                  <a:moveTo>
                    <a:pt x="1358" y="0"/>
                  </a:moveTo>
                  <a:cubicBezTo>
                    <a:pt x="1337" y="0"/>
                    <a:pt x="1316" y="10"/>
                    <a:pt x="1316" y="43"/>
                  </a:cubicBezTo>
                  <a:cubicBezTo>
                    <a:pt x="1316" y="64"/>
                    <a:pt x="1337" y="74"/>
                    <a:pt x="1358" y="74"/>
                  </a:cubicBezTo>
                  <a:lnTo>
                    <a:pt x="1443" y="74"/>
                  </a:lnTo>
                  <a:cubicBezTo>
                    <a:pt x="1475" y="74"/>
                    <a:pt x="1486" y="64"/>
                    <a:pt x="1486" y="43"/>
                  </a:cubicBezTo>
                  <a:cubicBezTo>
                    <a:pt x="1486" y="10"/>
                    <a:pt x="1475"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6"/>
            <p:cNvSpPr/>
            <p:nvPr/>
          </p:nvSpPr>
          <p:spPr>
            <a:xfrm>
              <a:off x="4106025" y="1092650"/>
              <a:ext cx="2925" cy="1850"/>
            </a:xfrm>
            <a:custGeom>
              <a:rect b="b" l="l" r="r" t="t"/>
              <a:pathLst>
                <a:path extrusionOk="0" h="74" w="117">
                  <a:moveTo>
                    <a:pt x="43" y="0"/>
                  </a:moveTo>
                  <a:cubicBezTo>
                    <a:pt x="22" y="0"/>
                    <a:pt x="0" y="10"/>
                    <a:pt x="0" y="43"/>
                  </a:cubicBezTo>
                  <a:cubicBezTo>
                    <a:pt x="0" y="64"/>
                    <a:pt x="22" y="74"/>
                    <a:pt x="43" y="74"/>
                  </a:cubicBezTo>
                  <a:lnTo>
                    <a:pt x="85" y="74"/>
                  </a:lnTo>
                  <a:cubicBezTo>
                    <a:pt x="106" y="74"/>
                    <a:pt x="117" y="64"/>
                    <a:pt x="117" y="43"/>
                  </a:cubicBezTo>
                  <a:cubicBezTo>
                    <a:pt x="117" y="10"/>
                    <a:pt x="106" y="0"/>
                    <a:pt x="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6"/>
            <p:cNvSpPr/>
            <p:nvPr/>
          </p:nvSpPr>
          <p:spPr>
            <a:xfrm>
              <a:off x="4034700" y="694125"/>
              <a:ext cx="3200" cy="1900"/>
            </a:xfrm>
            <a:custGeom>
              <a:rect b="b" l="l" r="r" t="t"/>
              <a:pathLst>
                <a:path extrusionOk="0" h="76" w="128">
                  <a:moveTo>
                    <a:pt x="42" y="1"/>
                  </a:moveTo>
                  <a:cubicBezTo>
                    <a:pt x="21" y="1"/>
                    <a:pt x="0" y="12"/>
                    <a:pt x="0" y="33"/>
                  </a:cubicBezTo>
                  <a:cubicBezTo>
                    <a:pt x="0" y="54"/>
                    <a:pt x="21" y="76"/>
                    <a:pt x="42" y="76"/>
                  </a:cubicBezTo>
                  <a:lnTo>
                    <a:pt x="85" y="76"/>
                  </a:lnTo>
                  <a:cubicBezTo>
                    <a:pt x="106" y="76"/>
                    <a:pt x="127" y="54"/>
                    <a:pt x="127" y="33"/>
                  </a:cubicBezTo>
                  <a:cubicBezTo>
                    <a:pt x="127" y="12"/>
                    <a:pt x="106" y="1"/>
                    <a:pt x="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6"/>
            <p:cNvSpPr/>
            <p:nvPr/>
          </p:nvSpPr>
          <p:spPr>
            <a:xfrm>
              <a:off x="4043975" y="694125"/>
              <a:ext cx="137375" cy="1900"/>
            </a:xfrm>
            <a:custGeom>
              <a:rect b="b" l="l" r="r" t="t"/>
              <a:pathLst>
                <a:path extrusionOk="0" h="76" w="5495">
                  <a:moveTo>
                    <a:pt x="43" y="1"/>
                  </a:moveTo>
                  <a:cubicBezTo>
                    <a:pt x="11" y="1"/>
                    <a:pt x="1" y="12"/>
                    <a:pt x="1" y="33"/>
                  </a:cubicBezTo>
                  <a:cubicBezTo>
                    <a:pt x="1" y="54"/>
                    <a:pt x="11" y="76"/>
                    <a:pt x="43" y="76"/>
                  </a:cubicBezTo>
                  <a:lnTo>
                    <a:pt x="117" y="76"/>
                  </a:lnTo>
                  <a:cubicBezTo>
                    <a:pt x="138" y="76"/>
                    <a:pt x="159" y="54"/>
                    <a:pt x="159" y="33"/>
                  </a:cubicBezTo>
                  <a:cubicBezTo>
                    <a:pt x="159" y="12"/>
                    <a:pt x="138" y="1"/>
                    <a:pt x="117" y="1"/>
                  </a:cubicBezTo>
                  <a:close/>
                  <a:moveTo>
                    <a:pt x="446" y="1"/>
                  </a:moveTo>
                  <a:cubicBezTo>
                    <a:pt x="425" y="1"/>
                    <a:pt x="404" y="12"/>
                    <a:pt x="404" y="33"/>
                  </a:cubicBezTo>
                  <a:cubicBezTo>
                    <a:pt x="404" y="54"/>
                    <a:pt x="425" y="76"/>
                    <a:pt x="446" y="76"/>
                  </a:cubicBezTo>
                  <a:lnTo>
                    <a:pt x="531" y="76"/>
                  </a:lnTo>
                  <a:cubicBezTo>
                    <a:pt x="552" y="76"/>
                    <a:pt x="573" y="54"/>
                    <a:pt x="573" y="33"/>
                  </a:cubicBezTo>
                  <a:cubicBezTo>
                    <a:pt x="573" y="12"/>
                    <a:pt x="552" y="1"/>
                    <a:pt x="531" y="1"/>
                  </a:cubicBezTo>
                  <a:close/>
                  <a:moveTo>
                    <a:pt x="859" y="1"/>
                  </a:moveTo>
                  <a:cubicBezTo>
                    <a:pt x="838" y="1"/>
                    <a:pt x="817" y="12"/>
                    <a:pt x="817" y="33"/>
                  </a:cubicBezTo>
                  <a:cubicBezTo>
                    <a:pt x="817" y="54"/>
                    <a:pt x="838" y="76"/>
                    <a:pt x="859" y="76"/>
                  </a:cubicBezTo>
                  <a:lnTo>
                    <a:pt x="944" y="76"/>
                  </a:lnTo>
                  <a:cubicBezTo>
                    <a:pt x="965" y="76"/>
                    <a:pt x="987" y="54"/>
                    <a:pt x="987" y="33"/>
                  </a:cubicBezTo>
                  <a:cubicBezTo>
                    <a:pt x="987" y="12"/>
                    <a:pt x="965" y="1"/>
                    <a:pt x="944" y="1"/>
                  </a:cubicBezTo>
                  <a:close/>
                  <a:moveTo>
                    <a:pt x="1273" y="1"/>
                  </a:moveTo>
                  <a:cubicBezTo>
                    <a:pt x="1241" y="1"/>
                    <a:pt x="1231" y="12"/>
                    <a:pt x="1231" y="33"/>
                  </a:cubicBezTo>
                  <a:cubicBezTo>
                    <a:pt x="1231" y="54"/>
                    <a:pt x="1241" y="76"/>
                    <a:pt x="1273" y="76"/>
                  </a:cubicBezTo>
                  <a:lnTo>
                    <a:pt x="1347" y="76"/>
                  </a:lnTo>
                  <a:cubicBezTo>
                    <a:pt x="1368" y="76"/>
                    <a:pt x="1390" y="54"/>
                    <a:pt x="1390" y="33"/>
                  </a:cubicBezTo>
                  <a:cubicBezTo>
                    <a:pt x="1390" y="12"/>
                    <a:pt x="1368" y="1"/>
                    <a:pt x="1347" y="1"/>
                  </a:cubicBezTo>
                  <a:close/>
                  <a:moveTo>
                    <a:pt x="1676" y="1"/>
                  </a:moveTo>
                  <a:cubicBezTo>
                    <a:pt x="1655" y="1"/>
                    <a:pt x="1634" y="12"/>
                    <a:pt x="1634" y="33"/>
                  </a:cubicBezTo>
                  <a:cubicBezTo>
                    <a:pt x="1634" y="54"/>
                    <a:pt x="1655" y="76"/>
                    <a:pt x="1676" y="76"/>
                  </a:cubicBezTo>
                  <a:lnTo>
                    <a:pt x="1761" y="76"/>
                  </a:lnTo>
                  <a:cubicBezTo>
                    <a:pt x="1782" y="76"/>
                    <a:pt x="1804" y="54"/>
                    <a:pt x="1804" y="33"/>
                  </a:cubicBezTo>
                  <a:cubicBezTo>
                    <a:pt x="1804" y="12"/>
                    <a:pt x="1782" y="1"/>
                    <a:pt x="1761" y="1"/>
                  </a:cubicBezTo>
                  <a:close/>
                  <a:moveTo>
                    <a:pt x="2089" y="1"/>
                  </a:moveTo>
                  <a:cubicBezTo>
                    <a:pt x="2068" y="1"/>
                    <a:pt x="2047" y="12"/>
                    <a:pt x="2047" y="33"/>
                  </a:cubicBezTo>
                  <a:cubicBezTo>
                    <a:pt x="2047" y="54"/>
                    <a:pt x="2068" y="76"/>
                    <a:pt x="2089" y="76"/>
                  </a:cubicBezTo>
                  <a:lnTo>
                    <a:pt x="2174" y="76"/>
                  </a:lnTo>
                  <a:cubicBezTo>
                    <a:pt x="2196" y="76"/>
                    <a:pt x="2217" y="54"/>
                    <a:pt x="2217" y="33"/>
                  </a:cubicBezTo>
                  <a:cubicBezTo>
                    <a:pt x="2217" y="12"/>
                    <a:pt x="2196" y="1"/>
                    <a:pt x="2174" y="1"/>
                  </a:cubicBezTo>
                  <a:close/>
                  <a:moveTo>
                    <a:pt x="2504" y="1"/>
                  </a:moveTo>
                  <a:cubicBezTo>
                    <a:pt x="2471" y="1"/>
                    <a:pt x="2461" y="12"/>
                    <a:pt x="2461" y="33"/>
                  </a:cubicBezTo>
                  <a:cubicBezTo>
                    <a:pt x="2461" y="54"/>
                    <a:pt x="2471" y="76"/>
                    <a:pt x="2504" y="76"/>
                  </a:cubicBezTo>
                  <a:lnTo>
                    <a:pt x="2577" y="76"/>
                  </a:lnTo>
                  <a:cubicBezTo>
                    <a:pt x="2599" y="76"/>
                    <a:pt x="2620" y="54"/>
                    <a:pt x="2620" y="33"/>
                  </a:cubicBezTo>
                  <a:cubicBezTo>
                    <a:pt x="2620" y="12"/>
                    <a:pt x="2599" y="1"/>
                    <a:pt x="2577" y="1"/>
                  </a:cubicBezTo>
                  <a:close/>
                  <a:moveTo>
                    <a:pt x="2907" y="1"/>
                  </a:moveTo>
                  <a:cubicBezTo>
                    <a:pt x="2885" y="1"/>
                    <a:pt x="2864" y="12"/>
                    <a:pt x="2864" y="33"/>
                  </a:cubicBezTo>
                  <a:cubicBezTo>
                    <a:pt x="2864" y="54"/>
                    <a:pt x="2885" y="76"/>
                    <a:pt x="2907" y="76"/>
                  </a:cubicBezTo>
                  <a:lnTo>
                    <a:pt x="2991" y="76"/>
                  </a:lnTo>
                  <a:cubicBezTo>
                    <a:pt x="3013" y="76"/>
                    <a:pt x="3034" y="54"/>
                    <a:pt x="3034" y="33"/>
                  </a:cubicBezTo>
                  <a:cubicBezTo>
                    <a:pt x="3034" y="12"/>
                    <a:pt x="3013" y="1"/>
                    <a:pt x="2991" y="1"/>
                  </a:cubicBezTo>
                  <a:close/>
                  <a:moveTo>
                    <a:pt x="3320" y="1"/>
                  </a:moveTo>
                  <a:cubicBezTo>
                    <a:pt x="3298" y="1"/>
                    <a:pt x="3277" y="12"/>
                    <a:pt x="3277" y="33"/>
                  </a:cubicBezTo>
                  <a:cubicBezTo>
                    <a:pt x="3277" y="54"/>
                    <a:pt x="3298" y="76"/>
                    <a:pt x="3320" y="76"/>
                  </a:cubicBezTo>
                  <a:lnTo>
                    <a:pt x="3405" y="76"/>
                  </a:lnTo>
                  <a:cubicBezTo>
                    <a:pt x="3426" y="76"/>
                    <a:pt x="3447" y="54"/>
                    <a:pt x="3447" y="33"/>
                  </a:cubicBezTo>
                  <a:cubicBezTo>
                    <a:pt x="3447" y="12"/>
                    <a:pt x="3426" y="1"/>
                    <a:pt x="3405" y="1"/>
                  </a:cubicBezTo>
                  <a:close/>
                  <a:moveTo>
                    <a:pt x="3734" y="1"/>
                  </a:moveTo>
                  <a:cubicBezTo>
                    <a:pt x="3701" y="1"/>
                    <a:pt x="3691" y="12"/>
                    <a:pt x="3691" y="33"/>
                  </a:cubicBezTo>
                  <a:cubicBezTo>
                    <a:pt x="3691" y="54"/>
                    <a:pt x="3701" y="76"/>
                    <a:pt x="3734" y="76"/>
                  </a:cubicBezTo>
                  <a:lnTo>
                    <a:pt x="3808" y="76"/>
                  </a:lnTo>
                  <a:cubicBezTo>
                    <a:pt x="3829" y="76"/>
                    <a:pt x="3850" y="54"/>
                    <a:pt x="3850" y="33"/>
                  </a:cubicBezTo>
                  <a:cubicBezTo>
                    <a:pt x="3850" y="12"/>
                    <a:pt x="3829" y="1"/>
                    <a:pt x="3808" y="1"/>
                  </a:cubicBezTo>
                  <a:close/>
                  <a:moveTo>
                    <a:pt x="4137" y="1"/>
                  </a:moveTo>
                  <a:cubicBezTo>
                    <a:pt x="4115" y="1"/>
                    <a:pt x="4094" y="12"/>
                    <a:pt x="4094" y="33"/>
                  </a:cubicBezTo>
                  <a:cubicBezTo>
                    <a:pt x="4094" y="54"/>
                    <a:pt x="4115" y="76"/>
                    <a:pt x="4137" y="76"/>
                  </a:cubicBezTo>
                  <a:lnTo>
                    <a:pt x="4222" y="76"/>
                  </a:lnTo>
                  <a:cubicBezTo>
                    <a:pt x="4243" y="76"/>
                    <a:pt x="4264" y="54"/>
                    <a:pt x="4264" y="33"/>
                  </a:cubicBezTo>
                  <a:cubicBezTo>
                    <a:pt x="4264" y="12"/>
                    <a:pt x="4243" y="1"/>
                    <a:pt x="4222" y="1"/>
                  </a:cubicBezTo>
                  <a:close/>
                  <a:moveTo>
                    <a:pt x="4550" y="1"/>
                  </a:moveTo>
                  <a:cubicBezTo>
                    <a:pt x="4529" y="1"/>
                    <a:pt x="4507" y="12"/>
                    <a:pt x="4507" y="33"/>
                  </a:cubicBezTo>
                  <a:cubicBezTo>
                    <a:pt x="4507" y="54"/>
                    <a:pt x="4529" y="76"/>
                    <a:pt x="4550" y="76"/>
                  </a:cubicBezTo>
                  <a:lnTo>
                    <a:pt x="4635" y="76"/>
                  </a:lnTo>
                  <a:cubicBezTo>
                    <a:pt x="4656" y="76"/>
                    <a:pt x="4667" y="54"/>
                    <a:pt x="4667" y="33"/>
                  </a:cubicBezTo>
                  <a:cubicBezTo>
                    <a:pt x="4667" y="12"/>
                    <a:pt x="4656" y="1"/>
                    <a:pt x="4635" y="1"/>
                  </a:cubicBezTo>
                  <a:close/>
                  <a:moveTo>
                    <a:pt x="4964" y="1"/>
                  </a:moveTo>
                  <a:cubicBezTo>
                    <a:pt x="4932" y="1"/>
                    <a:pt x="4921" y="12"/>
                    <a:pt x="4921" y="33"/>
                  </a:cubicBezTo>
                  <a:cubicBezTo>
                    <a:pt x="4921" y="54"/>
                    <a:pt x="4932" y="76"/>
                    <a:pt x="4964" y="76"/>
                  </a:cubicBezTo>
                  <a:lnTo>
                    <a:pt x="5038" y="76"/>
                  </a:lnTo>
                  <a:cubicBezTo>
                    <a:pt x="5059" y="76"/>
                    <a:pt x="5080" y="54"/>
                    <a:pt x="5080" y="33"/>
                  </a:cubicBezTo>
                  <a:cubicBezTo>
                    <a:pt x="5080" y="12"/>
                    <a:pt x="5059" y="1"/>
                    <a:pt x="5038" y="1"/>
                  </a:cubicBezTo>
                  <a:close/>
                  <a:moveTo>
                    <a:pt x="5367" y="1"/>
                  </a:moveTo>
                  <a:cubicBezTo>
                    <a:pt x="5346" y="1"/>
                    <a:pt x="5324" y="12"/>
                    <a:pt x="5324" y="33"/>
                  </a:cubicBezTo>
                  <a:cubicBezTo>
                    <a:pt x="5324" y="54"/>
                    <a:pt x="5346" y="76"/>
                    <a:pt x="5367" y="76"/>
                  </a:cubicBezTo>
                  <a:lnTo>
                    <a:pt x="5452" y="76"/>
                  </a:lnTo>
                  <a:cubicBezTo>
                    <a:pt x="5473" y="76"/>
                    <a:pt x="5494" y="54"/>
                    <a:pt x="5494" y="33"/>
                  </a:cubicBezTo>
                  <a:cubicBezTo>
                    <a:pt x="5494" y="12"/>
                    <a:pt x="5473" y="1"/>
                    <a:pt x="54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6"/>
            <p:cNvSpPr/>
            <p:nvPr/>
          </p:nvSpPr>
          <p:spPr>
            <a:xfrm>
              <a:off x="4187400" y="694125"/>
              <a:ext cx="3200" cy="1900"/>
            </a:xfrm>
            <a:custGeom>
              <a:rect b="b" l="l" r="r" t="t"/>
              <a:pathLst>
                <a:path extrusionOk="0" h="76" w="128">
                  <a:moveTo>
                    <a:pt x="43" y="1"/>
                  </a:moveTo>
                  <a:cubicBezTo>
                    <a:pt x="22" y="1"/>
                    <a:pt x="1" y="12"/>
                    <a:pt x="1" y="33"/>
                  </a:cubicBezTo>
                  <a:cubicBezTo>
                    <a:pt x="1" y="54"/>
                    <a:pt x="22" y="76"/>
                    <a:pt x="43" y="76"/>
                  </a:cubicBezTo>
                  <a:lnTo>
                    <a:pt x="86" y="76"/>
                  </a:lnTo>
                  <a:cubicBezTo>
                    <a:pt x="107" y="76"/>
                    <a:pt x="128" y="54"/>
                    <a:pt x="128" y="33"/>
                  </a:cubicBezTo>
                  <a:cubicBezTo>
                    <a:pt x="128" y="12"/>
                    <a:pt x="107" y="1"/>
                    <a:pt x="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6"/>
            <p:cNvSpPr/>
            <p:nvPr/>
          </p:nvSpPr>
          <p:spPr>
            <a:xfrm>
              <a:off x="4034700" y="753275"/>
              <a:ext cx="3200" cy="2150"/>
            </a:xfrm>
            <a:custGeom>
              <a:rect b="b" l="l" r="r" t="t"/>
              <a:pathLst>
                <a:path extrusionOk="0" h="86" w="128">
                  <a:moveTo>
                    <a:pt x="42" y="0"/>
                  </a:moveTo>
                  <a:cubicBezTo>
                    <a:pt x="21" y="0"/>
                    <a:pt x="0" y="22"/>
                    <a:pt x="0" y="43"/>
                  </a:cubicBezTo>
                  <a:cubicBezTo>
                    <a:pt x="0" y="64"/>
                    <a:pt x="21" y="85"/>
                    <a:pt x="42" y="85"/>
                  </a:cubicBezTo>
                  <a:lnTo>
                    <a:pt x="85" y="85"/>
                  </a:lnTo>
                  <a:cubicBezTo>
                    <a:pt x="106" y="85"/>
                    <a:pt x="127" y="64"/>
                    <a:pt x="127" y="43"/>
                  </a:cubicBezTo>
                  <a:cubicBezTo>
                    <a:pt x="127" y="22"/>
                    <a:pt x="106" y="0"/>
                    <a:pt x="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6"/>
            <p:cNvSpPr/>
            <p:nvPr/>
          </p:nvSpPr>
          <p:spPr>
            <a:xfrm>
              <a:off x="4043975" y="753275"/>
              <a:ext cx="137375" cy="2150"/>
            </a:xfrm>
            <a:custGeom>
              <a:rect b="b" l="l" r="r" t="t"/>
              <a:pathLst>
                <a:path extrusionOk="0" h="86" w="5495">
                  <a:moveTo>
                    <a:pt x="43" y="0"/>
                  </a:moveTo>
                  <a:cubicBezTo>
                    <a:pt x="11" y="0"/>
                    <a:pt x="1" y="22"/>
                    <a:pt x="1" y="43"/>
                  </a:cubicBezTo>
                  <a:cubicBezTo>
                    <a:pt x="1" y="64"/>
                    <a:pt x="11" y="85"/>
                    <a:pt x="43" y="85"/>
                  </a:cubicBezTo>
                  <a:lnTo>
                    <a:pt x="117" y="85"/>
                  </a:lnTo>
                  <a:cubicBezTo>
                    <a:pt x="138" y="85"/>
                    <a:pt x="159" y="64"/>
                    <a:pt x="159" y="43"/>
                  </a:cubicBezTo>
                  <a:cubicBezTo>
                    <a:pt x="159" y="22"/>
                    <a:pt x="138" y="0"/>
                    <a:pt x="117" y="0"/>
                  </a:cubicBezTo>
                  <a:close/>
                  <a:moveTo>
                    <a:pt x="446" y="0"/>
                  </a:moveTo>
                  <a:cubicBezTo>
                    <a:pt x="425" y="0"/>
                    <a:pt x="404" y="22"/>
                    <a:pt x="404" y="43"/>
                  </a:cubicBezTo>
                  <a:cubicBezTo>
                    <a:pt x="404" y="64"/>
                    <a:pt x="425" y="85"/>
                    <a:pt x="446" y="85"/>
                  </a:cubicBezTo>
                  <a:lnTo>
                    <a:pt x="531" y="85"/>
                  </a:lnTo>
                  <a:cubicBezTo>
                    <a:pt x="552" y="85"/>
                    <a:pt x="573" y="64"/>
                    <a:pt x="573" y="43"/>
                  </a:cubicBezTo>
                  <a:cubicBezTo>
                    <a:pt x="573" y="22"/>
                    <a:pt x="552" y="0"/>
                    <a:pt x="531" y="0"/>
                  </a:cubicBezTo>
                  <a:close/>
                  <a:moveTo>
                    <a:pt x="859" y="0"/>
                  </a:moveTo>
                  <a:cubicBezTo>
                    <a:pt x="838" y="0"/>
                    <a:pt x="817" y="22"/>
                    <a:pt x="817" y="43"/>
                  </a:cubicBezTo>
                  <a:cubicBezTo>
                    <a:pt x="817" y="64"/>
                    <a:pt x="838" y="85"/>
                    <a:pt x="859" y="85"/>
                  </a:cubicBezTo>
                  <a:lnTo>
                    <a:pt x="944" y="85"/>
                  </a:lnTo>
                  <a:cubicBezTo>
                    <a:pt x="965" y="85"/>
                    <a:pt x="987" y="64"/>
                    <a:pt x="987" y="43"/>
                  </a:cubicBezTo>
                  <a:cubicBezTo>
                    <a:pt x="987" y="22"/>
                    <a:pt x="965" y="0"/>
                    <a:pt x="944" y="0"/>
                  </a:cubicBezTo>
                  <a:close/>
                  <a:moveTo>
                    <a:pt x="1273" y="0"/>
                  </a:moveTo>
                  <a:cubicBezTo>
                    <a:pt x="1241" y="0"/>
                    <a:pt x="1231" y="22"/>
                    <a:pt x="1231" y="43"/>
                  </a:cubicBezTo>
                  <a:cubicBezTo>
                    <a:pt x="1231" y="64"/>
                    <a:pt x="1241" y="85"/>
                    <a:pt x="1273" y="85"/>
                  </a:cubicBezTo>
                  <a:lnTo>
                    <a:pt x="1347" y="85"/>
                  </a:lnTo>
                  <a:cubicBezTo>
                    <a:pt x="1368" y="85"/>
                    <a:pt x="1390" y="64"/>
                    <a:pt x="1390" y="43"/>
                  </a:cubicBezTo>
                  <a:cubicBezTo>
                    <a:pt x="1390" y="22"/>
                    <a:pt x="1368" y="0"/>
                    <a:pt x="1347" y="0"/>
                  </a:cubicBezTo>
                  <a:close/>
                  <a:moveTo>
                    <a:pt x="1676" y="0"/>
                  </a:moveTo>
                  <a:cubicBezTo>
                    <a:pt x="1655" y="0"/>
                    <a:pt x="1634" y="22"/>
                    <a:pt x="1634" y="43"/>
                  </a:cubicBezTo>
                  <a:cubicBezTo>
                    <a:pt x="1634" y="64"/>
                    <a:pt x="1655" y="85"/>
                    <a:pt x="1676" y="85"/>
                  </a:cubicBezTo>
                  <a:lnTo>
                    <a:pt x="1761" y="85"/>
                  </a:lnTo>
                  <a:cubicBezTo>
                    <a:pt x="1782" y="85"/>
                    <a:pt x="1804" y="64"/>
                    <a:pt x="1804" y="43"/>
                  </a:cubicBezTo>
                  <a:cubicBezTo>
                    <a:pt x="1804" y="22"/>
                    <a:pt x="1782" y="0"/>
                    <a:pt x="1761" y="0"/>
                  </a:cubicBezTo>
                  <a:close/>
                  <a:moveTo>
                    <a:pt x="2089" y="0"/>
                  </a:moveTo>
                  <a:cubicBezTo>
                    <a:pt x="2068" y="0"/>
                    <a:pt x="2047" y="22"/>
                    <a:pt x="2047" y="43"/>
                  </a:cubicBezTo>
                  <a:cubicBezTo>
                    <a:pt x="2047" y="64"/>
                    <a:pt x="2068" y="85"/>
                    <a:pt x="2089" y="85"/>
                  </a:cubicBezTo>
                  <a:lnTo>
                    <a:pt x="2174" y="85"/>
                  </a:lnTo>
                  <a:cubicBezTo>
                    <a:pt x="2196" y="85"/>
                    <a:pt x="2217" y="64"/>
                    <a:pt x="2217" y="43"/>
                  </a:cubicBezTo>
                  <a:cubicBezTo>
                    <a:pt x="2217" y="22"/>
                    <a:pt x="2196" y="0"/>
                    <a:pt x="2174" y="0"/>
                  </a:cubicBezTo>
                  <a:close/>
                  <a:moveTo>
                    <a:pt x="2504" y="0"/>
                  </a:moveTo>
                  <a:cubicBezTo>
                    <a:pt x="2471" y="0"/>
                    <a:pt x="2461" y="22"/>
                    <a:pt x="2461" y="43"/>
                  </a:cubicBezTo>
                  <a:cubicBezTo>
                    <a:pt x="2461" y="64"/>
                    <a:pt x="2471" y="85"/>
                    <a:pt x="2504" y="85"/>
                  </a:cubicBezTo>
                  <a:lnTo>
                    <a:pt x="2577" y="85"/>
                  </a:lnTo>
                  <a:cubicBezTo>
                    <a:pt x="2599" y="85"/>
                    <a:pt x="2620" y="64"/>
                    <a:pt x="2620" y="43"/>
                  </a:cubicBezTo>
                  <a:cubicBezTo>
                    <a:pt x="2620" y="22"/>
                    <a:pt x="2599" y="0"/>
                    <a:pt x="2577" y="0"/>
                  </a:cubicBezTo>
                  <a:close/>
                  <a:moveTo>
                    <a:pt x="2907" y="0"/>
                  </a:moveTo>
                  <a:cubicBezTo>
                    <a:pt x="2885" y="0"/>
                    <a:pt x="2864" y="22"/>
                    <a:pt x="2864" y="43"/>
                  </a:cubicBezTo>
                  <a:cubicBezTo>
                    <a:pt x="2864" y="64"/>
                    <a:pt x="2885" y="85"/>
                    <a:pt x="2907" y="85"/>
                  </a:cubicBezTo>
                  <a:lnTo>
                    <a:pt x="2991" y="85"/>
                  </a:lnTo>
                  <a:cubicBezTo>
                    <a:pt x="3013" y="85"/>
                    <a:pt x="3034" y="64"/>
                    <a:pt x="3034" y="43"/>
                  </a:cubicBezTo>
                  <a:cubicBezTo>
                    <a:pt x="3034" y="22"/>
                    <a:pt x="3013" y="0"/>
                    <a:pt x="2991" y="0"/>
                  </a:cubicBezTo>
                  <a:close/>
                  <a:moveTo>
                    <a:pt x="3320" y="0"/>
                  </a:moveTo>
                  <a:cubicBezTo>
                    <a:pt x="3298" y="0"/>
                    <a:pt x="3277" y="22"/>
                    <a:pt x="3277" y="43"/>
                  </a:cubicBezTo>
                  <a:cubicBezTo>
                    <a:pt x="3277" y="64"/>
                    <a:pt x="3298" y="85"/>
                    <a:pt x="3320" y="85"/>
                  </a:cubicBezTo>
                  <a:lnTo>
                    <a:pt x="3405" y="85"/>
                  </a:lnTo>
                  <a:cubicBezTo>
                    <a:pt x="3426" y="85"/>
                    <a:pt x="3447" y="64"/>
                    <a:pt x="3447" y="43"/>
                  </a:cubicBezTo>
                  <a:cubicBezTo>
                    <a:pt x="3447" y="22"/>
                    <a:pt x="3426" y="0"/>
                    <a:pt x="3405" y="0"/>
                  </a:cubicBezTo>
                  <a:close/>
                  <a:moveTo>
                    <a:pt x="3734" y="0"/>
                  </a:moveTo>
                  <a:cubicBezTo>
                    <a:pt x="3701" y="0"/>
                    <a:pt x="3691" y="22"/>
                    <a:pt x="3691" y="43"/>
                  </a:cubicBezTo>
                  <a:cubicBezTo>
                    <a:pt x="3691" y="64"/>
                    <a:pt x="3701" y="85"/>
                    <a:pt x="3734" y="85"/>
                  </a:cubicBezTo>
                  <a:lnTo>
                    <a:pt x="3808" y="85"/>
                  </a:lnTo>
                  <a:cubicBezTo>
                    <a:pt x="3829" y="85"/>
                    <a:pt x="3850" y="64"/>
                    <a:pt x="3850" y="43"/>
                  </a:cubicBezTo>
                  <a:cubicBezTo>
                    <a:pt x="3850" y="22"/>
                    <a:pt x="3829" y="0"/>
                    <a:pt x="3808" y="0"/>
                  </a:cubicBezTo>
                  <a:close/>
                  <a:moveTo>
                    <a:pt x="4137" y="0"/>
                  </a:moveTo>
                  <a:cubicBezTo>
                    <a:pt x="4115" y="0"/>
                    <a:pt x="4094" y="22"/>
                    <a:pt x="4094" y="43"/>
                  </a:cubicBezTo>
                  <a:cubicBezTo>
                    <a:pt x="4094" y="64"/>
                    <a:pt x="4115" y="85"/>
                    <a:pt x="4137" y="85"/>
                  </a:cubicBezTo>
                  <a:lnTo>
                    <a:pt x="4222" y="85"/>
                  </a:lnTo>
                  <a:cubicBezTo>
                    <a:pt x="4243" y="85"/>
                    <a:pt x="4264" y="64"/>
                    <a:pt x="4264" y="43"/>
                  </a:cubicBezTo>
                  <a:cubicBezTo>
                    <a:pt x="4264" y="22"/>
                    <a:pt x="4243" y="0"/>
                    <a:pt x="4222" y="0"/>
                  </a:cubicBezTo>
                  <a:close/>
                  <a:moveTo>
                    <a:pt x="4550" y="0"/>
                  </a:moveTo>
                  <a:cubicBezTo>
                    <a:pt x="4529" y="0"/>
                    <a:pt x="4507" y="22"/>
                    <a:pt x="4507" y="43"/>
                  </a:cubicBezTo>
                  <a:cubicBezTo>
                    <a:pt x="4507" y="64"/>
                    <a:pt x="4529" y="85"/>
                    <a:pt x="4550" y="85"/>
                  </a:cubicBezTo>
                  <a:lnTo>
                    <a:pt x="4635" y="85"/>
                  </a:lnTo>
                  <a:cubicBezTo>
                    <a:pt x="4656" y="85"/>
                    <a:pt x="4667" y="64"/>
                    <a:pt x="4667" y="43"/>
                  </a:cubicBezTo>
                  <a:cubicBezTo>
                    <a:pt x="4667" y="22"/>
                    <a:pt x="4656" y="0"/>
                    <a:pt x="4635" y="0"/>
                  </a:cubicBezTo>
                  <a:close/>
                  <a:moveTo>
                    <a:pt x="4964" y="0"/>
                  </a:moveTo>
                  <a:cubicBezTo>
                    <a:pt x="4932" y="0"/>
                    <a:pt x="4921" y="22"/>
                    <a:pt x="4921" y="43"/>
                  </a:cubicBezTo>
                  <a:cubicBezTo>
                    <a:pt x="4921" y="64"/>
                    <a:pt x="4932" y="85"/>
                    <a:pt x="4964" y="85"/>
                  </a:cubicBezTo>
                  <a:lnTo>
                    <a:pt x="5038" y="85"/>
                  </a:lnTo>
                  <a:cubicBezTo>
                    <a:pt x="5059" y="85"/>
                    <a:pt x="5080" y="64"/>
                    <a:pt x="5080" y="43"/>
                  </a:cubicBezTo>
                  <a:cubicBezTo>
                    <a:pt x="5080" y="22"/>
                    <a:pt x="5059" y="0"/>
                    <a:pt x="5038" y="0"/>
                  </a:cubicBezTo>
                  <a:close/>
                  <a:moveTo>
                    <a:pt x="5367" y="0"/>
                  </a:moveTo>
                  <a:cubicBezTo>
                    <a:pt x="5346" y="0"/>
                    <a:pt x="5324" y="22"/>
                    <a:pt x="5324" y="43"/>
                  </a:cubicBezTo>
                  <a:cubicBezTo>
                    <a:pt x="5324" y="64"/>
                    <a:pt x="5346" y="85"/>
                    <a:pt x="5367" y="85"/>
                  </a:cubicBezTo>
                  <a:lnTo>
                    <a:pt x="5452" y="85"/>
                  </a:lnTo>
                  <a:cubicBezTo>
                    <a:pt x="5473" y="85"/>
                    <a:pt x="5494" y="64"/>
                    <a:pt x="5494" y="43"/>
                  </a:cubicBezTo>
                  <a:cubicBezTo>
                    <a:pt x="5494" y="22"/>
                    <a:pt x="5473" y="0"/>
                    <a:pt x="54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6"/>
            <p:cNvSpPr/>
            <p:nvPr/>
          </p:nvSpPr>
          <p:spPr>
            <a:xfrm>
              <a:off x="4187400" y="753275"/>
              <a:ext cx="3200" cy="2150"/>
            </a:xfrm>
            <a:custGeom>
              <a:rect b="b" l="l" r="r" t="t"/>
              <a:pathLst>
                <a:path extrusionOk="0" h="86" w="128">
                  <a:moveTo>
                    <a:pt x="43" y="0"/>
                  </a:moveTo>
                  <a:cubicBezTo>
                    <a:pt x="22" y="0"/>
                    <a:pt x="1" y="22"/>
                    <a:pt x="1" y="43"/>
                  </a:cubicBezTo>
                  <a:cubicBezTo>
                    <a:pt x="1" y="64"/>
                    <a:pt x="22" y="85"/>
                    <a:pt x="43" y="85"/>
                  </a:cubicBezTo>
                  <a:lnTo>
                    <a:pt x="86" y="85"/>
                  </a:lnTo>
                  <a:cubicBezTo>
                    <a:pt x="107" y="85"/>
                    <a:pt x="128" y="64"/>
                    <a:pt x="128" y="43"/>
                  </a:cubicBezTo>
                  <a:cubicBezTo>
                    <a:pt x="128" y="22"/>
                    <a:pt x="107" y="0"/>
                    <a:pt x="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6"/>
            <p:cNvSpPr/>
            <p:nvPr/>
          </p:nvSpPr>
          <p:spPr>
            <a:xfrm>
              <a:off x="4034700" y="984200"/>
              <a:ext cx="3200" cy="1875"/>
            </a:xfrm>
            <a:custGeom>
              <a:rect b="b" l="l" r="r" t="t"/>
              <a:pathLst>
                <a:path extrusionOk="0" h="75" w="128">
                  <a:moveTo>
                    <a:pt x="42" y="0"/>
                  </a:moveTo>
                  <a:cubicBezTo>
                    <a:pt x="21" y="0"/>
                    <a:pt x="0" y="11"/>
                    <a:pt x="0" y="43"/>
                  </a:cubicBezTo>
                  <a:cubicBezTo>
                    <a:pt x="0" y="64"/>
                    <a:pt x="21" y="75"/>
                    <a:pt x="42" y="75"/>
                  </a:cubicBezTo>
                  <a:lnTo>
                    <a:pt x="85" y="75"/>
                  </a:lnTo>
                  <a:cubicBezTo>
                    <a:pt x="106" y="75"/>
                    <a:pt x="127" y="64"/>
                    <a:pt x="127" y="43"/>
                  </a:cubicBezTo>
                  <a:cubicBezTo>
                    <a:pt x="127" y="11"/>
                    <a:pt x="106" y="0"/>
                    <a:pt x="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6"/>
            <p:cNvSpPr/>
            <p:nvPr/>
          </p:nvSpPr>
          <p:spPr>
            <a:xfrm>
              <a:off x="4043700" y="984200"/>
              <a:ext cx="187200" cy="1875"/>
            </a:xfrm>
            <a:custGeom>
              <a:rect b="b" l="l" r="r" t="t"/>
              <a:pathLst>
                <a:path extrusionOk="0" h="75" w="7488">
                  <a:moveTo>
                    <a:pt x="43" y="0"/>
                  </a:moveTo>
                  <a:cubicBezTo>
                    <a:pt x="22" y="0"/>
                    <a:pt x="1" y="11"/>
                    <a:pt x="1" y="43"/>
                  </a:cubicBezTo>
                  <a:cubicBezTo>
                    <a:pt x="1" y="64"/>
                    <a:pt x="22" y="75"/>
                    <a:pt x="43" y="75"/>
                  </a:cubicBezTo>
                  <a:lnTo>
                    <a:pt x="128" y="75"/>
                  </a:lnTo>
                  <a:cubicBezTo>
                    <a:pt x="149" y="75"/>
                    <a:pt x="170" y="64"/>
                    <a:pt x="170" y="43"/>
                  </a:cubicBezTo>
                  <a:cubicBezTo>
                    <a:pt x="170" y="11"/>
                    <a:pt x="149" y="0"/>
                    <a:pt x="128" y="0"/>
                  </a:cubicBezTo>
                  <a:close/>
                  <a:moveTo>
                    <a:pt x="457" y="0"/>
                  </a:moveTo>
                  <a:cubicBezTo>
                    <a:pt x="436" y="0"/>
                    <a:pt x="415" y="11"/>
                    <a:pt x="415" y="43"/>
                  </a:cubicBezTo>
                  <a:cubicBezTo>
                    <a:pt x="415" y="64"/>
                    <a:pt x="436" y="75"/>
                    <a:pt x="457" y="75"/>
                  </a:cubicBezTo>
                  <a:lnTo>
                    <a:pt x="531" y="75"/>
                  </a:lnTo>
                  <a:cubicBezTo>
                    <a:pt x="552" y="75"/>
                    <a:pt x="573" y="64"/>
                    <a:pt x="573" y="43"/>
                  </a:cubicBezTo>
                  <a:cubicBezTo>
                    <a:pt x="573" y="11"/>
                    <a:pt x="552" y="0"/>
                    <a:pt x="531" y="0"/>
                  </a:cubicBezTo>
                  <a:close/>
                  <a:moveTo>
                    <a:pt x="860" y="0"/>
                  </a:moveTo>
                  <a:cubicBezTo>
                    <a:pt x="839" y="0"/>
                    <a:pt x="818" y="11"/>
                    <a:pt x="818" y="43"/>
                  </a:cubicBezTo>
                  <a:cubicBezTo>
                    <a:pt x="818" y="64"/>
                    <a:pt x="839" y="75"/>
                    <a:pt x="860" y="75"/>
                  </a:cubicBezTo>
                  <a:lnTo>
                    <a:pt x="945" y="75"/>
                  </a:lnTo>
                  <a:cubicBezTo>
                    <a:pt x="966" y="75"/>
                    <a:pt x="976" y="64"/>
                    <a:pt x="976" y="43"/>
                  </a:cubicBezTo>
                  <a:cubicBezTo>
                    <a:pt x="976" y="11"/>
                    <a:pt x="966" y="0"/>
                    <a:pt x="945" y="0"/>
                  </a:cubicBezTo>
                  <a:close/>
                  <a:moveTo>
                    <a:pt x="1263" y="0"/>
                  </a:moveTo>
                  <a:cubicBezTo>
                    <a:pt x="1242" y="0"/>
                    <a:pt x="1221" y="11"/>
                    <a:pt x="1221" y="43"/>
                  </a:cubicBezTo>
                  <a:cubicBezTo>
                    <a:pt x="1221" y="64"/>
                    <a:pt x="1242" y="75"/>
                    <a:pt x="1263" y="75"/>
                  </a:cubicBezTo>
                  <a:lnTo>
                    <a:pt x="1348" y="75"/>
                  </a:lnTo>
                  <a:cubicBezTo>
                    <a:pt x="1369" y="75"/>
                    <a:pt x="1390" y="64"/>
                    <a:pt x="1390" y="43"/>
                  </a:cubicBezTo>
                  <a:cubicBezTo>
                    <a:pt x="1390" y="11"/>
                    <a:pt x="1369" y="0"/>
                    <a:pt x="1348" y="0"/>
                  </a:cubicBezTo>
                  <a:close/>
                  <a:moveTo>
                    <a:pt x="1676" y="0"/>
                  </a:moveTo>
                  <a:cubicBezTo>
                    <a:pt x="1655" y="0"/>
                    <a:pt x="1634" y="11"/>
                    <a:pt x="1634" y="43"/>
                  </a:cubicBezTo>
                  <a:cubicBezTo>
                    <a:pt x="1634" y="64"/>
                    <a:pt x="1655" y="75"/>
                    <a:pt x="1676" y="75"/>
                  </a:cubicBezTo>
                  <a:lnTo>
                    <a:pt x="1751" y="75"/>
                  </a:lnTo>
                  <a:cubicBezTo>
                    <a:pt x="1772" y="75"/>
                    <a:pt x="1793" y="64"/>
                    <a:pt x="1793" y="43"/>
                  </a:cubicBezTo>
                  <a:cubicBezTo>
                    <a:pt x="1793" y="11"/>
                    <a:pt x="1772" y="0"/>
                    <a:pt x="1751" y="0"/>
                  </a:cubicBezTo>
                  <a:close/>
                  <a:moveTo>
                    <a:pt x="2079" y="0"/>
                  </a:moveTo>
                  <a:cubicBezTo>
                    <a:pt x="2058" y="0"/>
                    <a:pt x="2037" y="11"/>
                    <a:pt x="2037" y="43"/>
                  </a:cubicBezTo>
                  <a:cubicBezTo>
                    <a:pt x="2037" y="64"/>
                    <a:pt x="2058" y="75"/>
                    <a:pt x="2079" y="75"/>
                  </a:cubicBezTo>
                  <a:lnTo>
                    <a:pt x="2164" y="75"/>
                  </a:lnTo>
                  <a:cubicBezTo>
                    <a:pt x="2185" y="75"/>
                    <a:pt x="2196" y="64"/>
                    <a:pt x="2196" y="43"/>
                  </a:cubicBezTo>
                  <a:cubicBezTo>
                    <a:pt x="2196" y="11"/>
                    <a:pt x="2185" y="0"/>
                    <a:pt x="2164" y="0"/>
                  </a:cubicBezTo>
                  <a:close/>
                  <a:moveTo>
                    <a:pt x="2482" y="0"/>
                  </a:moveTo>
                  <a:cubicBezTo>
                    <a:pt x="2461" y="0"/>
                    <a:pt x="2440" y="11"/>
                    <a:pt x="2440" y="43"/>
                  </a:cubicBezTo>
                  <a:cubicBezTo>
                    <a:pt x="2440" y="64"/>
                    <a:pt x="2461" y="75"/>
                    <a:pt x="2482" y="75"/>
                  </a:cubicBezTo>
                  <a:lnTo>
                    <a:pt x="2567" y="75"/>
                  </a:lnTo>
                  <a:cubicBezTo>
                    <a:pt x="2588" y="75"/>
                    <a:pt x="2610" y="64"/>
                    <a:pt x="2610" y="43"/>
                  </a:cubicBezTo>
                  <a:cubicBezTo>
                    <a:pt x="2610" y="11"/>
                    <a:pt x="2588" y="0"/>
                    <a:pt x="2567" y="0"/>
                  </a:cubicBezTo>
                  <a:close/>
                  <a:moveTo>
                    <a:pt x="2896" y="0"/>
                  </a:moveTo>
                  <a:cubicBezTo>
                    <a:pt x="2864" y="0"/>
                    <a:pt x="2854" y="11"/>
                    <a:pt x="2854" y="43"/>
                  </a:cubicBezTo>
                  <a:cubicBezTo>
                    <a:pt x="2854" y="64"/>
                    <a:pt x="2864" y="75"/>
                    <a:pt x="2896" y="75"/>
                  </a:cubicBezTo>
                  <a:lnTo>
                    <a:pt x="2970" y="75"/>
                  </a:lnTo>
                  <a:cubicBezTo>
                    <a:pt x="2991" y="75"/>
                    <a:pt x="3013" y="64"/>
                    <a:pt x="3013" y="43"/>
                  </a:cubicBezTo>
                  <a:cubicBezTo>
                    <a:pt x="3013" y="11"/>
                    <a:pt x="2991" y="0"/>
                    <a:pt x="2970" y="0"/>
                  </a:cubicBezTo>
                  <a:close/>
                  <a:moveTo>
                    <a:pt x="3299" y="0"/>
                  </a:moveTo>
                  <a:cubicBezTo>
                    <a:pt x="3278" y="0"/>
                    <a:pt x="3257" y="11"/>
                    <a:pt x="3257" y="43"/>
                  </a:cubicBezTo>
                  <a:cubicBezTo>
                    <a:pt x="3257" y="64"/>
                    <a:pt x="3278" y="75"/>
                    <a:pt x="3299" y="75"/>
                  </a:cubicBezTo>
                  <a:lnTo>
                    <a:pt x="3384" y="75"/>
                  </a:lnTo>
                  <a:cubicBezTo>
                    <a:pt x="3405" y="75"/>
                    <a:pt x="3416" y="64"/>
                    <a:pt x="3416" y="43"/>
                  </a:cubicBezTo>
                  <a:cubicBezTo>
                    <a:pt x="3416" y="11"/>
                    <a:pt x="3405" y="0"/>
                    <a:pt x="3384" y="0"/>
                  </a:cubicBezTo>
                  <a:close/>
                  <a:moveTo>
                    <a:pt x="3702" y="0"/>
                  </a:moveTo>
                  <a:cubicBezTo>
                    <a:pt x="3681" y="0"/>
                    <a:pt x="3660" y="11"/>
                    <a:pt x="3660" y="43"/>
                  </a:cubicBezTo>
                  <a:cubicBezTo>
                    <a:pt x="3660" y="64"/>
                    <a:pt x="3681" y="75"/>
                    <a:pt x="3702" y="75"/>
                  </a:cubicBezTo>
                  <a:lnTo>
                    <a:pt x="3787" y="75"/>
                  </a:lnTo>
                  <a:cubicBezTo>
                    <a:pt x="3808" y="75"/>
                    <a:pt x="3830" y="64"/>
                    <a:pt x="3830" y="43"/>
                  </a:cubicBezTo>
                  <a:cubicBezTo>
                    <a:pt x="3830" y="11"/>
                    <a:pt x="3808" y="0"/>
                    <a:pt x="3787" y="0"/>
                  </a:cubicBezTo>
                  <a:close/>
                  <a:moveTo>
                    <a:pt x="4115" y="0"/>
                  </a:moveTo>
                  <a:cubicBezTo>
                    <a:pt x="4084" y="0"/>
                    <a:pt x="4073" y="11"/>
                    <a:pt x="4073" y="43"/>
                  </a:cubicBezTo>
                  <a:cubicBezTo>
                    <a:pt x="4073" y="64"/>
                    <a:pt x="4084" y="75"/>
                    <a:pt x="4115" y="75"/>
                  </a:cubicBezTo>
                  <a:lnTo>
                    <a:pt x="4190" y="75"/>
                  </a:lnTo>
                  <a:cubicBezTo>
                    <a:pt x="4211" y="75"/>
                    <a:pt x="4233" y="64"/>
                    <a:pt x="4233" y="43"/>
                  </a:cubicBezTo>
                  <a:cubicBezTo>
                    <a:pt x="4233" y="11"/>
                    <a:pt x="4211" y="0"/>
                    <a:pt x="4190" y="0"/>
                  </a:cubicBezTo>
                  <a:close/>
                  <a:moveTo>
                    <a:pt x="4518" y="0"/>
                  </a:moveTo>
                  <a:cubicBezTo>
                    <a:pt x="4497" y="0"/>
                    <a:pt x="4476" y="11"/>
                    <a:pt x="4476" y="43"/>
                  </a:cubicBezTo>
                  <a:cubicBezTo>
                    <a:pt x="4476" y="64"/>
                    <a:pt x="4497" y="75"/>
                    <a:pt x="4518" y="75"/>
                  </a:cubicBezTo>
                  <a:lnTo>
                    <a:pt x="4603" y="75"/>
                  </a:lnTo>
                  <a:cubicBezTo>
                    <a:pt x="4625" y="75"/>
                    <a:pt x="4636" y="64"/>
                    <a:pt x="4636" y="43"/>
                  </a:cubicBezTo>
                  <a:cubicBezTo>
                    <a:pt x="4636" y="11"/>
                    <a:pt x="4625" y="0"/>
                    <a:pt x="4603" y="0"/>
                  </a:cubicBezTo>
                  <a:close/>
                  <a:moveTo>
                    <a:pt x="4921" y="0"/>
                  </a:moveTo>
                  <a:cubicBezTo>
                    <a:pt x="4900" y="0"/>
                    <a:pt x="4879" y="11"/>
                    <a:pt x="4879" y="43"/>
                  </a:cubicBezTo>
                  <a:cubicBezTo>
                    <a:pt x="4879" y="64"/>
                    <a:pt x="4900" y="75"/>
                    <a:pt x="4921" y="75"/>
                  </a:cubicBezTo>
                  <a:lnTo>
                    <a:pt x="5006" y="75"/>
                  </a:lnTo>
                  <a:cubicBezTo>
                    <a:pt x="5028" y="75"/>
                    <a:pt x="5049" y="64"/>
                    <a:pt x="5049" y="43"/>
                  </a:cubicBezTo>
                  <a:cubicBezTo>
                    <a:pt x="5049" y="11"/>
                    <a:pt x="5028" y="0"/>
                    <a:pt x="5006" y="0"/>
                  </a:cubicBezTo>
                  <a:close/>
                  <a:moveTo>
                    <a:pt x="5335" y="0"/>
                  </a:moveTo>
                  <a:cubicBezTo>
                    <a:pt x="5303" y="0"/>
                    <a:pt x="5293" y="11"/>
                    <a:pt x="5293" y="43"/>
                  </a:cubicBezTo>
                  <a:cubicBezTo>
                    <a:pt x="5293" y="64"/>
                    <a:pt x="5303" y="75"/>
                    <a:pt x="5335" y="75"/>
                  </a:cubicBezTo>
                  <a:lnTo>
                    <a:pt x="5409" y="75"/>
                  </a:lnTo>
                  <a:cubicBezTo>
                    <a:pt x="5431" y="75"/>
                    <a:pt x="5452" y="64"/>
                    <a:pt x="5452" y="43"/>
                  </a:cubicBezTo>
                  <a:cubicBezTo>
                    <a:pt x="5452" y="11"/>
                    <a:pt x="5431" y="0"/>
                    <a:pt x="5409" y="0"/>
                  </a:cubicBezTo>
                  <a:close/>
                  <a:moveTo>
                    <a:pt x="5738" y="0"/>
                  </a:moveTo>
                  <a:cubicBezTo>
                    <a:pt x="5717" y="0"/>
                    <a:pt x="5696" y="11"/>
                    <a:pt x="5696" y="43"/>
                  </a:cubicBezTo>
                  <a:cubicBezTo>
                    <a:pt x="5696" y="64"/>
                    <a:pt x="5717" y="75"/>
                    <a:pt x="5738" y="75"/>
                  </a:cubicBezTo>
                  <a:lnTo>
                    <a:pt x="5823" y="75"/>
                  </a:lnTo>
                  <a:cubicBezTo>
                    <a:pt x="5845" y="75"/>
                    <a:pt x="5855" y="64"/>
                    <a:pt x="5855" y="43"/>
                  </a:cubicBezTo>
                  <a:cubicBezTo>
                    <a:pt x="5855" y="11"/>
                    <a:pt x="5845" y="0"/>
                    <a:pt x="5823" y="0"/>
                  </a:cubicBezTo>
                  <a:close/>
                  <a:moveTo>
                    <a:pt x="6141" y="0"/>
                  </a:moveTo>
                  <a:cubicBezTo>
                    <a:pt x="6120" y="0"/>
                    <a:pt x="6099" y="11"/>
                    <a:pt x="6099" y="43"/>
                  </a:cubicBezTo>
                  <a:cubicBezTo>
                    <a:pt x="6099" y="64"/>
                    <a:pt x="6120" y="75"/>
                    <a:pt x="6141" y="75"/>
                  </a:cubicBezTo>
                  <a:lnTo>
                    <a:pt x="6226" y="75"/>
                  </a:lnTo>
                  <a:cubicBezTo>
                    <a:pt x="6248" y="75"/>
                    <a:pt x="6269" y="64"/>
                    <a:pt x="6269" y="43"/>
                  </a:cubicBezTo>
                  <a:cubicBezTo>
                    <a:pt x="6269" y="11"/>
                    <a:pt x="6248" y="0"/>
                    <a:pt x="6226" y="0"/>
                  </a:cubicBezTo>
                  <a:close/>
                  <a:moveTo>
                    <a:pt x="6555" y="0"/>
                  </a:moveTo>
                  <a:cubicBezTo>
                    <a:pt x="6523" y="0"/>
                    <a:pt x="6512" y="11"/>
                    <a:pt x="6512" y="43"/>
                  </a:cubicBezTo>
                  <a:cubicBezTo>
                    <a:pt x="6512" y="64"/>
                    <a:pt x="6523" y="75"/>
                    <a:pt x="6555" y="75"/>
                  </a:cubicBezTo>
                  <a:lnTo>
                    <a:pt x="6629" y="75"/>
                  </a:lnTo>
                  <a:cubicBezTo>
                    <a:pt x="6651" y="75"/>
                    <a:pt x="6672" y="64"/>
                    <a:pt x="6672" y="43"/>
                  </a:cubicBezTo>
                  <a:cubicBezTo>
                    <a:pt x="6672" y="11"/>
                    <a:pt x="6651" y="0"/>
                    <a:pt x="6629" y="0"/>
                  </a:cubicBezTo>
                  <a:close/>
                  <a:moveTo>
                    <a:pt x="6958" y="0"/>
                  </a:moveTo>
                  <a:cubicBezTo>
                    <a:pt x="6936" y="0"/>
                    <a:pt x="6915" y="11"/>
                    <a:pt x="6915" y="43"/>
                  </a:cubicBezTo>
                  <a:cubicBezTo>
                    <a:pt x="6915" y="64"/>
                    <a:pt x="6936" y="75"/>
                    <a:pt x="6958" y="75"/>
                  </a:cubicBezTo>
                  <a:lnTo>
                    <a:pt x="7043" y="75"/>
                  </a:lnTo>
                  <a:cubicBezTo>
                    <a:pt x="7064" y="75"/>
                    <a:pt x="7075" y="64"/>
                    <a:pt x="7075" y="43"/>
                  </a:cubicBezTo>
                  <a:cubicBezTo>
                    <a:pt x="7075" y="11"/>
                    <a:pt x="7064" y="0"/>
                    <a:pt x="7043" y="0"/>
                  </a:cubicBezTo>
                  <a:close/>
                  <a:moveTo>
                    <a:pt x="7361" y="0"/>
                  </a:moveTo>
                  <a:cubicBezTo>
                    <a:pt x="7339" y="0"/>
                    <a:pt x="7318" y="11"/>
                    <a:pt x="7318" y="43"/>
                  </a:cubicBezTo>
                  <a:cubicBezTo>
                    <a:pt x="7318" y="64"/>
                    <a:pt x="7339" y="75"/>
                    <a:pt x="7361" y="75"/>
                  </a:cubicBezTo>
                  <a:lnTo>
                    <a:pt x="7446" y="75"/>
                  </a:lnTo>
                  <a:cubicBezTo>
                    <a:pt x="7467" y="75"/>
                    <a:pt x="7488" y="64"/>
                    <a:pt x="7488" y="43"/>
                  </a:cubicBezTo>
                  <a:cubicBezTo>
                    <a:pt x="7488" y="11"/>
                    <a:pt x="7467" y="0"/>
                    <a:pt x="74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6"/>
            <p:cNvSpPr/>
            <p:nvPr/>
          </p:nvSpPr>
          <p:spPr>
            <a:xfrm>
              <a:off x="4237000" y="984200"/>
              <a:ext cx="2925" cy="1875"/>
            </a:xfrm>
            <a:custGeom>
              <a:rect b="b" l="l" r="r" t="t"/>
              <a:pathLst>
                <a:path extrusionOk="0" h="75" w="117">
                  <a:moveTo>
                    <a:pt x="43" y="0"/>
                  </a:moveTo>
                  <a:cubicBezTo>
                    <a:pt x="10" y="0"/>
                    <a:pt x="0" y="11"/>
                    <a:pt x="0" y="43"/>
                  </a:cubicBezTo>
                  <a:cubicBezTo>
                    <a:pt x="0" y="64"/>
                    <a:pt x="10" y="75"/>
                    <a:pt x="43" y="75"/>
                  </a:cubicBezTo>
                  <a:lnTo>
                    <a:pt x="74" y="75"/>
                  </a:lnTo>
                  <a:cubicBezTo>
                    <a:pt x="95" y="75"/>
                    <a:pt x="117" y="64"/>
                    <a:pt x="117" y="43"/>
                  </a:cubicBezTo>
                  <a:cubicBezTo>
                    <a:pt x="117" y="11"/>
                    <a:pt x="95" y="0"/>
                    <a:pt x="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6"/>
            <p:cNvSpPr/>
            <p:nvPr/>
          </p:nvSpPr>
          <p:spPr>
            <a:xfrm>
              <a:off x="4034700" y="868875"/>
              <a:ext cx="3200" cy="2150"/>
            </a:xfrm>
            <a:custGeom>
              <a:rect b="b" l="l" r="r" t="t"/>
              <a:pathLst>
                <a:path extrusionOk="0" h="86" w="128">
                  <a:moveTo>
                    <a:pt x="42" y="0"/>
                  </a:moveTo>
                  <a:cubicBezTo>
                    <a:pt x="21" y="0"/>
                    <a:pt x="0" y="21"/>
                    <a:pt x="0" y="43"/>
                  </a:cubicBezTo>
                  <a:cubicBezTo>
                    <a:pt x="0" y="64"/>
                    <a:pt x="21" y="85"/>
                    <a:pt x="42" y="85"/>
                  </a:cubicBezTo>
                  <a:lnTo>
                    <a:pt x="85" y="85"/>
                  </a:lnTo>
                  <a:cubicBezTo>
                    <a:pt x="106" y="85"/>
                    <a:pt x="127" y="64"/>
                    <a:pt x="127" y="43"/>
                  </a:cubicBezTo>
                  <a:cubicBezTo>
                    <a:pt x="127" y="21"/>
                    <a:pt x="106" y="0"/>
                    <a:pt x="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6"/>
            <p:cNvSpPr/>
            <p:nvPr/>
          </p:nvSpPr>
          <p:spPr>
            <a:xfrm>
              <a:off x="4043700" y="868875"/>
              <a:ext cx="187200" cy="2150"/>
            </a:xfrm>
            <a:custGeom>
              <a:rect b="b" l="l" r="r" t="t"/>
              <a:pathLst>
                <a:path extrusionOk="0" h="86" w="7488">
                  <a:moveTo>
                    <a:pt x="43" y="0"/>
                  </a:moveTo>
                  <a:cubicBezTo>
                    <a:pt x="22" y="0"/>
                    <a:pt x="1" y="21"/>
                    <a:pt x="1" y="43"/>
                  </a:cubicBezTo>
                  <a:cubicBezTo>
                    <a:pt x="1" y="64"/>
                    <a:pt x="22" y="85"/>
                    <a:pt x="43" y="85"/>
                  </a:cubicBezTo>
                  <a:lnTo>
                    <a:pt x="128" y="85"/>
                  </a:lnTo>
                  <a:cubicBezTo>
                    <a:pt x="149" y="85"/>
                    <a:pt x="170" y="64"/>
                    <a:pt x="170" y="43"/>
                  </a:cubicBezTo>
                  <a:cubicBezTo>
                    <a:pt x="170" y="21"/>
                    <a:pt x="149" y="0"/>
                    <a:pt x="128" y="0"/>
                  </a:cubicBezTo>
                  <a:close/>
                  <a:moveTo>
                    <a:pt x="457" y="0"/>
                  </a:moveTo>
                  <a:cubicBezTo>
                    <a:pt x="436" y="0"/>
                    <a:pt x="415" y="21"/>
                    <a:pt x="415" y="43"/>
                  </a:cubicBezTo>
                  <a:cubicBezTo>
                    <a:pt x="415" y="64"/>
                    <a:pt x="436" y="85"/>
                    <a:pt x="457" y="85"/>
                  </a:cubicBezTo>
                  <a:lnTo>
                    <a:pt x="531" y="85"/>
                  </a:lnTo>
                  <a:cubicBezTo>
                    <a:pt x="552" y="85"/>
                    <a:pt x="573" y="64"/>
                    <a:pt x="573" y="43"/>
                  </a:cubicBezTo>
                  <a:cubicBezTo>
                    <a:pt x="573" y="21"/>
                    <a:pt x="552" y="0"/>
                    <a:pt x="531" y="0"/>
                  </a:cubicBezTo>
                  <a:close/>
                  <a:moveTo>
                    <a:pt x="860" y="0"/>
                  </a:moveTo>
                  <a:cubicBezTo>
                    <a:pt x="839" y="0"/>
                    <a:pt x="818" y="21"/>
                    <a:pt x="818" y="43"/>
                  </a:cubicBezTo>
                  <a:cubicBezTo>
                    <a:pt x="818" y="64"/>
                    <a:pt x="839" y="85"/>
                    <a:pt x="860" y="85"/>
                  </a:cubicBezTo>
                  <a:lnTo>
                    <a:pt x="945" y="85"/>
                  </a:lnTo>
                  <a:cubicBezTo>
                    <a:pt x="966" y="85"/>
                    <a:pt x="976" y="64"/>
                    <a:pt x="976" y="43"/>
                  </a:cubicBezTo>
                  <a:cubicBezTo>
                    <a:pt x="976" y="21"/>
                    <a:pt x="966" y="0"/>
                    <a:pt x="945" y="0"/>
                  </a:cubicBezTo>
                  <a:close/>
                  <a:moveTo>
                    <a:pt x="1263" y="0"/>
                  </a:moveTo>
                  <a:cubicBezTo>
                    <a:pt x="1242" y="0"/>
                    <a:pt x="1221" y="21"/>
                    <a:pt x="1221" y="43"/>
                  </a:cubicBezTo>
                  <a:cubicBezTo>
                    <a:pt x="1221" y="64"/>
                    <a:pt x="1242" y="85"/>
                    <a:pt x="1263" y="85"/>
                  </a:cubicBezTo>
                  <a:lnTo>
                    <a:pt x="1348" y="85"/>
                  </a:lnTo>
                  <a:cubicBezTo>
                    <a:pt x="1369" y="85"/>
                    <a:pt x="1390" y="64"/>
                    <a:pt x="1390" y="43"/>
                  </a:cubicBezTo>
                  <a:cubicBezTo>
                    <a:pt x="1390" y="21"/>
                    <a:pt x="1369" y="0"/>
                    <a:pt x="1348" y="0"/>
                  </a:cubicBezTo>
                  <a:close/>
                  <a:moveTo>
                    <a:pt x="1676" y="0"/>
                  </a:moveTo>
                  <a:cubicBezTo>
                    <a:pt x="1655" y="0"/>
                    <a:pt x="1634" y="21"/>
                    <a:pt x="1634" y="43"/>
                  </a:cubicBezTo>
                  <a:cubicBezTo>
                    <a:pt x="1634" y="64"/>
                    <a:pt x="1655" y="85"/>
                    <a:pt x="1676" y="85"/>
                  </a:cubicBezTo>
                  <a:lnTo>
                    <a:pt x="1751" y="85"/>
                  </a:lnTo>
                  <a:cubicBezTo>
                    <a:pt x="1772" y="85"/>
                    <a:pt x="1793" y="64"/>
                    <a:pt x="1793" y="43"/>
                  </a:cubicBezTo>
                  <a:cubicBezTo>
                    <a:pt x="1793" y="21"/>
                    <a:pt x="1772" y="0"/>
                    <a:pt x="1751" y="0"/>
                  </a:cubicBezTo>
                  <a:close/>
                  <a:moveTo>
                    <a:pt x="2079" y="0"/>
                  </a:moveTo>
                  <a:cubicBezTo>
                    <a:pt x="2058" y="0"/>
                    <a:pt x="2037" y="21"/>
                    <a:pt x="2037" y="43"/>
                  </a:cubicBezTo>
                  <a:cubicBezTo>
                    <a:pt x="2037" y="64"/>
                    <a:pt x="2058" y="85"/>
                    <a:pt x="2079" y="85"/>
                  </a:cubicBezTo>
                  <a:lnTo>
                    <a:pt x="2164" y="85"/>
                  </a:lnTo>
                  <a:cubicBezTo>
                    <a:pt x="2185" y="85"/>
                    <a:pt x="2196" y="64"/>
                    <a:pt x="2196" y="43"/>
                  </a:cubicBezTo>
                  <a:cubicBezTo>
                    <a:pt x="2196" y="21"/>
                    <a:pt x="2185" y="0"/>
                    <a:pt x="2164" y="0"/>
                  </a:cubicBezTo>
                  <a:close/>
                  <a:moveTo>
                    <a:pt x="2482" y="0"/>
                  </a:moveTo>
                  <a:cubicBezTo>
                    <a:pt x="2461" y="0"/>
                    <a:pt x="2440" y="21"/>
                    <a:pt x="2440" y="43"/>
                  </a:cubicBezTo>
                  <a:cubicBezTo>
                    <a:pt x="2440" y="64"/>
                    <a:pt x="2461" y="85"/>
                    <a:pt x="2482" y="85"/>
                  </a:cubicBezTo>
                  <a:lnTo>
                    <a:pt x="2567" y="85"/>
                  </a:lnTo>
                  <a:cubicBezTo>
                    <a:pt x="2588" y="85"/>
                    <a:pt x="2610" y="64"/>
                    <a:pt x="2610" y="43"/>
                  </a:cubicBezTo>
                  <a:cubicBezTo>
                    <a:pt x="2610" y="21"/>
                    <a:pt x="2588" y="0"/>
                    <a:pt x="2567" y="0"/>
                  </a:cubicBezTo>
                  <a:close/>
                  <a:moveTo>
                    <a:pt x="2896" y="0"/>
                  </a:moveTo>
                  <a:cubicBezTo>
                    <a:pt x="2864" y="0"/>
                    <a:pt x="2854" y="21"/>
                    <a:pt x="2854" y="43"/>
                  </a:cubicBezTo>
                  <a:cubicBezTo>
                    <a:pt x="2854" y="64"/>
                    <a:pt x="2864" y="85"/>
                    <a:pt x="2896" y="85"/>
                  </a:cubicBezTo>
                  <a:lnTo>
                    <a:pt x="2970" y="85"/>
                  </a:lnTo>
                  <a:cubicBezTo>
                    <a:pt x="2991" y="85"/>
                    <a:pt x="3013" y="64"/>
                    <a:pt x="3013" y="43"/>
                  </a:cubicBezTo>
                  <a:cubicBezTo>
                    <a:pt x="3013" y="21"/>
                    <a:pt x="2991" y="0"/>
                    <a:pt x="2970" y="0"/>
                  </a:cubicBezTo>
                  <a:close/>
                  <a:moveTo>
                    <a:pt x="3299" y="0"/>
                  </a:moveTo>
                  <a:cubicBezTo>
                    <a:pt x="3278" y="0"/>
                    <a:pt x="3257" y="21"/>
                    <a:pt x="3257" y="43"/>
                  </a:cubicBezTo>
                  <a:cubicBezTo>
                    <a:pt x="3257" y="64"/>
                    <a:pt x="3278" y="85"/>
                    <a:pt x="3299" y="85"/>
                  </a:cubicBezTo>
                  <a:lnTo>
                    <a:pt x="3384" y="85"/>
                  </a:lnTo>
                  <a:cubicBezTo>
                    <a:pt x="3405" y="85"/>
                    <a:pt x="3416" y="64"/>
                    <a:pt x="3416" y="43"/>
                  </a:cubicBezTo>
                  <a:cubicBezTo>
                    <a:pt x="3416" y="21"/>
                    <a:pt x="3405" y="0"/>
                    <a:pt x="3384" y="0"/>
                  </a:cubicBezTo>
                  <a:close/>
                  <a:moveTo>
                    <a:pt x="3702" y="0"/>
                  </a:moveTo>
                  <a:cubicBezTo>
                    <a:pt x="3681" y="0"/>
                    <a:pt x="3660" y="21"/>
                    <a:pt x="3660" y="43"/>
                  </a:cubicBezTo>
                  <a:cubicBezTo>
                    <a:pt x="3660" y="64"/>
                    <a:pt x="3681" y="85"/>
                    <a:pt x="3702" y="85"/>
                  </a:cubicBezTo>
                  <a:lnTo>
                    <a:pt x="3787" y="85"/>
                  </a:lnTo>
                  <a:cubicBezTo>
                    <a:pt x="3808" y="85"/>
                    <a:pt x="3830" y="64"/>
                    <a:pt x="3830" y="43"/>
                  </a:cubicBezTo>
                  <a:cubicBezTo>
                    <a:pt x="3830" y="21"/>
                    <a:pt x="3808" y="0"/>
                    <a:pt x="3787" y="0"/>
                  </a:cubicBezTo>
                  <a:close/>
                  <a:moveTo>
                    <a:pt x="4115" y="0"/>
                  </a:moveTo>
                  <a:cubicBezTo>
                    <a:pt x="4084" y="0"/>
                    <a:pt x="4073" y="21"/>
                    <a:pt x="4073" y="43"/>
                  </a:cubicBezTo>
                  <a:cubicBezTo>
                    <a:pt x="4073" y="64"/>
                    <a:pt x="4084" y="85"/>
                    <a:pt x="4115" y="85"/>
                  </a:cubicBezTo>
                  <a:lnTo>
                    <a:pt x="4190" y="85"/>
                  </a:lnTo>
                  <a:cubicBezTo>
                    <a:pt x="4211" y="85"/>
                    <a:pt x="4233" y="64"/>
                    <a:pt x="4233" y="43"/>
                  </a:cubicBezTo>
                  <a:cubicBezTo>
                    <a:pt x="4233" y="21"/>
                    <a:pt x="4211" y="0"/>
                    <a:pt x="4190" y="0"/>
                  </a:cubicBezTo>
                  <a:close/>
                  <a:moveTo>
                    <a:pt x="4518" y="0"/>
                  </a:moveTo>
                  <a:cubicBezTo>
                    <a:pt x="4497" y="0"/>
                    <a:pt x="4476" y="21"/>
                    <a:pt x="4476" y="43"/>
                  </a:cubicBezTo>
                  <a:cubicBezTo>
                    <a:pt x="4476" y="64"/>
                    <a:pt x="4497" y="85"/>
                    <a:pt x="4518" y="85"/>
                  </a:cubicBezTo>
                  <a:lnTo>
                    <a:pt x="4603" y="85"/>
                  </a:lnTo>
                  <a:cubicBezTo>
                    <a:pt x="4625" y="85"/>
                    <a:pt x="4636" y="64"/>
                    <a:pt x="4636" y="43"/>
                  </a:cubicBezTo>
                  <a:cubicBezTo>
                    <a:pt x="4636" y="21"/>
                    <a:pt x="4625" y="0"/>
                    <a:pt x="4603" y="0"/>
                  </a:cubicBezTo>
                  <a:close/>
                  <a:moveTo>
                    <a:pt x="4921" y="0"/>
                  </a:moveTo>
                  <a:cubicBezTo>
                    <a:pt x="4900" y="0"/>
                    <a:pt x="4879" y="21"/>
                    <a:pt x="4879" y="43"/>
                  </a:cubicBezTo>
                  <a:cubicBezTo>
                    <a:pt x="4879" y="64"/>
                    <a:pt x="4900" y="85"/>
                    <a:pt x="4921" y="85"/>
                  </a:cubicBezTo>
                  <a:lnTo>
                    <a:pt x="5006" y="85"/>
                  </a:lnTo>
                  <a:cubicBezTo>
                    <a:pt x="5028" y="85"/>
                    <a:pt x="5049" y="64"/>
                    <a:pt x="5049" y="43"/>
                  </a:cubicBezTo>
                  <a:cubicBezTo>
                    <a:pt x="5049" y="21"/>
                    <a:pt x="5028" y="0"/>
                    <a:pt x="5006" y="0"/>
                  </a:cubicBezTo>
                  <a:close/>
                  <a:moveTo>
                    <a:pt x="5335" y="0"/>
                  </a:moveTo>
                  <a:cubicBezTo>
                    <a:pt x="5303" y="0"/>
                    <a:pt x="5293" y="21"/>
                    <a:pt x="5293" y="43"/>
                  </a:cubicBezTo>
                  <a:cubicBezTo>
                    <a:pt x="5293" y="64"/>
                    <a:pt x="5303" y="85"/>
                    <a:pt x="5335" y="85"/>
                  </a:cubicBezTo>
                  <a:lnTo>
                    <a:pt x="5409" y="85"/>
                  </a:lnTo>
                  <a:cubicBezTo>
                    <a:pt x="5431" y="85"/>
                    <a:pt x="5452" y="64"/>
                    <a:pt x="5452" y="43"/>
                  </a:cubicBezTo>
                  <a:cubicBezTo>
                    <a:pt x="5452" y="21"/>
                    <a:pt x="5431" y="0"/>
                    <a:pt x="5409" y="0"/>
                  </a:cubicBezTo>
                  <a:close/>
                  <a:moveTo>
                    <a:pt x="5738" y="0"/>
                  </a:moveTo>
                  <a:cubicBezTo>
                    <a:pt x="5717" y="0"/>
                    <a:pt x="5696" y="21"/>
                    <a:pt x="5696" y="43"/>
                  </a:cubicBezTo>
                  <a:cubicBezTo>
                    <a:pt x="5696" y="64"/>
                    <a:pt x="5717" y="85"/>
                    <a:pt x="5738" y="85"/>
                  </a:cubicBezTo>
                  <a:lnTo>
                    <a:pt x="5823" y="85"/>
                  </a:lnTo>
                  <a:cubicBezTo>
                    <a:pt x="5845" y="85"/>
                    <a:pt x="5855" y="64"/>
                    <a:pt x="5855" y="43"/>
                  </a:cubicBezTo>
                  <a:cubicBezTo>
                    <a:pt x="5855" y="21"/>
                    <a:pt x="5845" y="0"/>
                    <a:pt x="5823" y="0"/>
                  </a:cubicBezTo>
                  <a:close/>
                  <a:moveTo>
                    <a:pt x="6141" y="0"/>
                  </a:moveTo>
                  <a:cubicBezTo>
                    <a:pt x="6120" y="0"/>
                    <a:pt x="6099" y="21"/>
                    <a:pt x="6099" y="43"/>
                  </a:cubicBezTo>
                  <a:cubicBezTo>
                    <a:pt x="6099" y="64"/>
                    <a:pt x="6120" y="85"/>
                    <a:pt x="6141" y="85"/>
                  </a:cubicBezTo>
                  <a:lnTo>
                    <a:pt x="6226" y="85"/>
                  </a:lnTo>
                  <a:cubicBezTo>
                    <a:pt x="6248" y="85"/>
                    <a:pt x="6269" y="64"/>
                    <a:pt x="6269" y="43"/>
                  </a:cubicBezTo>
                  <a:cubicBezTo>
                    <a:pt x="6269" y="21"/>
                    <a:pt x="6248" y="0"/>
                    <a:pt x="6226" y="0"/>
                  </a:cubicBezTo>
                  <a:close/>
                  <a:moveTo>
                    <a:pt x="6555" y="0"/>
                  </a:moveTo>
                  <a:cubicBezTo>
                    <a:pt x="6523" y="0"/>
                    <a:pt x="6512" y="21"/>
                    <a:pt x="6512" y="43"/>
                  </a:cubicBezTo>
                  <a:cubicBezTo>
                    <a:pt x="6512" y="64"/>
                    <a:pt x="6523" y="85"/>
                    <a:pt x="6555" y="85"/>
                  </a:cubicBezTo>
                  <a:lnTo>
                    <a:pt x="6629" y="85"/>
                  </a:lnTo>
                  <a:cubicBezTo>
                    <a:pt x="6651" y="85"/>
                    <a:pt x="6672" y="64"/>
                    <a:pt x="6672" y="43"/>
                  </a:cubicBezTo>
                  <a:cubicBezTo>
                    <a:pt x="6672" y="21"/>
                    <a:pt x="6651" y="0"/>
                    <a:pt x="6629" y="0"/>
                  </a:cubicBezTo>
                  <a:close/>
                  <a:moveTo>
                    <a:pt x="6958" y="0"/>
                  </a:moveTo>
                  <a:cubicBezTo>
                    <a:pt x="6936" y="0"/>
                    <a:pt x="6915" y="21"/>
                    <a:pt x="6915" y="43"/>
                  </a:cubicBezTo>
                  <a:cubicBezTo>
                    <a:pt x="6915" y="64"/>
                    <a:pt x="6936" y="85"/>
                    <a:pt x="6958" y="85"/>
                  </a:cubicBezTo>
                  <a:lnTo>
                    <a:pt x="7043" y="85"/>
                  </a:lnTo>
                  <a:cubicBezTo>
                    <a:pt x="7064" y="85"/>
                    <a:pt x="7075" y="64"/>
                    <a:pt x="7075" y="43"/>
                  </a:cubicBezTo>
                  <a:cubicBezTo>
                    <a:pt x="7075" y="21"/>
                    <a:pt x="7064" y="0"/>
                    <a:pt x="7043" y="0"/>
                  </a:cubicBezTo>
                  <a:close/>
                  <a:moveTo>
                    <a:pt x="7361" y="0"/>
                  </a:moveTo>
                  <a:cubicBezTo>
                    <a:pt x="7339" y="0"/>
                    <a:pt x="7318" y="21"/>
                    <a:pt x="7318" y="43"/>
                  </a:cubicBezTo>
                  <a:cubicBezTo>
                    <a:pt x="7318" y="64"/>
                    <a:pt x="7339" y="85"/>
                    <a:pt x="7361" y="85"/>
                  </a:cubicBezTo>
                  <a:lnTo>
                    <a:pt x="7446" y="85"/>
                  </a:lnTo>
                  <a:cubicBezTo>
                    <a:pt x="7467" y="85"/>
                    <a:pt x="7488" y="64"/>
                    <a:pt x="7488" y="43"/>
                  </a:cubicBezTo>
                  <a:cubicBezTo>
                    <a:pt x="7488" y="21"/>
                    <a:pt x="7467" y="0"/>
                    <a:pt x="74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6"/>
            <p:cNvSpPr/>
            <p:nvPr/>
          </p:nvSpPr>
          <p:spPr>
            <a:xfrm>
              <a:off x="4237000" y="868875"/>
              <a:ext cx="2925" cy="2150"/>
            </a:xfrm>
            <a:custGeom>
              <a:rect b="b" l="l" r="r" t="t"/>
              <a:pathLst>
                <a:path extrusionOk="0" h="86" w="117">
                  <a:moveTo>
                    <a:pt x="43" y="0"/>
                  </a:moveTo>
                  <a:cubicBezTo>
                    <a:pt x="10" y="0"/>
                    <a:pt x="0" y="21"/>
                    <a:pt x="0" y="43"/>
                  </a:cubicBezTo>
                  <a:cubicBezTo>
                    <a:pt x="0" y="64"/>
                    <a:pt x="10" y="85"/>
                    <a:pt x="43" y="85"/>
                  </a:cubicBezTo>
                  <a:lnTo>
                    <a:pt x="74" y="85"/>
                  </a:lnTo>
                  <a:cubicBezTo>
                    <a:pt x="95" y="85"/>
                    <a:pt x="117" y="64"/>
                    <a:pt x="117" y="43"/>
                  </a:cubicBezTo>
                  <a:cubicBezTo>
                    <a:pt x="117" y="21"/>
                    <a:pt x="95" y="0"/>
                    <a:pt x="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6"/>
            <p:cNvSpPr/>
            <p:nvPr/>
          </p:nvSpPr>
          <p:spPr>
            <a:xfrm>
              <a:off x="4133850" y="334375"/>
              <a:ext cx="1900" cy="760125"/>
            </a:xfrm>
            <a:custGeom>
              <a:rect b="b" l="l" r="r" t="t"/>
              <a:pathLst>
                <a:path extrusionOk="0" h="30405" w="76">
                  <a:moveTo>
                    <a:pt x="43" y="0"/>
                  </a:moveTo>
                  <a:cubicBezTo>
                    <a:pt x="11" y="0"/>
                    <a:pt x="0" y="21"/>
                    <a:pt x="0" y="43"/>
                  </a:cubicBezTo>
                  <a:lnTo>
                    <a:pt x="0" y="30374"/>
                  </a:lnTo>
                  <a:cubicBezTo>
                    <a:pt x="0" y="30395"/>
                    <a:pt x="11" y="30405"/>
                    <a:pt x="43" y="30405"/>
                  </a:cubicBezTo>
                  <a:cubicBezTo>
                    <a:pt x="64" y="30405"/>
                    <a:pt x="75" y="30395"/>
                    <a:pt x="75" y="30374"/>
                  </a:cubicBezTo>
                  <a:lnTo>
                    <a:pt x="75" y="43"/>
                  </a:lnTo>
                  <a:cubicBezTo>
                    <a:pt x="75" y="21"/>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6"/>
            <p:cNvSpPr/>
            <p:nvPr/>
          </p:nvSpPr>
          <p:spPr>
            <a:xfrm>
              <a:off x="4114225" y="334375"/>
              <a:ext cx="41125" cy="2125"/>
            </a:xfrm>
            <a:custGeom>
              <a:rect b="b" l="l" r="r" t="t"/>
              <a:pathLst>
                <a:path extrusionOk="0" h="85" w="1645">
                  <a:moveTo>
                    <a:pt x="43" y="0"/>
                  </a:moveTo>
                  <a:cubicBezTo>
                    <a:pt x="22" y="0"/>
                    <a:pt x="1" y="21"/>
                    <a:pt x="1" y="43"/>
                  </a:cubicBezTo>
                  <a:cubicBezTo>
                    <a:pt x="1" y="64"/>
                    <a:pt x="22" y="85"/>
                    <a:pt x="43" y="85"/>
                  </a:cubicBezTo>
                  <a:lnTo>
                    <a:pt x="1602" y="85"/>
                  </a:lnTo>
                  <a:cubicBezTo>
                    <a:pt x="1624" y="85"/>
                    <a:pt x="1645" y="64"/>
                    <a:pt x="1645" y="43"/>
                  </a:cubicBezTo>
                  <a:cubicBezTo>
                    <a:pt x="1645" y="21"/>
                    <a:pt x="1624" y="0"/>
                    <a:pt x="16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6"/>
            <p:cNvSpPr/>
            <p:nvPr/>
          </p:nvSpPr>
          <p:spPr>
            <a:xfrm>
              <a:off x="4114225" y="1092650"/>
              <a:ext cx="41125" cy="1850"/>
            </a:xfrm>
            <a:custGeom>
              <a:rect b="b" l="l" r="r" t="t"/>
              <a:pathLst>
                <a:path extrusionOk="0" h="74" w="1645">
                  <a:moveTo>
                    <a:pt x="43" y="0"/>
                  </a:moveTo>
                  <a:cubicBezTo>
                    <a:pt x="22" y="0"/>
                    <a:pt x="1" y="10"/>
                    <a:pt x="1" y="43"/>
                  </a:cubicBezTo>
                  <a:cubicBezTo>
                    <a:pt x="1" y="64"/>
                    <a:pt x="22" y="74"/>
                    <a:pt x="43" y="74"/>
                  </a:cubicBezTo>
                  <a:lnTo>
                    <a:pt x="1602" y="74"/>
                  </a:lnTo>
                  <a:cubicBezTo>
                    <a:pt x="1624" y="74"/>
                    <a:pt x="1645" y="64"/>
                    <a:pt x="1645" y="43"/>
                  </a:cubicBezTo>
                  <a:cubicBezTo>
                    <a:pt x="1645" y="10"/>
                    <a:pt x="1624" y="0"/>
                    <a:pt x="16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6"/>
            <p:cNvSpPr/>
            <p:nvPr/>
          </p:nvSpPr>
          <p:spPr>
            <a:xfrm>
              <a:off x="3111250" y="550175"/>
              <a:ext cx="2150" cy="544325"/>
            </a:xfrm>
            <a:custGeom>
              <a:rect b="b" l="l" r="r" t="t"/>
              <a:pathLst>
                <a:path extrusionOk="0" h="21773" w="86">
                  <a:moveTo>
                    <a:pt x="43" y="1"/>
                  </a:moveTo>
                  <a:cubicBezTo>
                    <a:pt x="22" y="1"/>
                    <a:pt x="1" y="22"/>
                    <a:pt x="1" y="43"/>
                  </a:cubicBezTo>
                  <a:lnTo>
                    <a:pt x="1" y="21742"/>
                  </a:lnTo>
                  <a:cubicBezTo>
                    <a:pt x="1" y="21763"/>
                    <a:pt x="22" y="21773"/>
                    <a:pt x="43" y="21773"/>
                  </a:cubicBezTo>
                  <a:cubicBezTo>
                    <a:pt x="64" y="21773"/>
                    <a:pt x="85" y="21763"/>
                    <a:pt x="85" y="21742"/>
                  </a:cubicBezTo>
                  <a:lnTo>
                    <a:pt x="85" y="43"/>
                  </a:lnTo>
                  <a:cubicBezTo>
                    <a:pt x="85" y="22"/>
                    <a:pt x="64" y="1"/>
                    <a:pt x="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6"/>
            <p:cNvSpPr/>
            <p:nvPr/>
          </p:nvSpPr>
          <p:spPr>
            <a:xfrm>
              <a:off x="3091875" y="550175"/>
              <a:ext cx="40875" cy="2150"/>
            </a:xfrm>
            <a:custGeom>
              <a:rect b="b" l="l" r="r" t="t"/>
              <a:pathLst>
                <a:path extrusionOk="0" h="86" w="1635">
                  <a:moveTo>
                    <a:pt x="33" y="1"/>
                  </a:moveTo>
                  <a:cubicBezTo>
                    <a:pt x="12" y="1"/>
                    <a:pt x="1" y="22"/>
                    <a:pt x="1" y="43"/>
                  </a:cubicBezTo>
                  <a:cubicBezTo>
                    <a:pt x="1" y="64"/>
                    <a:pt x="12" y="86"/>
                    <a:pt x="33" y="86"/>
                  </a:cubicBezTo>
                  <a:lnTo>
                    <a:pt x="1592" y="86"/>
                  </a:lnTo>
                  <a:cubicBezTo>
                    <a:pt x="1613" y="86"/>
                    <a:pt x="1634" y="64"/>
                    <a:pt x="1634" y="43"/>
                  </a:cubicBezTo>
                  <a:cubicBezTo>
                    <a:pt x="1634" y="22"/>
                    <a:pt x="1613" y="1"/>
                    <a:pt x="15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6"/>
            <p:cNvSpPr/>
            <p:nvPr/>
          </p:nvSpPr>
          <p:spPr>
            <a:xfrm>
              <a:off x="3091875" y="1092650"/>
              <a:ext cx="40875" cy="1850"/>
            </a:xfrm>
            <a:custGeom>
              <a:rect b="b" l="l" r="r" t="t"/>
              <a:pathLst>
                <a:path extrusionOk="0" h="74" w="1635">
                  <a:moveTo>
                    <a:pt x="33" y="0"/>
                  </a:moveTo>
                  <a:cubicBezTo>
                    <a:pt x="12" y="0"/>
                    <a:pt x="1" y="10"/>
                    <a:pt x="1" y="43"/>
                  </a:cubicBezTo>
                  <a:cubicBezTo>
                    <a:pt x="1" y="64"/>
                    <a:pt x="12" y="74"/>
                    <a:pt x="33" y="74"/>
                  </a:cubicBezTo>
                  <a:lnTo>
                    <a:pt x="1592" y="74"/>
                  </a:lnTo>
                  <a:cubicBezTo>
                    <a:pt x="1613" y="74"/>
                    <a:pt x="1634" y="64"/>
                    <a:pt x="1634" y="43"/>
                  </a:cubicBezTo>
                  <a:cubicBezTo>
                    <a:pt x="1634" y="10"/>
                    <a:pt x="1613" y="0"/>
                    <a:pt x="15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6"/>
            <p:cNvSpPr/>
            <p:nvPr/>
          </p:nvSpPr>
          <p:spPr>
            <a:xfrm>
              <a:off x="3198225" y="1120225"/>
              <a:ext cx="2125" cy="40850"/>
            </a:xfrm>
            <a:custGeom>
              <a:rect b="b" l="l" r="r" t="t"/>
              <a:pathLst>
                <a:path extrusionOk="0" h="1634" w="85">
                  <a:moveTo>
                    <a:pt x="42" y="0"/>
                  </a:moveTo>
                  <a:cubicBezTo>
                    <a:pt x="21" y="0"/>
                    <a:pt x="0" y="10"/>
                    <a:pt x="0" y="42"/>
                  </a:cubicBezTo>
                  <a:lnTo>
                    <a:pt x="0" y="1591"/>
                  </a:lnTo>
                  <a:cubicBezTo>
                    <a:pt x="0" y="1622"/>
                    <a:pt x="21" y="1633"/>
                    <a:pt x="42" y="1633"/>
                  </a:cubicBezTo>
                  <a:cubicBezTo>
                    <a:pt x="64" y="1633"/>
                    <a:pt x="85" y="1622"/>
                    <a:pt x="85" y="1591"/>
                  </a:cubicBezTo>
                  <a:lnTo>
                    <a:pt x="85" y="42"/>
                  </a:lnTo>
                  <a:cubicBezTo>
                    <a:pt x="85" y="10"/>
                    <a:pt x="64" y="0"/>
                    <a:pt x="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6"/>
            <p:cNvSpPr/>
            <p:nvPr/>
          </p:nvSpPr>
          <p:spPr>
            <a:xfrm>
              <a:off x="4052200" y="1120225"/>
              <a:ext cx="1875" cy="40850"/>
            </a:xfrm>
            <a:custGeom>
              <a:rect b="b" l="l" r="r" t="t"/>
              <a:pathLst>
                <a:path extrusionOk="0" h="1634" w="75">
                  <a:moveTo>
                    <a:pt x="42" y="0"/>
                  </a:moveTo>
                  <a:cubicBezTo>
                    <a:pt x="11" y="0"/>
                    <a:pt x="0" y="10"/>
                    <a:pt x="0" y="42"/>
                  </a:cubicBezTo>
                  <a:lnTo>
                    <a:pt x="0" y="1591"/>
                  </a:lnTo>
                  <a:cubicBezTo>
                    <a:pt x="0" y="1622"/>
                    <a:pt x="11" y="1633"/>
                    <a:pt x="42" y="1633"/>
                  </a:cubicBezTo>
                  <a:cubicBezTo>
                    <a:pt x="64" y="1633"/>
                    <a:pt x="75" y="1622"/>
                    <a:pt x="75" y="1591"/>
                  </a:cubicBezTo>
                  <a:lnTo>
                    <a:pt x="75" y="42"/>
                  </a:lnTo>
                  <a:cubicBezTo>
                    <a:pt x="75" y="10"/>
                    <a:pt x="64" y="0"/>
                    <a:pt x="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6"/>
            <p:cNvSpPr/>
            <p:nvPr/>
          </p:nvSpPr>
          <p:spPr>
            <a:xfrm>
              <a:off x="4171250" y="574300"/>
              <a:ext cx="1850" cy="115375"/>
            </a:xfrm>
            <a:custGeom>
              <a:rect b="b" l="l" r="r" t="t"/>
              <a:pathLst>
                <a:path extrusionOk="0" h="4615" w="74">
                  <a:moveTo>
                    <a:pt x="32" y="0"/>
                  </a:moveTo>
                  <a:cubicBezTo>
                    <a:pt x="10" y="0"/>
                    <a:pt x="0" y="11"/>
                    <a:pt x="0" y="33"/>
                  </a:cubicBezTo>
                  <a:lnTo>
                    <a:pt x="0" y="4572"/>
                  </a:lnTo>
                  <a:cubicBezTo>
                    <a:pt x="0" y="4603"/>
                    <a:pt x="10" y="4614"/>
                    <a:pt x="32" y="4614"/>
                  </a:cubicBezTo>
                  <a:cubicBezTo>
                    <a:pt x="64" y="4614"/>
                    <a:pt x="74" y="4603"/>
                    <a:pt x="74" y="4572"/>
                  </a:cubicBezTo>
                  <a:lnTo>
                    <a:pt x="74" y="33"/>
                  </a:lnTo>
                  <a:cubicBezTo>
                    <a:pt x="74" y="11"/>
                    <a:pt x="64" y="0"/>
                    <a:pt x="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6"/>
            <p:cNvSpPr/>
            <p:nvPr/>
          </p:nvSpPr>
          <p:spPr>
            <a:xfrm>
              <a:off x="4159050" y="569000"/>
              <a:ext cx="26250" cy="8250"/>
            </a:xfrm>
            <a:custGeom>
              <a:rect b="b" l="l" r="r" t="t"/>
              <a:pathLst>
                <a:path extrusionOk="0" h="330" w="1050">
                  <a:moveTo>
                    <a:pt x="520" y="0"/>
                  </a:moveTo>
                  <a:lnTo>
                    <a:pt x="0" y="330"/>
                  </a:lnTo>
                  <a:lnTo>
                    <a:pt x="1050" y="330"/>
                  </a:lnTo>
                  <a:lnTo>
                    <a:pt x="5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6"/>
            <p:cNvSpPr/>
            <p:nvPr/>
          </p:nvSpPr>
          <p:spPr>
            <a:xfrm>
              <a:off x="4159050" y="686725"/>
              <a:ext cx="26250" cy="8250"/>
            </a:xfrm>
            <a:custGeom>
              <a:rect b="b" l="l" r="r" t="t"/>
              <a:pathLst>
                <a:path extrusionOk="0" h="330" w="1050">
                  <a:moveTo>
                    <a:pt x="0" y="0"/>
                  </a:moveTo>
                  <a:lnTo>
                    <a:pt x="520" y="329"/>
                  </a:lnTo>
                  <a:lnTo>
                    <a:pt x="10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6"/>
            <p:cNvSpPr/>
            <p:nvPr/>
          </p:nvSpPr>
          <p:spPr>
            <a:xfrm>
              <a:off x="3291000" y="1171125"/>
              <a:ext cx="81425" cy="2150"/>
            </a:xfrm>
            <a:custGeom>
              <a:rect b="b" l="l" r="r" t="t"/>
              <a:pathLst>
                <a:path extrusionOk="0" h="86" w="3257">
                  <a:moveTo>
                    <a:pt x="43" y="0"/>
                  </a:moveTo>
                  <a:cubicBezTo>
                    <a:pt x="22" y="0"/>
                    <a:pt x="1" y="21"/>
                    <a:pt x="1" y="43"/>
                  </a:cubicBezTo>
                  <a:cubicBezTo>
                    <a:pt x="1" y="64"/>
                    <a:pt x="22" y="85"/>
                    <a:pt x="43" y="85"/>
                  </a:cubicBezTo>
                  <a:lnTo>
                    <a:pt x="3214" y="85"/>
                  </a:lnTo>
                  <a:cubicBezTo>
                    <a:pt x="3235" y="85"/>
                    <a:pt x="3256" y="64"/>
                    <a:pt x="3256" y="43"/>
                  </a:cubicBezTo>
                  <a:cubicBezTo>
                    <a:pt x="3256" y="21"/>
                    <a:pt x="3235" y="0"/>
                    <a:pt x="32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6"/>
            <p:cNvSpPr/>
            <p:nvPr/>
          </p:nvSpPr>
          <p:spPr>
            <a:xfrm>
              <a:off x="3369200" y="1158925"/>
              <a:ext cx="8525" cy="26250"/>
            </a:xfrm>
            <a:custGeom>
              <a:rect b="b" l="l" r="r" t="t"/>
              <a:pathLst>
                <a:path extrusionOk="0" h="1050" w="341">
                  <a:moveTo>
                    <a:pt x="1" y="0"/>
                  </a:moveTo>
                  <a:lnTo>
                    <a:pt x="1" y="1050"/>
                  </a:lnTo>
                  <a:lnTo>
                    <a:pt x="12" y="1050"/>
                  </a:lnTo>
                  <a:lnTo>
                    <a:pt x="340" y="531"/>
                  </a:lnTo>
                  <a:lnTo>
                    <a:pt x="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6"/>
            <p:cNvSpPr/>
            <p:nvPr/>
          </p:nvSpPr>
          <p:spPr>
            <a:xfrm>
              <a:off x="3285700" y="1158925"/>
              <a:ext cx="8525" cy="26250"/>
            </a:xfrm>
            <a:custGeom>
              <a:rect b="b" l="l" r="r" t="t"/>
              <a:pathLst>
                <a:path extrusionOk="0" h="1050" w="341">
                  <a:moveTo>
                    <a:pt x="329" y="0"/>
                  </a:moveTo>
                  <a:lnTo>
                    <a:pt x="1" y="531"/>
                  </a:lnTo>
                  <a:lnTo>
                    <a:pt x="329" y="1050"/>
                  </a:lnTo>
                  <a:lnTo>
                    <a:pt x="340" y="1050"/>
                  </a:lnTo>
                  <a:lnTo>
                    <a:pt x="34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6"/>
            <p:cNvSpPr/>
            <p:nvPr/>
          </p:nvSpPr>
          <p:spPr>
            <a:xfrm>
              <a:off x="4171250" y="759625"/>
              <a:ext cx="1850" cy="220100"/>
            </a:xfrm>
            <a:custGeom>
              <a:rect b="b" l="l" r="r" t="t"/>
              <a:pathLst>
                <a:path extrusionOk="0" h="8804" w="74">
                  <a:moveTo>
                    <a:pt x="32" y="1"/>
                  </a:moveTo>
                  <a:cubicBezTo>
                    <a:pt x="10" y="1"/>
                    <a:pt x="0" y="22"/>
                    <a:pt x="0" y="43"/>
                  </a:cubicBezTo>
                  <a:lnTo>
                    <a:pt x="0" y="8771"/>
                  </a:lnTo>
                  <a:cubicBezTo>
                    <a:pt x="0" y="8792"/>
                    <a:pt x="10" y="8803"/>
                    <a:pt x="32" y="8803"/>
                  </a:cubicBezTo>
                  <a:cubicBezTo>
                    <a:pt x="64" y="8803"/>
                    <a:pt x="74" y="8792"/>
                    <a:pt x="74" y="8771"/>
                  </a:cubicBezTo>
                  <a:lnTo>
                    <a:pt x="74" y="43"/>
                  </a:lnTo>
                  <a:cubicBezTo>
                    <a:pt x="74" y="22"/>
                    <a:pt x="64" y="1"/>
                    <a:pt x="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6"/>
            <p:cNvSpPr/>
            <p:nvPr/>
          </p:nvSpPr>
          <p:spPr>
            <a:xfrm>
              <a:off x="4159050" y="754325"/>
              <a:ext cx="26250" cy="8525"/>
            </a:xfrm>
            <a:custGeom>
              <a:rect b="b" l="l" r="r" t="t"/>
              <a:pathLst>
                <a:path extrusionOk="0" h="341" w="1050">
                  <a:moveTo>
                    <a:pt x="520" y="1"/>
                  </a:moveTo>
                  <a:lnTo>
                    <a:pt x="0" y="329"/>
                  </a:lnTo>
                  <a:lnTo>
                    <a:pt x="0" y="340"/>
                  </a:lnTo>
                  <a:lnTo>
                    <a:pt x="1050" y="340"/>
                  </a:lnTo>
                  <a:lnTo>
                    <a:pt x="1050" y="329"/>
                  </a:lnTo>
                  <a:lnTo>
                    <a:pt x="5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6"/>
            <p:cNvSpPr/>
            <p:nvPr/>
          </p:nvSpPr>
          <p:spPr>
            <a:xfrm>
              <a:off x="4159050" y="976775"/>
              <a:ext cx="26250" cy="8500"/>
            </a:xfrm>
            <a:custGeom>
              <a:rect b="b" l="l" r="r" t="t"/>
              <a:pathLst>
                <a:path extrusionOk="0" h="340" w="1050">
                  <a:moveTo>
                    <a:pt x="0" y="0"/>
                  </a:moveTo>
                  <a:lnTo>
                    <a:pt x="520" y="340"/>
                  </a:lnTo>
                  <a:lnTo>
                    <a:pt x="10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6"/>
            <p:cNvSpPr/>
            <p:nvPr/>
          </p:nvSpPr>
          <p:spPr>
            <a:xfrm>
              <a:off x="4213925" y="874950"/>
              <a:ext cx="2150" cy="104775"/>
            </a:xfrm>
            <a:custGeom>
              <a:rect b="b" l="l" r="r" t="t"/>
              <a:pathLst>
                <a:path extrusionOk="0" h="4191" w="86">
                  <a:moveTo>
                    <a:pt x="43" y="1"/>
                  </a:moveTo>
                  <a:cubicBezTo>
                    <a:pt x="21" y="1"/>
                    <a:pt x="0" y="22"/>
                    <a:pt x="0" y="43"/>
                  </a:cubicBezTo>
                  <a:lnTo>
                    <a:pt x="0" y="4158"/>
                  </a:lnTo>
                  <a:cubicBezTo>
                    <a:pt x="0" y="4179"/>
                    <a:pt x="21" y="4190"/>
                    <a:pt x="43" y="4190"/>
                  </a:cubicBezTo>
                  <a:cubicBezTo>
                    <a:pt x="64" y="4190"/>
                    <a:pt x="85" y="4179"/>
                    <a:pt x="85" y="4158"/>
                  </a:cubicBezTo>
                  <a:lnTo>
                    <a:pt x="85" y="43"/>
                  </a:lnTo>
                  <a:cubicBezTo>
                    <a:pt x="85" y="22"/>
                    <a:pt x="64" y="1"/>
                    <a:pt x="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6"/>
            <p:cNvSpPr/>
            <p:nvPr/>
          </p:nvSpPr>
          <p:spPr>
            <a:xfrm>
              <a:off x="4201725" y="869650"/>
              <a:ext cx="26525" cy="8525"/>
            </a:xfrm>
            <a:custGeom>
              <a:rect b="b" l="l" r="r" t="t"/>
              <a:pathLst>
                <a:path extrusionOk="0" h="341" w="1061">
                  <a:moveTo>
                    <a:pt x="531" y="1"/>
                  </a:moveTo>
                  <a:lnTo>
                    <a:pt x="0" y="340"/>
                  </a:lnTo>
                  <a:lnTo>
                    <a:pt x="1061" y="340"/>
                  </a:lnTo>
                  <a:lnTo>
                    <a:pt x="5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6"/>
            <p:cNvSpPr/>
            <p:nvPr/>
          </p:nvSpPr>
          <p:spPr>
            <a:xfrm>
              <a:off x="4201725" y="976775"/>
              <a:ext cx="26525" cy="8500"/>
            </a:xfrm>
            <a:custGeom>
              <a:rect b="b" l="l" r="r" t="t"/>
              <a:pathLst>
                <a:path extrusionOk="0" h="340" w="1061">
                  <a:moveTo>
                    <a:pt x="0" y="0"/>
                  </a:moveTo>
                  <a:lnTo>
                    <a:pt x="531" y="340"/>
                  </a:lnTo>
                  <a:lnTo>
                    <a:pt x="10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6"/>
            <p:cNvSpPr/>
            <p:nvPr/>
          </p:nvSpPr>
          <p:spPr>
            <a:xfrm>
              <a:off x="3637800" y="1171125"/>
              <a:ext cx="123575" cy="2150"/>
            </a:xfrm>
            <a:custGeom>
              <a:rect b="b" l="l" r="r" t="t"/>
              <a:pathLst>
                <a:path extrusionOk="0" h="86" w="4943">
                  <a:moveTo>
                    <a:pt x="43" y="0"/>
                  </a:moveTo>
                  <a:cubicBezTo>
                    <a:pt x="11" y="0"/>
                    <a:pt x="0" y="21"/>
                    <a:pt x="0" y="43"/>
                  </a:cubicBezTo>
                  <a:cubicBezTo>
                    <a:pt x="0" y="64"/>
                    <a:pt x="11" y="85"/>
                    <a:pt x="43" y="85"/>
                  </a:cubicBezTo>
                  <a:lnTo>
                    <a:pt x="4900" y="85"/>
                  </a:lnTo>
                  <a:cubicBezTo>
                    <a:pt x="4921" y="85"/>
                    <a:pt x="4943" y="64"/>
                    <a:pt x="4943" y="43"/>
                  </a:cubicBezTo>
                  <a:cubicBezTo>
                    <a:pt x="4943" y="21"/>
                    <a:pt x="4921" y="0"/>
                    <a:pt x="49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6"/>
            <p:cNvSpPr/>
            <p:nvPr/>
          </p:nvSpPr>
          <p:spPr>
            <a:xfrm>
              <a:off x="3758175" y="1158925"/>
              <a:ext cx="8500" cy="26250"/>
            </a:xfrm>
            <a:custGeom>
              <a:rect b="b" l="l" r="r" t="t"/>
              <a:pathLst>
                <a:path extrusionOk="0" h="1050" w="340">
                  <a:moveTo>
                    <a:pt x="0" y="0"/>
                  </a:moveTo>
                  <a:lnTo>
                    <a:pt x="0" y="1050"/>
                  </a:lnTo>
                  <a:lnTo>
                    <a:pt x="340" y="531"/>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6"/>
            <p:cNvSpPr/>
            <p:nvPr/>
          </p:nvSpPr>
          <p:spPr>
            <a:xfrm>
              <a:off x="3632500" y="1158925"/>
              <a:ext cx="8225" cy="26250"/>
            </a:xfrm>
            <a:custGeom>
              <a:rect b="b" l="l" r="r" t="t"/>
              <a:pathLst>
                <a:path extrusionOk="0" h="1050" w="329">
                  <a:moveTo>
                    <a:pt x="329" y="0"/>
                  </a:moveTo>
                  <a:lnTo>
                    <a:pt x="0" y="531"/>
                  </a:lnTo>
                  <a:lnTo>
                    <a:pt x="329" y="1050"/>
                  </a:lnTo>
                  <a:lnTo>
                    <a:pt x="3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6"/>
            <p:cNvSpPr/>
            <p:nvPr/>
          </p:nvSpPr>
          <p:spPr>
            <a:xfrm>
              <a:off x="3619250" y="426350"/>
              <a:ext cx="1850" cy="71625"/>
            </a:xfrm>
            <a:custGeom>
              <a:rect b="b" l="l" r="r" t="t"/>
              <a:pathLst>
                <a:path extrusionOk="0" h="2865" w="74">
                  <a:moveTo>
                    <a:pt x="32" y="1"/>
                  </a:moveTo>
                  <a:cubicBezTo>
                    <a:pt x="10" y="1"/>
                    <a:pt x="0" y="12"/>
                    <a:pt x="0" y="43"/>
                  </a:cubicBezTo>
                  <a:lnTo>
                    <a:pt x="0" y="2833"/>
                  </a:lnTo>
                  <a:cubicBezTo>
                    <a:pt x="0" y="2854"/>
                    <a:pt x="10" y="2864"/>
                    <a:pt x="32" y="2864"/>
                  </a:cubicBezTo>
                  <a:cubicBezTo>
                    <a:pt x="64" y="2864"/>
                    <a:pt x="74" y="2854"/>
                    <a:pt x="74" y="2833"/>
                  </a:cubicBezTo>
                  <a:lnTo>
                    <a:pt x="74" y="43"/>
                  </a:lnTo>
                  <a:cubicBezTo>
                    <a:pt x="74" y="12"/>
                    <a:pt x="64" y="1"/>
                    <a:pt x="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6"/>
            <p:cNvSpPr/>
            <p:nvPr/>
          </p:nvSpPr>
          <p:spPr>
            <a:xfrm>
              <a:off x="3607050" y="421050"/>
              <a:ext cx="26250" cy="8250"/>
            </a:xfrm>
            <a:custGeom>
              <a:rect b="b" l="l" r="r" t="t"/>
              <a:pathLst>
                <a:path extrusionOk="0" h="330" w="1050">
                  <a:moveTo>
                    <a:pt x="520" y="1"/>
                  </a:moveTo>
                  <a:lnTo>
                    <a:pt x="0" y="330"/>
                  </a:lnTo>
                  <a:lnTo>
                    <a:pt x="1050" y="330"/>
                  </a:lnTo>
                  <a:lnTo>
                    <a:pt x="5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6"/>
            <p:cNvSpPr/>
            <p:nvPr/>
          </p:nvSpPr>
          <p:spPr>
            <a:xfrm>
              <a:off x="3607050" y="495025"/>
              <a:ext cx="26250" cy="8525"/>
            </a:xfrm>
            <a:custGeom>
              <a:rect b="b" l="l" r="r" t="t"/>
              <a:pathLst>
                <a:path extrusionOk="0" h="341" w="1050">
                  <a:moveTo>
                    <a:pt x="0" y="1"/>
                  </a:moveTo>
                  <a:lnTo>
                    <a:pt x="520" y="340"/>
                  </a:lnTo>
                  <a:lnTo>
                    <a:pt x="10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6"/>
            <p:cNvSpPr/>
            <p:nvPr/>
          </p:nvSpPr>
          <p:spPr>
            <a:xfrm>
              <a:off x="3357550" y="400125"/>
              <a:ext cx="200450" cy="2150"/>
            </a:xfrm>
            <a:custGeom>
              <a:rect b="b" l="l" r="r" t="t"/>
              <a:pathLst>
                <a:path extrusionOk="0" h="86" w="8018">
                  <a:moveTo>
                    <a:pt x="33" y="0"/>
                  </a:moveTo>
                  <a:cubicBezTo>
                    <a:pt x="11" y="0"/>
                    <a:pt x="0" y="21"/>
                    <a:pt x="0" y="43"/>
                  </a:cubicBezTo>
                  <a:cubicBezTo>
                    <a:pt x="0" y="64"/>
                    <a:pt x="11" y="85"/>
                    <a:pt x="33" y="85"/>
                  </a:cubicBezTo>
                  <a:lnTo>
                    <a:pt x="7975" y="85"/>
                  </a:lnTo>
                  <a:cubicBezTo>
                    <a:pt x="7997" y="85"/>
                    <a:pt x="8018" y="64"/>
                    <a:pt x="8018" y="43"/>
                  </a:cubicBezTo>
                  <a:cubicBezTo>
                    <a:pt x="8018" y="21"/>
                    <a:pt x="7997" y="0"/>
                    <a:pt x="79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6"/>
            <p:cNvSpPr/>
            <p:nvPr/>
          </p:nvSpPr>
          <p:spPr>
            <a:xfrm>
              <a:off x="3554800" y="387925"/>
              <a:ext cx="8500" cy="26250"/>
            </a:xfrm>
            <a:custGeom>
              <a:rect b="b" l="l" r="r" t="t"/>
              <a:pathLst>
                <a:path extrusionOk="0" h="1050" w="340">
                  <a:moveTo>
                    <a:pt x="1" y="0"/>
                  </a:moveTo>
                  <a:lnTo>
                    <a:pt x="1" y="1050"/>
                  </a:lnTo>
                  <a:lnTo>
                    <a:pt x="340" y="53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6"/>
            <p:cNvSpPr/>
            <p:nvPr/>
          </p:nvSpPr>
          <p:spPr>
            <a:xfrm>
              <a:off x="3352250" y="387925"/>
              <a:ext cx="8250" cy="26250"/>
            </a:xfrm>
            <a:custGeom>
              <a:rect b="b" l="l" r="r" t="t"/>
              <a:pathLst>
                <a:path extrusionOk="0" h="1050" w="330">
                  <a:moveTo>
                    <a:pt x="329" y="0"/>
                  </a:moveTo>
                  <a:lnTo>
                    <a:pt x="0" y="531"/>
                  </a:lnTo>
                  <a:lnTo>
                    <a:pt x="329" y="1050"/>
                  </a:lnTo>
                  <a:lnTo>
                    <a:pt x="3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6"/>
            <p:cNvSpPr/>
            <p:nvPr/>
          </p:nvSpPr>
          <p:spPr>
            <a:xfrm>
              <a:off x="3411375" y="348400"/>
              <a:ext cx="96525" cy="1900"/>
            </a:xfrm>
            <a:custGeom>
              <a:rect b="b" l="l" r="r" t="t"/>
              <a:pathLst>
                <a:path extrusionOk="0" h="76" w="3861">
                  <a:moveTo>
                    <a:pt x="43" y="1"/>
                  </a:moveTo>
                  <a:cubicBezTo>
                    <a:pt x="22" y="1"/>
                    <a:pt x="1" y="12"/>
                    <a:pt x="1" y="33"/>
                  </a:cubicBezTo>
                  <a:cubicBezTo>
                    <a:pt x="1" y="64"/>
                    <a:pt x="22" y="75"/>
                    <a:pt x="43" y="75"/>
                  </a:cubicBezTo>
                  <a:lnTo>
                    <a:pt x="3819" y="75"/>
                  </a:lnTo>
                  <a:cubicBezTo>
                    <a:pt x="3840" y="75"/>
                    <a:pt x="3861" y="64"/>
                    <a:pt x="3861" y="33"/>
                  </a:cubicBezTo>
                  <a:cubicBezTo>
                    <a:pt x="3861" y="12"/>
                    <a:pt x="3840" y="1"/>
                    <a:pt x="38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6"/>
            <p:cNvSpPr/>
            <p:nvPr/>
          </p:nvSpPr>
          <p:spPr>
            <a:xfrm>
              <a:off x="3504700" y="336200"/>
              <a:ext cx="8525" cy="26300"/>
            </a:xfrm>
            <a:custGeom>
              <a:rect b="b" l="l" r="r" t="t"/>
              <a:pathLst>
                <a:path extrusionOk="0" h="1052" w="341">
                  <a:moveTo>
                    <a:pt x="1" y="1"/>
                  </a:moveTo>
                  <a:lnTo>
                    <a:pt x="1" y="1051"/>
                  </a:lnTo>
                  <a:lnTo>
                    <a:pt x="11" y="1051"/>
                  </a:lnTo>
                  <a:lnTo>
                    <a:pt x="340" y="521"/>
                  </a:lnTo>
                  <a:lnTo>
                    <a:pt x="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6"/>
            <p:cNvSpPr/>
            <p:nvPr/>
          </p:nvSpPr>
          <p:spPr>
            <a:xfrm>
              <a:off x="3406075" y="336200"/>
              <a:ext cx="8500" cy="26300"/>
            </a:xfrm>
            <a:custGeom>
              <a:rect b="b" l="l" r="r" t="t"/>
              <a:pathLst>
                <a:path extrusionOk="0" h="1052" w="340">
                  <a:moveTo>
                    <a:pt x="340" y="1"/>
                  </a:moveTo>
                  <a:lnTo>
                    <a:pt x="1" y="521"/>
                  </a:lnTo>
                  <a:lnTo>
                    <a:pt x="340" y="1051"/>
                  </a:lnTo>
                  <a:lnTo>
                    <a:pt x="34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6"/>
            <p:cNvSpPr/>
            <p:nvPr/>
          </p:nvSpPr>
          <p:spPr>
            <a:xfrm>
              <a:off x="3753125" y="258550"/>
              <a:ext cx="121200" cy="1850"/>
            </a:xfrm>
            <a:custGeom>
              <a:rect b="b" l="l" r="r" t="t"/>
              <a:pathLst>
                <a:path extrusionOk="0" h="74" w="4848">
                  <a:moveTo>
                    <a:pt x="43" y="0"/>
                  </a:moveTo>
                  <a:cubicBezTo>
                    <a:pt x="22" y="0"/>
                    <a:pt x="0" y="21"/>
                    <a:pt x="0" y="42"/>
                  </a:cubicBezTo>
                  <a:cubicBezTo>
                    <a:pt x="0" y="64"/>
                    <a:pt x="22" y="74"/>
                    <a:pt x="43" y="74"/>
                  </a:cubicBezTo>
                  <a:lnTo>
                    <a:pt x="4805" y="74"/>
                  </a:lnTo>
                  <a:cubicBezTo>
                    <a:pt x="4826" y="74"/>
                    <a:pt x="4847" y="64"/>
                    <a:pt x="4847" y="42"/>
                  </a:cubicBezTo>
                  <a:cubicBezTo>
                    <a:pt x="4847" y="21"/>
                    <a:pt x="4826" y="0"/>
                    <a:pt x="48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6"/>
            <p:cNvSpPr/>
            <p:nvPr/>
          </p:nvSpPr>
          <p:spPr>
            <a:xfrm>
              <a:off x="3871125" y="246350"/>
              <a:ext cx="8500" cy="26250"/>
            </a:xfrm>
            <a:custGeom>
              <a:rect b="b" l="l" r="r" t="t"/>
              <a:pathLst>
                <a:path extrusionOk="0" h="1050" w="340">
                  <a:moveTo>
                    <a:pt x="0" y="0"/>
                  </a:moveTo>
                  <a:lnTo>
                    <a:pt x="0" y="1050"/>
                  </a:lnTo>
                  <a:lnTo>
                    <a:pt x="10" y="1050"/>
                  </a:lnTo>
                  <a:lnTo>
                    <a:pt x="339" y="530"/>
                  </a:lnTo>
                  <a:lnTo>
                    <a:pt x="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6"/>
            <p:cNvSpPr/>
            <p:nvPr/>
          </p:nvSpPr>
          <p:spPr>
            <a:xfrm>
              <a:off x="3747825" y="246350"/>
              <a:ext cx="8250" cy="26250"/>
            </a:xfrm>
            <a:custGeom>
              <a:rect b="b" l="l" r="r" t="t"/>
              <a:pathLst>
                <a:path extrusionOk="0" h="1050" w="330">
                  <a:moveTo>
                    <a:pt x="329" y="0"/>
                  </a:moveTo>
                  <a:lnTo>
                    <a:pt x="0" y="530"/>
                  </a:lnTo>
                  <a:lnTo>
                    <a:pt x="329" y="1050"/>
                  </a:lnTo>
                  <a:lnTo>
                    <a:pt x="3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6"/>
            <p:cNvSpPr/>
            <p:nvPr/>
          </p:nvSpPr>
          <p:spPr>
            <a:xfrm>
              <a:off x="3078900" y="636625"/>
              <a:ext cx="2150" cy="95450"/>
            </a:xfrm>
            <a:custGeom>
              <a:rect b="b" l="l" r="r" t="t"/>
              <a:pathLst>
                <a:path extrusionOk="0" h="3818" w="86">
                  <a:moveTo>
                    <a:pt x="43" y="0"/>
                  </a:moveTo>
                  <a:cubicBezTo>
                    <a:pt x="22" y="0"/>
                    <a:pt x="1" y="21"/>
                    <a:pt x="1" y="43"/>
                  </a:cubicBezTo>
                  <a:lnTo>
                    <a:pt x="1" y="3776"/>
                  </a:lnTo>
                  <a:cubicBezTo>
                    <a:pt x="1" y="3797"/>
                    <a:pt x="22" y="3818"/>
                    <a:pt x="43" y="3818"/>
                  </a:cubicBezTo>
                  <a:cubicBezTo>
                    <a:pt x="64" y="3818"/>
                    <a:pt x="86" y="3797"/>
                    <a:pt x="86" y="3776"/>
                  </a:cubicBezTo>
                  <a:lnTo>
                    <a:pt x="86" y="43"/>
                  </a:lnTo>
                  <a:cubicBezTo>
                    <a:pt x="86" y="21"/>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6"/>
            <p:cNvSpPr/>
            <p:nvPr/>
          </p:nvSpPr>
          <p:spPr>
            <a:xfrm>
              <a:off x="3066700" y="631300"/>
              <a:ext cx="26275" cy="8525"/>
            </a:xfrm>
            <a:custGeom>
              <a:rect b="b" l="l" r="r" t="t"/>
              <a:pathLst>
                <a:path extrusionOk="0" h="341" w="1051">
                  <a:moveTo>
                    <a:pt x="531" y="1"/>
                  </a:moveTo>
                  <a:lnTo>
                    <a:pt x="1" y="329"/>
                  </a:lnTo>
                  <a:lnTo>
                    <a:pt x="1" y="340"/>
                  </a:lnTo>
                  <a:lnTo>
                    <a:pt x="1050" y="340"/>
                  </a:lnTo>
                  <a:lnTo>
                    <a:pt x="1050" y="329"/>
                  </a:lnTo>
                  <a:lnTo>
                    <a:pt x="5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6"/>
            <p:cNvSpPr/>
            <p:nvPr/>
          </p:nvSpPr>
          <p:spPr>
            <a:xfrm>
              <a:off x="3066700" y="728875"/>
              <a:ext cx="26275" cy="8525"/>
            </a:xfrm>
            <a:custGeom>
              <a:rect b="b" l="l" r="r" t="t"/>
              <a:pathLst>
                <a:path extrusionOk="0" h="341" w="1051">
                  <a:moveTo>
                    <a:pt x="1" y="1"/>
                  </a:moveTo>
                  <a:lnTo>
                    <a:pt x="531" y="340"/>
                  </a:lnTo>
                  <a:lnTo>
                    <a:pt x="10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6"/>
            <p:cNvSpPr/>
            <p:nvPr/>
          </p:nvSpPr>
          <p:spPr>
            <a:xfrm>
              <a:off x="3078900" y="768900"/>
              <a:ext cx="2150" cy="172375"/>
            </a:xfrm>
            <a:custGeom>
              <a:rect b="b" l="l" r="r" t="t"/>
              <a:pathLst>
                <a:path extrusionOk="0" h="6895" w="86">
                  <a:moveTo>
                    <a:pt x="43" y="1"/>
                  </a:moveTo>
                  <a:cubicBezTo>
                    <a:pt x="22" y="1"/>
                    <a:pt x="1" y="22"/>
                    <a:pt x="1" y="43"/>
                  </a:cubicBezTo>
                  <a:lnTo>
                    <a:pt x="1" y="6863"/>
                  </a:lnTo>
                  <a:cubicBezTo>
                    <a:pt x="1" y="6884"/>
                    <a:pt x="22" y="6894"/>
                    <a:pt x="43" y="6894"/>
                  </a:cubicBezTo>
                  <a:cubicBezTo>
                    <a:pt x="64" y="6894"/>
                    <a:pt x="86" y="6884"/>
                    <a:pt x="86" y="6863"/>
                  </a:cubicBezTo>
                  <a:lnTo>
                    <a:pt x="86" y="43"/>
                  </a:lnTo>
                  <a:cubicBezTo>
                    <a:pt x="86" y="22"/>
                    <a:pt x="64" y="1"/>
                    <a:pt x="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6"/>
            <p:cNvSpPr/>
            <p:nvPr/>
          </p:nvSpPr>
          <p:spPr>
            <a:xfrm>
              <a:off x="3066700" y="763600"/>
              <a:ext cx="26275" cy="8500"/>
            </a:xfrm>
            <a:custGeom>
              <a:rect b="b" l="l" r="r" t="t"/>
              <a:pathLst>
                <a:path extrusionOk="0" h="340" w="1051">
                  <a:moveTo>
                    <a:pt x="531" y="1"/>
                  </a:moveTo>
                  <a:lnTo>
                    <a:pt x="1" y="330"/>
                  </a:lnTo>
                  <a:lnTo>
                    <a:pt x="1" y="340"/>
                  </a:lnTo>
                  <a:lnTo>
                    <a:pt x="1050" y="340"/>
                  </a:lnTo>
                  <a:lnTo>
                    <a:pt x="1050" y="330"/>
                  </a:lnTo>
                  <a:lnTo>
                    <a:pt x="5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6"/>
            <p:cNvSpPr/>
            <p:nvPr/>
          </p:nvSpPr>
          <p:spPr>
            <a:xfrm>
              <a:off x="3066700" y="938325"/>
              <a:ext cx="26275" cy="8525"/>
            </a:xfrm>
            <a:custGeom>
              <a:rect b="b" l="l" r="r" t="t"/>
              <a:pathLst>
                <a:path extrusionOk="0" h="341" w="1051">
                  <a:moveTo>
                    <a:pt x="1" y="1"/>
                  </a:moveTo>
                  <a:lnTo>
                    <a:pt x="531" y="340"/>
                  </a:lnTo>
                  <a:lnTo>
                    <a:pt x="10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6"/>
            <p:cNvSpPr/>
            <p:nvPr/>
          </p:nvSpPr>
          <p:spPr>
            <a:xfrm>
              <a:off x="3024550" y="887950"/>
              <a:ext cx="2150" cy="53325"/>
            </a:xfrm>
            <a:custGeom>
              <a:rect b="b" l="l" r="r" t="t"/>
              <a:pathLst>
                <a:path extrusionOk="0" h="2133" w="86">
                  <a:moveTo>
                    <a:pt x="43" y="1"/>
                  </a:moveTo>
                  <a:cubicBezTo>
                    <a:pt x="21" y="1"/>
                    <a:pt x="0" y="11"/>
                    <a:pt x="0" y="43"/>
                  </a:cubicBezTo>
                  <a:lnTo>
                    <a:pt x="0" y="2101"/>
                  </a:lnTo>
                  <a:cubicBezTo>
                    <a:pt x="0" y="2122"/>
                    <a:pt x="21" y="2132"/>
                    <a:pt x="43" y="2132"/>
                  </a:cubicBezTo>
                  <a:cubicBezTo>
                    <a:pt x="64" y="2132"/>
                    <a:pt x="85" y="2122"/>
                    <a:pt x="85" y="2101"/>
                  </a:cubicBezTo>
                  <a:lnTo>
                    <a:pt x="85" y="43"/>
                  </a:lnTo>
                  <a:cubicBezTo>
                    <a:pt x="85" y="11"/>
                    <a:pt x="64" y="1"/>
                    <a:pt x="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6"/>
            <p:cNvSpPr/>
            <p:nvPr/>
          </p:nvSpPr>
          <p:spPr>
            <a:xfrm>
              <a:off x="3012625" y="882650"/>
              <a:ext cx="26250" cy="8250"/>
            </a:xfrm>
            <a:custGeom>
              <a:rect b="b" l="l" r="r" t="t"/>
              <a:pathLst>
                <a:path extrusionOk="0" h="330" w="1050">
                  <a:moveTo>
                    <a:pt x="520" y="1"/>
                  </a:moveTo>
                  <a:lnTo>
                    <a:pt x="0" y="329"/>
                  </a:lnTo>
                  <a:lnTo>
                    <a:pt x="1050" y="329"/>
                  </a:lnTo>
                  <a:lnTo>
                    <a:pt x="5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6"/>
            <p:cNvSpPr/>
            <p:nvPr/>
          </p:nvSpPr>
          <p:spPr>
            <a:xfrm>
              <a:off x="3012625" y="938325"/>
              <a:ext cx="26250" cy="8525"/>
            </a:xfrm>
            <a:custGeom>
              <a:rect b="b" l="l" r="r" t="t"/>
              <a:pathLst>
                <a:path extrusionOk="0" h="341" w="1050">
                  <a:moveTo>
                    <a:pt x="0" y="1"/>
                  </a:moveTo>
                  <a:lnTo>
                    <a:pt x="520" y="340"/>
                  </a:lnTo>
                  <a:lnTo>
                    <a:pt x="10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6"/>
            <p:cNvSpPr/>
            <p:nvPr/>
          </p:nvSpPr>
          <p:spPr>
            <a:xfrm>
              <a:off x="3078900" y="964850"/>
              <a:ext cx="2150" cy="95725"/>
            </a:xfrm>
            <a:custGeom>
              <a:rect b="b" l="l" r="r" t="t"/>
              <a:pathLst>
                <a:path extrusionOk="0" h="3829" w="86">
                  <a:moveTo>
                    <a:pt x="43" y="0"/>
                  </a:moveTo>
                  <a:cubicBezTo>
                    <a:pt x="22" y="0"/>
                    <a:pt x="1" y="22"/>
                    <a:pt x="1" y="43"/>
                  </a:cubicBezTo>
                  <a:lnTo>
                    <a:pt x="1" y="3786"/>
                  </a:lnTo>
                  <a:cubicBezTo>
                    <a:pt x="1" y="3807"/>
                    <a:pt x="22" y="3828"/>
                    <a:pt x="43" y="3828"/>
                  </a:cubicBezTo>
                  <a:cubicBezTo>
                    <a:pt x="64" y="3828"/>
                    <a:pt x="86" y="3807"/>
                    <a:pt x="86" y="3786"/>
                  </a:cubicBezTo>
                  <a:lnTo>
                    <a:pt x="86" y="43"/>
                  </a:lnTo>
                  <a:cubicBezTo>
                    <a:pt x="86"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6"/>
            <p:cNvSpPr/>
            <p:nvPr/>
          </p:nvSpPr>
          <p:spPr>
            <a:xfrm>
              <a:off x="3066700" y="959550"/>
              <a:ext cx="26275" cy="8500"/>
            </a:xfrm>
            <a:custGeom>
              <a:rect b="b" l="l" r="r" t="t"/>
              <a:pathLst>
                <a:path extrusionOk="0" h="340" w="1051">
                  <a:moveTo>
                    <a:pt x="531" y="0"/>
                  </a:moveTo>
                  <a:lnTo>
                    <a:pt x="1" y="329"/>
                  </a:lnTo>
                  <a:lnTo>
                    <a:pt x="1" y="340"/>
                  </a:lnTo>
                  <a:lnTo>
                    <a:pt x="1050" y="340"/>
                  </a:lnTo>
                  <a:lnTo>
                    <a:pt x="1050" y="329"/>
                  </a:lnTo>
                  <a:lnTo>
                    <a:pt x="5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6"/>
            <p:cNvSpPr/>
            <p:nvPr/>
          </p:nvSpPr>
          <p:spPr>
            <a:xfrm>
              <a:off x="3066700" y="1057650"/>
              <a:ext cx="26275" cy="8225"/>
            </a:xfrm>
            <a:custGeom>
              <a:rect b="b" l="l" r="r" t="t"/>
              <a:pathLst>
                <a:path extrusionOk="0" h="329" w="1051">
                  <a:moveTo>
                    <a:pt x="1" y="0"/>
                  </a:moveTo>
                  <a:lnTo>
                    <a:pt x="531" y="329"/>
                  </a:lnTo>
                  <a:lnTo>
                    <a:pt x="10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6"/>
            <p:cNvSpPr/>
            <p:nvPr/>
          </p:nvSpPr>
          <p:spPr>
            <a:xfrm>
              <a:off x="4035750" y="408600"/>
              <a:ext cx="1900" cy="228575"/>
            </a:xfrm>
            <a:custGeom>
              <a:rect b="b" l="l" r="r" t="t"/>
              <a:pathLst>
                <a:path extrusionOk="0" h="9143" w="76">
                  <a:moveTo>
                    <a:pt x="33" y="1"/>
                  </a:moveTo>
                  <a:cubicBezTo>
                    <a:pt x="12" y="1"/>
                    <a:pt x="0" y="22"/>
                    <a:pt x="0" y="43"/>
                  </a:cubicBezTo>
                  <a:lnTo>
                    <a:pt x="0" y="128"/>
                  </a:lnTo>
                  <a:cubicBezTo>
                    <a:pt x="0" y="149"/>
                    <a:pt x="12" y="170"/>
                    <a:pt x="33" y="170"/>
                  </a:cubicBezTo>
                  <a:cubicBezTo>
                    <a:pt x="64" y="170"/>
                    <a:pt x="75" y="149"/>
                    <a:pt x="75" y="128"/>
                  </a:cubicBezTo>
                  <a:lnTo>
                    <a:pt x="75" y="43"/>
                  </a:lnTo>
                  <a:cubicBezTo>
                    <a:pt x="75" y="22"/>
                    <a:pt x="64" y="1"/>
                    <a:pt x="33" y="1"/>
                  </a:cubicBezTo>
                  <a:close/>
                  <a:moveTo>
                    <a:pt x="33" y="414"/>
                  </a:moveTo>
                  <a:cubicBezTo>
                    <a:pt x="12" y="414"/>
                    <a:pt x="0" y="425"/>
                    <a:pt x="0" y="456"/>
                  </a:cubicBezTo>
                  <a:lnTo>
                    <a:pt x="0" y="531"/>
                  </a:lnTo>
                  <a:cubicBezTo>
                    <a:pt x="0" y="552"/>
                    <a:pt x="12" y="573"/>
                    <a:pt x="33" y="573"/>
                  </a:cubicBezTo>
                  <a:cubicBezTo>
                    <a:pt x="64" y="573"/>
                    <a:pt x="75" y="552"/>
                    <a:pt x="75" y="531"/>
                  </a:cubicBezTo>
                  <a:lnTo>
                    <a:pt x="75" y="456"/>
                  </a:lnTo>
                  <a:cubicBezTo>
                    <a:pt x="75" y="425"/>
                    <a:pt x="64" y="414"/>
                    <a:pt x="33" y="414"/>
                  </a:cubicBezTo>
                  <a:close/>
                  <a:moveTo>
                    <a:pt x="33" y="817"/>
                  </a:moveTo>
                  <a:cubicBezTo>
                    <a:pt x="12" y="817"/>
                    <a:pt x="0" y="838"/>
                    <a:pt x="0" y="859"/>
                  </a:cubicBezTo>
                  <a:lnTo>
                    <a:pt x="0" y="944"/>
                  </a:lnTo>
                  <a:cubicBezTo>
                    <a:pt x="0" y="965"/>
                    <a:pt x="12" y="986"/>
                    <a:pt x="33" y="986"/>
                  </a:cubicBezTo>
                  <a:cubicBezTo>
                    <a:pt x="64" y="986"/>
                    <a:pt x="75" y="965"/>
                    <a:pt x="75" y="944"/>
                  </a:cubicBezTo>
                  <a:lnTo>
                    <a:pt x="75" y="859"/>
                  </a:lnTo>
                  <a:cubicBezTo>
                    <a:pt x="75" y="838"/>
                    <a:pt x="64" y="817"/>
                    <a:pt x="33" y="817"/>
                  </a:cubicBezTo>
                  <a:close/>
                  <a:moveTo>
                    <a:pt x="33" y="1231"/>
                  </a:moveTo>
                  <a:cubicBezTo>
                    <a:pt x="12" y="1231"/>
                    <a:pt x="0" y="1241"/>
                    <a:pt x="0" y="1273"/>
                  </a:cubicBezTo>
                  <a:lnTo>
                    <a:pt x="0" y="1347"/>
                  </a:lnTo>
                  <a:cubicBezTo>
                    <a:pt x="0" y="1368"/>
                    <a:pt x="12" y="1389"/>
                    <a:pt x="33" y="1389"/>
                  </a:cubicBezTo>
                  <a:cubicBezTo>
                    <a:pt x="64" y="1389"/>
                    <a:pt x="75" y="1368"/>
                    <a:pt x="75" y="1347"/>
                  </a:cubicBezTo>
                  <a:lnTo>
                    <a:pt x="75" y="1273"/>
                  </a:lnTo>
                  <a:cubicBezTo>
                    <a:pt x="75" y="1241"/>
                    <a:pt x="64" y="1231"/>
                    <a:pt x="33" y="1231"/>
                  </a:cubicBezTo>
                  <a:close/>
                  <a:moveTo>
                    <a:pt x="33" y="1634"/>
                  </a:moveTo>
                  <a:cubicBezTo>
                    <a:pt x="12" y="1634"/>
                    <a:pt x="0" y="1655"/>
                    <a:pt x="0" y="1676"/>
                  </a:cubicBezTo>
                  <a:lnTo>
                    <a:pt x="0" y="1761"/>
                  </a:lnTo>
                  <a:cubicBezTo>
                    <a:pt x="0" y="1782"/>
                    <a:pt x="12" y="1803"/>
                    <a:pt x="33" y="1803"/>
                  </a:cubicBezTo>
                  <a:cubicBezTo>
                    <a:pt x="64" y="1803"/>
                    <a:pt x="75" y="1782"/>
                    <a:pt x="75" y="1761"/>
                  </a:cubicBezTo>
                  <a:lnTo>
                    <a:pt x="75" y="1676"/>
                  </a:lnTo>
                  <a:cubicBezTo>
                    <a:pt x="75" y="1655"/>
                    <a:pt x="64" y="1634"/>
                    <a:pt x="33" y="1634"/>
                  </a:cubicBezTo>
                  <a:close/>
                  <a:moveTo>
                    <a:pt x="33" y="2047"/>
                  </a:moveTo>
                  <a:cubicBezTo>
                    <a:pt x="12" y="2047"/>
                    <a:pt x="0" y="2058"/>
                    <a:pt x="0" y="2079"/>
                  </a:cubicBezTo>
                  <a:lnTo>
                    <a:pt x="0" y="2164"/>
                  </a:lnTo>
                  <a:cubicBezTo>
                    <a:pt x="0" y="2185"/>
                    <a:pt x="12" y="2206"/>
                    <a:pt x="33" y="2206"/>
                  </a:cubicBezTo>
                  <a:cubicBezTo>
                    <a:pt x="64" y="2206"/>
                    <a:pt x="75" y="2185"/>
                    <a:pt x="75" y="2164"/>
                  </a:cubicBezTo>
                  <a:lnTo>
                    <a:pt x="75" y="2079"/>
                  </a:lnTo>
                  <a:cubicBezTo>
                    <a:pt x="75" y="2058"/>
                    <a:pt x="64" y="2047"/>
                    <a:pt x="33" y="2047"/>
                  </a:cubicBezTo>
                  <a:close/>
                  <a:moveTo>
                    <a:pt x="33" y="2450"/>
                  </a:moveTo>
                  <a:cubicBezTo>
                    <a:pt x="12" y="2450"/>
                    <a:pt x="0" y="2471"/>
                    <a:pt x="0" y="2492"/>
                  </a:cubicBezTo>
                  <a:lnTo>
                    <a:pt x="0" y="2577"/>
                  </a:lnTo>
                  <a:cubicBezTo>
                    <a:pt x="0" y="2598"/>
                    <a:pt x="12" y="2609"/>
                    <a:pt x="33" y="2609"/>
                  </a:cubicBezTo>
                  <a:cubicBezTo>
                    <a:pt x="64" y="2609"/>
                    <a:pt x="75" y="2598"/>
                    <a:pt x="75" y="2577"/>
                  </a:cubicBezTo>
                  <a:lnTo>
                    <a:pt x="75" y="2492"/>
                  </a:lnTo>
                  <a:cubicBezTo>
                    <a:pt x="75" y="2471"/>
                    <a:pt x="64" y="2450"/>
                    <a:pt x="33" y="2450"/>
                  </a:cubicBezTo>
                  <a:close/>
                  <a:moveTo>
                    <a:pt x="33" y="2864"/>
                  </a:moveTo>
                  <a:cubicBezTo>
                    <a:pt x="12" y="2864"/>
                    <a:pt x="0" y="2874"/>
                    <a:pt x="0" y="2895"/>
                  </a:cubicBezTo>
                  <a:lnTo>
                    <a:pt x="0" y="2980"/>
                  </a:lnTo>
                  <a:cubicBezTo>
                    <a:pt x="0" y="3001"/>
                    <a:pt x="12" y="3023"/>
                    <a:pt x="33" y="3023"/>
                  </a:cubicBezTo>
                  <a:cubicBezTo>
                    <a:pt x="64" y="3023"/>
                    <a:pt x="75" y="3001"/>
                    <a:pt x="75" y="2980"/>
                  </a:cubicBezTo>
                  <a:lnTo>
                    <a:pt x="75" y="2895"/>
                  </a:lnTo>
                  <a:cubicBezTo>
                    <a:pt x="75" y="2874"/>
                    <a:pt x="64" y="2864"/>
                    <a:pt x="33" y="2864"/>
                  </a:cubicBezTo>
                  <a:close/>
                  <a:moveTo>
                    <a:pt x="33" y="3267"/>
                  </a:moveTo>
                  <a:cubicBezTo>
                    <a:pt x="12" y="3267"/>
                    <a:pt x="0" y="3288"/>
                    <a:pt x="0" y="3309"/>
                  </a:cubicBezTo>
                  <a:lnTo>
                    <a:pt x="0" y="3394"/>
                  </a:lnTo>
                  <a:cubicBezTo>
                    <a:pt x="0" y="3415"/>
                    <a:pt x="12" y="3426"/>
                    <a:pt x="33" y="3426"/>
                  </a:cubicBezTo>
                  <a:cubicBezTo>
                    <a:pt x="64" y="3426"/>
                    <a:pt x="75" y="3415"/>
                    <a:pt x="75" y="3394"/>
                  </a:cubicBezTo>
                  <a:lnTo>
                    <a:pt x="75" y="3309"/>
                  </a:lnTo>
                  <a:cubicBezTo>
                    <a:pt x="75" y="3288"/>
                    <a:pt x="64" y="3267"/>
                    <a:pt x="33" y="3267"/>
                  </a:cubicBezTo>
                  <a:close/>
                  <a:moveTo>
                    <a:pt x="33" y="3670"/>
                  </a:moveTo>
                  <a:cubicBezTo>
                    <a:pt x="12" y="3670"/>
                    <a:pt x="0" y="3691"/>
                    <a:pt x="0" y="3712"/>
                  </a:cubicBezTo>
                  <a:lnTo>
                    <a:pt x="0" y="3797"/>
                  </a:lnTo>
                  <a:cubicBezTo>
                    <a:pt x="0" y="3818"/>
                    <a:pt x="12" y="3840"/>
                    <a:pt x="33" y="3840"/>
                  </a:cubicBezTo>
                  <a:cubicBezTo>
                    <a:pt x="64" y="3840"/>
                    <a:pt x="75" y="3818"/>
                    <a:pt x="75" y="3797"/>
                  </a:cubicBezTo>
                  <a:lnTo>
                    <a:pt x="75" y="3712"/>
                  </a:lnTo>
                  <a:cubicBezTo>
                    <a:pt x="75" y="3691"/>
                    <a:pt x="64" y="3670"/>
                    <a:pt x="33" y="3670"/>
                  </a:cubicBezTo>
                  <a:close/>
                  <a:moveTo>
                    <a:pt x="33" y="4083"/>
                  </a:moveTo>
                  <a:cubicBezTo>
                    <a:pt x="12" y="4083"/>
                    <a:pt x="0" y="4104"/>
                    <a:pt x="0" y="4126"/>
                  </a:cubicBezTo>
                  <a:lnTo>
                    <a:pt x="0" y="4200"/>
                  </a:lnTo>
                  <a:cubicBezTo>
                    <a:pt x="0" y="4232"/>
                    <a:pt x="12" y="4243"/>
                    <a:pt x="33" y="4243"/>
                  </a:cubicBezTo>
                  <a:cubicBezTo>
                    <a:pt x="64" y="4243"/>
                    <a:pt x="75" y="4232"/>
                    <a:pt x="75" y="4200"/>
                  </a:cubicBezTo>
                  <a:lnTo>
                    <a:pt x="75" y="4126"/>
                  </a:lnTo>
                  <a:cubicBezTo>
                    <a:pt x="75" y="4104"/>
                    <a:pt x="64" y="4083"/>
                    <a:pt x="33" y="4083"/>
                  </a:cubicBezTo>
                  <a:close/>
                  <a:moveTo>
                    <a:pt x="33" y="4486"/>
                  </a:moveTo>
                  <a:cubicBezTo>
                    <a:pt x="12" y="4486"/>
                    <a:pt x="0" y="4507"/>
                    <a:pt x="0" y="4529"/>
                  </a:cubicBezTo>
                  <a:lnTo>
                    <a:pt x="0" y="4613"/>
                  </a:lnTo>
                  <a:cubicBezTo>
                    <a:pt x="0" y="4635"/>
                    <a:pt x="12" y="4656"/>
                    <a:pt x="33" y="4656"/>
                  </a:cubicBezTo>
                  <a:cubicBezTo>
                    <a:pt x="64" y="4656"/>
                    <a:pt x="75" y="4635"/>
                    <a:pt x="75" y="4613"/>
                  </a:cubicBezTo>
                  <a:lnTo>
                    <a:pt x="75" y="4529"/>
                  </a:lnTo>
                  <a:cubicBezTo>
                    <a:pt x="75" y="4507"/>
                    <a:pt x="64" y="4486"/>
                    <a:pt x="33" y="4486"/>
                  </a:cubicBezTo>
                  <a:close/>
                  <a:moveTo>
                    <a:pt x="33" y="4900"/>
                  </a:moveTo>
                  <a:cubicBezTo>
                    <a:pt x="12" y="4900"/>
                    <a:pt x="0" y="4921"/>
                    <a:pt x="0" y="4943"/>
                  </a:cubicBezTo>
                  <a:lnTo>
                    <a:pt x="0" y="5016"/>
                  </a:lnTo>
                  <a:cubicBezTo>
                    <a:pt x="0" y="5038"/>
                    <a:pt x="12" y="5059"/>
                    <a:pt x="33" y="5059"/>
                  </a:cubicBezTo>
                  <a:cubicBezTo>
                    <a:pt x="64" y="5059"/>
                    <a:pt x="75" y="5038"/>
                    <a:pt x="75" y="5016"/>
                  </a:cubicBezTo>
                  <a:lnTo>
                    <a:pt x="75" y="4943"/>
                  </a:lnTo>
                  <a:cubicBezTo>
                    <a:pt x="75" y="4921"/>
                    <a:pt x="64" y="4900"/>
                    <a:pt x="33" y="4900"/>
                  </a:cubicBezTo>
                  <a:close/>
                  <a:moveTo>
                    <a:pt x="33" y="5303"/>
                  </a:moveTo>
                  <a:cubicBezTo>
                    <a:pt x="12" y="5303"/>
                    <a:pt x="0" y="5324"/>
                    <a:pt x="0" y="5346"/>
                  </a:cubicBezTo>
                  <a:lnTo>
                    <a:pt x="0" y="5430"/>
                  </a:lnTo>
                  <a:cubicBezTo>
                    <a:pt x="0" y="5452"/>
                    <a:pt x="12" y="5473"/>
                    <a:pt x="33" y="5473"/>
                  </a:cubicBezTo>
                  <a:cubicBezTo>
                    <a:pt x="64" y="5473"/>
                    <a:pt x="75" y="5452"/>
                    <a:pt x="75" y="5430"/>
                  </a:cubicBezTo>
                  <a:lnTo>
                    <a:pt x="75" y="5346"/>
                  </a:lnTo>
                  <a:cubicBezTo>
                    <a:pt x="75" y="5324"/>
                    <a:pt x="64" y="5303"/>
                    <a:pt x="33" y="5303"/>
                  </a:cubicBezTo>
                  <a:close/>
                  <a:moveTo>
                    <a:pt x="33" y="5716"/>
                  </a:moveTo>
                  <a:cubicBezTo>
                    <a:pt x="12" y="5716"/>
                    <a:pt x="0" y="5727"/>
                    <a:pt x="0" y="5759"/>
                  </a:cubicBezTo>
                  <a:lnTo>
                    <a:pt x="0" y="5833"/>
                  </a:lnTo>
                  <a:cubicBezTo>
                    <a:pt x="0" y="5855"/>
                    <a:pt x="12" y="5876"/>
                    <a:pt x="33" y="5876"/>
                  </a:cubicBezTo>
                  <a:cubicBezTo>
                    <a:pt x="64" y="5876"/>
                    <a:pt x="75" y="5855"/>
                    <a:pt x="75" y="5833"/>
                  </a:cubicBezTo>
                  <a:lnTo>
                    <a:pt x="75" y="5759"/>
                  </a:lnTo>
                  <a:cubicBezTo>
                    <a:pt x="75" y="5727"/>
                    <a:pt x="64" y="5716"/>
                    <a:pt x="33" y="5716"/>
                  </a:cubicBezTo>
                  <a:close/>
                  <a:moveTo>
                    <a:pt x="33" y="6119"/>
                  </a:moveTo>
                  <a:cubicBezTo>
                    <a:pt x="12" y="6119"/>
                    <a:pt x="0" y="6141"/>
                    <a:pt x="0" y="6162"/>
                  </a:cubicBezTo>
                  <a:lnTo>
                    <a:pt x="0" y="6247"/>
                  </a:lnTo>
                  <a:cubicBezTo>
                    <a:pt x="0" y="6268"/>
                    <a:pt x="12" y="6289"/>
                    <a:pt x="33" y="6289"/>
                  </a:cubicBezTo>
                  <a:cubicBezTo>
                    <a:pt x="64" y="6289"/>
                    <a:pt x="75" y="6268"/>
                    <a:pt x="75" y="6247"/>
                  </a:cubicBezTo>
                  <a:lnTo>
                    <a:pt x="75" y="6162"/>
                  </a:lnTo>
                  <a:cubicBezTo>
                    <a:pt x="75" y="6141"/>
                    <a:pt x="64" y="6119"/>
                    <a:pt x="33" y="6119"/>
                  </a:cubicBezTo>
                  <a:close/>
                  <a:moveTo>
                    <a:pt x="33" y="6533"/>
                  </a:moveTo>
                  <a:cubicBezTo>
                    <a:pt x="12" y="6533"/>
                    <a:pt x="0" y="6544"/>
                    <a:pt x="0" y="6576"/>
                  </a:cubicBezTo>
                  <a:lnTo>
                    <a:pt x="0" y="6650"/>
                  </a:lnTo>
                  <a:cubicBezTo>
                    <a:pt x="0" y="6671"/>
                    <a:pt x="12" y="6692"/>
                    <a:pt x="33" y="6692"/>
                  </a:cubicBezTo>
                  <a:cubicBezTo>
                    <a:pt x="64" y="6692"/>
                    <a:pt x="75" y="6671"/>
                    <a:pt x="75" y="6650"/>
                  </a:cubicBezTo>
                  <a:lnTo>
                    <a:pt x="75" y="6576"/>
                  </a:lnTo>
                  <a:cubicBezTo>
                    <a:pt x="75" y="6544"/>
                    <a:pt x="64" y="6533"/>
                    <a:pt x="33" y="6533"/>
                  </a:cubicBezTo>
                  <a:close/>
                  <a:moveTo>
                    <a:pt x="33" y="6936"/>
                  </a:moveTo>
                  <a:cubicBezTo>
                    <a:pt x="12" y="6936"/>
                    <a:pt x="0" y="6958"/>
                    <a:pt x="0" y="6979"/>
                  </a:cubicBezTo>
                  <a:lnTo>
                    <a:pt x="0" y="7064"/>
                  </a:lnTo>
                  <a:cubicBezTo>
                    <a:pt x="0" y="7085"/>
                    <a:pt x="12" y="7106"/>
                    <a:pt x="33" y="7106"/>
                  </a:cubicBezTo>
                  <a:cubicBezTo>
                    <a:pt x="64" y="7106"/>
                    <a:pt x="75" y="7085"/>
                    <a:pt x="75" y="7064"/>
                  </a:cubicBezTo>
                  <a:lnTo>
                    <a:pt x="75" y="6979"/>
                  </a:lnTo>
                  <a:cubicBezTo>
                    <a:pt x="75" y="6958"/>
                    <a:pt x="64" y="6936"/>
                    <a:pt x="33" y="6936"/>
                  </a:cubicBezTo>
                  <a:close/>
                  <a:moveTo>
                    <a:pt x="33" y="7350"/>
                  </a:moveTo>
                  <a:cubicBezTo>
                    <a:pt x="12" y="7350"/>
                    <a:pt x="0" y="7361"/>
                    <a:pt x="0" y="7382"/>
                  </a:cubicBezTo>
                  <a:lnTo>
                    <a:pt x="0" y="7467"/>
                  </a:lnTo>
                  <a:cubicBezTo>
                    <a:pt x="0" y="7488"/>
                    <a:pt x="12" y="7509"/>
                    <a:pt x="33" y="7509"/>
                  </a:cubicBezTo>
                  <a:cubicBezTo>
                    <a:pt x="64" y="7509"/>
                    <a:pt x="75" y="7488"/>
                    <a:pt x="75" y="7467"/>
                  </a:cubicBezTo>
                  <a:lnTo>
                    <a:pt x="75" y="7382"/>
                  </a:lnTo>
                  <a:cubicBezTo>
                    <a:pt x="75" y="7361"/>
                    <a:pt x="64" y="7350"/>
                    <a:pt x="33" y="7350"/>
                  </a:cubicBezTo>
                  <a:close/>
                  <a:moveTo>
                    <a:pt x="33" y="7753"/>
                  </a:moveTo>
                  <a:cubicBezTo>
                    <a:pt x="12" y="7753"/>
                    <a:pt x="0" y="7774"/>
                    <a:pt x="0" y="7795"/>
                  </a:cubicBezTo>
                  <a:lnTo>
                    <a:pt x="0" y="7880"/>
                  </a:lnTo>
                  <a:cubicBezTo>
                    <a:pt x="0" y="7901"/>
                    <a:pt x="12" y="7912"/>
                    <a:pt x="33" y="7912"/>
                  </a:cubicBezTo>
                  <a:cubicBezTo>
                    <a:pt x="64" y="7912"/>
                    <a:pt x="75" y="7901"/>
                    <a:pt x="75" y="7880"/>
                  </a:cubicBezTo>
                  <a:lnTo>
                    <a:pt x="75" y="7795"/>
                  </a:lnTo>
                  <a:cubicBezTo>
                    <a:pt x="75" y="7774"/>
                    <a:pt x="64" y="7753"/>
                    <a:pt x="33" y="7753"/>
                  </a:cubicBezTo>
                  <a:close/>
                  <a:moveTo>
                    <a:pt x="33" y="8167"/>
                  </a:moveTo>
                  <a:cubicBezTo>
                    <a:pt x="12" y="8167"/>
                    <a:pt x="0" y="8177"/>
                    <a:pt x="0" y="8198"/>
                  </a:cubicBezTo>
                  <a:lnTo>
                    <a:pt x="0" y="8283"/>
                  </a:lnTo>
                  <a:cubicBezTo>
                    <a:pt x="0" y="8304"/>
                    <a:pt x="12" y="8325"/>
                    <a:pt x="33" y="8325"/>
                  </a:cubicBezTo>
                  <a:cubicBezTo>
                    <a:pt x="64" y="8325"/>
                    <a:pt x="75" y="8304"/>
                    <a:pt x="75" y="8283"/>
                  </a:cubicBezTo>
                  <a:lnTo>
                    <a:pt x="75" y="8198"/>
                  </a:lnTo>
                  <a:cubicBezTo>
                    <a:pt x="75" y="8177"/>
                    <a:pt x="64" y="8167"/>
                    <a:pt x="33" y="8167"/>
                  </a:cubicBezTo>
                  <a:close/>
                  <a:moveTo>
                    <a:pt x="33" y="8570"/>
                  </a:moveTo>
                  <a:cubicBezTo>
                    <a:pt x="12" y="8570"/>
                    <a:pt x="0" y="8591"/>
                    <a:pt x="0" y="8612"/>
                  </a:cubicBezTo>
                  <a:lnTo>
                    <a:pt x="0" y="8697"/>
                  </a:lnTo>
                  <a:cubicBezTo>
                    <a:pt x="0" y="8718"/>
                    <a:pt x="12" y="8728"/>
                    <a:pt x="33" y="8728"/>
                  </a:cubicBezTo>
                  <a:cubicBezTo>
                    <a:pt x="64" y="8728"/>
                    <a:pt x="75" y="8718"/>
                    <a:pt x="75" y="8697"/>
                  </a:cubicBezTo>
                  <a:lnTo>
                    <a:pt x="75" y="8612"/>
                  </a:lnTo>
                  <a:cubicBezTo>
                    <a:pt x="75" y="8591"/>
                    <a:pt x="64" y="8570"/>
                    <a:pt x="33" y="8570"/>
                  </a:cubicBezTo>
                  <a:close/>
                  <a:moveTo>
                    <a:pt x="33" y="8973"/>
                  </a:moveTo>
                  <a:cubicBezTo>
                    <a:pt x="12" y="8973"/>
                    <a:pt x="0" y="8994"/>
                    <a:pt x="0" y="9015"/>
                  </a:cubicBezTo>
                  <a:lnTo>
                    <a:pt x="0" y="9100"/>
                  </a:lnTo>
                  <a:cubicBezTo>
                    <a:pt x="0" y="9121"/>
                    <a:pt x="12" y="9142"/>
                    <a:pt x="33" y="9142"/>
                  </a:cubicBezTo>
                  <a:cubicBezTo>
                    <a:pt x="64" y="9142"/>
                    <a:pt x="75" y="9121"/>
                    <a:pt x="75" y="9100"/>
                  </a:cubicBezTo>
                  <a:lnTo>
                    <a:pt x="75" y="9015"/>
                  </a:lnTo>
                  <a:cubicBezTo>
                    <a:pt x="75" y="8994"/>
                    <a:pt x="64" y="8973"/>
                    <a:pt x="33" y="897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6"/>
            <p:cNvSpPr/>
            <p:nvPr/>
          </p:nvSpPr>
          <p:spPr>
            <a:xfrm>
              <a:off x="4068900" y="527250"/>
              <a:ext cx="2925" cy="2800"/>
            </a:xfrm>
            <a:custGeom>
              <a:rect b="b" l="l" r="r" t="t"/>
              <a:pathLst>
                <a:path extrusionOk="0" h="112" w="117">
                  <a:moveTo>
                    <a:pt x="48" y="0"/>
                  </a:moveTo>
                  <a:cubicBezTo>
                    <a:pt x="37" y="0"/>
                    <a:pt x="27" y="5"/>
                    <a:pt x="22" y="16"/>
                  </a:cubicBezTo>
                  <a:cubicBezTo>
                    <a:pt x="1" y="27"/>
                    <a:pt x="1" y="58"/>
                    <a:pt x="22" y="69"/>
                  </a:cubicBezTo>
                  <a:lnTo>
                    <a:pt x="53" y="101"/>
                  </a:lnTo>
                  <a:cubicBezTo>
                    <a:pt x="53" y="112"/>
                    <a:pt x="64" y="112"/>
                    <a:pt x="74" y="112"/>
                  </a:cubicBezTo>
                  <a:cubicBezTo>
                    <a:pt x="85" y="112"/>
                    <a:pt x="96" y="112"/>
                    <a:pt x="107" y="101"/>
                  </a:cubicBezTo>
                  <a:cubicBezTo>
                    <a:pt x="117" y="91"/>
                    <a:pt x="117" y="58"/>
                    <a:pt x="107" y="48"/>
                  </a:cubicBezTo>
                  <a:lnTo>
                    <a:pt x="74" y="16"/>
                  </a:lnTo>
                  <a:cubicBezTo>
                    <a:pt x="69" y="5"/>
                    <a:pt x="59" y="0"/>
                    <a:pt x="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6"/>
            <p:cNvSpPr/>
            <p:nvPr/>
          </p:nvSpPr>
          <p:spPr>
            <a:xfrm>
              <a:off x="3912475" y="371625"/>
              <a:ext cx="153000" cy="152075"/>
            </a:xfrm>
            <a:custGeom>
              <a:rect b="b" l="l" r="r" t="t"/>
              <a:pathLst>
                <a:path extrusionOk="0" h="6083" w="6120">
                  <a:moveTo>
                    <a:pt x="42" y="0"/>
                  </a:moveTo>
                  <a:cubicBezTo>
                    <a:pt x="32" y="0"/>
                    <a:pt x="21" y="5"/>
                    <a:pt x="11" y="16"/>
                  </a:cubicBezTo>
                  <a:cubicBezTo>
                    <a:pt x="0" y="26"/>
                    <a:pt x="0" y="58"/>
                    <a:pt x="11" y="69"/>
                  </a:cubicBezTo>
                  <a:lnTo>
                    <a:pt x="74" y="122"/>
                  </a:lnTo>
                  <a:cubicBezTo>
                    <a:pt x="74" y="132"/>
                    <a:pt x="85" y="132"/>
                    <a:pt x="96" y="132"/>
                  </a:cubicBezTo>
                  <a:cubicBezTo>
                    <a:pt x="107" y="132"/>
                    <a:pt x="117" y="132"/>
                    <a:pt x="128" y="122"/>
                  </a:cubicBezTo>
                  <a:cubicBezTo>
                    <a:pt x="149" y="111"/>
                    <a:pt x="149" y="80"/>
                    <a:pt x="128" y="69"/>
                  </a:cubicBezTo>
                  <a:lnTo>
                    <a:pt x="74" y="16"/>
                  </a:lnTo>
                  <a:cubicBezTo>
                    <a:pt x="64" y="5"/>
                    <a:pt x="53" y="0"/>
                    <a:pt x="42" y="0"/>
                  </a:cubicBezTo>
                  <a:close/>
                  <a:moveTo>
                    <a:pt x="329" y="284"/>
                  </a:moveTo>
                  <a:cubicBezTo>
                    <a:pt x="319" y="284"/>
                    <a:pt x="308" y="286"/>
                    <a:pt x="297" y="292"/>
                  </a:cubicBezTo>
                  <a:cubicBezTo>
                    <a:pt x="286" y="313"/>
                    <a:pt x="286" y="334"/>
                    <a:pt x="297" y="355"/>
                  </a:cubicBezTo>
                  <a:lnTo>
                    <a:pt x="361" y="408"/>
                  </a:lnTo>
                  <a:cubicBezTo>
                    <a:pt x="361" y="419"/>
                    <a:pt x="371" y="419"/>
                    <a:pt x="382" y="419"/>
                  </a:cubicBezTo>
                  <a:cubicBezTo>
                    <a:pt x="392" y="419"/>
                    <a:pt x="403" y="419"/>
                    <a:pt x="414" y="408"/>
                  </a:cubicBezTo>
                  <a:cubicBezTo>
                    <a:pt x="435" y="398"/>
                    <a:pt x="435" y="366"/>
                    <a:pt x="414" y="355"/>
                  </a:cubicBezTo>
                  <a:lnTo>
                    <a:pt x="361" y="292"/>
                  </a:lnTo>
                  <a:cubicBezTo>
                    <a:pt x="350" y="286"/>
                    <a:pt x="340" y="284"/>
                    <a:pt x="329" y="284"/>
                  </a:cubicBezTo>
                  <a:close/>
                  <a:moveTo>
                    <a:pt x="614" y="562"/>
                  </a:moveTo>
                  <a:cubicBezTo>
                    <a:pt x="605" y="562"/>
                    <a:pt x="594" y="567"/>
                    <a:pt x="583" y="578"/>
                  </a:cubicBezTo>
                  <a:cubicBezTo>
                    <a:pt x="573" y="589"/>
                    <a:pt x="573" y="620"/>
                    <a:pt x="583" y="631"/>
                  </a:cubicBezTo>
                  <a:lnTo>
                    <a:pt x="637" y="695"/>
                  </a:lnTo>
                  <a:cubicBezTo>
                    <a:pt x="647" y="695"/>
                    <a:pt x="658" y="705"/>
                    <a:pt x="668" y="705"/>
                  </a:cubicBezTo>
                  <a:cubicBezTo>
                    <a:pt x="679" y="705"/>
                    <a:pt x="689" y="695"/>
                    <a:pt x="700" y="695"/>
                  </a:cubicBezTo>
                  <a:cubicBezTo>
                    <a:pt x="711" y="674"/>
                    <a:pt x="711" y="652"/>
                    <a:pt x="700" y="631"/>
                  </a:cubicBezTo>
                  <a:lnTo>
                    <a:pt x="637" y="578"/>
                  </a:lnTo>
                  <a:cubicBezTo>
                    <a:pt x="631" y="567"/>
                    <a:pt x="623" y="562"/>
                    <a:pt x="614" y="562"/>
                  </a:cubicBezTo>
                  <a:close/>
                  <a:moveTo>
                    <a:pt x="896" y="849"/>
                  </a:moveTo>
                  <a:cubicBezTo>
                    <a:pt x="886" y="849"/>
                    <a:pt x="875" y="854"/>
                    <a:pt x="870" y="864"/>
                  </a:cubicBezTo>
                  <a:cubicBezTo>
                    <a:pt x="849" y="875"/>
                    <a:pt x="849" y="907"/>
                    <a:pt x="870" y="917"/>
                  </a:cubicBezTo>
                  <a:lnTo>
                    <a:pt x="923" y="971"/>
                  </a:lnTo>
                  <a:cubicBezTo>
                    <a:pt x="934" y="981"/>
                    <a:pt x="944" y="992"/>
                    <a:pt x="955" y="992"/>
                  </a:cubicBezTo>
                  <a:cubicBezTo>
                    <a:pt x="965" y="992"/>
                    <a:pt x="976" y="981"/>
                    <a:pt x="986" y="971"/>
                  </a:cubicBezTo>
                  <a:cubicBezTo>
                    <a:pt x="997" y="960"/>
                    <a:pt x="997" y="928"/>
                    <a:pt x="986" y="917"/>
                  </a:cubicBezTo>
                  <a:lnTo>
                    <a:pt x="923" y="864"/>
                  </a:lnTo>
                  <a:cubicBezTo>
                    <a:pt x="918" y="854"/>
                    <a:pt x="907" y="849"/>
                    <a:pt x="896" y="849"/>
                  </a:cubicBezTo>
                  <a:close/>
                  <a:moveTo>
                    <a:pt x="1183" y="1132"/>
                  </a:moveTo>
                  <a:cubicBezTo>
                    <a:pt x="1172" y="1132"/>
                    <a:pt x="1162" y="1135"/>
                    <a:pt x="1156" y="1140"/>
                  </a:cubicBezTo>
                  <a:cubicBezTo>
                    <a:pt x="1135" y="1161"/>
                    <a:pt x="1135" y="1183"/>
                    <a:pt x="1156" y="1204"/>
                  </a:cubicBezTo>
                  <a:lnTo>
                    <a:pt x="1209" y="1256"/>
                  </a:lnTo>
                  <a:cubicBezTo>
                    <a:pt x="1220" y="1267"/>
                    <a:pt x="1231" y="1267"/>
                    <a:pt x="1241" y="1267"/>
                  </a:cubicBezTo>
                  <a:cubicBezTo>
                    <a:pt x="1252" y="1267"/>
                    <a:pt x="1262" y="1267"/>
                    <a:pt x="1273" y="1256"/>
                  </a:cubicBezTo>
                  <a:cubicBezTo>
                    <a:pt x="1283" y="1246"/>
                    <a:pt x="1283" y="1214"/>
                    <a:pt x="1273" y="1204"/>
                  </a:cubicBezTo>
                  <a:lnTo>
                    <a:pt x="1209" y="1140"/>
                  </a:lnTo>
                  <a:cubicBezTo>
                    <a:pt x="1204" y="1135"/>
                    <a:pt x="1193" y="1132"/>
                    <a:pt x="1183" y="1132"/>
                  </a:cubicBezTo>
                  <a:close/>
                  <a:moveTo>
                    <a:pt x="1465" y="1419"/>
                  </a:moveTo>
                  <a:cubicBezTo>
                    <a:pt x="1456" y="1419"/>
                    <a:pt x="1448" y="1421"/>
                    <a:pt x="1443" y="1426"/>
                  </a:cubicBezTo>
                  <a:cubicBezTo>
                    <a:pt x="1422" y="1447"/>
                    <a:pt x="1422" y="1469"/>
                    <a:pt x="1443" y="1480"/>
                  </a:cubicBezTo>
                  <a:lnTo>
                    <a:pt x="1495" y="1543"/>
                  </a:lnTo>
                  <a:cubicBezTo>
                    <a:pt x="1506" y="1553"/>
                    <a:pt x="1517" y="1553"/>
                    <a:pt x="1528" y="1553"/>
                  </a:cubicBezTo>
                  <a:cubicBezTo>
                    <a:pt x="1538" y="1553"/>
                    <a:pt x="1549" y="1553"/>
                    <a:pt x="1549" y="1543"/>
                  </a:cubicBezTo>
                  <a:cubicBezTo>
                    <a:pt x="1570" y="1522"/>
                    <a:pt x="1570" y="1501"/>
                    <a:pt x="1549" y="1480"/>
                  </a:cubicBezTo>
                  <a:lnTo>
                    <a:pt x="1495" y="1426"/>
                  </a:lnTo>
                  <a:cubicBezTo>
                    <a:pt x="1485" y="1421"/>
                    <a:pt x="1474" y="1419"/>
                    <a:pt x="1465" y="1419"/>
                  </a:cubicBezTo>
                  <a:close/>
                  <a:moveTo>
                    <a:pt x="1750" y="1697"/>
                  </a:moveTo>
                  <a:cubicBezTo>
                    <a:pt x="1740" y="1697"/>
                    <a:pt x="1729" y="1702"/>
                    <a:pt x="1719" y="1713"/>
                  </a:cubicBezTo>
                  <a:cubicBezTo>
                    <a:pt x="1708" y="1723"/>
                    <a:pt x="1708" y="1755"/>
                    <a:pt x="1719" y="1766"/>
                  </a:cubicBezTo>
                  <a:lnTo>
                    <a:pt x="1782" y="1829"/>
                  </a:lnTo>
                  <a:cubicBezTo>
                    <a:pt x="1792" y="1829"/>
                    <a:pt x="1792" y="1840"/>
                    <a:pt x="1803" y="1840"/>
                  </a:cubicBezTo>
                  <a:cubicBezTo>
                    <a:pt x="1814" y="1840"/>
                    <a:pt x="1825" y="1829"/>
                    <a:pt x="1835" y="1829"/>
                  </a:cubicBezTo>
                  <a:cubicBezTo>
                    <a:pt x="1856" y="1808"/>
                    <a:pt x="1856" y="1787"/>
                    <a:pt x="1835" y="1766"/>
                  </a:cubicBezTo>
                  <a:lnTo>
                    <a:pt x="1782" y="1713"/>
                  </a:lnTo>
                  <a:cubicBezTo>
                    <a:pt x="1772" y="1702"/>
                    <a:pt x="1761" y="1697"/>
                    <a:pt x="1750" y="1697"/>
                  </a:cubicBezTo>
                  <a:close/>
                  <a:moveTo>
                    <a:pt x="2036" y="1980"/>
                  </a:moveTo>
                  <a:cubicBezTo>
                    <a:pt x="2026" y="1980"/>
                    <a:pt x="2015" y="1983"/>
                    <a:pt x="2004" y="1989"/>
                  </a:cubicBezTo>
                  <a:cubicBezTo>
                    <a:pt x="1994" y="2010"/>
                    <a:pt x="1994" y="2031"/>
                    <a:pt x="2004" y="2052"/>
                  </a:cubicBezTo>
                  <a:lnTo>
                    <a:pt x="2068" y="2105"/>
                  </a:lnTo>
                  <a:cubicBezTo>
                    <a:pt x="2068" y="2116"/>
                    <a:pt x="2079" y="2116"/>
                    <a:pt x="2089" y="2116"/>
                  </a:cubicBezTo>
                  <a:cubicBezTo>
                    <a:pt x="2100" y="2116"/>
                    <a:pt x="2110" y="2116"/>
                    <a:pt x="2122" y="2105"/>
                  </a:cubicBezTo>
                  <a:cubicBezTo>
                    <a:pt x="2143" y="2095"/>
                    <a:pt x="2143" y="2062"/>
                    <a:pt x="2122" y="2052"/>
                  </a:cubicBezTo>
                  <a:lnTo>
                    <a:pt x="2068" y="1989"/>
                  </a:lnTo>
                  <a:cubicBezTo>
                    <a:pt x="2057" y="1983"/>
                    <a:pt x="2047" y="1980"/>
                    <a:pt x="2036" y="1980"/>
                  </a:cubicBezTo>
                  <a:close/>
                  <a:moveTo>
                    <a:pt x="2322" y="2267"/>
                  </a:moveTo>
                  <a:cubicBezTo>
                    <a:pt x="2312" y="2267"/>
                    <a:pt x="2302" y="2269"/>
                    <a:pt x="2291" y="2275"/>
                  </a:cubicBezTo>
                  <a:cubicBezTo>
                    <a:pt x="2280" y="2296"/>
                    <a:pt x="2280" y="2317"/>
                    <a:pt x="2291" y="2338"/>
                  </a:cubicBezTo>
                  <a:lnTo>
                    <a:pt x="2344" y="2392"/>
                  </a:lnTo>
                  <a:cubicBezTo>
                    <a:pt x="2355" y="2402"/>
                    <a:pt x="2365" y="2402"/>
                    <a:pt x="2376" y="2402"/>
                  </a:cubicBezTo>
                  <a:cubicBezTo>
                    <a:pt x="2386" y="2402"/>
                    <a:pt x="2397" y="2402"/>
                    <a:pt x="2407" y="2392"/>
                  </a:cubicBezTo>
                  <a:cubicBezTo>
                    <a:pt x="2418" y="2370"/>
                    <a:pt x="2418" y="2349"/>
                    <a:pt x="2407" y="2328"/>
                  </a:cubicBezTo>
                  <a:lnTo>
                    <a:pt x="2344" y="2275"/>
                  </a:lnTo>
                  <a:cubicBezTo>
                    <a:pt x="2339" y="2269"/>
                    <a:pt x="2331" y="2267"/>
                    <a:pt x="2322" y="2267"/>
                  </a:cubicBezTo>
                  <a:close/>
                  <a:moveTo>
                    <a:pt x="2604" y="2545"/>
                  </a:moveTo>
                  <a:cubicBezTo>
                    <a:pt x="2593" y="2545"/>
                    <a:pt x="2583" y="2551"/>
                    <a:pt x="2577" y="2561"/>
                  </a:cubicBezTo>
                  <a:cubicBezTo>
                    <a:pt x="2556" y="2572"/>
                    <a:pt x="2556" y="2604"/>
                    <a:pt x="2577" y="2614"/>
                  </a:cubicBezTo>
                  <a:lnTo>
                    <a:pt x="2631" y="2678"/>
                  </a:lnTo>
                  <a:cubicBezTo>
                    <a:pt x="2641" y="2678"/>
                    <a:pt x="2652" y="2689"/>
                    <a:pt x="2662" y="2689"/>
                  </a:cubicBezTo>
                  <a:cubicBezTo>
                    <a:pt x="2673" y="2689"/>
                    <a:pt x="2683" y="2678"/>
                    <a:pt x="2694" y="2678"/>
                  </a:cubicBezTo>
                  <a:cubicBezTo>
                    <a:pt x="2704" y="2656"/>
                    <a:pt x="2704" y="2635"/>
                    <a:pt x="2694" y="2614"/>
                  </a:cubicBezTo>
                  <a:lnTo>
                    <a:pt x="2631" y="2561"/>
                  </a:lnTo>
                  <a:cubicBezTo>
                    <a:pt x="2625" y="2551"/>
                    <a:pt x="2614" y="2545"/>
                    <a:pt x="2604" y="2545"/>
                  </a:cubicBezTo>
                  <a:close/>
                  <a:moveTo>
                    <a:pt x="2890" y="2831"/>
                  </a:moveTo>
                  <a:cubicBezTo>
                    <a:pt x="2880" y="2831"/>
                    <a:pt x="2869" y="2837"/>
                    <a:pt x="2864" y="2847"/>
                  </a:cubicBezTo>
                  <a:cubicBezTo>
                    <a:pt x="2843" y="2858"/>
                    <a:pt x="2843" y="2879"/>
                    <a:pt x="2864" y="2901"/>
                  </a:cubicBezTo>
                  <a:lnTo>
                    <a:pt x="2916" y="2953"/>
                  </a:lnTo>
                  <a:cubicBezTo>
                    <a:pt x="2928" y="2964"/>
                    <a:pt x="2938" y="2964"/>
                    <a:pt x="2949" y="2964"/>
                  </a:cubicBezTo>
                  <a:cubicBezTo>
                    <a:pt x="2959" y="2964"/>
                    <a:pt x="2970" y="2964"/>
                    <a:pt x="2980" y="2953"/>
                  </a:cubicBezTo>
                  <a:cubicBezTo>
                    <a:pt x="2991" y="2943"/>
                    <a:pt x="2991" y="2911"/>
                    <a:pt x="2980" y="2901"/>
                  </a:cubicBezTo>
                  <a:lnTo>
                    <a:pt x="2916" y="2847"/>
                  </a:lnTo>
                  <a:cubicBezTo>
                    <a:pt x="2911" y="2837"/>
                    <a:pt x="2901" y="2831"/>
                    <a:pt x="2890" y="2831"/>
                  </a:cubicBezTo>
                  <a:close/>
                  <a:moveTo>
                    <a:pt x="3177" y="3115"/>
                  </a:moveTo>
                  <a:cubicBezTo>
                    <a:pt x="3166" y="3115"/>
                    <a:pt x="3155" y="3118"/>
                    <a:pt x="3150" y="3123"/>
                  </a:cubicBezTo>
                  <a:cubicBezTo>
                    <a:pt x="3129" y="3144"/>
                    <a:pt x="3129" y="3165"/>
                    <a:pt x="3150" y="3187"/>
                  </a:cubicBezTo>
                  <a:lnTo>
                    <a:pt x="3203" y="3240"/>
                  </a:lnTo>
                  <a:cubicBezTo>
                    <a:pt x="3213" y="3250"/>
                    <a:pt x="3224" y="3250"/>
                    <a:pt x="3235" y="3250"/>
                  </a:cubicBezTo>
                  <a:cubicBezTo>
                    <a:pt x="3246" y="3250"/>
                    <a:pt x="3256" y="3250"/>
                    <a:pt x="3256" y="3240"/>
                  </a:cubicBezTo>
                  <a:cubicBezTo>
                    <a:pt x="3277" y="3229"/>
                    <a:pt x="3277" y="3198"/>
                    <a:pt x="3256" y="3187"/>
                  </a:cubicBezTo>
                  <a:lnTo>
                    <a:pt x="3203" y="3123"/>
                  </a:lnTo>
                  <a:cubicBezTo>
                    <a:pt x="3198" y="3118"/>
                    <a:pt x="3187" y="3115"/>
                    <a:pt x="3177" y="3115"/>
                  </a:cubicBezTo>
                  <a:close/>
                  <a:moveTo>
                    <a:pt x="3457" y="3394"/>
                  </a:moveTo>
                  <a:cubicBezTo>
                    <a:pt x="3447" y="3394"/>
                    <a:pt x="3436" y="3399"/>
                    <a:pt x="3426" y="3410"/>
                  </a:cubicBezTo>
                  <a:cubicBezTo>
                    <a:pt x="3415" y="3420"/>
                    <a:pt x="3415" y="3452"/>
                    <a:pt x="3426" y="3462"/>
                  </a:cubicBezTo>
                  <a:lnTo>
                    <a:pt x="3489" y="3526"/>
                  </a:lnTo>
                  <a:cubicBezTo>
                    <a:pt x="3500" y="3526"/>
                    <a:pt x="3510" y="3537"/>
                    <a:pt x="3510" y="3537"/>
                  </a:cubicBezTo>
                  <a:cubicBezTo>
                    <a:pt x="3521" y="3537"/>
                    <a:pt x="3532" y="3526"/>
                    <a:pt x="3543" y="3526"/>
                  </a:cubicBezTo>
                  <a:cubicBezTo>
                    <a:pt x="3564" y="3505"/>
                    <a:pt x="3564" y="3484"/>
                    <a:pt x="3543" y="3462"/>
                  </a:cubicBezTo>
                  <a:lnTo>
                    <a:pt x="3489" y="3410"/>
                  </a:lnTo>
                  <a:cubicBezTo>
                    <a:pt x="3479" y="3399"/>
                    <a:pt x="3468" y="3394"/>
                    <a:pt x="3457" y="3394"/>
                  </a:cubicBezTo>
                  <a:close/>
                  <a:moveTo>
                    <a:pt x="3744" y="3680"/>
                  </a:moveTo>
                  <a:cubicBezTo>
                    <a:pt x="3734" y="3680"/>
                    <a:pt x="3723" y="3685"/>
                    <a:pt x="3712" y="3696"/>
                  </a:cubicBezTo>
                  <a:cubicBezTo>
                    <a:pt x="3701" y="3707"/>
                    <a:pt x="3701" y="3738"/>
                    <a:pt x="3712" y="3749"/>
                  </a:cubicBezTo>
                  <a:lnTo>
                    <a:pt x="3776" y="3802"/>
                  </a:lnTo>
                  <a:cubicBezTo>
                    <a:pt x="3776" y="3813"/>
                    <a:pt x="3786" y="3823"/>
                    <a:pt x="3797" y="3823"/>
                  </a:cubicBezTo>
                  <a:cubicBezTo>
                    <a:pt x="3807" y="3823"/>
                    <a:pt x="3818" y="3813"/>
                    <a:pt x="3829" y="3802"/>
                  </a:cubicBezTo>
                  <a:cubicBezTo>
                    <a:pt x="3850" y="3792"/>
                    <a:pt x="3850" y="3759"/>
                    <a:pt x="3829" y="3749"/>
                  </a:cubicBezTo>
                  <a:lnTo>
                    <a:pt x="3776" y="3696"/>
                  </a:lnTo>
                  <a:cubicBezTo>
                    <a:pt x="3765" y="3685"/>
                    <a:pt x="3755" y="3680"/>
                    <a:pt x="3744" y="3680"/>
                  </a:cubicBezTo>
                  <a:close/>
                  <a:moveTo>
                    <a:pt x="4030" y="3964"/>
                  </a:moveTo>
                  <a:cubicBezTo>
                    <a:pt x="4019" y="3964"/>
                    <a:pt x="4009" y="3966"/>
                    <a:pt x="3998" y="3971"/>
                  </a:cubicBezTo>
                  <a:cubicBezTo>
                    <a:pt x="3988" y="3993"/>
                    <a:pt x="3988" y="4014"/>
                    <a:pt x="3998" y="4035"/>
                  </a:cubicBezTo>
                  <a:lnTo>
                    <a:pt x="4052" y="4088"/>
                  </a:lnTo>
                  <a:cubicBezTo>
                    <a:pt x="4062" y="4099"/>
                    <a:pt x="4073" y="4099"/>
                    <a:pt x="4083" y="4099"/>
                  </a:cubicBezTo>
                  <a:cubicBezTo>
                    <a:pt x="4094" y="4099"/>
                    <a:pt x="4104" y="4099"/>
                    <a:pt x="4115" y="4088"/>
                  </a:cubicBezTo>
                  <a:cubicBezTo>
                    <a:pt x="4125" y="4077"/>
                    <a:pt x="4125" y="4046"/>
                    <a:pt x="4115" y="4035"/>
                  </a:cubicBezTo>
                  <a:lnTo>
                    <a:pt x="4062" y="3971"/>
                  </a:lnTo>
                  <a:cubicBezTo>
                    <a:pt x="4051" y="3966"/>
                    <a:pt x="4041" y="3964"/>
                    <a:pt x="4030" y="3964"/>
                  </a:cubicBezTo>
                  <a:close/>
                  <a:moveTo>
                    <a:pt x="4311" y="4250"/>
                  </a:moveTo>
                  <a:cubicBezTo>
                    <a:pt x="4301" y="4250"/>
                    <a:pt x="4290" y="4253"/>
                    <a:pt x="4285" y="4258"/>
                  </a:cubicBezTo>
                  <a:cubicBezTo>
                    <a:pt x="4264" y="4279"/>
                    <a:pt x="4264" y="4301"/>
                    <a:pt x="4285" y="4311"/>
                  </a:cubicBezTo>
                  <a:lnTo>
                    <a:pt x="4338" y="4374"/>
                  </a:lnTo>
                  <a:cubicBezTo>
                    <a:pt x="4349" y="4385"/>
                    <a:pt x="4359" y="4385"/>
                    <a:pt x="4370" y="4385"/>
                  </a:cubicBezTo>
                  <a:cubicBezTo>
                    <a:pt x="4380" y="4385"/>
                    <a:pt x="4391" y="4385"/>
                    <a:pt x="4401" y="4374"/>
                  </a:cubicBezTo>
                  <a:cubicBezTo>
                    <a:pt x="4412" y="4353"/>
                    <a:pt x="4412" y="4332"/>
                    <a:pt x="4401" y="4311"/>
                  </a:cubicBezTo>
                  <a:lnTo>
                    <a:pt x="4338" y="4258"/>
                  </a:lnTo>
                  <a:cubicBezTo>
                    <a:pt x="4333" y="4253"/>
                    <a:pt x="4322" y="4250"/>
                    <a:pt x="4311" y="4250"/>
                  </a:cubicBezTo>
                  <a:close/>
                  <a:moveTo>
                    <a:pt x="4598" y="4528"/>
                  </a:moveTo>
                  <a:cubicBezTo>
                    <a:pt x="4587" y="4528"/>
                    <a:pt x="4576" y="4533"/>
                    <a:pt x="4571" y="4544"/>
                  </a:cubicBezTo>
                  <a:cubicBezTo>
                    <a:pt x="4550" y="4555"/>
                    <a:pt x="4550" y="4586"/>
                    <a:pt x="4571" y="4598"/>
                  </a:cubicBezTo>
                  <a:lnTo>
                    <a:pt x="4624" y="4661"/>
                  </a:lnTo>
                  <a:cubicBezTo>
                    <a:pt x="4635" y="4661"/>
                    <a:pt x="4646" y="4671"/>
                    <a:pt x="4656" y="4671"/>
                  </a:cubicBezTo>
                  <a:cubicBezTo>
                    <a:pt x="4667" y="4671"/>
                    <a:pt x="4677" y="4661"/>
                    <a:pt x="4688" y="4661"/>
                  </a:cubicBezTo>
                  <a:cubicBezTo>
                    <a:pt x="4698" y="4640"/>
                    <a:pt x="4698" y="4619"/>
                    <a:pt x="4688" y="4598"/>
                  </a:cubicBezTo>
                  <a:lnTo>
                    <a:pt x="4624" y="4544"/>
                  </a:lnTo>
                  <a:cubicBezTo>
                    <a:pt x="4619" y="4533"/>
                    <a:pt x="4608" y="4528"/>
                    <a:pt x="4598" y="4528"/>
                  </a:cubicBezTo>
                  <a:close/>
                  <a:moveTo>
                    <a:pt x="4884" y="4812"/>
                  </a:moveTo>
                  <a:cubicBezTo>
                    <a:pt x="4873" y="4812"/>
                    <a:pt x="4863" y="4815"/>
                    <a:pt x="4858" y="4820"/>
                  </a:cubicBezTo>
                  <a:cubicBezTo>
                    <a:pt x="4836" y="4841"/>
                    <a:pt x="4836" y="4862"/>
                    <a:pt x="4858" y="4883"/>
                  </a:cubicBezTo>
                  <a:lnTo>
                    <a:pt x="4910" y="4937"/>
                  </a:lnTo>
                  <a:cubicBezTo>
                    <a:pt x="4921" y="4947"/>
                    <a:pt x="4931" y="4947"/>
                    <a:pt x="4943" y="4947"/>
                  </a:cubicBezTo>
                  <a:cubicBezTo>
                    <a:pt x="4953" y="4947"/>
                    <a:pt x="4964" y="4947"/>
                    <a:pt x="4964" y="4937"/>
                  </a:cubicBezTo>
                  <a:cubicBezTo>
                    <a:pt x="4985" y="4926"/>
                    <a:pt x="4985" y="4894"/>
                    <a:pt x="4964" y="4883"/>
                  </a:cubicBezTo>
                  <a:lnTo>
                    <a:pt x="4910" y="4820"/>
                  </a:lnTo>
                  <a:cubicBezTo>
                    <a:pt x="4905" y="4815"/>
                    <a:pt x="4895" y="4812"/>
                    <a:pt x="4884" y="4812"/>
                  </a:cubicBezTo>
                  <a:close/>
                  <a:moveTo>
                    <a:pt x="5165" y="5098"/>
                  </a:moveTo>
                  <a:cubicBezTo>
                    <a:pt x="5155" y="5098"/>
                    <a:pt x="5144" y="5101"/>
                    <a:pt x="5133" y="5107"/>
                  </a:cubicBezTo>
                  <a:cubicBezTo>
                    <a:pt x="5122" y="5128"/>
                    <a:pt x="5122" y="5149"/>
                    <a:pt x="5133" y="5170"/>
                  </a:cubicBezTo>
                  <a:lnTo>
                    <a:pt x="5197" y="5223"/>
                  </a:lnTo>
                  <a:cubicBezTo>
                    <a:pt x="5207" y="5234"/>
                    <a:pt x="5218" y="5234"/>
                    <a:pt x="5228" y="5234"/>
                  </a:cubicBezTo>
                  <a:cubicBezTo>
                    <a:pt x="5239" y="5234"/>
                    <a:pt x="5239" y="5234"/>
                    <a:pt x="5250" y="5223"/>
                  </a:cubicBezTo>
                  <a:cubicBezTo>
                    <a:pt x="5271" y="5202"/>
                    <a:pt x="5271" y="5180"/>
                    <a:pt x="5250" y="5159"/>
                  </a:cubicBezTo>
                  <a:lnTo>
                    <a:pt x="5197" y="5107"/>
                  </a:lnTo>
                  <a:cubicBezTo>
                    <a:pt x="5186" y="5101"/>
                    <a:pt x="5176" y="5098"/>
                    <a:pt x="5165" y="5098"/>
                  </a:cubicBezTo>
                  <a:close/>
                  <a:moveTo>
                    <a:pt x="5451" y="5377"/>
                  </a:moveTo>
                  <a:cubicBezTo>
                    <a:pt x="5441" y="5377"/>
                    <a:pt x="5430" y="5382"/>
                    <a:pt x="5419" y="5392"/>
                  </a:cubicBezTo>
                  <a:cubicBezTo>
                    <a:pt x="5409" y="5404"/>
                    <a:pt x="5409" y="5435"/>
                    <a:pt x="5419" y="5446"/>
                  </a:cubicBezTo>
                  <a:lnTo>
                    <a:pt x="5483" y="5510"/>
                  </a:lnTo>
                  <a:cubicBezTo>
                    <a:pt x="5483" y="5510"/>
                    <a:pt x="5494" y="5520"/>
                    <a:pt x="5504" y="5520"/>
                  </a:cubicBezTo>
                  <a:cubicBezTo>
                    <a:pt x="5515" y="5520"/>
                    <a:pt x="5525" y="5510"/>
                    <a:pt x="5536" y="5510"/>
                  </a:cubicBezTo>
                  <a:cubicBezTo>
                    <a:pt x="5558" y="5488"/>
                    <a:pt x="5558" y="5467"/>
                    <a:pt x="5536" y="5446"/>
                  </a:cubicBezTo>
                  <a:lnTo>
                    <a:pt x="5483" y="5392"/>
                  </a:lnTo>
                  <a:cubicBezTo>
                    <a:pt x="5472" y="5382"/>
                    <a:pt x="5462" y="5377"/>
                    <a:pt x="5451" y="5377"/>
                  </a:cubicBezTo>
                  <a:close/>
                  <a:moveTo>
                    <a:pt x="5738" y="5663"/>
                  </a:moveTo>
                  <a:cubicBezTo>
                    <a:pt x="5727" y="5663"/>
                    <a:pt x="5717" y="5669"/>
                    <a:pt x="5706" y="5679"/>
                  </a:cubicBezTo>
                  <a:cubicBezTo>
                    <a:pt x="5695" y="5689"/>
                    <a:pt x="5695" y="5711"/>
                    <a:pt x="5706" y="5732"/>
                  </a:cubicBezTo>
                  <a:lnTo>
                    <a:pt x="5759" y="5785"/>
                  </a:lnTo>
                  <a:cubicBezTo>
                    <a:pt x="5770" y="5795"/>
                    <a:pt x="5780" y="5795"/>
                    <a:pt x="5791" y="5795"/>
                  </a:cubicBezTo>
                  <a:cubicBezTo>
                    <a:pt x="5801" y="5795"/>
                    <a:pt x="5812" y="5795"/>
                    <a:pt x="5822" y="5785"/>
                  </a:cubicBezTo>
                  <a:cubicBezTo>
                    <a:pt x="5833" y="5774"/>
                    <a:pt x="5833" y="5743"/>
                    <a:pt x="5822" y="5732"/>
                  </a:cubicBezTo>
                  <a:lnTo>
                    <a:pt x="5770" y="5679"/>
                  </a:lnTo>
                  <a:cubicBezTo>
                    <a:pt x="5759" y="5669"/>
                    <a:pt x="5749" y="5663"/>
                    <a:pt x="5738" y="5663"/>
                  </a:cubicBezTo>
                  <a:close/>
                  <a:moveTo>
                    <a:pt x="6019" y="5947"/>
                  </a:moveTo>
                  <a:cubicBezTo>
                    <a:pt x="6008" y="5947"/>
                    <a:pt x="5998" y="5949"/>
                    <a:pt x="5992" y="5955"/>
                  </a:cubicBezTo>
                  <a:cubicBezTo>
                    <a:pt x="5971" y="5976"/>
                    <a:pt x="5971" y="5997"/>
                    <a:pt x="5992" y="6019"/>
                  </a:cubicBezTo>
                  <a:lnTo>
                    <a:pt x="6045" y="6071"/>
                  </a:lnTo>
                  <a:cubicBezTo>
                    <a:pt x="6056" y="6082"/>
                    <a:pt x="6067" y="6082"/>
                    <a:pt x="6077" y="6082"/>
                  </a:cubicBezTo>
                  <a:cubicBezTo>
                    <a:pt x="6088" y="6082"/>
                    <a:pt x="6098" y="6082"/>
                    <a:pt x="6109" y="6071"/>
                  </a:cubicBezTo>
                  <a:cubicBezTo>
                    <a:pt x="6119" y="6050"/>
                    <a:pt x="6119" y="6029"/>
                    <a:pt x="6109" y="6019"/>
                  </a:cubicBezTo>
                  <a:lnTo>
                    <a:pt x="6045" y="5955"/>
                  </a:lnTo>
                  <a:cubicBezTo>
                    <a:pt x="6040" y="5949"/>
                    <a:pt x="6029" y="5947"/>
                    <a:pt x="6019" y="594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6"/>
            <p:cNvSpPr/>
            <p:nvPr/>
          </p:nvSpPr>
          <p:spPr>
            <a:xfrm>
              <a:off x="3906100" y="365175"/>
              <a:ext cx="2950" cy="2875"/>
            </a:xfrm>
            <a:custGeom>
              <a:rect b="b" l="l" r="r" t="t"/>
              <a:pathLst>
                <a:path extrusionOk="0" h="115" w="118">
                  <a:moveTo>
                    <a:pt x="43" y="1"/>
                  </a:moveTo>
                  <a:cubicBezTo>
                    <a:pt x="32" y="1"/>
                    <a:pt x="22" y="3"/>
                    <a:pt x="11" y="9"/>
                  </a:cubicBezTo>
                  <a:cubicBezTo>
                    <a:pt x="1" y="30"/>
                    <a:pt x="1" y="51"/>
                    <a:pt x="11" y="72"/>
                  </a:cubicBezTo>
                  <a:lnTo>
                    <a:pt x="43" y="104"/>
                  </a:lnTo>
                  <a:cubicBezTo>
                    <a:pt x="54" y="104"/>
                    <a:pt x="65" y="115"/>
                    <a:pt x="75" y="115"/>
                  </a:cubicBezTo>
                  <a:cubicBezTo>
                    <a:pt x="86" y="115"/>
                    <a:pt x="96" y="104"/>
                    <a:pt x="96" y="104"/>
                  </a:cubicBezTo>
                  <a:cubicBezTo>
                    <a:pt x="117" y="83"/>
                    <a:pt x="117" y="62"/>
                    <a:pt x="96" y="41"/>
                  </a:cubicBezTo>
                  <a:lnTo>
                    <a:pt x="75" y="9"/>
                  </a:lnTo>
                  <a:cubicBezTo>
                    <a:pt x="64" y="3"/>
                    <a:pt x="54" y="1"/>
                    <a:pt x="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6"/>
            <p:cNvSpPr/>
            <p:nvPr/>
          </p:nvSpPr>
          <p:spPr>
            <a:xfrm>
              <a:off x="4060150" y="518375"/>
              <a:ext cx="18575" cy="18575"/>
            </a:xfrm>
            <a:custGeom>
              <a:rect b="b" l="l" r="r" t="t"/>
              <a:pathLst>
                <a:path extrusionOk="0" h="743" w="743">
                  <a:moveTo>
                    <a:pt x="743" y="0"/>
                  </a:moveTo>
                  <a:lnTo>
                    <a:pt x="0" y="743"/>
                  </a:lnTo>
                  <a:lnTo>
                    <a:pt x="0" y="743"/>
                  </a:lnTo>
                  <a:lnTo>
                    <a:pt x="605" y="604"/>
                  </a:lnTo>
                  <a:lnTo>
                    <a:pt x="7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6"/>
            <p:cNvSpPr/>
            <p:nvPr/>
          </p:nvSpPr>
          <p:spPr>
            <a:xfrm>
              <a:off x="3899225" y="358225"/>
              <a:ext cx="18575" cy="18850"/>
            </a:xfrm>
            <a:custGeom>
              <a:rect b="b" l="l" r="r" t="t"/>
              <a:pathLst>
                <a:path extrusionOk="0" h="754" w="743">
                  <a:moveTo>
                    <a:pt x="743" y="1"/>
                  </a:moveTo>
                  <a:lnTo>
                    <a:pt x="138" y="138"/>
                  </a:lnTo>
                  <a:lnTo>
                    <a:pt x="0" y="743"/>
                  </a:lnTo>
                  <a:lnTo>
                    <a:pt x="0" y="753"/>
                  </a:lnTo>
                  <a:lnTo>
                    <a:pt x="74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6"/>
            <p:cNvSpPr/>
            <p:nvPr/>
          </p:nvSpPr>
          <p:spPr>
            <a:xfrm>
              <a:off x="3990675" y="431925"/>
              <a:ext cx="46150" cy="21500"/>
            </a:xfrm>
            <a:custGeom>
              <a:rect b="b" l="l" r="r" t="t"/>
              <a:pathLst>
                <a:path extrusionOk="0" h="860" w="1846">
                  <a:moveTo>
                    <a:pt x="1803" y="1"/>
                  </a:moveTo>
                  <a:cubicBezTo>
                    <a:pt x="1125" y="1"/>
                    <a:pt x="478" y="287"/>
                    <a:pt x="22" y="796"/>
                  </a:cubicBezTo>
                  <a:cubicBezTo>
                    <a:pt x="1" y="807"/>
                    <a:pt x="12" y="838"/>
                    <a:pt x="22" y="849"/>
                  </a:cubicBezTo>
                  <a:cubicBezTo>
                    <a:pt x="33" y="859"/>
                    <a:pt x="43" y="859"/>
                    <a:pt x="54" y="859"/>
                  </a:cubicBezTo>
                  <a:cubicBezTo>
                    <a:pt x="64" y="859"/>
                    <a:pt x="75" y="859"/>
                    <a:pt x="85" y="849"/>
                  </a:cubicBezTo>
                  <a:cubicBezTo>
                    <a:pt x="521" y="361"/>
                    <a:pt x="1146" y="86"/>
                    <a:pt x="1803" y="86"/>
                  </a:cubicBezTo>
                  <a:cubicBezTo>
                    <a:pt x="1825" y="86"/>
                    <a:pt x="1846" y="64"/>
                    <a:pt x="1846" y="43"/>
                  </a:cubicBezTo>
                  <a:cubicBezTo>
                    <a:pt x="1846" y="22"/>
                    <a:pt x="1825" y="1"/>
                    <a:pt x="18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6"/>
            <p:cNvSpPr/>
            <p:nvPr/>
          </p:nvSpPr>
          <p:spPr>
            <a:xfrm>
              <a:off x="3595900" y="420000"/>
              <a:ext cx="218225" cy="1875"/>
            </a:xfrm>
            <a:custGeom>
              <a:rect b="b" l="l" r="r" t="t"/>
              <a:pathLst>
                <a:path extrusionOk="0" h="75" w="8729">
                  <a:moveTo>
                    <a:pt x="43" y="0"/>
                  </a:moveTo>
                  <a:cubicBezTo>
                    <a:pt x="22" y="0"/>
                    <a:pt x="1" y="11"/>
                    <a:pt x="1" y="43"/>
                  </a:cubicBezTo>
                  <a:cubicBezTo>
                    <a:pt x="1" y="64"/>
                    <a:pt x="22" y="75"/>
                    <a:pt x="43" y="75"/>
                  </a:cubicBezTo>
                  <a:lnTo>
                    <a:pt x="128" y="75"/>
                  </a:lnTo>
                  <a:cubicBezTo>
                    <a:pt x="149" y="75"/>
                    <a:pt x="171" y="64"/>
                    <a:pt x="171" y="43"/>
                  </a:cubicBezTo>
                  <a:cubicBezTo>
                    <a:pt x="171" y="11"/>
                    <a:pt x="149" y="0"/>
                    <a:pt x="128" y="0"/>
                  </a:cubicBezTo>
                  <a:close/>
                  <a:moveTo>
                    <a:pt x="456" y="0"/>
                  </a:moveTo>
                  <a:cubicBezTo>
                    <a:pt x="425" y="0"/>
                    <a:pt x="414" y="11"/>
                    <a:pt x="414" y="43"/>
                  </a:cubicBezTo>
                  <a:cubicBezTo>
                    <a:pt x="414" y="64"/>
                    <a:pt x="425" y="75"/>
                    <a:pt x="456" y="75"/>
                  </a:cubicBezTo>
                  <a:lnTo>
                    <a:pt x="531" y="75"/>
                  </a:lnTo>
                  <a:cubicBezTo>
                    <a:pt x="552" y="75"/>
                    <a:pt x="574" y="64"/>
                    <a:pt x="574" y="43"/>
                  </a:cubicBezTo>
                  <a:cubicBezTo>
                    <a:pt x="574" y="11"/>
                    <a:pt x="552" y="0"/>
                    <a:pt x="531" y="0"/>
                  </a:cubicBezTo>
                  <a:close/>
                  <a:moveTo>
                    <a:pt x="859" y="0"/>
                  </a:moveTo>
                  <a:cubicBezTo>
                    <a:pt x="838" y="0"/>
                    <a:pt x="817" y="11"/>
                    <a:pt x="817" y="43"/>
                  </a:cubicBezTo>
                  <a:cubicBezTo>
                    <a:pt x="817" y="64"/>
                    <a:pt x="838" y="75"/>
                    <a:pt x="859" y="75"/>
                  </a:cubicBezTo>
                  <a:lnTo>
                    <a:pt x="944" y="75"/>
                  </a:lnTo>
                  <a:cubicBezTo>
                    <a:pt x="966" y="75"/>
                    <a:pt x="987" y="64"/>
                    <a:pt x="987" y="43"/>
                  </a:cubicBezTo>
                  <a:cubicBezTo>
                    <a:pt x="987" y="11"/>
                    <a:pt x="966" y="0"/>
                    <a:pt x="944" y="0"/>
                  </a:cubicBezTo>
                  <a:close/>
                  <a:moveTo>
                    <a:pt x="1262" y="0"/>
                  </a:moveTo>
                  <a:cubicBezTo>
                    <a:pt x="1241" y="0"/>
                    <a:pt x="1231" y="11"/>
                    <a:pt x="1231" y="43"/>
                  </a:cubicBezTo>
                  <a:cubicBezTo>
                    <a:pt x="1231" y="64"/>
                    <a:pt x="1241" y="75"/>
                    <a:pt x="1262" y="75"/>
                  </a:cubicBezTo>
                  <a:lnTo>
                    <a:pt x="1347" y="75"/>
                  </a:lnTo>
                  <a:cubicBezTo>
                    <a:pt x="1369" y="75"/>
                    <a:pt x="1390" y="64"/>
                    <a:pt x="1390" y="43"/>
                  </a:cubicBezTo>
                  <a:cubicBezTo>
                    <a:pt x="1390" y="11"/>
                    <a:pt x="1369" y="0"/>
                    <a:pt x="1347" y="0"/>
                  </a:cubicBezTo>
                  <a:close/>
                  <a:moveTo>
                    <a:pt x="1676" y="0"/>
                  </a:moveTo>
                  <a:cubicBezTo>
                    <a:pt x="1655" y="0"/>
                    <a:pt x="1634" y="11"/>
                    <a:pt x="1634" y="43"/>
                  </a:cubicBezTo>
                  <a:cubicBezTo>
                    <a:pt x="1634" y="64"/>
                    <a:pt x="1655" y="75"/>
                    <a:pt x="1676" y="75"/>
                  </a:cubicBezTo>
                  <a:lnTo>
                    <a:pt x="1761" y="75"/>
                  </a:lnTo>
                  <a:cubicBezTo>
                    <a:pt x="1783" y="75"/>
                    <a:pt x="1793" y="64"/>
                    <a:pt x="1793" y="43"/>
                  </a:cubicBezTo>
                  <a:cubicBezTo>
                    <a:pt x="1793" y="11"/>
                    <a:pt x="1783" y="0"/>
                    <a:pt x="1761" y="0"/>
                  </a:cubicBezTo>
                  <a:close/>
                  <a:moveTo>
                    <a:pt x="2079" y="0"/>
                  </a:moveTo>
                  <a:cubicBezTo>
                    <a:pt x="2058" y="0"/>
                    <a:pt x="2047" y="11"/>
                    <a:pt x="2047" y="43"/>
                  </a:cubicBezTo>
                  <a:cubicBezTo>
                    <a:pt x="2047" y="64"/>
                    <a:pt x="2058" y="75"/>
                    <a:pt x="2079" y="75"/>
                  </a:cubicBezTo>
                  <a:lnTo>
                    <a:pt x="2164" y="75"/>
                  </a:lnTo>
                  <a:cubicBezTo>
                    <a:pt x="2186" y="75"/>
                    <a:pt x="2207" y="64"/>
                    <a:pt x="2207" y="43"/>
                  </a:cubicBezTo>
                  <a:cubicBezTo>
                    <a:pt x="2207" y="11"/>
                    <a:pt x="2186" y="0"/>
                    <a:pt x="2164" y="0"/>
                  </a:cubicBezTo>
                  <a:close/>
                  <a:moveTo>
                    <a:pt x="2493" y="0"/>
                  </a:moveTo>
                  <a:cubicBezTo>
                    <a:pt x="2471" y="0"/>
                    <a:pt x="2450" y="11"/>
                    <a:pt x="2450" y="43"/>
                  </a:cubicBezTo>
                  <a:cubicBezTo>
                    <a:pt x="2450" y="64"/>
                    <a:pt x="2471" y="75"/>
                    <a:pt x="2493" y="75"/>
                  </a:cubicBezTo>
                  <a:lnTo>
                    <a:pt x="2577" y="75"/>
                  </a:lnTo>
                  <a:cubicBezTo>
                    <a:pt x="2599" y="75"/>
                    <a:pt x="2610" y="64"/>
                    <a:pt x="2610" y="43"/>
                  </a:cubicBezTo>
                  <a:cubicBezTo>
                    <a:pt x="2610" y="11"/>
                    <a:pt x="2599" y="0"/>
                    <a:pt x="2577" y="0"/>
                  </a:cubicBezTo>
                  <a:close/>
                  <a:moveTo>
                    <a:pt x="2896" y="0"/>
                  </a:moveTo>
                  <a:cubicBezTo>
                    <a:pt x="2874" y="0"/>
                    <a:pt x="2864" y="11"/>
                    <a:pt x="2864" y="43"/>
                  </a:cubicBezTo>
                  <a:cubicBezTo>
                    <a:pt x="2864" y="64"/>
                    <a:pt x="2874" y="75"/>
                    <a:pt x="2896" y="75"/>
                  </a:cubicBezTo>
                  <a:lnTo>
                    <a:pt x="2980" y="75"/>
                  </a:lnTo>
                  <a:cubicBezTo>
                    <a:pt x="3002" y="75"/>
                    <a:pt x="3023" y="64"/>
                    <a:pt x="3023" y="43"/>
                  </a:cubicBezTo>
                  <a:cubicBezTo>
                    <a:pt x="3023" y="11"/>
                    <a:pt x="3002" y="0"/>
                    <a:pt x="2980" y="0"/>
                  </a:cubicBezTo>
                  <a:close/>
                  <a:moveTo>
                    <a:pt x="3310" y="0"/>
                  </a:moveTo>
                  <a:cubicBezTo>
                    <a:pt x="3288" y="0"/>
                    <a:pt x="3267" y="11"/>
                    <a:pt x="3267" y="43"/>
                  </a:cubicBezTo>
                  <a:cubicBezTo>
                    <a:pt x="3267" y="64"/>
                    <a:pt x="3288" y="75"/>
                    <a:pt x="3310" y="75"/>
                  </a:cubicBezTo>
                  <a:lnTo>
                    <a:pt x="3395" y="75"/>
                  </a:lnTo>
                  <a:cubicBezTo>
                    <a:pt x="3416" y="75"/>
                    <a:pt x="3426" y="64"/>
                    <a:pt x="3426" y="43"/>
                  </a:cubicBezTo>
                  <a:cubicBezTo>
                    <a:pt x="3426" y="11"/>
                    <a:pt x="3416" y="0"/>
                    <a:pt x="3395" y="0"/>
                  </a:cubicBezTo>
                  <a:close/>
                  <a:moveTo>
                    <a:pt x="3713" y="0"/>
                  </a:moveTo>
                  <a:cubicBezTo>
                    <a:pt x="3691" y="0"/>
                    <a:pt x="3670" y="11"/>
                    <a:pt x="3670" y="43"/>
                  </a:cubicBezTo>
                  <a:cubicBezTo>
                    <a:pt x="3670" y="64"/>
                    <a:pt x="3691" y="75"/>
                    <a:pt x="3713" y="75"/>
                  </a:cubicBezTo>
                  <a:lnTo>
                    <a:pt x="3798" y="75"/>
                  </a:lnTo>
                  <a:cubicBezTo>
                    <a:pt x="3819" y="75"/>
                    <a:pt x="3840" y="64"/>
                    <a:pt x="3840" y="43"/>
                  </a:cubicBezTo>
                  <a:cubicBezTo>
                    <a:pt x="3840" y="11"/>
                    <a:pt x="3819" y="0"/>
                    <a:pt x="3798" y="0"/>
                  </a:cubicBezTo>
                  <a:close/>
                  <a:moveTo>
                    <a:pt x="4126" y="0"/>
                  </a:moveTo>
                  <a:cubicBezTo>
                    <a:pt x="4105" y="0"/>
                    <a:pt x="4083" y="11"/>
                    <a:pt x="4083" y="43"/>
                  </a:cubicBezTo>
                  <a:cubicBezTo>
                    <a:pt x="4083" y="64"/>
                    <a:pt x="4105" y="75"/>
                    <a:pt x="4126" y="75"/>
                  </a:cubicBezTo>
                  <a:lnTo>
                    <a:pt x="4201" y="75"/>
                  </a:lnTo>
                  <a:cubicBezTo>
                    <a:pt x="4232" y="75"/>
                    <a:pt x="4243" y="64"/>
                    <a:pt x="4243" y="43"/>
                  </a:cubicBezTo>
                  <a:cubicBezTo>
                    <a:pt x="4243" y="11"/>
                    <a:pt x="4232" y="0"/>
                    <a:pt x="4201" y="0"/>
                  </a:cubicBezTo>
                  <a:close/>
                  <a:moveTo>
                    <a:pt x="4529" y="0"/>
                  </a:moveTo>
                  <a:cubicBezTo>
                    <a:pt x="4508" y="0"/>
                    <a:pt x="4486" y="11"/>
                    <a:pt x="4486" y="43"/>
                  </a:cubicBezTo>
                  <a:cubicBezTo>
                    <a:pt x="4486" y="64"/>
                    <a:pt x="4508" y="75"/>
                    <a:pt x="4529" y="75"/>
                  </a:cubicBezTo>
                  <a:lnTo>
                    <a:pt x="4614" y="75"/>
                  </a:lnTo>
                  <a:cubicBezTo>
                    <a:pt x="4635" y="75"/>
                    <a:pt x="4656" y="64"/>
                    <a:pt x="4656" y="43"/>
                  </a:cubicBezTo>
                  <a:cubicBezTo>
                    <a:pt x="4656" y="11"/>
                    <a:pt x="4635" y="0"/>
                    <a:pt x="4614" y="0"/>
                  </a:cubicBezTo>
                  <a:close/>
                  <a:moveTo>
                    <a:pt x="4943" y="0"/>
                  </a:moveTo>
                  <a:cubicBezTo>
                    <a:pt x="4922" y="0"/>
                    <a:pt x="4900" y="11"/>
                    <a:pt x="4900" y="43"/>
                  </a:cubicBezTo>
                  <a:cubicBezTo>
                    <a:pt x="4900" y="64"/>
                    <a:pt x="4922" y="75"/>
                    <a:pt x="4943" y="75"/>
                  </a:cubicBezTo>
                  <a:lnTo>
                    <a:pt x="5017" y="75"/>
                  </a:lnTo>
                  <a:cubicBezTo>
                    <a:pt x="5038" y="75"/>
                    <a:pt x="5059" y="64"/>
                    <a:pt x="5059" y="43"/>
                  </a:cubicBezTo>
                  <a:cubicBezTo>
                    <a:pt x="5059" y="11"/>
                    <a:pt x="5038" y="0"/>
                    <a:pt x="5017" y="0"/>
                  </a:cubicBezTo>
                  <a:close/>
                  <a:moveTo>
                    <a:pt x="5346" y="0"/>
                  </a:moveTo>
                  <a:cubicBezTo>
                    <a:pt x="5325" y="0"/>
                    <a:pt x="5303" y="11"/>
                    <a:pt x="5303" y="43"/>
                  </a:cubicBezTo>
                  <a:cubicBezTo>
                    <a:pt x="5303" y="64"/>
                    <a:pt x="5325" y="75"/>
                    <a:pt x="5346" y="75"/>
                  </a:cubicBezTo>
                  <a:lnTo>
                    <a:pt x="5431" y="75"/>
                  </a:lnTo>
                  <a:cubicBezTo>
                    <a:pt x="5452" y="75"/>
                    <a:pt x="5473" y="64"/>
                    <a:pt x="5473" y="43"/>
                  </a:cubicBezTo>
                  <a:cubicBezTo>
                    <a:pt x="5473" y="11"/>
                    <a:pt x="5452" y="0"/>
                    <a:pt x="5431" y="0"/>
                  </a:cubicBezTo>
                  <a:close/>
                  <a:moveTo>
                    <a:pt x="5759" y="0"/>
                  </a:moveTo>
                  <a:cubicBezTo>
                    <a:pt x="5728" y="0"/>
                    <a:pt x="5717" y="11"/>
                    <a:pt x="5717" y="43"/>
                  </a:cubicBezTo>
                  <a:cubicBezTo>
                    <a:pt x="5717" y="64"/>
                    <a:pt x="5728" y="75"/>
                    <a:pt x="5759" y="75"/>
                  </a:cubicBezTo>
                  <a:lnTo>
                    <a:pt x="5834" y="75"/>
                  </a:lnTo>
                  <a:cubicBezTo>
                    <a:pt x="5855" y="75"/>
                    <a:pt x="5876" y="64"/>
                    <a:pt x="5876" y="43"/>
                  </a:cubicBezTo>
                  <a:cubicBezTo>
                    <a:pt x="5876" y="11"/>
                    <a:pt x="5855" y="0"/>
                    <a:pt x="5834" y="0"/>
                  </a:cubicBezTo>
                  <a:close/>
                  <a:moveTo>
                    <a:pt x="6162" y="0"/>
                  </a:moveTo>
                  <a:cubicBezTo>
                    <a:pt x="6141" y="0"/>
                    <a:pt x="6120" y="11"/>
                    <a:pt x="6120" y="43"/>
                  </a:cubicBezTo>
                  <a:cubicBezTo>
                    <a:pt x="6120" y="64"/>
                    <a:pt x="6141" y="75"/>
                    <a:pt x="6162" y="75"/>
                  </a:cubicBezTo>
                  <a:lnTo>
                    <a:pt x="6247" y="75"/>
                  </a:lnTo>
                  <a:cubicBezTo>
                    <a:pt x="6268" y="75"/>
                    <a:pt x="6289" y="64"/>
                    <a:pt x="6289" y="43"/>
                  </a:cubicBezTo>
                  <a:cubicBezTo>
                    <a:pt x="6289" y="11"/>
                    <a:pt x="6268" y="0"/>
                    <a:pt x="6247" y="0"/>
                  </a:cubicBezTo>
                  <a:close/>
                  <a:moveTo>
                    <a:pt x="6576" y="0"/>
                  </a:moveTo>
                  <a:cubicBezTo>
                    <a:pt x="6544" y="0"/>
                    <a:pt x="6534" y="11"/>
                    <a:pt x="6534" y="43"/>
                  </a:cubicBezTo>
                  <a:cubicBezTo>
                    <a:pt x="6534" y="64"/>
                    <a:pt x="6544" y="75"/>
                    <a:pt x="6576" y="75"/>
                  </a:cubicBezTo>
                  <a:lnTo>
                    <a:pt x="6650" y="75"/>
                  </a:lnTo>
                  <a:cubicBezTo>
                    <a:pt x="6671" y="75"/>
                    <a:pt x="6692" y="64"/>
                    <a:pt x="6692" y="43"/>
                  </a:cubicBezTo>
                  <a:cubicBezTo>
                    <a:pt x="6692" y="11"/>
                    <a:pt x="6671" y="0"/>
                    <a:pt x="6650" y="0"/>
                  </a:cubicBezTo>
                  <a:close/>
                  <a:moveTo>
                    <a:pt x="6979" y="0"/>
                  </a:moveTo>
                  <a:cubicBezTo>
                    <a:pt x="6958" y="0"/>
                    <a:pt x="6937" y="11"/>
                    <a:pt x="6937" y="43"/>
                  </a:cubicBezTo>
                  <a:cubicBezTo>
                    <a:pt x="6937" y="64"/>
                    <a:pt x="6958" y="75"/>
                    <a:pt x="6979" y="75"/>
                  </a:cubicBezTo>
                  <a:lnTo>
                    <a:pt x="7064" y="75"/>
                  </a:lnTo>
                  <a:cubicBezTo>
                    <a:pt x="7085" y="75"/>
                    <a:pt x="7106" y="64"/>
                    <a:pt x="7106" y="43"/>
                  </a:cubicBezTo>
                  <a:cubicBezTo>
                    <a:pt x="7106" y="11"/>
                    <a:pt x="7085" y="0"/>
                    <a:pt x="7064" y="0"/>
                  </a:cubicBezTo>
                  <a:close/>
                  <a:moveTo>
                    <a:pt x="7382" y="0"/>
                  </a:moveTo>
                  <a:cubicBezTo>
                    <a:pt x="7361" y="0"/>
                    <a:pt x="7350" y="11"/>
                    <a:pt x="7350" y="43"/>
                  </a:cubicBezTo>
                  <a:cubicBezTo>
                    <a:pt x="7350" y="64"/>
                    <a:pt x="7361" y="75"/>
                    <a:pt x="7382" y="75"/>
                  </a:cubicBezTo>
                  <a:lnTo>
                    <a:pt x="7467" y="75"/>
                  </a:lnTo>
                  <a:cubicBezTo>
                    <a:pt x="7488" y="75"/>
                    <a:pt x="7509" y="64"/>
                    <a:pt x="7509" y="43"/>
                  </a:cubicBezTo>
                  <a:cubicBezTo>
                    <a:pt x="7509" y="11"/>
                    <a:pt x="7488" y="0"/>
                    <a:pt x="7467" y="0"/>
                  </a:cubicBezTo>
                  <a:close/>
                  <a:moveTo>
                    <a:pt x="7795" y="0"/>
                  </a:moveTo>
                  <a:cubicBezTo>
                    <a:pt x="7774" y="0"/>
                    <a:pt x="7753" y="11"/>
                    <a:pt x="7753" y="43"/>
                  </a:cubicBezTo>
                  <a:cubicBezTo>
                    <a:pt x="7753" y="64"/>
                    <a:pt x="7774" y="75"/>
                    <a:pt x="7795" y="75"/>
                  </a:cubicBezTo>
                  <a:lnTo>
                    <a:pt x="7880" y="75"/>
                  </a:lnTo>
                  <a:cubicBezTo>
                    <a:pt x="7901" y="75"/>
                    <a:pt x="7912" y="64"/>
                    <a:pt x="7912" y="43"/>
                  </a:cubicBezTo>
                  <a:cubicBezTo>
                    <a:pt x="7912" y="11"/>
                    <a:pt x="7901" y="0"/>
                    <a:pt x="7880" y="0"/>
                  </a:cubicBezTo>
                  <a:close/>
                  <a:moveTo>
                    <a:pt x="8198" y="0"/>
                  </a:moveTo>
                  <a:cubicBezTo>
                    <a:pt x="8177" y="0"/>
                    <a:pt x="8167" y="11"/>
                    <a:pt x="8167" y="43"/>
                  </a:cubicBezTo>
                  <a:cubicBezTo>
                    <a:pt x="8167" y="64"/>
                    <a:pt x="8177" y="75"/>
                    <a:pt x="8198" y="75"/>
                  </a:cubicBezTo>
                  <a:lnTo>
                    <a:pt x="8283" y="75"/>
                  </a:lnTo>
                  <a:cubicBezTo>
                    <a:pt x="8304" y="75"/>
                    <a:pt x="8326" y="64"/>
                    <a:pt x="8326" y="43"/>
                  </a:cubicBezTo>
                  <a:cubicBezTo>
                    <a:pt x="8326" y="11"/>
                    <a:pt x="8304" y="0"/>
                    <a:pt x="8283" y="0"/>
                  </a:cubicBezTo>
                  <a:close/>
                  <a:moveTo>
                    <a:pt x="8612" y="0"/>
                  </a:moveTo>
                  <a:cubicBezTo>
                    <a:pt x="8591" y="0"/>
                    <a:pt x="8570" y="11"/>
                    <a:pt x="8570" y="43"/>
                  </a:cubicBezTo>
                  <a:cubicBezTo>
                    <a:pt x="8570" y="64"/>
                    <a:pt x="8591" y="75"/>
                    <a:pt x="8612" y="75"/>
                  </a:cubicBezTo>
                  <a:lnTo>
                    <a:pt x="8697" y="75"/>
                  </a:lnTo>
                  <a:cubicBezTo>
                    <a:pt x="8718" y="75"/>
                    <a:pt x="8729" y="64"/>
                    <a:pt x="8729" y="43"/>
                  </a:cubicBezTo>
                  <a:cubicBezTo>
                    <a:pt x="8729" y="11"/>
                    <a:pt x="8718" y="0"/>
                    <a:pt x="86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6"/>
            <p:cNvSpPr/>
            <p:nvPr/>
          </p:nvSpPr>
          <p:spPr>
            <a:xfrm>
              <a:off x="3602275" y="502450"/>
              <a:ext cx="207875" cy="1875"/>
            </a:xfrm>
            <a:custGeom>
              <a:rect b="b" l="l" r="r" t="t"/>
              <a:pathLst>
                <a:path extrusionOk="0" h="75" w="8315">
                  <a:moveTo>
                    <a:pt x="32" y="1"/>
                  </a:moveTo>
                  <a:cubicBezTo>
                    <a:pt x="11" y="1"/>
                    <a:pt x="0" y="11"/>
                    <a:pt x="0" y="43"/>
                  </a:cubicBezTo>
                  <a:cubicBezTo>
                    <a:pt x="0" y="64"/>
                    <a:pt x="11" y="75"/>
                    <a:pt x="32" y="75"/>
                  </a:cubicBezTo>
                  <a:lnTo>
                    <a:pt x="117" y="75"/>
                  </a:lnTo>
                  <a:cubicBezTo>
                    <a:pt x="138" y="75"/>
                    <a:pt x="159" y="64"/>
                    <a:pt x="159" y="43"/>
                  </a:cubicBezTo>
                  <a:cubicBezTo>
                    <a:pt x="159" y="11"/>
                    <a:pt x="138" y="1"/>
                    <a:pt x="117" y="1"/>
                  </a:cubicBezTo>
                  <a:close/>
                  <a:moveTo>
                    <a:pt x="446" y="1"/>
                  </a:moveTo>
                  <a:cubicBezTo>
                    <a:pt x="425" y="1"/>
                    <a:pt x="403" y="11"/>
                    <a:pt x="403" y="43"/>
                  </a:cubicBezTo>
                  <a:cubicBezTo>
                    <a:pt x="403" y="64"/>
                    <a:pt x="425" y="75"/>
                    <a:pt x="446" y="75"/>
                  </a:cubicBezTo>
                  <a:lnTo>
                    <a:pt x="531" y="75"/>
                  </a:lnTo>
                  <a:cubicBezTo>
                    <a:pt x="552" y="75"/>
                    <a:pt x="562" y="64"/>
                    <a:pt x="562" y="43"/>
                  </a:cubicBezTo>
                  <a:cubicBezTo>
                    <a:pt x="562" y="11"/>
                    <a:pt x="552" y="1"/>
                    <a:pt x="531" y="1"/>
                  </a:cubicBezTo>
                  <a:close/>
                  <a:moveTo>
                    <a:pt x="849" y="1"/>
                  </a:moveTo>
                  <a:cubicBezTo>
                    <a:pt x="828" y="1"/>
                    <a:pt x="817" y="11"/>
                    <a:pt x="817" y="43"/>
                  </a:cubicBezTo>
                  <a:cubicBezTo>
                    <a:pt x="817" y="64"/>
                    <a:pt x="828" y="75"/>
                    <a:pt x="849" y="75"/>
                  </a:cubicBezTo>
                  <a:lnTo>
                    <a:pt x="934" y="75"/>
                  </a:lnTo>
                  <a:cubicBezTo>
                    <a:pt x="955" y="75"/>
                    <a:pt x="976" y="64"/>
                    <a:pt x="976" y="43"/>
                  </a:cubicBezTo>
                  <a:cubicBezTo>
                    <a:pt x="976" y="11"/>
                    <a:pt x="955" y="1"/>
                    <a:pt x="934" y="1"/>
                  </a:cubicBezTo>
                  <a:close/>
                  <a:moveTo>
                    <a:pt x="1262" y="1"/>
                  </a:moveTo>
                  <a:cubicBezTo>
                    <a:pt x="1241" y="1"/>
                    <a:pt x="1220" y="11"/>
                    <a:pt x="1220" y="43"/>
                  </a:cubicBezTo>
                  <a:cubicBezTo>
                    <a:pt x="1220" y="64"/>
                    <a:pt x="1241" y="75"/>
                    <a:pt x="1262" y="75"/>
                  </a:cubicBezTo>
                  <a:lnTo>
                    <a:pt x="1347" y="75"/>
                  </a:lnTo>
                  <a:cubicBezTo>
                    <a:pt x="1368" y="75"/>
                    <a:pt x="1379" y="64"/>
                    <a:pt x="1379" y="43"/>
                  </a:cubicBezTo>
                  <a:cubicBezTo>
                    <a:pt x="1379" y="11"/>
                    <a:pt x="1368" y="1"/>
                    <a:pt x="1347" y="1"/>
                  </a:cubicBezTo>
                  <a:close/>
                  <a:moveTo>
                    <a:pt x="1665" y="1"/>
                  </a:moveTo>
                  <a:cubicBezTo>
                    <a:pt x="1644" y="1"/>
                    <a:pt x="1623" y="11"/>
                    <a:pt x="1623" y="43"/>
                  </a:cubicBezTo>
                  <a:cubicBezTo>
                    <a:pt x="1623" y="64"/>
                    <a:pt x="1644" y="75"/>
                    <a:pt x="1665" y="75"/>
                  </a:cubicBezTo>
                  <a:lnTo>
                    <a:pt x="1750" y="75"/>
                  </a:lnTo>
                  <a:cubicBezTo>
                    <a:pt x="1771" y="75"/>
                    <a:pt x="1792" y="64"/>
                    <a:pt x="1792" y="43"/>
                  </a:cubicBezTo>
                  <a:cubicBezTo>
                    <a:pt x="1792" y="11"/>
                    <a:pt x="1771" y="1"/>
                    <a:pt x="1750" y="1"/>
                  </a:cubicBezTo>
                  <a:close/>
                  <a:moveTo>
                    <a:pt x="2079" y="1"/>
                  </a:moveTo>
                  <a:cubicBezTo>
                    <a:pt x="2058" y="1"/>
                    <a:pt x="2037" y="11"/>
                    <a:pt x="2037" y="43"/>
                  </a:cubicBezTo>
                  <a:cubicBezTo>
                    <a:pt x="2037" y="64"/>
                    <a:pt x="2058" y="75"/>
                    <a:pt x="2079" y="75"/>
                  </a:cubicBezTo>
                  <a:lnTo>
                    <a:pt x="2153" y="75"/>
                  </a:lnTo>
                  <a:cubicBezTo>
                    <a:pt x="2185" y="75"/>
                    <a:pt x="2195" y="64"/>
                    <a:pt x="2195" y="43"/>
                  </a:cubicBezTo>
                  <a:cubicBezTo>
                    <a:pt x="2195" y="11"/>
                    <a:pt x="2185" y="1"/>
                    <a:pt x="2153" y="1"/>
                  </a:cubicBezTo>
                  <a:close/>
                  <a:moveTo>
                    <a:pt x="2482" y="1"/>
                  </a:moveTo>
                  <a:cubicBezTo>
                    <a:pt x="2461" y="1"/>
                    <a:pt x="2440" y="11"/>
                    <a:pt x="2440" y="43"/>
                  </a:cubicBezTo>
                  <a:cubicBezTo>
                    <a:pt x="2440" y="64"/>
                    <a:pt x="2461" y="75"/>
                    <a:pt x="2482" y="75"/>
                  </a:cubicBezTo>
                  <a:lnTo>
                    <a:pt x="2567" y="75"/>
                  </a:lnTo>
                  <a:cubicBezTo>
                    <a:pt x="2588" y="75"/>
                    <a:pt x="2609" y="64"/>
                    <a:pt x="2609" y="43"/>
                  </a:cubicBezTo>
                  <a:cubicBezTo>
                    <a:pt x="2609" y="11"/>
                    <a:pt x="2588" y="1"/>
                    <a:pt x="2567" y="1"/>
                  </a:cubicBezTo>
                  <a:close/>
                  <a:moveTo>
                    <a:pt x="2895" y="1"/>
                  </a:moveTo>
                  <a:cubicBezTo>
                    <a:pt x="2874" y="1"/>
                    <a:pt x="2853" y="11"/>
                    <a:pt x="2853" y="43"/>
                  </a:cubicBezTo>
                  <a:cubicBezTo>
                    <a:pt x="2853" y="64"/>
                    <a:pt x="2874" y="75"/>
                    <a:pt x="2895" y="75"/>
                  </a:cubicBezTo>
                  <a:lnTo>
                    <a:pt x="2970" y="75"/>
                  </a:lnTo>
                  <a:cubicBezTo>
                    <a:pt x="2991" y="75"/>
                    <a:pt x="3012" y="64"/>
                    <a:pt x="3012" y="43"/>
                  </a:cubicBezTo>
                  <a:cubicBezTo>
                    <a:pt x="3012" y="11"/>
                    <a:pt x="2991" y="1"/>
                    <a:pt x="2970" y="1"/>
                  </a:cubicBezTo>
                  <a:close/>
                  <a:moveTo>
                    <a:pt x="3298" y="1"/>
                  </a:moveTo>
                  <a:cubicBezTo>
                    <a:pt x="3277" y="1"/>
                    <a:pt x="3256" y="11"/>
                    <a:pt x="3256" y="43"/>
                  </a:cubicBezTo>
                  <a:cubicBezTo>
                    <a:pt x="3256" y="64"/>
                    <a:pt x="3277" y="75"/>
                    <a:pt x="3298" y="75"/>
                  </a:cubicBezTo>
                  <a:lnTo>
                    <a:pt x="3383" y="75"/>
                  </a:lnTo>
                  <a:cubicBezTo>
                    <a:pt x="3404" y="75"/>
                    <a:pt x="3425" y="64"/>
                    <a:pt x="3425" y="43"/>
                  </a:cubicBezTo>
                  <a:cubicBezTo>
                    <a:pt x="3425" y="11"/>
                    <a:pt x="3404" y="1"/>
                    <a:pt x="3383" y="1"/>
                  </a:cubicBezTo>
                  <a:close/>
                  <a:moveTo>
                    <a:pt x="3712" y="1"/>
                  </a:moveTo>
                  <a:cubicBezTo>
                    <a:pt x="3680" y="1"/>
                    <a:pt x="3670" y="11"/>
                    <a:pt x="3670" y="43"/>
                  </a:cubicBezTo>
                  <a:cubicBezTo>
                    <a:pt x="3670" y="64"/>
                    <a:pt x="3680" y="75"/>
                    <a:pt x="3712" y="75"/>
                  </a:cubicBezTo>
                  <a:lnTo>
                    <a:pt x="3786" y="75"/>
                  </a:lnTo>
                  <a:cubicBezTo>
                    <a:pt x="3807" y="75"/>
                    <a:pt x="3828" y="64"/>
                    <a:pt x="3828" y="43"/>
                  </a:cubicBezTo>
                  <a:cubicBezTo>
                    <a:pt x="3828" y="11"/>
                    <a:pt x="3807" y="1"/>
                    <a:pt x="3786" y="1"/>
                  </a:cubicBezTo>
                  <a:close/>
                  <a:moveTo>
                    <a:pt x="4115" y="1"/>
                  </a:moveTo>
                  <a:cubicBezTo>
                    <a:pt x="4094" y="1"/>
                    <a:pt x="4073" y="11"/>
                    <a:pt x="4073" y="43"/>
                  </a:cubicBezTo>
                  <a:cubicBezTo>
                    <a:pt x="4073" y="64"/>
                    <a:pt x="4094" y="75"/>
                    <a:pt x="4115" y="75"/>
                  </a:cubicBezTo>
                  <a:lnTo>
                    <a:pt x="4200" y="75"/>
                  </a:lnTo>
                  <a:cubicBezTo>
                    <a:pt x="4221" y="75"/>
                    <a:pt x="4242" y="64"/>
                    <a:pt x="4242" y="43"/>
                  </a:cubicBezTo>
                  <a:cubicBezTo>
                    <a:pt x="4242" y="11"/>
                    <a:pt x="4221" y="1"/>
                    <a:pt x="4200" y="1"/>
                  </a:cubicBezTo>
                  <a:close/>
                  <a:moveTo>
                    <a:pt x="4528" y="1"/>
                  </a:moveTo>
                  <a:cubicBezTo>
                    <a:pt x="4497" y="1"/>
                    <a:pt x="4486" y="11"/>
                    <a:pt x="4486" y="43"/>
                  </a:cubicBezTo>
                  <a:cubicBezTo>
                    <a:pt x="4486" y="64"/>
                    <a:pt x="4497" y="75"/>
                    <a:pt x="4528" y="75"/>
                  </a:cubicBezTo>
                  <a:lnTo>
                    <a:pt x="4603" y="75"/>
                  </a:lnTo>
                  <a:cubicBezTo>
                    <a:pt x="4624" y="75"/>
                    <a:pt x="4645" y="64"/>
                    <a:pt x="4645" y="43"/>
                  </a:cubicBezTo>
                  <a:cubicBezTo>
                    <a:pt x="4645" y="11"/>
                    <a:pt x="4624" y="1"/>
                    <a:pt x="4603" y="1"/>
                  </a:cubicBezTo>
                  <a:close/>
                  <a:moveTo>
                    <a:pt x="4931" y="1"/>
                  </a:moveTo>
                  <a:cubicBezTo>
                    <a:pt x="4910" y="1"/>
                    <a:pt x="4889" y="11"/>
                    <a:pt x="4889" y="43"/>
                  </a:cubicBezTo>
                  <a:cubicBezTo>
                    <a:pt x="4889" y="64"/>
                    <a:pt x="4910" y="75"/>
                    <a:pt x="4931" y="75"/>
                  </a:cubicBezTo>
                  <a:lnTo>
                    <a:pt x="5016" y="75"/>
                  </a:lnTo>
                  <a:cubicBezTo>
                    <a:pt x="5037" y="75"/>
                    <a:pt x="5059" y="64"/>
                    <a:pt x="5059" y="43"/>
                  </a:cubicBezTo>
                  <a:cubicBezTo>
                    <a:pt x="5059" y="11"/>
                    <a:pt x="5037" y="1"/>
                    <a:pt x="5016" y="1"/>
                  </a:cubicBezTo>
                  <a:close/>
                  <a:moveTo>
                    <a:pt x="5334" y="1"/>
                  </a:moveTo>
                  <a:cubicBezTo>
                    <a:pt x="5313" y="1"/>
                    <a:pt x="5303" y="11"/>
                    <a:pt x="5303" y="43"/>
                  </a:cubicBezTo>
                  <a:cubicBezTo>
                    <a:pt x="5303" y="64"/>
                    <a:pt x="5313" y="75"/>
                    <a:pt x="5334" y="75"/>
                  </a:cubicBezTo>
                  <a:lnTo>
                    <a:pt x="5419" y="75"/>
                  </a:lnTo>
                  <a:cubicBezTo>
                    <a:pt x="5440" y="75"/>
                    <a:pt x="5462" y="64"/>
                    <a:pt x="5462" y="43"/>
                  </a:cubicBezTo>
                  <a:cubicBezTo>
                    <a:pt x="5462" y="11"/>
                    <a:pt x="5440" y="1"/>
                    <a:pt x="5419" y="1"/>
                  </a:cubicBezTo>
                  <a:close/>
                  <a:moveTo>
                    <a:pt x="5748" y="1"/>
                  </a:moveTo>
                  <a:cubicBezTo>
                    <a:pt x="5727" y="1"/>
                    <a:pt x="5706" y="11"/>
                    <a:pt x="5706" y="43"/>
                  </a:cubicBezTo>
                  <a:cubicBezTo>
                    <a:pt x="5706" y="64"/>
                    <a:pt x="5727" y="75"/>
                    <a:pt x="5748" y="75"/>
                  </a:cubicBezTo>
                  <a:lnTo>
                    <a:pt x="5833" y="75"/>
                  </a:lnTo>
                  <a:cubicBezTo>
                    <a:pt x="5854" y="75"/>
                    <a:pt x="5865" y="64"/>
                    <a:pt x="5865" y="43"/>
                  </a:cubicBezTo>
                  <a:cubicBezTo>
                    <a:pt x="5865" y="11"/>
                    <a:pt x="5854" y="1"/>
                    <a:pt x="5833" y="1"/>
                  </a:cubicBezTo>
                  <a:close/>
                  <a:moveTo>
                    <a:pt x="6151" y="1"/>
                  </a:moveTo>
                  <a:cubicBezTo>
                    <a:pt x="6130" y="1"/>
                    <a:pt x="6119" y="11"/>
                    <a:pt x="6119" y="43"/>
                  </a:cubicBezTo>
                  <a:cubicBezTo>
                    <a:pt x="6119" y="64"/>
                    <a:pt x="6130" y="75"/>
                    <a:pt x="6151" y="75"/>
                  </a:cubicBezTo>
                  <a:lnTo>
                    <a:pt x="6236" y="75"/>
                  </a:lnTo>
                  <a:cubicBezTo>
                    <a:pt x="6257" y="75"/>
                    <a:pt x="6279" y="64"/>
                    <a:pt x="6279" y="43"/>
                  </a:cubicBezTo>
                  <a:cubicBezTo>
                    <a:pt x="6279" y="11"/>
                    <a:pt x="6257" y="1"/>
                    <a:pt x="6236" y="1"/>
                  </a:cubicBezTo>
                  <a:close/>
                  <a:moveTo>
                    <a:pt x="6565" y="1"/>
                  </a:moveTo>
                  <a:cubicBezTo>
                    <a:pt x="6543" y="1"/>
                    <a:pt x="6522" y="11"/>
                    <a:pt x="6522" y="43"/>
                  </a:cubicBezTo>
                  <a:cubicBezTo>
                    <a:pt x="6522" y="64"/>
                    <a:pt x="6543" y="75"/>
                    <a:pt x="6565" y="75"/>
                  </a:cubicBezTo>
                  <a:lnTo>
                    <a:pt x="6649" y="75"/>
                  </a:lnTo>
                  <a:cubicBezTo>
                    <a:pt x="6671" y="75"/>
                    <a:pt x="6682" y="64"/>
                    <a:pt x="6682" y="43"/>
                  </a:cubicBezTo>
                  <a:cubicBezTo>
                    <a:pt x="6682" y="11"/>
                    <a:pt x="6671" y="1"/>
                    <a:pt x="6649" y="1"/>
                  </a:cubicBezTo>
                  <a:close/>
                  <a:moveTo>
                    <a:pt x="6968" y="1"/>
                  </a:moveTo>
                  <a:cubicBezTo>
                    <a:pt x="6946" y="1"/>
                    <a:pt x="6925" y="11"/>
                    <a:pt x="6925" y="43"/>
                  </a:cubicBezTo>
                  <a:cubicBezTo>
                    <a:pt x="6925" y="64"/>
                    <a:pt x="6946" y="75"/>
                    <a:pt x="6968" y="75"/>
                  </a:cubicBezTo>
                  <a:lnTo>
                    <a:pt x="7052" y="75"/>
                  </a:lnTo>
                  <a:cubicBezTo>
                    <a:pt x="7074" y="75"/>
                    <a:pt x="7095" y="64"/>
                    <a:pt x="7095" y="43"/>
                  </a:cubicBezTo>
                  <a:cubicBezTo>
                    <a:pt x="7095" y="11"/>
                    <a:pt x="7074" y="1"/>
                    <a:pt x="7052" y="1"/>
                  </a:cubicBezTo>
                  <a:close/>
                  <a:moveTo>
                    <a:pt x="7382" y="1"/>
                  </a:moveTo>
                  <a:cubicBezTo>
                    <a:pt x="7360" y="1"/>
                    <a:pt x="7339" y="11"/>
                    <a:pt x="7339" y="43"/>
                  </a:cubicBezTo>
                  <a:cubicBezTo>
                    <a:pt x="7339" y="64"/>
                    <a:pt x="7360" y="75"/>
                    <a:pt x="7382" y="75"/>
                  </a:cubicBezTo>
                  <a:lnTo>
                    <a:pt x="7455" y="75"/>
                  </a:lnTo>
                  <a:cubicBezTo>
                    <a:pt x="7488" y="75"/>
                    <a:pt x="7498" y="64"/>
                    <a:pt x="7498" y="43"/>
                  </a:cubicBezTo>
                  <a:cubicBezTo>
                    <a:pt x="7498" y="11"/>
                    <a:pt x="7488" y="1"/>
                    <a:pt x="7455" y="1"/>
                  </a:cubicBezTo>
                  <a:close/>
                  <a:moveTo>
                    <a:pt x="7785" y="1"/>
                  </a:moveTo>
                  <a:cubicBezTo>
                    <a:pt x="7763" y="1"/>
                    <a:pt x="7742" y="11"/>
                    <a:pt x="7742" y="43"/>
                  </a:cubicBezTo>
                  <a:cubicBezTo>
                    <a:pt x="7742" y="64"/>
                    <a:pt x="7763" y="75"/>
                    <a:pt x="7785" y="75"/>
                  </a:cubicBezTo>
                  <a:lnTo>
                    <a:pt x="7869" y="75"/>
                  </a:lnTo>
                  <a:cubicBezTo>
                    <a:pt x="7891" y="75"/>
                    <a:pt x="7912" y="64"/>
                    <a:pt x="7912" y="43"/>
                  </a:cubicBezTo>
                  <a:cubicBezTo>
                    <a:pt x="7912" y="11"/>
                    <a:pt x="7891" y="1"/>
                    <a:pt x="7869" y="1"/>
                  </a:cubicBezTo>
                  <a:close/>
                  <a:moveTo>
                    <a:pt x="8198" y="1"/>
                  </a:moveTo>
                  <a:cubicBezTo>
                    <a:pt x="8177" y="1"/>
                    <a:pt x="8155" y="11"/>
                    <a:pt x="8155" y="43"/>
                  </a:cubicBezTo>
                  <a:cubicBezTo>
                    <a:pt x="8155" y="64"/>
                    <a:pt x="8177" y="75"/>
                    <a:pt x="8198" y="75"/>
                  </a:cubicBezTo>
                  <a:lnTo>
                    <a:pt x="8272" y="75"/>
                  </a:lnTo>
                  <a:cubicBezTo>
                    <a:pt x="8304" y="75"/>
                    <a:pt x="8315" y="64"/>
                    <a:pt x="8315" y="43"/>
                  </a:cubicBezTo>
                  <a:cubicBezTo>
                    <a:pt x="8315" y="11"/>
                    <a:pt x="8304" y="1"/>
                    <a:pt x="82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6"/>
            <p:cNvSpPr/>
            <p:nvPr/>
          </p:nvSpPr>
          <p:spPr>
            <a:xfrm>
              <a:off x="3351175" y="376775"/>
              <a:ext cx="1900" cy="216375"/>
            </a:xfrm>
            <a:custGeom>
              <a:rect b="b" l="l" r="r" t="t"/>
              <a:pathLst>
                <a:path extrusionOk="0" h="8655" w="76">
                  <a:moveTo>
                    <a:pt x="43" y="1"/>
                  </a:moveTo>
                  <a:cubicBezTo>
                    <a:pt x="12" y="1"/>
                    <a:pt x="1" y="11"/>
                    <a:pt x="1" y="43"/>
                  </a:cubicBezTo>
                  <a:lnTo>
                    <a:pt x="1" y="54"/>
                  </a:lnTo>
                  <a:cubicBezTo>
                    <a:pt x="1" y="75"/>
                    <a:pt x="12" y="96"/>
                    <a:pt x="43" y="96"/>
                  </a:cubicBezTo>
                  <a:cubicBezTo>
                    <a:pt x="64" y="96"/>
                    <a:pt x="75" y="75"/>
                    <a:pt x="75" y="54"/>
                  </a:cubicBezTo>
                  <a:lnTo>
                    <a:pt x="75" y="43"/>
                  </a:lnTo>
                  <a:cubicBezTo>
                    <a:pt x="75" y="11"/>
                    <a:pt x="64" y="1"/>
                    <a:pt x="43" y="1"/>
                  </a:cubicBezTo>
                  <a:close/>
                  <a:moveTo>
                    <a:pt x="43" y="340"/>
                  </a:moveTo>
                  <a:cubicBezTo>
                    <a:pt x="12" y="340"/>
                    <a:pt x="1" y="362"/>
                    <a:pt x="1" y="383"/>
                  </a:cubicBezTo>
                  <a:lnTo>
                    <a:pt x="1" y="457"/>
                  </a:lnTo>
                  <a:cubicBezTo>
                    <a:pt x="1" y="489"/>
                    <a:pt x="12" y="499"/>
                    <a:pt x="43" y="499"/>
                  </a:cubicBezTo>
                  <a:cubicBezTo>
                    <a:pt x="64" y="499"/>
                    <a:pt x="75" y="489"/>
                    <a:pt x="75" y="457"/>
                  </a:cubicBezTo>
                  <a:lnTo>
                    <a:pt x="75" y="383"/>
                  </a:lnTo>
                  <a:cubicBezTo>
                    <a:pt x="75" y="362"/>
                    <a:pt x="64" y="340"/>
                    <a:pt x="43" y="340"/>
                  </a:cubicBezTo>
                  <a:close/>
                  <a:moveTo>
                    <a:pt x="43" y="743"/>
                  </a:moveTo>
                  <a:cubicBezTo>
                    <a:pt x="12" y="743"/>
                    <a:pt x="1" y="765"/>
                    <a:pt x="1" y="786"/>
                  </a:cubicBezTo>
                  <a:lnTo>
                    <a:pt x="1" y="871"/>
                  </a:lnTo>
                  <a:cubicBezTo>
                    <a:pt x="1" y="892"/>
                    <a:pt x="12" y="913"/>
                    <a:pt x="43" y="913"/>
                  </a:cubicBezTo>
                  <a:cubicBezTo>
                    <a:pt x="64" y="913"/>
                    <a:pt x="75" y="892"/>
                    <a:pt x="75" y="871"/>
                  </a:cubicBezTo>
                  <a:lnTo>
                    <a:pt x="75" y="786"/>
                  </a:lnTo>
                  <a:cubicBezTo>
                    <a:pt x="75" y="765"/>
                    <a:pt x="64" y="743"/>
                    <a:pt x="43" y="743"/>
                  </a:cubicBezTo>
                  <a:close/>
                  <a:moveTo>
                    <a:pt x="43" y="1157"/>
                  </a:moveTo>
                  <a:cubicBezTo>
                    <a:pt x="12" y="1157"/>
                    <a:pt x="1" y="1168"/>
                    <a:pt x="1" y="1199"/>
                  </a:cubicBezTo>
                  <a:lnTo>
                    <a:pt x="1" y="1274"/>
                  </a:lnTo>
                  <a:cubicBezTo>
                    <a:pt x="1" y="1295"/>
                    <a:pt x="12" y="1316"/>
                    <a:pt x="43" y="1316"/>
                  </a:cubicBezTo>
                  <a:cubicBezTo>
                    <a:pt x="64" y="1316"/>
                    <a:pt x="75" y="1295"/>
                    <a:pt x="75" y="1274"/>
                  </a:cubicBezTo>
                  <a:lnTo>
                    <a:pt x="75" y="1199"/>
                  </a:lnTo>
                  <a:cubicBezTo>
                    <a:pt x="75" y="1168"/>
                    <a:pt x="64" y="1157"/>
                    <a:pt x="43" y="1157"/>
                  </a:cubicBezTo>
                  <a:close/>
                  <a:moveTo>
                    <a:pt x="43" y="1560"/>
                  </a:moveTo>
                  <a:cubicBezTo>
                    <a:pt x="12" y="1560"/>
                    <a:pt x="1" y="1581"/>
                    <a:pt x="1" y="1602"/>
                  </a:cubicBezTo>
                  <a:lnTo>
                    <a:pt x="1" y="1687"/>
                  </a:lnTo>
                  <a:cubicBezTo>
                    <a:pt x="1" y="1708"/>
                    <a:pt x="12" y="1729"/>
                    <a:pt x="43" y="1729"/>
                  </a:cubicBezTo>
                  <a:cubicBezTo>
                    <a:pt x="64" y="1729"/>
                    <a:pt x="75" y="1708"/>
                    <a:pt x="75" y="1687"/>
                  </a:cubicBezTo>
                  <a:lnTo>
                    <a:pt x="75" y="1602"/>
                  </a:lnTo>
                  <a:cubicBezTo>
                    <a:pt x="75" y="1581"/>
                    <a:pt x="64" y="1560"/>
                    <a:pt x="43" y="1560"/>
                  </a:cubicBezTo>
                  <a:close/>
                  <a:moveTo>
                    <a:pt x="43" y="1974"/>
                  </a:moveTo>
                  <a:cubicBezTo>
                    <a:pt x="12" y="1974"/>
                    <a:pt x="1" y="1984"/>
                    <a:pt x="1" y="2016"/>
                  </a:cubicBezTo>
                  <a:lnTo>
                    <a:pt x="1" y="2090"/>
                  </a:lnTo>
                  <a:cubicBezTo>
                    <a:pt x="1" y="2111"/>
                    <a:pt x="12" y="2132"/>
                    <a:pt x="43" y="2132"/>
                  </a:cubicBezTo>
                  <a:cubicBezTo>
                    <a:pt x="64" y="2132"/>
                    <a:pt x="75" y="2111"/>
                    <a:pt x="75" y="2090"/>
                  </a:cubicBezTo>
                  <a:lnTo>
                    <a:pt x="75" y="2016"/>
                  </a:lnTo>
                  <a:cubicBezTo>
                    <a:pt x="75" y="1984"/>
                    <a:pt x="64" y="1974"/>
                    <a:pt x="43" y="1974"/>
                  </a:cubicBezTo>
                  <a:close/>
                  <a:moveTo>
                    <a:pt x="43" y="2377"/>
                  </a:moveTo>
                  <a:cubicBezTo>
                    <a:pt x="12" y="2377"/>
                    <a:pt x="1" y="2398"/>
                    <a:pt x="1" y="2419"/>
                  </a:cubicBezTo>
                  <a:lnTo>
                    <a:pt x="1" y="2504"/>
                  </a:lnTo>
                  <a:cubicBezTo>
                    <a:pt x="1" y="2525"/>
                    <a:pt x="12" y="2546"/>
                    <a:pt x="43" y="2546"/>
                  </a:cubicBezTo>
                  <a:cubicBezTo>
                    <a:pt x="64" y="2546"/>
                    <a:pt x="75" y="2525"/>
                    <a:pt x="75" y="2504"/>
                  </a:cubicBezTo>
                  <a:lnTo>
                    <a:pt x="75" y="2419"/>
                  </a:lnTo>
                  <a:cubicBezTo>
                    <a:pt x="75" y="2398"/>
                    <a:pt x="64" y="2377"/>
                    <a:pt x="43" y="2377"/>
                  </a:cubicBezTo>
                  <a:close/>
                  <a:moveTo>
                    <a:pt x="43" y="2790"/>
                  </a:moveTo>
                  <a:cubicBezTo>
                    <a:pt x="12" y="2790"/>
                    <a:pt x="1" y="2801"/>
                    <a:pt x="1" y="2822"/>
                  </a:cubicBezTo>
                  <a:lnTo>
                    <a:pt x="1" y="2907"/>
                  </a:lnTo>
                  <a:cubicBezTo>
                    <a:pt x="1" y="2928"/>
                    <a:pt x="12" y="2949"/>
                    <a:pt x="43" y="2949"/>
                  </a:cubicBezTo>
                  <a:cubicBezTo>
                    <a:pt x="64" y="2949"/>
                    <a:pt x="75" y="2928"/>
                    <a:pt x="75" y="2907"/>
                  </a:cubicBezTo>
                  <a:lnTo>
                    <a:pt x="75" y="2822"/>
                  </a:lnTo>
                  <a:cubicBezTo>
                    <a:pt x="75" y="2801"/>
                    <a:pt x="64" y="2790"/>
                    <a:pt x="43" y="2790"/>
                  </a:cubicBezTo>
                  <a:close/>
                  <a:moveTo>
                    <a:pt x="43" y="3193"/>
                  </a:moveTo>
                  <a:cubicBezTo>
                    <a:pt x="12" y="3193"/>
                    <a:pt x="1" y="3214"/>
                    <a:pt x="1" y="3235"/>
                  </a:cubicBezTo>
                  <a:lnTo>
                    <a:pt x="1" y="3320"/>
                  </a:lnTo>
                  <a:cubicBezTo>
                    <a:pt x="1" y="3341"/>
                    <a:pt x="12" y="3352"/>
                    <a:pt x="43" y="3352"/>
                  </a:cubicBezTo>
                  <a:cubicBezTo>
                    <a:pt x="64" y="3352"/>
                    <a:pt x="75" y="3341"/>
                    <a:pt x="75" y="3320"/>
                  </a:cubicBezTo>
                  <a:lnTo>
                    <a:pt x="75" y="3235"/>
                  </a:lnTo>
                  <a:cubicBezTo>
                    <a:pt x="75" y="3214"/>
                    <a:pt x="64" y="3193"/>
                    <a:pt x="43" y="3193"/>
                  </a:cubicBezTo>
                  <a:close/>
                  <a:moveTo>
                    <a:pt x="43" y="3607"/>
                  </a:moveTo>
                  <a:cubicBezTo>
                    <a:pt x="12" y="3607"/>
                    <a:pt x="1" y="3617"/>
                    <a:pt x="1" y="3638"/>
                  </a:cubicBezTo>
                  <a:lnTo>
                    <a:pt x="1" y="3723"/>
                  </a:lnTo>
                  <a:cubicBezTo>
                    <a:pt x="1" y="3744"/>
                    <a:pt x="12" y="3765"/>
                    <a:pt x="43" y="3765"/>
                  </a:cubicBezTo>
                  <a:cubicBezTo>
                    <a:pt x="64" y="3765"/>
                    <a:pt x="75" y="3744"/>
                    <a:pt x="75" y="3723"/>
                  </a:cubicBezTo>
                  <a:lnTo>
                    <a:pt x="75" y="3638"/>
                  </a:lnTo>
                  <a:cubicBezTo>
                    <a:pt x="75" y="3617"/>
                    <a:pt x="64" y="3607"/>
                    <a:pt x="43" y="3607"/>
                  </a:cubicBezTo>
                  <a:close/>
                  <a:moveTo>
                    <a:pt x="43" y="4010"/>
                  </a:moveTo>
                  <a:cubicBezTo>
                    <a:pt x="12" y="4010"/>
                    <a:pt x="1" y="4031"/>
                    <a:pt x="1" y="4052"/>
                  </a:cubicBezTo>
                  <a:lnTo>
                    <a:pt x="1" y="4137"/>
                  </a:lnTo>
                  <a:cubicBezTo>
                    <a:pt x="1" y="4158"/>
                    <a:pt x="12" y="4168"/>
                    <a:pt x="43" y="4168"/>
                  </a:cubicBezTo>
                  <a:cubicBezTo>
                    <a:pt x="64" y="4168"/>
                    <a:pt x="75" y="4158"/>
                    <a:pt x="75" y="4137"/>
                  </a:cubicBezTo>
                  <a:lnTo>
                    <a:pt x="75" y="4052"/>
                  </a:lnTo>
                  <a:cubicBezTo>
                    <a:pt x="75" y="4031"/>
                    <a:pt x="64" y="4010"/>
                    <a:pt x="43" y="4010"/>
                  </a:cubicBezTo>
                  <a:close/>
                  <a:moveTo>
                    <a:pt x="43" y="4413"/>
                  </a:moveTo>
                  <a:cubicBezTo>
                    <a:pt x="12" y="4413"/>
                    <a:pt x="1" y="4434"/>
                    <a:pt x="1" y="4455"/>
                  </a:cubicBezTo>
                  <a:lnTo>
                    <a:pt x="1" y="4540"/>
                  </a:lnTo>
                  <a:cubicBezTo>
                    <a:pt x="1" y="4561"/>
                    <a:pt x="12" y="4582"/>
                    <a:pt x="43" y="4582"/>
                  </a:cubicBezTo>
                  <a:cubicBezTo>
                    <a:pt x="64" y="4582"/>
                    <a:pt x="75" y="4561"/>
                    <a:pt x="75" y="4540"/>
                  </a:cubicBezTo>
                  <a:lnTo>
                    <a:pt x="75" y="4455"/>
                  </a:lnTo>
                  <a:cubicBezTo>
                    <a:pt x="75" y="4434"/>
                    <a:pt x="64" y="4413"/>
                    <a:pt x="43" y="4413"/>
                  </a:cubicBezTo>
                  <a:close/>
                  <a:moveTo>
                    <a:pt x="43" y="4826"/>
                  </a:moveTo>
                  <a:cubicBezTo>
                    <a:pt x="12" y="4826"/>
                    <a:pt x="1" y="4847"/>
                    <a:pt x="1" y="4868"/>
                  </a:cubicBezTo>
                  <a:lnTo>
                    <a:pt x="1" y="4943"/>
                  </a:lnTo>
                  <a:cubicBezTo>
                    <a:pt x="1" y="4974"/>
                    <a:pt x="12" y="4985"/>
                    <a:pt x="43" y="4985"/>
                  </a:cubicBezTo>
                  <a:cubicBezTo>
                    <a:pt x="64" y="4985"/>
                    <a:pt x="75" y="4974"/>
                    <a:pt x="75" y="4943"/>
                  </a:cubicBezTo>
                  <a:lnTo>
                    <a:pt x="75" y="4868"/>
                  </a:lnTo>
                  <a:cubicBezTo>
                    <a:pt x="75" y="4847"/>
                    <a:pt x="64" y="4826"/>
                    <a:pt x="43" y="4826"/>
                  </a:cubicBezTo>
                  <a:close/>
                  <a:moveTo>
                    <a:pt x="43" y="5229"/>
                  </a:moveTo>
                  <a:cubicBezTo>
                    <a:pt x="12" y="5229"/>
                    <a:pt x="1" y="5250"/>
                    <a:pt x="1" y="5271"/>
                  </a:cubicBezTo>
                  <a:lnTo>
                    <a:pt x="1" y="5356"/>
                  </a:lnTo>
                  <a:cubicBezTo>
                    <a:pt x="1" y="5377"/>
                    <a:pt x="12" y="5399"/>
                    <a:pt x="43" y="5399"/>
                  </a:cubicBezTo>
                  <a:cubicBezTo>
                    <a:pt x="64" y="5399"/>
                    <a:pt x="75" y="5377"/>
                    <a:pt x="75" y="5356"/>
                  </a:cubicBezTo>
                  <a:lnTo>
                    <a:pt x="75" y="5271"/>
                  </a:lnTo>
                  <a:cubicBezTo>
                    <a:pt x="75" y="5250"/>
                    <a:pt x="64" y="5229"/>
                    <a:pt x="43" y="5229"/>
                  </a:cubicBezTo>
                  <a:close/>
                  <a:moveTo>
                    <a:pt x="43" y="5643"/>
                  </a:moveTo>
                  <a:cubicBezTo>
                    <a:pt x="12" y="5643"/>
                    <a:pt x="1" y="5664"/>
                    <a:pt x="1" y="5685"/>
                  </a:cubicBezTo>
                  <a:lnTo>
                    <a:pt x="1" y="5759"/>
                  </a:lnTo>
                  <a:cubicBezTo>
                    <a:pt x="1" y="5791"/>
                    <a:pt x="12" y="5802"/>
                    <a:pt x="43" y="5802"/>
                  </a:cubicBezTo>
                  <a:cubicBezTo>
                    <a:pt x="64" y="5802"/>
                    <a:pt x="75" y="5791"/>
                    <a:pt x="75" y="5759"/>
                  </a:cubicBezTo>
                  <a:lnTo>
                    <a:pt x="75" y="5685"/>
                  </a:lnTo>
                  <a:cubicBezTo>
                    <a:pt x="75" y="5664"/>
                    <a:pt x="64" y="5643"/>
                    <a:pt x="43" y="5643"/>
                  </a:cubicBezTo>
                  <a:close/>
                  <a:moveTo>
                    <a:pt x="43" y="6046"/>
                  </a:moveTo>
                  <a:cubicBezTo>
                    <a:pt x="12" y="6046"/>
                    <a:pt x="1" y="6067"/>
                    <a:pt x="1" y="6088"/>
                  </a:cubicBezTo>
                  <a:lnTo>
                    <a:pt x="1" y="6173"/>
                  </a:lnTo>
                  <a:cubicBezTo>
                    <a:pt x="1" y="6194"/>
                    <a:pt x="12" y="6216"/>
                    <a:pt x="43" y="6216"/>
                  </a:cubicBezTo>
                  <a:cubicBezTo>
                    <a:pt x="64" y="6216"/>
                    <a:pt x="75" y="6194"/>
                    <a:pt x="75" y="6173"/>
                  </a:cubicBezTo>
                  <a:lnTo>
                    <a:pt x="75" y="6088"/>
                  </a:lnTo>
                  <a:cubicBezTo>
                    <a:pt x="75" y="6067"/>
                    <a:pt x="64" y="6046"/>
                    <a:pt x="43" y="6046"/>
                  </a:cubicBezTo>
                  <a:close/>
                  <a:moveTo>
                    <a:pt x="43" y="6459"/>
                  </a:moveTo>
                  <a:cubicBezTo>
                    <a:pt x="12" y="6459"/>
                    <a:pt x="1" y="6480"/>
                    <a:pt x="1" y="6502"/>
                  </a:cubicBezTo>
                  <a:lnTo>
                    <a:pt x="1" y="6576"/>
                  </a:lnTo>
                  <a:cubicBezTo>
                    <a:pt x="1" y="6597"/>
                    <a:pt x="12" y="6619"/>
                    <a:pt x="43" y="6619"/>
                  </a:cubicBezTo>
                  <a:cubicBezTo>
                    <a:pt x="64" y="6619"/>
                    <a:pt x="75" y="6597"/>
                    <a:pt x="75" y="6576"/>
                  </a:cubicBezTo>
                  <a:lnTo>
                    <a:pt x="75" y="6502"/>
                  </a:lnTo>
                  <a:cubicBezTo>
                    <a:pt x="75" y="6480"/>
                    <a:pt x="64" y="6459"/>
                    <a:pt x="43" y="6459"/>
                  </a:cubicBezTo>
                  <a:close/>
                  <a:moveTo>
                    <a:pt x="43" y="6862"/>
                  </a:moveTo>
                  <a:cubicBezTo>
                    <a:pt x="12" y="6862"/>
                    <a:pt x="1" y="6883"/>
                    <a:pt x="1" y="6905"/>
                  </a:cubicBezTo>
                  <a:lnTo>
                    <a:pt x="1" y="6989"/>
                  </a:lnTo>
                  <a:cubicBezTo>
                    <a:pt x="1" y="7011"/>
                    <a:pt x="12" y="7032"/>
                    <a:pt x="43" y="7032"/>
                  </a:cubicBezTo>
                  <a:cubicBezTo>
                    <a:pt x="64" y="7032"/>
                    <a:pt x="75" y="7011"/>
                    <a:pt x="75" y="6989"/>
                  </a:cubicBezTo>
                  <a:lnTo>
                    <a:pt x="75" y="6905"/>
                  </a:lnTo>
                  <a:cubicBezTo>
                    <a:pt x="75" y="6883"/>
                    <a:pt x="64" y="6862"/>
                    <a:pt x="43" y="6862"/>
                  </a:cubicBezTo>
                  <a:close/>
                  <a:moveTo>
                    <a:pt x="43" y="7276"/>
                  </a:moveTo>
                  <a:cubicBezTo>
                    <a:pt x="12" y="7276"/>
                    <a:pt x="1" y="7286"/>
                    <a:pt x="1" y="7319"/>
                  </a:cubicBezTo>
                  <a:lnTo>
                    <a:pt x="1" y="7392"/>
                  </a:lnTo>
                  <a:cubicBezTo>
                    <a:pt x="1" y="7414"/>
                    <a:pt x="12" y="7435"/>
                    <a:pt x="43" y="7435"/>
                  </a:cubicBezTo>
                  <a:cubicBezTo>
                    <a:pt x="64" y="7435"/>
                    <a:pt x="75" y="7414"/>
                    <a:pt x="75" y="7392"/>
                  </a:cubicBezTo>
                  <a:lnTo>
                    <a:pt x="75" y="7319"/>
                  </a:lnTo>
                  <a:cubicBezTo>
                    <a:pt x="75" y="7286"/>
                    <a:pt x="64" y="7276"/>
                    <a:pt x="43" y="7276"/>
                  </a:cubicBezTo>
                  <a:close/>
                  <a:moveTo>
                    <a:pt x="43" y="7679"/>
                  </a:moveTo>
                  <a:cubicBezTo>
                    <a:pt x="12" y="7679"/>
                    <a:pt x="1" y="7700"/>
                    <a:pt x="1" y="7722"/>
                  </a:cubicBezTo>
                  <a:lnTo>
                    <a:pt x="1" y="7806"/>
                  </a:lnTo>
                  <a:cubicBezTo>
                    <a:pt x="1" y="7828"/>
                    <a:pt x="12" y="7849"/>
                    <a:pt x="43" y="7849"/>
                  </a:cubicBezTo>
                  <a:cubicBezTo>
                    <a:pt x="64" y="7849"/>
                    <a:pt x="75" y="7828"/>
                    <a:pt x="75" y="7806"/>
                  </a:cubicBezTo>
                  <a:lnTo>
                    <a:pt x="75" y="7722"/>
                  </a:lnTo>
                  <a:cubicBezTo>
                    <a:pt x="75" y="7700"/>
                    <a:pt x="64" y="7679"/>
                    <a:pt x="43" y="7679"/>
                  </a:cubicBezTo>
                  <a:close/>
                  <a:moveTo>
                    <a:pt x="43" y="8092"/>
                  </a:moveTo>
                  <a:cubicBezTo>
                    <a:pt x="12" y="8092"/>
                    <a:pt x="1" y="8103"/>
                    <a:pt x="1" y="8125"/>
                  </a:cubicBezTo>
                  <a:lnTo>
                    <a:pt x="1" y="8209"/>
                  </a:lnTo>
                  <a:cubicBezTo>
                    <a:pt x="1" y="8231"/>
                    <a:pt x="12" y="8252"/>
                    <a:pt x="43" y="8252"/>
                  </a:cubicBezTo>
                  <a:cubicBezTo>
                    <a:pt x="64" y="8252"/>
                    <a:pt x="75" y="8231"/>
                    <a:pt x="75" y="8209"/>
                  </a:cubicBezTo>
                  <a:lnTo>
                    <a:pt x="75" y="8125"/>
                  </a:lnTo>
                  <a:cubicBezTo>
                    <a:pt x="75" y="8103"/>
                    <a:pt x="64" y="8092"/>
                    <a:pt x="43" y="8092"/>
                  </a:cubicBezTo>
                  <a:close/>
                  <a:moveTo>
                    <a:pt x="43" y="8495"/>
                  </a:moveTo>
                  <a:cubicBezTo>
                    <a:pt x="12" y="8495"/>
                    <a:pt x="1" y="8517"/>
                    <a:pt x="1" y="8538"/>
                  </a:cubicBezTo>
                  <a:lnTo>
                    <a:pt x="1" y="8623"/>
                  </a:lnTo>
                  <a:cubicBezTo>
                    <a:pt x="1" y="8644"/>
                    <a:pt x="12" y="8655"/>
                    <a:pt x="43" y="8655"/>
                  </a:cubicBezTo>
                  <a:cubicBezTo>
                    <a:pt x="64" y="8655"/>
                    <a:pt x="75" y="8644"/>
                    <a:pt x="75" y="8623"/>
                  </a:cubicBezTo>
                  <a:lnTo>
                    <a:pt x="75" y="8538"/>
                  </a:lnTo>
                  <a:cubicBezTo>
                    <a:pt x="75" y="8517"/>
                    <a:pt x="64" y="8495"/>
                    <a:pt x="43" y="849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6"/>
            <p:cNvSpPr/>
            <p:nvPr/>
          </p:nvSpPr>
          <p:spPr>
            <a:xfrm>
              <a:off x="3405025" y="320050"/>
              <a:ext cx="2125" cy="216625"/>
            </a:xfrm>
            <a:custGeom>
              <a:rect b="b" l="l" r="r" t="t"/>
              <a:pathLst>
                <a:path extrusionOk="0" h="8665" w="85">
                  <a:moveTo>
                    <a:pt x="43" y="0"/>
                  </a:moveTo>
                  <a:cubicBezTo>
                    <a:pt x="21" y="0"/>
                    <a:pt x="0" y="11"/>
                    <a:pt x="0" y="43"/>
                  </a:cubicBezTo>
                  <a:lnTo>
                    <a:pt x="0" y="53"/>
                  </a:lnTo>
                  <a:cubicBezTo>
                    <a:pt x="0" y="74"/>
                    <a:pt x="21" y="95"/>
                    <a:pt x="43" y="95"/>
                  </a:cubicBezTo>
                  <a:cubicBezTo>
                    <a:pt x="64" y="95"/>
                    <a:pt x="85" y="74"/>
                    <a:pt x="85" y="53"/>
                  </a:cubicBezTo>
                  <a:lnTo>
                    <a:pt x="85" y="43"/>
                  </a:lnTo>
                  <a:cubicBezTo>
                    <a:pt x="85" y="11"/>
                    <a:pt x="64" y="0"/>
                    <a:pt x="43" y="0"/>
                  </a:cubicBezTo>
                  <a:close/>
                  <a:moveTo>
                    <a:pt x="43" y="340"/>
                  </a:moveTo>
                  <a:cubicBezTo>
                    <a:pt x="21" y="340"/>
                    <a:pt x="0" y="361"/>
                    <a:pt x="0" y="382"/>
                  </a:cubicBezTo>
                  <a:lnTo>
                    <a:pt x="0" y="456"/>
                  </a:lnTo>
                  <a:cubicBezTo>
                    <a:pt x="0" y="488"/>
                    <a:pt x="21" y="498"/>
                    <a:pt x="43" y="498"/>
                  </a:cubicBezTo>
                  <a:cubicBezTo>
                    <a:pt x="64" y="498"/>
                    <a:pt x="85" y="488"/>
                    <a:pt x="85" y="456"/>
                  </a:cubicBezTo>
                  <a:lnTo>
                    <a:pt x="85" y="382"/>
                  </a:lnTo>
                  <a:cubicBezTo>
                    <a:pt x="85" y="361"/>
                    <a:pt x="64" y="340"/>
                    <a:pt x="43" y="340"/>
                  </a:cubicBezTo>
                  <a:close/>
                  <a:moveTo>
                    <a:pt x="43" y="743"/>
                  </a:moveTo>
                  <a:cubicBezTo>
                    <a:pt x="21" y="743"/>
                    <a:pt x="0" y="764"/>
                    <a:pt x="0" y="785"/>
                  </a:cubicBezTo>
                  <a:lnTo>
                    <a:pt x="0" y="870"/>
                  </a:lnTo>
                  <a:cubicBezTo>
                    <a:pt x="0" y="891"/>
                    <a:pt x="21" y="912"/>
                    <a:pt x="43" y="912"/>
                  </a:cubicBezTo>
                  <a:cubicBezTo>
                    <a:pt x="64" y="912"/>
                    <a:pt x="85" y="891"/>
                    <a:pt x="85" y="870"/>
                  </a:cubicBezTo>
                  <a:lnTo>
                    <a:pt x="85" y="785"/>
                  </a:lnTo>
                  <a:cubicBezTo>
                    <a:pt x="85" y="764"/>
                    <a:pt x="64" y="743"/>
                    <a:pt x="43" y="743"/>
                  </a:cubicBezTo>
                  <a:close/>
                  <a:moveTo>
                    <a:pt x="43" y="1156"/>
                  </a:moveTo>
                  <a:cubicBezTo>
                    <a:pt x="21" y="1156"/>
                    <a:pt x="0" y="1177"/>
                    <a:pt x="0" y="1198"/>
                  </a:cubicBezTo>
                  <a:lnTo>
                    <a:pt x="0" y="1273"/>
                  </a:lnTo>
                  <a:cubicBezTo>
                    <a:pt x="0" y="1294"/>
                    <a:pt x="21" y="1315"/>
                    <a:pt x="43" y="1315"/>
                  </a:cubicBezTo>
                  <a:cubicBezTo>
                    <a:pt x="64" y="1315"/>
                    <a:pt x="85" y="1294"/>
                    <a:pt x="85" y="1273"/>
                  </a:cubicBezTo>
                  <a:lnTo>
                    <a:pt x="85" y="1198"/>
                  </a:lnTo>
                  <a:cubicBezTo>
                    <a:pt x="85" y="1177"/>
                    <a:pt x="64" y="1156"/>
                    <a:pt x="43" y="1156"/>
                  </a:cubicBezTo>
                  <a:close/>
                  <a:moveTo>
                    <a:pt x="43" y="1559"/>
                  </a:moveTo>
                  <a:cubicBezTo>
                    <a:pt x="21" y="1559"/>
                    <a:pt x="0" y="1580"/>
                    <a:pt x="0" y="1601"/>
                  </a:cubicBezTo>
                  <a:lnTo>
                    <a:pt x="0" y="1686"/>
                  </a:lnTo>
                  <a:cubicBezTo>
                    <a:pt x="0" y="1707"/>
                    <a:pt x="21" y="1729"/>
                    <a:pt x="43" y="1729"/>
                  </a:cubicBezTo>
                  <a:cubicBezTo>
                    <a:pt x="64" y="1729"/>
                    <a:pt x="85" y="1707"/>
                    <a:pt x="85" y="1686"/>
                  </a:cubicBezTo>
                  <a:lnTo>
                    <a:pt x="85" y="1601"/>
                  </a:lnTo>
                  <a:cubicBezTo>
                    <a:pt x="85" y="1580"/>
                    <a:pt x="64" y="1559"/>
                    <a:pt x="43" y="1559"/>
                  </a:cubicBezTo>
                  <a:close/>
                  <a:moveTo>
                    <a:pt x="43" y="1973"/>
                  </a:moveTo>
                  <a:cubicBezTo>
                    <a:pt x="21" y="1973"/>
                    <a:pt x="0" y="1983"/>
                    <a:pt x="0" y="2015"/>
                  </a:cubicBezTo>
                  <a:lnTo>
                    <a:pt x="0" y="2089"/>
                  </a:lnTo>
                  <a:cubicBezTo>
                    <a:pt x="0" y="2110"/>
                    <a:pt x="21" y="2132"/>
                    <a:pt x="43" y="2132"/>
                  </a:cubicBezTo>
                  <a:cubicBezTo>
                    <a:pt x="64" y="2132"/>
                    <a:pt x="85" y="2110"/>
                    <a:pt x="85" y="2089"/>
                  </a:cubicBezTo>
                  <a:lnTo>
                    <a:pt x="85" y="2015"/>
                  </a:lnTo>
                  <a:cubicBezTo>
                    <a:pt x="85" y="1983"/>
                    <a:pt x="64" y="1973"/>
                    <a:pt x="43" y="1973"/>
                  </a:cubicBezTo>
                  <a:close/>
                  <a:moveTo>
                    <a:pt x="43" y="2376"/>
                  </a:moveTo>
                  <a:cubicBezTo>
                    <a:pt x="21" y="2376"/>
                    <a:pt x="0" y="2397"/>
                    <a:pt x="0" y="2418"/>
                  </a:cubicBezTo>
                  <a:lnTo>
                    <a:pt x="0" y="2503"/>
                  </a:lnTo>
                  <a:cubicBezTo>
                    <a:pt x="0" y="2524"/>
                    <a:pt x="21" y="2546"/>
                    <a:pt x="43" y="2546"/>
                  </a:cubicBezTo>
                  <a:cubicBezTo>
                    <a:pt x="64" y="2546"/>
                    <a:pt x="85" y="2524"/>
                    <a:pt x="85" y="2503"/>
                  </a:cubicBezTo>
                  <a:lnTo>
                    <a:pt x="85" y="2418"/>
                  </a:lnTo>
                  <a:cubicBezTo>
                    <a:pt x="85" y="2397"/>
                    <a:pt x="64" y="2376"/>
                    <a:pt x="43" y="2376"/>
                  </a:cubicBezTo>
                  <a:close/>
                  <a:moveTo>
                    <a:pt x="43" y="2789"/>
                  </a:moveTo>
                  <a:cubicBezTo>
                    <a:pt x="21" y="2789"/>
                    <a:pt x="0" y="2800"/>
                    <a:pt x="0" y="2832"/>
                  </a:cubicBezTo>
                  <a:lnTo>
                    <a:pt x="0" y="2906"/>
                  </a:lnTo>
                  <a:cubicBezTo>
                    <a:pt x="0" y="2927"/>
                    <a:pt x="21" y="2949"/>
                    <a:pt x="43" y="2949"/>
                  </a:cubicBezTo>
                  <a:cubicBezTo>
                    <a:pt x="64" y="2949"/>
                    <a:pt x="85" y="2927"/>
                    <a:pt x="85" y="2906"/>
                  </a:cubicBezTo>
                  <a:lnTo>
                    <a:pt x="85" y="2832"/>
                  </a:lnTo>
                  <a:cubicBezTo>
                    <a:pt x="85" y="2800"/>
                    <a:pt x="64" y="2789"/>
                    <a:pt x="43" y="2789"/>
                  </a:cubicBezTo>
                  <a:close/>
                  <a:moveTo>
                    <a:pt x="43" y="3192"/>
                  </a:moveTo>
                  <a:cubicBezTo>
                    <a:pt x="21" y="3192"/>
                    <a:pt x="0" y="3213"/>
                    <a:pt x="0" y="3235"/>
                  </a:cubicBezTo>
                  <a:lnTo>
                    <a:pt x="0" y="3319"/>
                  </a:lnTo>
                  <a:cubicBezTo>
                    <a:pt x="0" y="3341"/>
                    <a:pt x="21" y="3362"/>
                    <a:pt x="43" y="3362"/>
                  </a:cubicBezTo>
                  <a:cubicBezTo>
                    <a:pt x="64" y="3362"/>
                    <a:pt x="85" y="3341"/>
                    <a:pt x="85" y="3319"/>
                  </a:cubicBezTo>
                  <a:lnTo>
                    <a:pt x="85" y="3235"/>
                  </a:lnTo>
                  <a:cubicBezTo>
                    <a:pt x="85" y="3213"/>
                    <a:pt x="64" y="3192"/>
                    <a:pt x="43" y="3192"/>
                  </a:cubicBezTo>
                  <a:close/>
                  <a:moveTo>
                    <a:pt x="43" y="3606"/>
                  </a:moveTo>
                  <a:cubicBezTo>
                    <a:pt x="21" y="3606"/>
                    <a:pt x="0" y="3616"/>
                    <a:pt x="0" y="3638"/>
                  </a:cubicBezTo>
                  <a:lnTo>
                    <a:pt x="0" y="3722"/>
                  </a:lnTo>
                  <a:cubicBezTo>
                    <a:pt x="0" y="3744"/>
                    <a:pt x="21" y="3765"/>
                    <a:pt x="43" y="3765"/>
                  </a:cubicBezTo>
                  <a:cubicBezTo>
                    <a:pt x="64" y="3765"/>
                    <a:pt x="85" y="3744"/>
                    <a:pt x="85" y="3722"/>
                  </a:cubicBezTo>
                  <a:lnTo>
                    <a:pt x="85" y="3638"/>
                  </a:lnTo>
                  <a:cubicBezTo>
                    <a:pt x="85" y="3616"/>
                    <a:pt x="64" y="3606"/>
                    <a:pt x="43" y="3606"/>
                  </a:cubicBezTo>
                  <a:close/>
                  <a:moveTo>
                    <a:pt x="43" y="4009"/>
                  </a:moveTo>
                  <a:cubicBezTo>
                    <a:pt x="21" y="4009"/>
                    <a:pt x="0" y="4030"/>
                    <a:pt x="0" y="4052"/>
                  </a:cubicBezTo>
                  <a:lnTo>
                    <a:pt x="0" y="4136"/>
                  </a:lnTo>
                  <a:cubicBezTo>
                    <a:pt x="0" y="4158"/>
                    <a:pt x="21" y="4168"/>
                    <a:pt x="43" y="4168"/>
                  </a:cubicBezTo>
                  <a:cubicBezTo>
                    <a:pt x="64" y="4168"/>
                    <a:pt x="85" y="4158"/>
                    <a:pt x="85" y="4136"/>
                  </a:cubicBezTo>
                  <a:lnTo>
                    <a:pt x="85" y="4052"/>
                  </a:lnTo>
                  <a:cubicBezTo>
                    <a:pt x="85" y="4030"/>
                    <a:pt x="64" y="4009"/>
                    <a:pt x="43" y="4009"/>
                  </a:cubicBezTo>
                  <a:close/>
                  <a:moveTo>
                    <a:pt x="43" y="4422"/>
                  </a:moveTo>
                  <a:cubicBezTo>
                    <a:pt x="21" y="4422"/>
                    <a:pt x="0" y="4433"/>
                    <a:pt x="0" y="4455"/>
                  </a:cubicBezTo>
                  <a:lnTo>
                    <a:pt x="0" y="4539"/>
                  </a:lnTo>
                  <a:cubicBezTo>
                    <a:pt x="0" y="4561"/>
                    <a:pt x="21" y="4582"/>
                    <a:pt x="43" y="4582"/>
                  </a:cubicBezTo>
                  <a:cubicBezTo>
                    <a:pt x="64" y="4582"/>
                    <a:pt x="85" y="4561"/>
                    <a:pt x="85" y="4539"/>
                  </a:cubicBezTo>
                  <a:lnTo>
                    <a:pt x="85" y="4455"/>
                  </a:lnTo>
                  <a:cubicBezTo>
                    <a:pt x="85" y="4433"/>
                    <a:pt x="64" y="4422"/>
                    <a:pt x="43" y="4422"/>
                  </a:cubicBezTo>
                  <a:close/>
                  <a:moveTo>
                    <a:pt x="43" y="4825"/>
                  </a:moveTo>
                  <a:cubicBezTo>
                    <a:pt x="21" y="4825"/>
                    <a:pt x="0" y="4847"/>
                    <a:pt x="0" y="4868"/>
                  </a:cubicBezTo>
                  <a:lnTo>
                    <a:pt x="0" y="4953"/>
                  </a:lnTo>
                  <a:cubicBezTo>
                    <a:pt x="0" y="4974"/>
                    <a:pt x="21" y="4985"/>
                    <a:pt x="43" y="4985"/>
                  </a:cubicBezTo>
                  <a:cubicBezTo>
                    <a:pt x="64" y="4985"/>
                    <a:pt x="85" y="4974"/>
                    <a:pt x="85" y="4953"/>
                  </a:cubicBezTo>
                  <a:lnTo>
                    <a:pt x="85" y="4868"/>
                  </a:lnTo>
                  <a:cubicBezTo>
                    <a:pt x="85" y="4847"/>
                    <a:pt x="64" y="4825"/>
                    <a:pt x="43" y="4825"/>
                  </a:cubicBezTo>
                  <a:close/>
                  <a:moveTo>
                    <a:pt x="43" y="5228"/>
                  </a:moveTo>
                  <a:cubicBezTo>
                    <a:pt x="21" y="5228"/>
                    <a:pt x="0" y="5250"/>
                    <a:pt x="0" y="5271"/>
                  </a:cubicBezTo>
                  <a:lnTo>
                    <a:pt x="0" y="5356"/>
                  </a:lnTo>
                  <a:cubicBezTo>
                    <a:pt x="0" y="5377"/>
                    <a:pt x="21" y="5398"/>
                    <a:pt x="43" y="5398"/>
                  </a:cubicBezTo>
                  <a:cubicBezTo>
                    <a:pt x="64" y="5398"/>
                    <a:pt x="85" y="5377"/>
                    <a:pt x="85" y="5356"/>
                  </a:cubicBezTo>
                  <a:lnTo>
                    <a:pt x="85" y="5271"/>
                  </a:lnTo>
                  <a:cubicBezTo>
                    <a:pt x="85" y="5250"/>
                    <a:pt x="64" y="5228"/>
                    <a:pt x="43" y="5228"/>
                  </a:cubicBezTo>
                  <a:close/>
                  <a:moveTo>
                    <a:pt x="43" y="5642"/>
                  </a:moveTo>
                  <a:cubicBezTo>
                    <a:pt x="21" y="5642"/>
                    <a:pt x="0" y="5664"/>
                    <a:pt x="0" y="5685"/>
                  </a:cubicBezTo>
                  <a:lnTo>
                    <a:pt x="0" y="5759"/>
                  </a:lnTo>
                  <a:cubicBezTo>
                    <a:pt x="0" y="5791"/>
                    <a:pt x="21" y="5801"/>
                    <a:pt x="43" y="5801"/>
                  </a:cubicBezTo>
                  <a:cubicBezTo>
                    <a:pt x="64" y="5801"/>
                    <a:pt x="85" y="5791"/>
                    <a:pt x="85" y="5759"/>
                  </a:cubicBezTo>
                  <a:lnTo>
                    <a:pt x="85" y="5685"/>
                  </a:lnTo>
                  <a:cubicBezTo>
                    <a:pt x="85" y="5664"/>
                    <a:pt x="64" y="5642"/>
                    <a:pt x="43" y="5642"/>
                  </a:cubicBezTo>
                  <a:close/>
                  <a:moveTo>
                    <a:pt x="43" y="6045"/>
                  </a:moveTo>
                  <a:cubicBezTo>
                    <a:pt x="21" y="6045"/>
                    <a:pt x="0" y="6067"/>
                    <a:pt x="0" y="6088"/>
                  </a:cubicBezTo>
                  <a:lnTo>
                    <a:pt x="0" y="6173"/>
                  </a:lnTo>
                  <a:cubicBezTo>
                    <a:pt x="0" y="6194"/>
                    <a:pt x="21" y="6215"/>
                    <a:pt x="43" y="6215"/>
                  </a:cubicBezTo>
                  <a:cubicBezTo>
                    <a:pt x="64" y="6215"/>
                    <a:pt x="85" y="6194"/>
                    <a:pt x="85" y="6173"/>
                  </a:cubicBezTo>
                  <a:lnTo>
                    <a:pt x="85" y="6088"/>
                  </a:lnTo>
                  <a:cubicBezTo>
                    <a:pt x="85" y="6067"/>
                    <a:pt x="64" y="6045"/>
                    <a:pt x="43" y="6045"/>
                  </a:cubicBezTo>
                  <a:close/>
                  <a:moveTo>
                    <a:pt x="43" y="6459"/>
                  </a:moveTo>
                  <a:cubicBezTo>
                    <a:pt x="21" y="6459"/>
                    <a:pt x="0" y="6480"/>
                    <a:pt x="0" y="6501"/>
                  </a:cubicBezTo>
                  <a:lnTo>
                    <a:pt x="0" y="6576"/>
                  </a:lnTo>
                  <a:cubicBezTo>
                    <a:pt x="0" y="6597"/>
                    <a:pt x="21" y="6618"/>
                    <a:pt x="43" y="6618"/>
                  </a:cubicBezTo>
                  <a:cubicBezTo>
                    <a:pt x="64" y="6618"/>
                    <a:pt x="85" y="6597"/>
                    <a:pt x="85" y="6576"/>
                  </a:cubicBezTo>
                  <a:lnTo>
                    <a:pt x="85" y="6501"/>
                  </a:lnTo>
                  <a:cubicBezTo>
                    <a:pt x="85" y="6480"/>
                    <a:pt x="64" y="6459"/>
                    <a:pt x="43" y="6459"/>
                  </a:cubicBezTo>
                  <a:close/>
                  <a:moveTo>
                    <a:pt x="43" y="6862"/>
                  </a:moveTo>
                  <a:cubicBezTo>
                    <a:pt x="21" y="6862"/>
                    <a:pt x="0" y="6883"/>
                    <a:pt x="0" y="6904"/>
                  </a:cubicBezTo>
                  <a:lnTo>
                    <a:pt x="0" y="6989"/>
                  </a:lnTo>
                  <a:cubicBezTo>
                    <a:pt x="0" y="7010"/>
                    <a:pt x="21" y="7031"/>
                    <a:pt x="43" y="7031"/>
                  </a:cubicBezTo>
                  <a:cubicBezTo>
                    <a:pt x="64" y="7031"/>
                    <a:pt x="85" y="7010"/>
                    <a:pt x="85" y="6989"/>
                  </a:cubicBezTo>
                  <a:lnTo>
                    <a:pt x="85" y="6904"/>
                  </a:lnTo>
                  <a:cubicBezTo>
                    <a:pt x="85" y="6883"/>
                    <a:pt x="64" y="6862"/>
                    <a:pt x="43" y="6862"/>
                  </a:cubicBezTo>
                  <a:close/>
                  <a:moveTo>
                    <a:pt x="43" y="7276"/>
                  </a:moveTo>
                  <a:cubicBezTo>
                    <a:pt x="21" y="7276"/>
                    <a:pt x="0" y="7286"/>
                    <a:pt x="0" y="7318"/>
                  </a:cubicBezTo>
                  <a:lnTo>
                    <a:pt x="0" y="7392"/>
                  </a:lnTo>
                  <a:cubicBezTo>
                    <a:pt x="0" y="7413"/>
                    <a:pt x="21" y="7434"/>
                    <a:pt x="43" y="7434"/>
                  </a:cubicBezTo>
                  <a:cubicBezTo>
                    <a:pt x="64" y="7434"/>
                    <a:pt x="85" y="7413"/>
                    <a:pt x="85" y="7392"/>
                  </a:cubicBezTo>
                  <a:lnTo>
                    <a:pt x="85" y="7318"/>
                  </a:lnTo>
                  <a:cubicBezTo>
                    <a:pt x="85" y="7286"/>
                    <a:pt x="64" y="7276"/>
                    <a:pt x="43" y="7276"/>
                  </a:cubicBezTo>
                  <a:close/>
                  <a:moveTo>
                    <a:pt x="43" y="7679"/>
                  </a:moveTo>
                  <a:cubicBezTo>
                    <a:pt x="21" y="7679"/>
                    <a:pt x="0" y="7700"/>
                    <a:pt x="0" y="7721"/>
                  </a:cubicBezTo>
                  <a:lnTo>
                    <a:pt x="0" y="7806"/>
                  </a:lnTo>
                  <a:cubicBezTo>
                    <a:pt x="0" y="7827"/>
                    <a:pt x="21" y="7848"/>
                    <a:pt x="43" y="7848"/>
                  </a:cubicBezTo>
                  <a:cubicBezTo>
                    <a:pt x="64" y="7848"/>
                    <a:pt x="85" y="7827"/>
                    <a:pt x="85" y="7806"/>
                  </a:cubicBezTo>
                  <a:lnTo>
                    <a:pt x="85" y="7721"/>
                  </a:lnTo>
                  <a:cubicBezTo>
                    <a:pt x="85" y="7700"/>
                    <a:pt x="64" y="7679"/>
                    <a:pt x="43" y="7679"/>
                  </a:cubicBezTo>
                  <a:close/>
                  <a:moveTo>
                    <a:pt x="43" y="8092"/>
                  </a:moveTo>
                  <a:cubicBezTo>
                    <a:pt x="21" y="8092"/>
                    <a:pt x="0" y="8103"/>
                    <a:pt x="0" y="8134"/>
                  </a:cubicBezTo>
                  <a:lnTo>
                    <a:pt x="0" y="8209"/>
                  </a:lnTo>
                  <a:cubicBezTo>
                    <a:pt x="0" y="8230"/>
                    <a:pt x="21" y="8251"/>
                    <a:pt x="43" y="8251"/>
                  </a:cubicBezTo>
                  <a:cubicBezTo>
                    <a:pt x="64" y="8251"/>
                    <a:pt x="85" y="8230"/>
                    <a:pt x="85" y="8209"/>
                  </a:cubicBezTo>
                  <a:lnTo>
                    <a:pt x="85" y="8134"/>
                  </a:lnTo>
                  <a:cubicBezTo>
                    <a:pt x="85" y="8103"/>
                    <a:pt x="64" y="8092"/>
                    <a:pt x="43" y="8092"/>
                  </a:cubicBezTo>
                  <a:close/>
                  <a:moveTo>
                    <a:pt x="43" y="8495"/>
                  </a:moveTo>
                  <a:cubicBezTo>
                    <a:pt x="21" y="8495"/>
                    <a:pt x="0" y="8516"/>
                    <a:pt x="0" y="8537"/>
                  </a:cubicBezTo>
                  <a:lnTo>
                    <a:pt x="0" y="8622"/>
                  </a:lnTo>
                  <a:cubicBezTo>
                    <a:pt x="0" y="8643"/>
                    <a:pt x="21" y="8664"/>
                    <a:pt x="43" y="8664"/>
                  </a:cubicBezTo>
                  <a:cubicBezTo>
                    <a:pt x="64" y="8664"/>
                    <a:pt x="85" y="8643"/>
                    <a:pt x="85" y="8622"/>
                  </a:cubicBezTo>
                  <a:lnTo>
                    <a:pt x="85" y="8537"/>
                  </a:lnTo>
                  <a:cubicBezTo>
                    <a:pt x="85" y="8516"/>
                    <a:pt x="64" y="8495"/>
                    <a:pt x="43" y="849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6"/>
            <p:cNvSpPr/>
            <p:nvPr/>
          </p:nvSpPr>
          <p:spPr>
            <a:xfrm>
              <a:off x="3510525" y="320050"/>
              <a:ext cx="1875" cy="216625"/>
            </a:xfrm>
            <a:custGeom>
              <a:rect b="b" l="l" r="r" t="t"/>
              <a:pathLst>
                <a:path extrusionOk="0" h="8665" w="75">
                  <a:moveTo>
                    <a:pt x="32" y="0"/>
                  </a:moveTo>
                  <a:cubicBezTo>
                    <a:pt x="11" y="0"/>
                    <a:pt x="1" y="11"/>
                    <a:pt x="1" y="43"/>
                  </a:cubicBezTo>
                  <a:lnTo>
                    <a:pt x="1" y="53"/>
                  </a:lnTo>
                  <a:cubicBezTo>
                    <a:pt x="1" y="74"/>
                    <a:pt x="11" y="95"/>
                    <a:pt x="32" y="95"/>
                  </a:cubicBezTo>
                  <a:cubicBezTo>
                    <a:pt x="65" y="95"/>
                    <a:pt x="75" y="74"/>
                    <a:pt x="75" y="53"/>
                  </a:cubicBezTo>
                  <a:lnTo>
                    <a:pt x="75" y="43"/>
                  </a:lnTo>
                  <a:cubicBezTo>
                    <a:pt x="75" y="11"/>
                    <a:pt x="65" y="0"/>
                    <a:pt x="32" y="0"/>
                  </a:cubicBezTo>
                  <a:close/>
                  <a:moveTo>
                    <a:pt x="32" y="340"/>
                  </a:moveTo>
                  <a:cubicBezTo>
                    <a:pt x="11" y="340"/>
                    <a:pt x="1" y="361"/>
                    <a:pt x="1" y="382"/>
                  </a:cubicBezTo>
                  <a:lnTo>
                    <a:pt x="1" y="456"/>
                  </a:lnTo>
                  <a:cubicBezTo>
                    <a:pt x="1" y="488"/>
                    <a:pt x="11" y="498"/>
                    <a:pt x="32" y="498"/>
                  </a:cubicBezTo>
                  <a:cubicBezTo>
                    <a:pt x="65" y="498"/>
                    <a:pt x="75" y="488"/>
                    <a:pt x="75" y="456"/>
                  </a:cubicBezTo>
                  <a:lnTo>
                    <a:pt x="75" y="382"/>
                  </a:lnTo>
                  <a:cubicBezTo>
                    <a:pt x="75" y="361"/>
                    <a:pt x="65" y="340"/>
                    <a:pt x="32" y="340"/>
                  </a:cubicBezTo>
                  <a:close/>
                  <a:moveTo>
                    <a:pt x="32" y="743"/>
                  </a:moveTo>
                  <a:cubicBezTo>
                    <a:pt x="11" y="743"/>
                    <a:pt x="1" y="764"/>
                    <a:pt x="1" y="785"/>
                  </a:cubicBezTo>
                  <a:lnTo>
                    <a:pt x="1" y="870"/>
                  </a:lnTo>
                  <a:cubicBezTo>
                    <a:pt x="1" y="891"/>
                    <a:pt x="11" y="912"/>
                    <a:pt x="32" y="912"/>
                  </a:cubicBezTo>
                  <a:cubicBezTo>
                    <a:pt x="65" y="912"/>
                    <a:pt x="75" y="891"/>
                    <a:pt x="75" y="870"/>
                  </a:cubicBezTo>
                  <a:lnTo>
                    <a:pt x="75" y="785"/>
                  </a:lnTo>
                  <a:cubicBezTo>
                    <a:pt x="75" y="764"/>
                    <a:pt x="65" y="743"/>
                    <a:pt x="32" y="743"/>
                  </a:cubicBezTo>
                  <a:close/>
                  <a:moveTo>
                    <a:pt x="32" y="1156"/>
                  </a:moveTo>
                  <a:cubicBezTo>
                    <a:pt x="11" y="1156"/>
                    <a:pt x="1" y="1177"/>
                    <a:pt x="1" y="1198"/>
                  </a:cubicBezTo>
                  <a:lnTo>
                    <a:pt x="1" y="1273"/>
                  </a:lnTo>
                  <a:cubicBezTo>
                    <a:pt x="1" y="1294"/>
                    <a:pt x="11" y="1315"/>
                    <a:pt x="32" y="1315"/>
                  </a:cubicBezTo>
                  <a:cubicBezTo>
                    <a:pt x="65" y="1315"/>
                    <a:pt x="75" y="1294"/>
                    <a:pt x="75" y="1273"/>
                  </a:cubicBezTo>
                  <a:lnTo>
                    <a:pt x="75" y="1198"/>
                  </a:lnTo>
                  <a:cubicBezTo>
                    <a:pt x="75" y="1177"/>
                    <a:pt x="65" y="1156"/>
                    <a:pt x="32" y="1156"/>
                  </a:cubicBezTo>
                  <a:close/>
                  <a:moveTo>
                    <a:pt x="32" y="1559"/>
                  </a:moveTo>
                  <a:cubicBezTo>
                    <a:pt x="11" y="1559"/>
                    <a:pt x="1" y="1580"/>
                    <a:pt x="1" y="1601"/>
                  </a:cubicBezTo>
                  <a:lnTo>
                    <a:pt x="1" y="1686"/>
                  </a:lnTo>
                  <a:cubicBezTo>
                    <a:pt x="1" y="1707"/>
                    <a:pt x="11" y="1729"/>
                    <a:pt x="32" y="1729"/>
                  </a:cubicBezTo>
                  <a:cubicBezTo>
                    <a:pt x="65" y="1729"/>
                    <a:pt x="75" y="1707"/>
                    <a:pt x="75" y="1686"/>
                  </a:cubicBezTo>
                  <a:lnTo>
                    <a:pt x="75" y="1601"/>
                  </a:lnTo>
                  <a:cubicBezTo>
                    <a:pt x="75" y="1580"/>
                    <a:pt x="65" y="1559"/>
                    <a:pt x="32" y="1559"/>
                  </a:cubicBezTo>
                  <a:close/>
                  <a:moveTo>
                    <a:pt x="32" y="1973"/>
                  </a:moveTo>
                  <a:cubicBezTo>
                    <a:pt x="11" y="1973"/>
                    <a:pt x="1" y="1983"/>
                    <a:pt x="1" y="2015"/>
                  </a:cubicBezTo>
                  <a:lnTo>
                    <a:pt x="1" y="2089"/>
                  </a:lnTo>
                  <a:cubicBezTo>
                    <a:pt x="1" y="2110"/>
                    <a:pt x="11" y="2132"/>
                    <a:pt x="32" y="2132"/>
                  </a:cubicBezTo>
                  <a:cubicBezTo>
                    <a:pt x="65" y="2132"/>
                    <a:pt x="75" y="2110"/>
                    <a:pt x="75" y="2089"/>
                  </a:cubicBezTo>
                  <a:lnTo>
                    <a:pt x="75" y="2015"/>
                  </a:lnTo>
                  <a:cubicBezTo>
                    <a:pt x="75" y="1983"/>
                    <a:pt x="65" y="1973"/>
                    <a:pt x="32" y="1973"/>
                  </a:cubicBezTo>
                  <a:close/>
                  <a:moveTo>
                    <a:pt x="32" y="2376"/>
                  </a:moveTo>
                  <a:cubicBezTo>
                    <a:pt x="11" y="2376"/>
                    <a:pt x="1" y="2397"/>
                    <a:pt x="1" y="2418"/>
                  </a:cubicBezTo>
                  <a:lnTo>
                    <a:pt x="1" y="2503"/>
                  </a:lnTo>
                  <a:cubicBezTo>
                    <a:pt x="1" y="2524"/>
                    <a:pt x="11" y="2546"/>
                    <a:pt x="32" y="2546"/>
                  </a:cubicBezTo>
                  <a:cubicBezTo>
                    <a:pt x="65" y="2546"/>
                    <a:pt x="75" y="2524"/>
                    <a:pt x="75" y="2503"/>
                  </a:cubicBezTo>
                  <a:lnTo>
                    <a:pt x="75" y="2418"/>
                  </a:lnTo>
                  <a:cubicBezTo>
                    <a:pt x="75" y="2397"/>
                    <a:pt x="65" y="2376"/>
                    <a:pt x="32" y="2376"/>
                  </a:cubicBezTo>
                  <a:close/>
                  <a:moveTo>
                    <a:pt x="32" y="2789"/>
                  </a:moveTo>
                  <a:cubicBezTo>
                    <a:pt x="11" y="2789"/>
                    <a:pt x="1" y="2800"/>
                    <a:pt x="1" y="2832"/>
                  </a:cubicBezTo>
                  <a:lnTo>
                    <a:pt x="1" y="2906"/>
                  </a:lnTo>
                  <a:cubicBezTo>
                    <a:pt x="1" y="2927"/>
                    <a:pt x="11" y="2949"/>
                    <a:pt x="32" y="2949"/>
                  </a:cubicBezTo>
                  <a:cubicBezTo>
                    <a:pt x="65" y="2949"/>
                    <a:pt x="75" y="2927"/>
                    <a:pt x="75" y="2906"/>
                  </a:cubicBezTo>
                  <a:lnTo>
                    <a:pt x="75" y="2832"/>
                  </a:lnTo>
                  <a:cubicBezTo>
                    <a:pt x="75" y="2800"/>
                    <a:pt x="65" y="2789"/>
                    <a:pt x="32" y="2789"/>
                  </a:cubicBezTo>
                  <a:close/>
                  <a:moveTo>
                    <a:pt x="32" y="3192"/>
                  </a:moveTo>
                  <a:cubicBezTo>
                    <a:pt x="11" y="3192"/>
                    <a:pt x="1" y="3213"/>
                    <a:pt x="1" y="3235"/>
                  </a:cubicBezTo>
                  <a:lnTo>
                    <a:pt x="1" y="3319"/>
                  </a:lnTo>
                  <a:cubicBezTo>
                    <a:pt x="1" y="3341"/>
                    <a:pt x="11" y="3362"/>
                    <a:pt x="32" y="3362"/>
                  </a:cubicBezTo>
                  <a:cubicBezTo>
                    <a:pt x="65" y="3362"/>
                    <a:pt x="75" y="3341"/>
                    <a:pt x="75" y="3319"/>
                  </a:cubicBezTo>
                  <a:lnTo>
                    <a:pt x="75" y="3235"/>
                  </a:lnTo>
                  <a:cubicBezTo>
                    <a:pt x="75" y="3213"/>
                    <a:pt x="65" y="3192"/>
                    <a:pt x="32" y="3192"/>
                  </a:cubicBezTo>
                  <a:close/>
                  <a:moveTo>
                    <a:pt x="32" y="3606"/>
                  </a:moveTo>
                  <a:cubicBezTo>
                    <a:pt x="11" y="3606"/>
                    <a:pt x="1" y="3616"/>
                    <a:pt x="1" y="3638"/>
                  </a:cubicBezTo>
                  <a:lnTo>
                    <a:pt x="1" y="3722"/>
                  </a:lnTo>
                  <a:cubicBezTo>
                    <a:pt x="1" y="3744"/>
                    <a:pt x="11" y="3765"/>
                    <a:pt x="32" y="3765"/>
                  </a:cubicBezTo>
                  <a:cubicBezTo>
                    <a:pt x="65" y="3765"/>
                    <a:pt x="75" y="3744"/>
                    <a:pt x="75" y="3722"/>
                  </a:cubicBezTo>
                  <a:lnTo>
                    <a:pt x="75" y="3638"/>
                  </a:lnTo>
                  <a:cubicBezTo>
                    <a:pt x="75" y="3616"/>
                    <a:pt x="65" y="3606"/>
                    <a:pt x="32" y="3606"/>
                  </a:cubicBezTo>
                  <a:close/>
                  <a:moveTo>
                    <a:pt x="32" y="4009"/>
                  </a:moveTo>
                  <a:cubicBezTo>
                    <a:pt x="11" y="4009"/>
                    <a:pt x="1" y="4030"/>
                    <a:pt x="1" y="4052"/>
                  </a:cubicBezTo>
                  <a:lnTo>
                    <a:pt x="1" y="4136"/>
                  </a:lnTo>
                  <a:cubicBezTo>
                    <a:pt x="1" y="4158"/>
                    <a:pt x="11" y="4168"/>
                    <a:pt x="32" y="4168"/>
                  </a:cubicBezTo>
                  <a:cubicBezTo>
                    <a:pt x="65" y="4168"/>
                    <a:pt x="75" y="4158"/>
                    <a:pt x="75" y="4136"/>
                  </a:cubicBezTo>
                  <a:lnTo>
                    <a:pt x="75" y="4052"/>
                  </a:lnTo>
                  <a:cubicBezTo>
                    <a:pt x="75" y="4030"/>
                    <a:pt x="65" y="4009"/>
                    <a:pt x="32" y="4009"/>
                  </a:cubicBezTo>
                  <a:close/>
                  <a:moveTo>
                    <a:pt x="32" y="4422"/>
                  </a:moveTo>
                  <a:cubicBezTo>
                    <a:pt x="11" y="4422"/>
                    <a:pt x="1" y="4433"/>
                    <a:pt x="1" y="4455"/>
                  </a:cubicBezTo>
                  <a:lnTo>
                    <a:pt x="1" y="4539"/>
                  </a:lnTo>
                  <a:cubicBezTo>
                    <a:pt x="1" y="4561"/>
                    <a:pt x="11" y="4582"/>
                    <a:pt x="32" y="4582"/>
                  </a:cubicBezTo>
                  <a:cubicBezTo>
                    <a:pt x="65" y="4582"/>
                    <a:pt x="75" y="4561"/>
                    <a:pt x="75" y="4539"/>
                  </a:cubicBezTo>
                  <a:lnTo>
                    <a:pt x="75" y="4455"/>
                  </a:lnTo>
                  <a:cubicBezTo>
                    <a:pt x="75" y="4433"/>
                    <a:pt x="65" y="4422"/>
                    <a:pt x="32" y="4422"/>
                  </a:cubicBezTo>
                  <a:close/>
                  <a:moveTo>
                    <a:pt x="32" y="4825"/>
                  </a:moveTo>
                  <a:cubicBezTo>
                    <a:pt x="11" y="4825"/>
                    <a:pt x="1" y="4847"/>
                    <a:pt x="1" y="4868"/>
                  </a:cubicBezTo>
                  <a:lnTo>
                    <a:pt x="1" y="4953"/>
                  </a:lnTo>
                  <a:cubicBezTo>
                    <a:pt x="1" y="4974"/>
                    <a:pt x="11" y="4985"/>
                    <a:pt x="32" y="4985"/>
                  </a:cubicBezTo>
                  <a:cubicBezTo>
                    <a:pt x="65" y="4985"/>
                    <a:pt x="75" y="4974"/>
                    <a:pt x="75" y="4953"/>
                  </a:cubicBezTo>
                  <a:lnTo>
                    <a:pt x="75" y="4868"/>
                  </a:lnTo>
                  <a:cubicBezTo>
                    <a:pt x="75" y="4847"/>
                    <a:pt x="65" y="4825"/>
                    <a:pt x="32" y="4825"/>
                  </a:cubicBezTo>
                  <a:close/>
                  <a:moveTo>
                    <a:pt x="32" y="5228"/>
                  </a:moveTo>
                  <a:cubicBezTo>
                    <a:pt x="11" y="5228"/>
                    <a:pt x="1" y="5250"/>
                    <a:pt x="1" y="5271"/>
                  </a:cubicBezTo>
                  <a:lnTo>
                    <a:pt x="1" y="5356"/>
                  </a:lnTo>
                  <a:cubicBezTo>
                    <a:pt x="1" y="5377"/>
                    <a:pt x="11" y="5398"/>
                    <a:pt x="32" y="5398"/>
                  </a:cubicBezTo>
                  <a:cubicBezTo>
                    <a:pt x="65" y="5398"/>
                    <a:pt x="75" y="5377"/>
                    <a:pt x="75" y="5356"/>
                  </a:cubicBezTo>
                  <a:lnTo>
                    <a:pt x="75" y="5271"/>
                  </a:lnTo>
                  <a:cubicBezTo>
                    <a:pt x="75" y="5250"/>
                    <a:pt x="65" y="5228"/>
                    <a:pt x="32" y="5228"/>
                  </a:cubicBezTo>
                  <a:close/>
                  <a:moveTo>
                    <a:pt x="32" y="5642"/>
                  </a:moveTo>
                  <a:cubicBezTo>
                    <a:pt x="11" y="5642"/>
                    <a:pt x="1" y="5664"/>
                    <a:pt x="1" y="5685"/>
                  </a:cubicBezTo>
                  <a:lnTo>
                    <a:pt x="1" y="5759"/>
                  </a:lnTo>
                  <a:cubicBezTo>
                    <a:pt x="1" y="5791"/>
                    <a:pt x="11" y="5801"/>
                    <a:pt x="32" y="5801"/>
                  </a:cubicBezTo>
                  <a:cubicBezTo>
                    <a:pt x="65" y="5801"/>
                    <a:pt x="75" y="5791"/>
                    <a:pt x="75" y="5759"/>
                  </a:cubicBezTo>
                  <a:lnTo>
                    <a:pt x="75" y="5685"/>
                  </a:lnTo>
                  <a:cubicBezTo>
                    <a:pt x="75" y="5664"/>
                    <a:pt x="65" y="5642"/>
                    <a:pt x="32" y="5642"/>
                  </a:cubicBezTo>
                  <a:close/>
                  <a:moveTo>
                    <a:pt x="32" y="6045"/>
                  </a:moveTo>
                  <a:cubicBezTo>
                    <a:pt x="11" y="6045"/>
                    <a:pt x="1" y="6067"/>
                    <a:pt x="1" y="6088"/>
                  </a:cubicBezTo>
                  <a:lnTo>
                    <a:pt x="1" y="6173"/>
                  </a:lnTo>
                  <a:cubicBezTo>
                    <a:pt x="1" y="6194"/>
                    <a:pt x="11" y="6215"/>
                    <a:pt x="32" y="6215"/>
                  </a:cubicBezTo>
                  <a:cubicBezTo>
                    <a:pt x="65" y="6215"/>
                    <a:pt x="75" y="6194"/>
                    <a:pt x="75" y="6173"/>
                  </a:cubicBezTo>
                  <a:lnTo>
                    <a:pt x="75" y="6088"/>
                  </a:lnTo>
                  <a:cubicBezTo>
                    <a:pt x="75" y="6067"/>
                    <a:pt x="65" y="6045"/>
                    <a:pt x="32" y="6045"/>
                  </a:cubicBezTo>
                  <a:close/>
                  <a:moveTo>
                    <a:pt x="32" y="6459"/>
                  </a:moveTo>
                  <a:cubicBezTo>
                    <a:pt x="11" y="6459"/>
                    <a:pt x="1" y="6480"/>
                    <a:pt x="1" y="6501"/>
                  </a:cubicBezTo>
                  <a:lnTo>
                    <a:pt x="1" y="6576"/>
                  </a:lnTo>
                  <a:cubicBezTo>
                    <a:pt x="1" y="6597"/>
                    <a:pt x="11" y="6618"/>
                    <a:pt x="32" y="6618"/>
                  </a:cubicBezTo>
                  <a:cubicBezTo>
                    <a:pt x="65" y="6618"/>
                    <a:pt x="75" y="6597"/>
                    <a:pt x="75" y="6576"/>
                  </a:cubicBezTo>
                  <a:lnTo>
                    <a:pt x="75" y="6501"/>
                  </a:lnTo>
                  <a:cubicBezTo>
                    <a:pt x="75" y="6480"/>
                    <a:pt x="65" y="6459"/>
                    <a:pt x="32" y="6459"/>
                  </a:cubicBezTo>
                  <a:close/>
                  <a:moveTo>
                    <a:pt x="32" y="6862"/>
                  </a:moveTo>
                  <a:cubicBezTo>
                    <a:pt x="11" y="6862"/>
                    <a:pt x="1" y="6883"/>
                    <a:pt x="1" y="6904"/>
                  </a:cubicBezTo>
                  <a:lnTo>
                    <a:pt x="1" y="6989"/>
                  </a:lnTo>
                  <a:cubicBezTo>
                    <a:pt x="1" y="7010"/>
                    <a:pt x="11" y="7031"/>
                    <a:pt x="32" y="7031"/>
                  </a:cubicBezTo>
                  <a:cubicBezTo>
                    <a:pt x="65" y="7031"/>
                    <a:pt x="75" y="7010"/>
                    <a:pt x="75" y="6989"/>
                  </a:cubicBezTo>
                  <a:lnTo>
                    <a:pt x="75" y="6904"/>
                  </a:lnTo>
                  <a:cubicBezTo>
                    <a:pt x="75" y="6883"/>
                    <a:pt x="65" y="6862"/>
                    <a:pt x="32" y="6862"/>
                  </a:cubicBezTo>
                  <a:close/>
                  <a:moveTo>
                    <a:pt x="32" y="7276"/>
                  </a:moveTo>
                  <a:cubicBezTo>
                    <a:pt x="11" y="7276"/>
                    <a:pt x="1" y="7286"/>
                    <a:pt x="1" y="7318"/>
                  </a:cubicBezTo>
                  <a:lnTo>
                    <a:pt x="1" y="7392"/>
                  </a:lnTo>
                  <a:cubicBezTo>
                    <a:pt x="1" y="7413"/>
                    <a:pt x="11" y="7434"/>
                    <a:pt x="32" y="7434"/>
                  </a:cubicBezTo>
                  <a:cubicBezTo>
                    <a:pt x="65" y="7434"/>
                    <a:pt x="75" y="7413"/>
                    <a:pt x="75" y="7392"/>
                  </a:cubicBezTo>
                  <a:lnTo>
                    <a:pt x="75" y="7318"/>
                  </a:lnTo>
                  <a:cubicBezTo>
                    <a:pt x="75" y="7286"/>
                    <a:pt x="65" y="7276"/>
                    <a:pt x="32" y="7276"/>
                  </a:cubicBezTo>
                  <a:close/>
                  <a:moveTo>
                    <a:pt x="32" y="7679"/>
                  </a:moveTo>
                  <a:cubicBezTo>
                    <a:pt x="11" y="7679"/>
                    <a:pt x="1" y="7700"/>
                    <a:pt x="1" y="7721"/>
                  </a:cubicBezTo>
                  <a:lnTo>
                    <a:pt x="1" y="7806"/>
                  </a:lnTo>
                  <a:cubicBezTo>
                    <a:pt x="1" y="7827"/>
                    <a:pt x="11" y="7848"/>
                    <a:pt x="32" y="7848"/>
                  </a:cubicBezTo>
                  <a:cubicBezTo>
                    <a:pt x="65" y="7848"/>
                    <a:pt x="75" y="7827"/>
                    <a:pt x="75" y="7806"/>
                  </a:cubicBezTo>
                  <a:lnTo>
                    <a:pt x="75" y="7721"/>
                  </a:lnTo>
                  <a:cubicBezTo>
                    <a:pt x="75" y="7700"/>
                    <a:pt x="65" y="7679"/>
                    <a:pt x="32" y="7679"/>
                  </a:cubicBezTo>
                  <a:close/>
                  <a:moveTo>
                    <a:pt x="32" y="8092"/>
                  </a:moveTo>
                  <a:cubicBezTo>
                    <a:pt x="11" y="8092"/>
                    <a:pt x="1" y="8103"/>
                    <a:pt x="1" y="8134"/>
                  </a:cubicBezTo>
                  <a:lnTo>
                    <a:pt x="1" y="8209"/>
                  </a:lnTo>
                  <a:cubicBezTo>
                    <a:pt x="1" y="8230"/>
                    <a:pt x="11" y="8251"/>
                    <a:pt x="32" y="8251"/>
                  </a:cubicBezTo>
                  <a:cubicBezTo>
                    <a:pt x="65" y="8251"/>
                    <a:pt x="75" y="8230"/>
                    <a:pt x="75" y="8209"/>
                  </a:cubicBezTo>
                  <a:lnTo>
                    <a:pt x="75" y="8134"/>
                  </a:lnTo>
                  <a:cubicBezTo>
                    <a:pt x="75" y="8103"/>
                    <a:pt x="65" y="8092"/>
                    <a:pt x="32" y="8092"/>
                  </a:cubicBezTo>
                  <a:close/>
                  <a:moveTo>
                    <a:pt x="32" y="8495"/>
                  </a:moveTo>
                  <a:cubicBezTo>
                    <a:pt x="11" y="8495"/>
                    <a:pt x="1" y="8516"/>
                    <a:pt x="1" y="8537"/>
                  </a:cubicBezTo>
                  <a:lnTo>
                    <a:pt x="1" y="8622"/>
                  </a:lnTo>
                  <a:cubicBezTo>
                    <a:pt x="1" y="8643"/>
                    <a:pt x="11" y="8664"/>
                    <a:pt x="32" y="8664"/>
                  </a:cubicBezTo>
                  <a:cubicBezTo>
                    <a:pt x="65" y="8664"/>
                    <a:pt x="75" y="8643"/>
                    <a:pt x="75" y="8622"/>
                  </a:cubicBezTo>
                  <a:lnTo>
                    <a:pt x="75" y="8537"/>
                  </a:lnTo>
                  <a:cubicBezTo>
                    <a:pt x="75" y="8516"/>
                    <a:pt x="65" y="8495"/>
                    <a:pt x="32" y="849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6"/>
            <p:cNvSpPr/>
            <p:nvPr/>
          </p:nvSpPr>
          <p:spPr>
            <a:xfrm>
              <a:off x="3267150" y="331975"/>
              <a:ext cx="2150" cy="298025"/>
            </a:xfrm>
            <a:custGeom>
              <a:rect b="b" l="l" r="r" t="t"/>
              <a:pathLst>
                <a:path extrusionOk="0" h="11921" w="86">
                  <a:moveTo>
                    <a:pt x="43" y="0"/>
                  </a:moveTo>
                  <a:cubicBezTo>
                    <a:pt x="22" y="0"/>
                    <a:pt x="0" y="11"/>
                    <a:pt x="0" y="32"/>
                  </a:cubicBezTo>
                  <a:lnTo>
                    <a:pt x="0" y="43"/>
                  </a:lnTo>
                  <a:cubicBezTo>
                    <a:pt x="0" y="75"/>
                    <a:pt x="22" y="85"/>
                    <a:pt x="43" y="85"/>
                  </a:cubicBezTo>
                  <a:cubicBezTo>
                    <a:pt x="64" y="85"/>
                    <a:pt x="85" y="75"/>
                    <a:pt x="85" y="43"/>
                  </a:cubicBezTo>
                  <a:lnTo>
                    <a:pt x="85" y="32"/>
                  </a:lnTo>
                  <a:cubicBezTo>
                    <a:pt x="85" y="11"/>
                    <a:pt x="64" y="0"/>
                    <a:pt x="43" y="0"/>
                  </a:cubicBezTo>
                  <a:close/>
                  <a:moveTo>
                    <a:pt x="43" y="329"/>
                  </a:moveTo>
                  <a:cubicBezTo>
                    <a:pt x="22" y="329"/>
                    <a:pt x="0" y="351"/>
                    <a:pt x="0" y="372"/>
                  </a:cubicBezTo>
                  <a:lnTo>
                    <a:pt x="0" y="457"/>
                  </a:lnTo>
                  <a:cubicBezTo>
                    <a:pt x="0" y="478"/>
                    <a:pt x="22" y="499"/>
                    <a:pt x="43" y="499"/>
                  </a:cubicBezTo>
                  <a:cubicBezTo>
                    <a:pt x="64" y="499"/>
                    <a:pt x="85" y="478"/>
                    <a:pt x="85" y="457"/>
                  </a:cubicBezTo>
                  <a:lnTo>
                    <a:pt x="85" y="372"/>
                  </a:lnTo>
                  <a:cubicBezTo>
                    <a:pt x="85" y="351"/>
                    <a:pt x="64" y="329"/>
                    <a:pt x="43" y="329"/>
                  </a:cubicBezTo>
                  <a:close/>
                  <a:moveTo>
                    <a:pt x="43" y="743"/>
                  </a:moveTo>
                  <a:cubicBezTo>
                    <a:pt x="22" y="743"/>
                    <a:pt x="0" y="754"/>
                    <a:pt x="0" y="785"/>
                  </a:cubicBezTo>
                  <a:lnTo>
                    <a:pt x="0" y="860"/>
                  </a:lnTo>
                  <a:cubicBezTo>
                    <a:pt x="0" y="881"/>
                    <a:pt x="22" y="902"/>
                    <a:pt x="43" y="902"/>
                  </a:cubicBezTo>
                  <a:cubicBezTo>
                    <a:pt x="64" y="902"/>
                    <a:pt x="85" y="881"/>
                    <a:pt x="85" y="860"/>
                  </a:cubicBezTo>
                  <a:lnTo>
                    <a:pt x="85" y="785"/>
                  </a:lnTo>
                  <a:cubicBezTo>
                    <a:pt x="85" y="754"/>
                    <a:pt x="64" y="743"/>
                    <a:pt x="43" y="743"/>
                  </a:cubicBezTo>
                  <a:close/>
                  <a:moveTo>
                    <a:pt x="43" y="1146"/>
                  </a:moveTo>
                  <a:cubicBezTo>
                    <a:pt x="22" y="1146"/>
                    <a:pt x="0" y="1167"/>
                    <a:pt x="0" y="1188"/>
                  </a:cubicBezTo>
                  <a:lnTo>
                    <a:pt x="0" y="1273"/>
                  </a:lnTo>
                  <a:cubicBezTo>
                    <a:pt x="0" y="1294"/>
                    <a:pt x="22" y="1315"/>
                    <a:pt x="43" y="1315"/>
                  </a:cubicBezTo>
                  <a:cubicBezTo>
                    <a:pt x="64" y="1315"/>
                    <a:pt x="85" y="1294"/>
                    <a:pt x="85" y="1273"/>
                  </a:cubicBezTo>
                  <a:lnTo>
                    <a:pt x="85" y="1188"/>
                  </a:lnTo>
                  <a:cubicBezTo>
                    <a:pt x="85" y="1167"/>
                    <a:pt x="64" y="1146"/>
                    <a:pt x="43" y="1146"/>
                  </a:cubicBezTo>
                  <a:close/>
                  <a:moveTo>
                    <a:pt x="43" y="1560"/>
                  </a:moveTo>
                  <a:cubicBezTo>
                    <a:pt x="22" y="1560"/>
                    <a:pt x="0" y="1570"/>
                    <a:pt x="0" y="1602"/>
                  </a:cubicBezTo>
                  <a:lnTo>
                    <a:pt x="0" y="1676"/>
                  </a:lnTo>
                  <a:cubicBezTo>
                    <a:pt x="0" y="1697"/>
                    <a:pt x="22" y="1718"/>
                    <a:pt x="43" y="1718"/>
                  </a:cubicBezTo>
                  <a:cubicBezTo>
                    <a:pt x="64" y="1718"/>
                    <a:pt x="85" y="1697"/>
                    <a:pt x="85" y="1676"/>
                  </a:cubicBezTo>
                  <a:lnTo>
                    <a:pt x="85" y="1602"/>
                  </a:lnTo>
                  <a:cubicBezTo>
                    <a:pt x="85" y="1570"/>
                    <a:pt x="64" y="1560"/>
                    <a:pt x="43" y="1560"/>
                  </a:cubicBezTo>
                  <a:close/>
                  <a:moveTo>
                    <a:pt x="43" y="1963"/>
                  </a:moveTo>
                  <a:cubicBezTo>
                    <a:pt x="22" y="1963"/>
                    <a:pt x="0" y="1984"/>
                    <a:pt x="0" y="2005"/>
                  </a:cubicBezTo>
                  <a:lnTo>
                    <a:pt x="0" y="2090"/>
                  </a:lnTo>
                  <a:cubicBezTo>
                    <a:pt x="0" y="2111"/>
                    <a:pt x="22" y="2132"/>
                    <a:pt x="43" y="2132"/>
                  </a:cubicBezTo>
                  <a:cubicBezTo>
                    <a:pt x="64" y="2132"/>
                    <a:pt x="85" y="2111"/>
                    <a:pt x="85" y="2090"/>
                  </a:cubicBezTo>
                  <a:lnTo>
                    <a:pt x="85" y="2005"/>
                  </a:lnTo>
                  <a:cubicBezTo>
                    <a:pt x="85" y="1984"/>
                    <a:pt x="64" y="1963"/>
                    <a:pt x="43" y="1963"/>
                  </a:cubicBezTo>
                  <a:close/>
                  <a:moveTo>
                    <a:pt x="43" y="2376"/>
                  </a:moveTo>
                  <a:cubicBezTo>
                    <a:pt x="22" y="2376"/>
                    <a:pt x="0" y="2387"/>
                    <a:pt x="0" y="2408"/>
                  </a:cubicBezTo>
                  <a:lnTo>
                    <a:pt x="0" y="2493"/>
                  </a:lnTo>
                  <a:cubicBezTo>
                    <a:pt x="0" y="2514"/>
                    <a:pt x="22" y="2535"/>
                    <a:pt x="43" y="2535"/>
                  </a:cubicBezTo>
                  <a:cubicBezTo>
                    <a:pt x="64" y="2535"/>
                    <a:pt x="85" y="2514"/>
                    <a:pt x="85" y="2493"/>
                  </a:cubicBezTo>
                  <a:lnTo>
                    <a:pt x="85" y="2408"/>
                  </a:lnTo>
                  <a:cubicBezTo>
                    <a:pt x="85" y="2387"/>
                    <a:pt x="64" y="2376"/>
                    <a:pt x="43" y="2376"/>
                  </a:cubicBezTo>
                  <a:close/>
                  <a:moveTo>
                    <a:pt x="43" y="2779"/>
                  </a:moveTo>
                  <a:cubicBezTo>
                    <a:pt x="22" y="2779"/>
                    <a:pt x="0" y="2800"/>
                    <a:pt x="0" y="2821"/>
                  </a:cubicBezTo>
                  <a:lnTo>
                    <a:pt x="0" y="2906"/>
                  </a:lnTo>
                  <a:cubicBezTo>
                    <a:pt x="0" y="2927"/>
                    <a:pt x="22" y="2938"/>
                    <a:pt x="43" y="2938"/>
                  </a:cubicBezTo>
                  <a:cubicBezTo>
                    <a:pt x="64" y="2938"/>
                    <a:pt x="85" y="2927"/>
                    <a:pt x="85" y="2906"/>
                  </a:cubicBezTo>
                  <a:lnTo>
                    <a:pt x="85" y="2821"/>
                  </a:lnTo>
                  <a:cubicBezTo>
                    <a:pt x="85" y="2800"/>
                    <a:pt x="64" y="2779"/>
                    <a:pt x="43" y="2779"/>
                  </a:cubicBezTo>
                  <a:close/>
                  <a:moveTo>
                    <a:pt x="43" y="3193"/>
                  </a:moveTo>
                  <a:cubicBezTo>
                    <a:pt x="22" y="3193"/>
                    <a:pt x="0" y="3203"/>
                    <a:pt x="0" y="3224"/>
                  </a:cubicBezTo>
                  <a:lnTo>
                    <a:pt x="0" y="3309"/>
                  </a:lnTo>
                  <a:cubicBezTo>
                    <a:pt x="0" y="3330"/>
                    <a:pt x="22" y="3352"/>
                    <a:pt x="43" y="3352"/>
                  </a:cubicBezTo>
                  <a:cubicBezTo>
                    <a:pt x="64" y="3352"/>
                    <a:pt x="85" y="3330"/>
                    <a:pt x="85" y="3309"/>
                  </a:cubicBezTo>
                  <a:lnTo>
                    <a:pt x="85" y="3224"/>
                  </a:lnTo>
                  <a:cubicBezTo>
                    <a:pt x="85" y="3203"/>
                    <a:pt x="64" y="3193"/>
                    <a:pt x="43" y="3193"/>
                  </a:cubicBezTo>
                  <a:close/>
                  <a:moveTo>
                    <a:pt x="43" y="3596"/>
                  </a:moveTo>
                  <a:cubicBezTo>
                    <a:pt x="22" y="3596"/>
                    <a:pt x="0" y="3617"/>
                    <a:pt x="0" y="3638"/>
                  </a:cubicBezTo>
                  <a:lnTo>
                    <a:pt x="0" y="3723"/>
                  </a:lnTo>
                  <a:cubicBezTo>
                    <a:pt x="0" y="3744"/>
                    <a:pt x="22" y="3755"/>
                    <a:pt x="43" y="3755"/>
                  </a:cubicBezTo>
                  <a:cubicBezTo>
                    <a:pt x="64" y="3755"/>
                    <a:pt x="85" y="3744"/>
                    <a:pt x="85" y="3723"/>
                  </a:cubicBezTo>
                  <a:lnTo>
                    <a:pt x="85" y="3638"/>
                  </a:lnTo>
                  <a:cubicBezTo>
                    <a:pt x="85" y="3617"/>
                    <a:pt x="64" y="3596"/>
                    <a:pt x="43" y="3596"/>
                  </a:cubicBezTo>
                  <a:close/>
                  <a:moveTo>
                    <a:pt x="43" y="3999"/>
                  </a:moveTo>
                  <a:cubicBezTo>
                    <a:pt x="22" y="3999"/>
                    <a:pt x="0" y="4020"/>
                    <a:pt x="0" y="4041"/>
                  </a:cubicBezTo>
                  <a:lnTo>
                    <a:pt x="0" y="4126"/>
                  </a:lnTo>
                  <a:cubicBezTo>
                    <a:pt x="0" y="4147"/>
                    <a:pt x="22" y="4169"/>
                    <a:pt x="43" y="4169"/>
                  </a:cubicBezTo>
                  <a:cubicBezTo>
                    <a:pt x="64" y="4169"/>
                    <a:pt x="85" y="4147"/>
                    <a:pt x="85" y="4126"/>
                  </a:cubicBezTo>
                  <a:lnTo>
                    <a:pt x="85" y="4041"/>
                  </a:lnTo>
                  <a:cubicBezTo>
                    <a:pt x="85" y="4020"/>
                    <a:pt x="64" y="3999"/>
                    <a:pt x="43" y="3999"/>
                  </a:cubicBezTo>
                  <a:close/>
                  <a:moveTo>
                    <a:pt x="43" y="4412"/>
                  </a:moveTo>
                  <a:cubicBezTo>
                    <a:pt x="22" y="4412"/>
                    <a:pt x="0" y="4433"/>
                    <a:pt x="0" y="4454"/>
                  </a:cubicBezTo>
                  <a:lnTo>
                    <a:pt x="0" y="4529"/>
                  </a:lnTo>
                  <a:cubicBezTo>
                    <a:pt x="0" y="4561"/>
                    <a:pt x="22" y="4572"/>
                    <a:pt x="43" y="4572"/>
                  </a:cubicBezTo>
                  <a:cubicBezTo>
                    <a:pt x="64" y="4572"/>
                    <a:pt x="85" y="4561"/>
                    <a:pt x="85" y="4529"/>
                  </a:cubicBezTo>
                  <a:lnTo>
                    <a:pt x="85" y="4454"/>
                  </a:lnTo>
                  <a:cubicBezTo>
                    <a:pt x="85" y="4433"/>
                    <a:pt x="64" y="4412"/>
                    <a:pt x="43" y="4412"/>
                  </a:cubicBezTo>
                  <a:close/>
                  <a:moveTo>
                    <a:pt x="43" y="4815"/>
                  </a:moveTo>
                  <a:cubicBezTo>
                    <a:pt x="22" y="4815"/>
                    <a:pt x="0" y="4836"/>
                    <a:pt x="0" y="4857"/>
                  </a:cubicBezTo>
                  <a:lnTo>
                    <a:pt x="0" y="4942"/>
                  </a:lnTo>
                  <a:cubicBezTo>
                    <a:pt x="0" y="4963"/>
                    <a:pt x="22" y="4985"/>
                    <a:pt x="43" y="4985"/>
                  </a:cubicBezTo>
                  <a:cubicBezTo>
                    <a:pt x="64" y="4985"/>
                    <a:pt x="85" y="4963"/>
                    <a:pt x="85" y="4942"/>
                  </a:cubicBezTo>
                  <a:lnTo>
                    <a:pt x="85" y="4857"/>
                  </a:lnTo>
                  <a:cubicBezTo>
                    <a:pt x="85" y="4836"/>
                    <a:pt x="64" y="4815"/>
                    <a:pt x="43" y="4815"/>
                  </a:cubicBezTo>
                  <a:close/>
                  <a:moveTo>
                    <a:pt x="43" y="5229"/>
                  </a:moveTo>
                  <a:cubicBezTo>
                    <a:pt x="22" y="5229"/>
                    <a:pt x="0" y="5250"/>
                    <a:pt x="0" y="5271"/>
                  </a:cubicBezTo>
                  <a:lnTo>
                    <a:pt x="0" y="5345"/>
                  </a:lnTo>
                  <a:cubicBezTo>
                    <a:pt x="0" y="5378"/>
                    <a:pt x="22" y="5388"/>
                    <a:pt x="43" y="5388"/>
                  </a:cubicBezTo>
                  <a:cubicBezTo>
                    <a:pt x="64" y="5388"/>
                    <a:pt x="85" y="5378"/>
                    <a:pt x="85" y="5345"/>
                  </a:cubicBezTo>
                  <a:lnTo>
                    <a:pt x="85" y="5271"/>
                  </a:lnTo>
                  <a:cubicBezTo>
                    <a:pt x="85" y="5250"/>
                    <a:pt x="64" y="5229"/>
                    <a:pt x="43" y="5229"/>
                  </a:cubicBezTo>
                  <a:close/>
                  <a:moveTo>
                    <a:pt x="43" y="5632"/>
                  </a:moveTo>
                  <a:cubicBezTo>
                    <a:pt x="22" y="5632"/>
                    <a:pt x="0" y="5653"/>
                    <a:pt x="0" y="5674"/>
                  </a:cubicBezTo>
                  <a:lnTo>
                    <a:pt x="0" y="5759"/>
                  </a:lnTo>
                  <a:cubicBezTo>
                    <a:pt x="0" y="5781"/>
                    <a:pt x="22" y="5802"/>
                    <a:pt x="43" y="5802"/>
                  </a:cubicBezTo>
                  <a:cubicBezTo>
                    <a:pt x="64" y="5802"/>
                    <a:pt x="85" y="5781"/>
                    <a:pt x="85" y="5759"/>
                  </a:cubicBezTo>
                  <a:lnTo>
                    <a:pt x="85" y="5674"/>
                  </a:lnTo>
                  <a:cubicBezTo>
                    <a:pt x="85" y="5653"/>
                    <a:pt x="64" y="5632"/>
                    <a:pt x="43" y="5632"/>
                  </a:cubicBezTo>
                  <a:close/>
                  <a:moveTo>
                    <a:pt x="43" y="6045"/>
                  </a:moveTo>
                  <a:cubicBezTo>
                    <a:pt x="22" y="6045"/>
                    <a:pt x="0" y="6066"/>
                    <a:pt x="0" y="6088"/>
                  </a:cubicBezTo>
                  <a:lnTo>
                    <a:pt x="0" y="6162"/>
                  </a:lnTo>
                  <a:cubicBezTo>
                    <a:pt x="0" y="6184"/>
                    <a:pt x="22" y="6205"/>
                    <a:pt x="43" y="6205"/>
                  </a:cubicBezTo>
                  <a:cubicBezTo>
                    <a:pt x="64" y="6205"/>
                    <a:pt x="85" y="6184"/>
                    <a:pt x="85" y="6162"/>
                  </a:cubicBezTo>
                  <a:lnTo>
                    <a:pt x="85" y="6088"/>
                  </a:lnTo>
                  <a:cubicBezTo>
                    <a:pt x="85" y="6066"/>
                    <a:pt x="64" y="6045"/>
                    <a:pt x="43" y="6045"/>
                  </a:cubicBezTo>
                  <a:close/>
                  <a:moveTo>
                    <a:pt x="43" y="6448"/>
                  </a:moveTo>
                  <a:cubicBezTo>
                    <a:pt x="22" y="6448"/>
                    <a:pt x="0" y="6469"/>
                    <a:pt x="0" y="6491"/>
                  </a:cubicBezTo>
                  <a:lnTo>
                    <a:pt x="0" y="6575"/>
                  </a:lnTo>
                  <a:cubicBezTo>
                    <a:pt x="0" y="6597"/>
                    <a:pt x="22" y="6618"/>
                    <a:pt x="43" y="6618"/>
                  </a:cubicBezTo>
                  <a:cubicBezTo>
                    <a:pt x="64" y="6618"/>
                    <a:pt x="85" y="6597"/>
                    <a:pt x="85" y="6575"/>
                  </a:cubicBezTo>
                  <a:lnTo>
                    <a:pt x="85" y="6491"/>
                  </a:lnTo>
                  <a:cubicBezTo>
                    <a:pt x="85" y="6469"/>
                    <a:pt x="64" y="6448"/>
                    <a:pt x="43" y="6448"/>
                  </a:cubicBezTo>
                  <a:close/>
                  <a:moveTo>
                    <a:pt x="43" y="6862"/>
                  </a:moveTo>
                  <a:cubicBezTo>
                    <a:pt x="22" y="6862"/>
                    <a:pt x="0" y="6872"/>
                    <a:pt x="0" y="6905"/>
                  </a:cubicBezTo>
                  <a:lnTo>
                    <a:pt x="0" y="6978"/>
                  </a:lnTo>
                  <a:cubicBezTo>
                    <a:pt x="0" y="7000"/>
                    <a:pt x="22" y="7021"/>
                    <a:pt x="43" y="7021"/>
                  </a:cubicBezTo>
                  <a:cubicBezTo>
                    <a:pt x="64" y="7021"/>
                    <a:pt x="85" y="7000"/>
                    <a:pt x="85" y="6978"/>
                  </a:cubicBezTo>
                  <a:lnTo>
                    <a:pt x="85" y="6905"/>
                  </a:lnTo>
                  <a:cubicBezTo>
                    <a:pt x="85" y="6872"/>
                    <a:pt x="64" y="6862"/>
                    <a:pt x="43" y="6862"/>
                  </a:cubicBezTo>
                  <a:close/>
                  <a:moveTo>
                    <a:pt x="43" y="7265"/>
                  </a:moveTo>
                  <a:cubicBezTo>
                    <a:pt x="22" y="7265"/>
                    <a:pt x="0" y="7286"/>
                    <a:pt x="0" y="7308"/>
                  </a:cubicBezTo>
                  <a:lnTo>
                    <a:pt x="0" y="7393"/>
                  </a:lnTo>
                  <a:cubicBezTo>
                    <a:pt x="0" y="7414"/>
                    <a:pt x="22" y="7435"/>
                    <a:pt x="43" y="7435"/>
                  </a:cubicBezTo>
                  <a:cubicBezTo>
                    <a:pt x="64" y="7435"/>
                    <a:pt x="85" y="7414"/>
                    <a:pt x="85" y="7393"/>
                  </a:cubicBezTo>
                  <a:lnTo>
                    <a:pt x="85" y="7308"/>
                  </a:lnTo>
                  <a:cubicBezTo>
                    <a:pt x="85" y="7286"/>
                    <a:pt x="64" y="7265"/>
                    <a:pt x="43" y="7265"/>
                  </a:cubicBezTo>
                  <a:close/>
                  <a:moveTo>
                    <a:pt x="43" y="7678"/>
                  </a:moveTo>
                  <a:cubicBezTo>
                    <a:pt x="22" y="7678"/>
                    <a:pt x="0" y="7689"/>
                    <a:pt x="0" y="7711"/>
                  </a:cubicBezTo>
                  <a:lnTo>
                    <a:pt x="0" y="7796"/>
                  </a:lnTo>
                  <a:cubicBezTo>
                    <a:pt x="0" y="7817"/>
                    <a:pt x="22" y="7838"/>
                    <a:pt x="43" y="7838"/>
                  </a:cubicBezTo>
                  <a:cubicBezTo>
                    <a:pt x="64" y="7838"/>
                    <a:pt x="85" y="7817"/>
                    <a:pt x="85" y="7796"/>
                  </a:cubicBezTo>
                  <a:lnTo>
                    <a:pt x="85" y="7711"/>
                  </a:lnTo>
                  <a:cubicBezTo>
                    <a:pt x="85" y="7689"/>
                    <a:pt x="64" y="7678"/>
                    <a:pt x="43" y="7678"/>
                  </a:cubicBezTo>
                  <a:close/>
                  <a:moveTo>
                    <a:pt x="43" y="8081"/>
                  </a:moveTo>
                  <a:cubicBezTo>
                    <a:pt x="22" y="8081"/>
                    <a:pt x="0" y="8103"/>
                    <a:pt x="0" y="8124"/>
                  </a:cubicBezTo>
                  <a:lnTo>
                    <a:pt x="0" y="8209"/>
                  </a:lnTo>
                  <a:cubicBezTo>
                    <a:pt x="0" y="8230"/>
                    <a:pt x="22" y="8241"/>
                    <a:pt x="43" y="8241"/>
                  </a:cubicBezTo>
                  <a:cubicBezTo>
                    <a:pt x="64" y="8241"/>
                    <a:pt x="85" y="8230"/>
                    <a:pt x="85" y="8209"/>
                  </a:cubicBezTo>
                  <a:lnTo>
                    <a:pt x="85" y="8124"/>
                  </a:lnTo>
                  <a:cubicBezTo>
                    <a:pt x="85" y="8103"/>
                    <a:pt x="64" y="8081"/>
                    <a:pt x="43" y="8081"/>
                  </a:cubicBezTo>
                  <a:close/>
                  <a:moveTo>
                    <a:pt x="43" y="8495"/>
                  </a:moveTo>
                  <a:cubicBezTo>
                    <a:pt x="22" y="8495"/>
                    <a:pt x="0" y="8506"/>
                    <a:pt x="0" y="8527"/>
                  </a:cubicBezTo>
                  <a:lnTo>
                    <a:pt x="0" y="8612"/>
                  </a:lnTo>
                  <a:cubicBezTo>
                    <a:pt x="0" y="8633"/>
                    <a:pt x="22" y="8654"/>
                    <a:pt x="43" y="8654"/>
                  </a:cubicBezTo>
                  <a:cubicBezTo>
                    <a:pt x="64" y="8654"/>
                    <a:pt x="85" y="8633"/>
                    <a:pt x="85" y="8612"/>
                  </a:cubicBezTo>
                  <a:lnTo>
                    <a:pt x="85" y="8527"/>
                  </a:lnTo>
                  <a:cubicBezTo>
                    <a:pt x="85" y="8506"/>
                    <a:pt x="64" y="8495"/>
                    <a:pt x="43" y="8495"/>
                  </a:cubicBezTo>
                  <a:close/>
                  <a:moveTo>
                    <a:pt x="43" y="8898"/>
                  </a:moveTo>
                  <a:cubicBezTo>
                    <a:pt x="22" y="8898"/>
                    <a:pt x="0" y="8920"/>
                    <a:pt x="0" y="8941"/>
                  </a:cubicBezTo>
                  <a:lnTo>
                    <a:pt x="0" y="9026"/>
                  </a:lnTo>
                  <a:cubicBezTo>
                    <a:pt x="0" y="9047"/>
                    <a:pt x="22" y="9057"/>
                    <a:pt x="43" y="9057"/>
                  </a:cubicBezTo>
                  <a:cubicBezTo>
                    <a:pt x="64" y="9057"/>
                    <a:pt x="85" y="9047"/>
                    <a:pt x="85" y="9026"/>
                  </a:cubicBezTo>
                  <a:lnTo>
                    <a:pt x="85" y="8941"/>
                  </a:lnTo>
                  <a:cubicBezTo>
                    <a:pt x="85" y="8920"/>
                    <a:pt x="64" y="8898"/>
                    <a:pt x="43" y="8898"/>
                  </a:cubicBezTo>
                  <a:close/>
                  <a:moveTo>
                    <a:pt x="43" y="9301"/>
                  </a:moveTo>
                  <a:cubicBezTo>
                    <a:pt x="22" y="9301"/>
                    <a:pt x="0" y="9323"/>
                    <a:pt x="0" y="9344"/>
                  </a:cubicBezTo>
                  <a:lnTo>
                    <a:pt x="0" y="9429"/>
                  </a:lnTo>
                  <a:cubicBezTo>
                    <a:pt x="0" y="9450"/>
                    <a:pt x="22" y="9471"/>
                    <a:pt x="43" y="9471"/>
                  </a:cubicBezTo>
                  <a:cubicBezTo>
                    <a:pt x="64" y="9471"/>
                    <a:pt x="85" y="9450"/>
                    <a:pt x="85" y="9429"/>
                  </a:cubicBezTo>
                  <a:lnTo>
                    <a:pt x="85" y="9344"/>
                  </a:lnTo>
                  <a:cubicBezTo>
                    <a:pt x="85" y="9323"/>
                    <a:pt x="64" y="9301"/>
                    <a:pt x="43" y="9301"/>
                  </a:cubicBezTo>
                  <a:close/>
                  <a:moveTo>
                    <a:pt x="43" y="9715"/>
                  </a:moveTo>
                  <a:cubicBezTo>
                    <a:pt x="22" y="9715"/>
                    <a:pt x="0" y="9736"/>
                    <a:pt x="0" y="9757"/>
                  </a:cubicBezTo>
                  <a:lnTo>
                    <a:pt x="0" y="9842"/>
                  </a:lnTo>
                  <a:cubicBezTo>
                    <a:pt x="0" y="9863"/>
                    <a:pt x="22" y="9874"/>
                    <a:pt x="43" y="9874"/>
                  </a:cubicBezTo>
                  <a:cubicBezTo>
                    <a:pt x="64" y="9874"/>
                    <a:pt x="85" y="9863"/>
                    <a:pt x="85" y="9842"/>
                  </a:cubicBezTo>
                  <a:lnTo>
                    <a:pt x="85" y="9757"/>
                  </a:lnTo>
                  <a:cubicBezTo>
                    <a:pt x="85" y="9736"/>
                    <a:pt x="64" y="9715"/>
                    <a:pt x="43" y="9715"/>
                  </a:cubicBezTo>
                  <a:close/>
                  <a:moveTo>
                    <a:pt x="43" y="10118"/>
                  </a:moveTo>
                  <a:cubicBezTo>
                    <a:pt x="22" y="10118"/>
                    <a:pt x="0" y="10139"/>
                    <a:pt x="0" y="10160"/>
                  </a:cubicBezTo>
                  <a:lnTo>
                    <a:pt x="0" y="10245"/>
                  </a:lnTo>
                  <a:cubicBezTo>
                    <a:pt x="0" y="10266"/>
                    <a:pt x="22" y="10287"/>
                    <a:pt x="43" y="10287"/>
                  </a:cubicBezTo>
                  <a:cubicBezTo>
                    <a:pt x="64" y="10287"/>
                    <a:pt x="85" y="10266"/>
                    <a:pt x="85" y="10245"/>
                  </a:cubicBezTo>
                  <a:lnTo>
                    <a:pt x="85" y="10160"/>
                  </a:lnTo>
                  <a:cubicBezTo>
                    <a:pt x="85" y="10139"/>
                    <a:pt x="64" y="10118"/>
                    <a:pt x="43" y="10118"/>
                  </a:cubicBezTo>
                  <a:close/>
                  <a:moveTo>
                    <a:pt x="43" y="10532"/>
                  </a:moveTo>
                  <a:cubicBezTo>
                    <a:pt x="22" y="10532"/>
                    <a:pt x="0" y="10553"/>
                    <a:pt x="0" y="10574"/>
                  </a:cubicBezTo>
                  <a:lnTo>
                    <a:pt x="0" y="10648"/>
                  </a:lnTo>
                  <a:cubicBezTo>
                    <a:pt x="0" y="10680"/>
                    <a:pt x="22" y="10690"/>
                    <a:pt x="43" y="10690"/>
                  </a:cubicBezTo>
                  <a:cubicBezTo>
                    <a:pt x="64" y="10690"/>
                    <a:pt x="85" y="10680"/>
                    <a:pt x="85" y="10648"/>
                  </a:cubicBezTo>
                  <a:lnTo>
                    <a:pt x="85" y="10574"/>
                  </a:lnTo>
                  <a:cubicBezTo>
                    <a:pt x="85" y="10553"/>
                    <a:pt x="64" y="10532"/>
                    <a:pt x="43" y="10532"/>
                  </a:cubicBezTo>
                  <a:close/>
                  <a:moveTo>
                    <a:pt x="43" y="10935"/>
                  </a:moveTo>
                  <a:cubicBezTo>
                    <a:pt x="22" y="10935"/>
                    <a:pt x="0" y="10956"/>
                    <a:pt x="0" y="10977"/>
                  </a:cubicBezTo>
                  <a:lnTo>
                    <a:pt x="0" y="11062"/>
                  </a:lnTo>
                  <a:cubicBezTo>
                    <a:pt x="0" y="11083"/>
                    <a:pt x="22" y="11104"/>
                    <a:pt x="43" y="11104"/>
                  </a:cubicBezTo>
                  <a:cubicBezTo>
                    <a:pt x="64" y="11104"/>
                    <a:pt x="85" y="11083"/>
                    <a:pt x="85" y="11062"/>
                  </a:cubicBezTo>
                  <a:lnTo>
                    <a:pt x="85" y="10977"/>
                  </a:lnTo>
                  <a:cubicBezTo>
                    <a:pt x="85" y="10956"/>
                    <a:pt x="64" y="10935"/>
                    <a:pt x="43" y="10935"/>
                  </a:cubicBezTo>
                  <a:close/>
                  <a:moveTo>
                    <a:pt x="43" y="11348"/>
                  </a:moveTo>
                  <a:cubicBezTo>
                    <a:pt x="22" y="11348"/>
                    <a:pt x="0" y="11369"/>
                    <a:pt x="0" y="11390"/>
                  </a:cubicBezTo>
                  <a:lnTo>
                    <a:pt x="0" y="11465"/>
                  </a:lnTo>
                  <a:cubicBezTo>
                    <a:pt x="0" y="11486"/>
                    <a:pt x="22" y="11507"/>
                    <a:pt x="43" y="11507"/>
                  </a:cubicBezTo>
                  <a:cubicBezTo>
                    <a:pt x="64" y="11507"/>
                    <a:pt x="85" y="11486"/>
                    <a:pt x="85" y="11465"/>
                  </a:cubicBezTo>
                  <a:lnTo>
                    <a:pt x="85" y="11390"/>
                  </a:lnTo>
                  <a:cubicBezTo>
                    <a:pt x="85" y="11369"/>
                    <a:pt x="64" y="11348"/>
                    <a:pt x="43" y="11348"/>
                  </a:cubicBezTo>
                  <a:close/>
                  <a:moveTo>
                    <a:pt x="43" y="11751"/>
                  </a:moveTo>
                  <a:cubicBezTo>
                    <a:pt x="22" y="11751"/>
                    <a:pt x="0" y="11772"/>
                    <a:pt x="0" y="11793"/>
                  </a:cubicBezTo>
                  <a:lnTo>
                    <a:pt x="0" y="11878"/>
                  </a:lnTo>
                  <a:cubicBezTo>
                    <a:pt x="0" y="11899"/>
                    <a:pt x="22" y="11921"/>
                    <a:pt x="43" y="11921"/>
                  </a:cubicBezTo>
                  <a:cubicBezTo>
                    <a:pt x="64" y="11921"/>
                    <a:pt x="85" y="11899"/>
                    <a:pt x="85" y="11878"/>
                  </a:cubicBezTo>
                  <a:lnTo>
                    <a:pt x="85" y="11793"/>
                  </a:lnTo>
                  <a:cubicBezTo>
                    <a:pt x="85" y="11772"/>
                    <a:pt x="64" y="11751"/>
                    <a:pt x="43" y="1175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6"/>
            <p:cNvSpPr/>
            <p:nvPr/>
          </p:nvSpPr>
          <p:spPr>
            <a:xfrm>
              <a:off x="3170100" y="437225"/>
              <a:ext cx="2150" cy="299900"/>
            </a:xfrm>
            <a:custGeom>
              <a:rect b="b" l="l" r="r" t="t"/>
              <a:pathLst>
                <a:path extrusionOk="0" h="11996" w="86">
                  <a:moveTo>
                    <a:pt x="43" y="1"/>
                  </a:moveTo>
                  <a:cubicBezTo>
                    <a:pt x="22" y="1"/>
                    <a:pt x="1" y="22"/>
                    <a:pt x="1" y="43"/>
                  </a:cubicBezTo>
                  <a:lnTo>
                    <a:pt x="1" y="128"/>
                  </a:lnTo>
                  <a:cubicBezTo>
                    <a:pt x="1" y="149"/>
                    <a:pt x="22" y="171"/>
                    <a:pt x="43" y="171"/>
                  </a:cubicBezTo>
                  <a:cubicBezTo>
                    <a:pt x="65" y="171"/>
                    <a:pt x="86" y="149"/>
                    <a:pt x="86" y="128"/>
                  </a:cubicBezTo>
                  <a:lnTo>
                    <a:pt x="86" y="43"/>
                  </a:lnTo>
                  <a:cubicBezTo>
                    <a:pt x="86" y="22"/>
                    <a:pt x="65" y="1"/>
                    <a:pt x="43" y="1"/>
                  </a:cubicBezTo>
                  <a:close/>
                  <a:moveTo>
                    <a:pt x="43" y="414"/>
                  </a:moveTo>
                  <a:cubicBezTo>
                    <a:pt x="22" y="414"/>
                    <a:pt x="1" y="435"/>
                    <a:pt x="1" y="457"/>
                  </a:cubicBezTo>
                  <a:lnTo>
                    <a:pt x="1" y="531"/>
                  </a:lnTo>
                  <a:cubicBezTo>
                    <a:pt x="1" y="563"/>
                    <a:pt x="22" y="574"/>
                    <a:pt x="43" y="574"/>
                  </a:cubicBezTo>
                  <a:cubicBezTo>
                    <a:pt x="65" y="574"/>
                    <a:pt x="86" y="563"/>
                    <a:pt x="86" y="531"/>
                  </a:cubicBezTo>
                  <a:lnTo>
                    <a:pt x="86" y="457"/>
                  </a:lnTo>
                  <a:cubicBezTo>
                    <a:pt x="86" y="435"/>
                    <a:pt x="65" y="414"/>
                    <a:pt x="43" y="414"/>
                  </a:cubicBezTo>
                  <a:close/>
                  <a:moveTo>
                    <a:pt x="43" y="817"/>
                  </a:moveTo>
                  <a:cubicBezTo>
                    <a:pt x="22" y="817"/>
                    <a:pt x="1" y="838"/>
                    <a:pt x="1" y="860"/>
                  </a:cubicBezTo>
                  <a:lnTo>
                    <a:pt x="1" y="944"/>
                  </a:lnTo>
                  <a:cubicBezTo>
                    <a:pt x="1" y="966"/>
                    <a:pt x="22" y="987"/>
                    <a:pt x="43" y="987"/>
                  </a:cubicBezTo>
                  <a:cubicBezTo>
                    <a:pt x="65" y="987"/>
                    <a:pt x="86" y="966"/>
                    <a:pt x="86" y="944"/>
                  </a:cubicBezTo>
                  <a:lnTo>
                    <a:pt x="86" y="860"/>
                  </a:lnTo>
                  <a:cubicBezTo>
                    <a:pt x="86" y="838"/>
                    <a:pt x="65" y="817"/>
                    <a:pt x="43" y="817"/>
                  </a:cubicBezTo>
                  <a:close/>
                  <a:moveTo>
                    <a:pt x="43" y="1231"/>
                  </a:moveTo>
                  <a:cubicBezTo>
                    <a:pt x="22" y="1231"/>
                    <a:pt x="1" y="1241"/>
                    <a:pt x="1" y="1274"/>
                  </a:cubicBezTo>
                  <a:lnTo>
                    <a:pt x="1" y="1347"/>
                  </a:lnTo>
                  <a:cubicBezTo>
                    <a:pt x="1" y="1369"/>
                    <a:pt x="22" y="1390"/>
                    <a:pt x="43" y="1390"/>
                  </a:cubicBezTo>
                  <a:cubicBezTo>
                    <a:pt x="65" y="1390"/>
                    <a:pt x="86" y="1369"/>
                    <a:pt x="86" y="1347"/>
                  </a:cubicBezTo>
                  <a:lnTo>
                    <a:pt x="86" y="1274"/>
                  </a:lnTo>
                  <a:cubicBezTo>
                    <a:pt x="86" y="1241"/>
                    <a:pt x="65" y="1231"/>
                    <a:pt x="43" y="1231"/>
                  </a:cubicBezTo>
                  <a:close/>
                  <a:moveTo>
                    <a:pt x="43" y="1634"/>
                  </a:moveTo>
                  <a:cubicBezTo>
                    <a:pt x="22" y="1634"/>
                    <a:pt x="1" y="1655"/>
                    <a:pt x="1" y="1677"/>
                  </a:cubicBezTo>
                  <a:lnTo>
                    <a:pt x="1" y="1761"/>
                  </a:lnTo>
                  <a:cubicBezTo>
                    <a:pt x="1" y="1783"/>
                    <a:pt x="22" y="1804"/>
                    <a:pt x="43" y="1804"/>
                  </a:cubicBezTo>
                  <a:cubicBezTo>
                    <a:pt x="65" y="1804"/>
                    <a:pt x="86" y="1783"/>
                    <a:pt x="86" y="1761"/>
                  </a:cubicBezTo>
                  <a:lnTo>
                    <a:pt x="86" y="1677"/>
                  </a:lnTo>
                  <a:cubicBezTo>
                    <a:pt x="86" y="1655"/>
                    <a:pt x="65" y="1634"/>
                    <a:pt x="43" y="1634"/>
                  </a:cubicBezTo>
                  <a:close/>
                  <a:moveTo>
                    <a:pt x="43" y="2047"/>
                  </a:moveTo>
                  <a:cubicBezTo>
                    <a:pt x="22" y="2047"/>
                    <a:pt x="1" y="2058"/>
                    <a:pt x="1" y="2090"/>
                  </a:cubicBezTo>
                  <a:lnTo>
                    <a:pt x="1" y="2164"/>
                  </a:lnTo>
                  <a:cubicBezTo>
                    <a:pt x="1" y="2186"/>
                    <a:pt x="22" y="2207"/>
                    <a:pt x="43" y="2207"/>
                  </a:cubicBezTo>
                  <a:cubicBezTo>
                    <a:pt x="65" y="2207"/>
                    <a:pt x="86" y="2186"/>
                    <a:pt x="86" y="2164"/>
                  </a:cubicBezTo>
                  <a:lnTo>
                    <a:pt x="86" y="2090"/>
                  </a:lnTo>
                  <a:cubicBezTo>
                    <a:pt x="86" y="2058"/>
                    <a:pt x="65" y="2047"/>
                    <a:pt x="43" y="2047"/>
                  </a:cubicBezTo>
                  <a:close/>
                  <a:moveTo>
                    <a:pt x="43" y="2450"/>
                  </a:moveTo>
                  <a:cubicBezTo>
                    <a:pt x="22" y="2450"/>
                    <a:pt x="1" y="2472"/>
                    <a:pt x="1" y="2493"/>
                  </a:cubicBezTo>
                  <a:lnTo>
                    <a:pt x="1" y="2578"/>
                  </a:lnTo>
                  <a:cubicBezTo>
                    <a:pt x="1" y="2599"/>
                    <a:pt x="22" y="2620"/>
                    <a:pt x="43" y="2620"/>
                  </a:cubicBezTo>
                  <a:cubicBezTo>
                    <a:pt x="65" y="2620"/>
                    <a:pt x="86" y="2599"/>
                    <a:pt x="86" y="2578"/>
                  </a:cubicBezTo>
                  <a:lnTo>
                    <a:pt x="86" y="2493"/>
                  </a:lnTo>
                  <a:cubicBezTo>
                    <a:pt x="86" y="2472"/>
                    <a:pt x="65" y="2450"/>
                    <a:pt x="43" y="2450"/>
                  </a:cubicBezTo>
                  <a:close/>
                  <a:moveTo>
                    <a:pt x="43" y="2864"/>
                  </a:moveTo>
                  <a:cubicBezTo>
                    <a:pt x="22" y="2864"/>
                    <a:pt x="1" y="2875"/>
                    <a:pt x="1" y="2896"/>
                  </a:cubicBezTo>
                  <a:lnTo>
                    <a:pt x="1" y="2981"/>
                  </a:lnTo>
                  <a:cubicBezTo>
                    <a:pt x="1" y="3002"/>
                    <a:pt x="22" y="3023"/>
                    <a:pt x="43" y="3023"/>
                  </a:cubicBezTo>
                  <a:cubicBezTo>
                    <a:pt x="65" y="3023"/>
                    <a:pt x="86" y="3002"/>
                    <a:pt x="86" y="2981"/>
                  </a:cubicBezTo>
                  <a:lnTo>
                    <a:pt x="86" y="2896"/>
                  </a:lnTo>
                  <a:cubicBezTo>
                    <a:pt x="86" y="2875"/>
                    <a:pt x="65" y="2864"/>
                    <a:pt x="43" y="2864"/>
                  </a:cubicBezTo>
                  <a:close/>
                  <a:moveTo>
                    <a:pt x="43" y="3267"/>
                  </a:moveTo>
                  <a:cubicBezTo>
                    <a:pt x="22" y="3267"/>
                    <a:pt x="1" y="3289"/>
                    <a:pt x="1" y="3310"/>
                  </a:cubicBezTo>
                  <a:lnTo>
                    <a:pt x="1" y="3395"/>
                  </a:lnTo>
                  <a:cubicBezTo>
                    <a:pt x="1" y="3416"/>
                    <a:pt x="22" y="3426"/>
                    <a:pt x="43" y="3426"/>
                  </a:cubicBezTo>
                  <a:cubicBezTo>
                    <a:pt x="65" y="3426"/>
                    <a:pt x="86" y="3416"/>
                    <a:pt x="86" y="3395"/>
                  </a:cubicBezTo>
                  <a:lnTo>
                    <a:pt x="86" y="3310"/>
                  </a:lnTo>
                  <a:cubicBezTo>
                    <a:pt x="86" y="3289"/>
                    <a:pt x="65" y="3267"/>
                    <a:pt x="43" y="3267"/>
                  </a:cubicBezTo>
                  <a:close/>
                  <a:moveTo>
                    <a:pt x="43" y="3681"/>
                  </a:moveTo>
                  <a:cubicBezTo>
                    <a:pt x="22" y="3681"/>
                    <a:pt x="1" y="3692"/>
                    <a:pt x="1" y="3713"/>
                  </a:cubicBezTo>
                  <a:lnTo>
                    <a:pt x="1" y="3798"/>
                  </a:lnTo>
                  <a:cubicBezTo>
                    <a:pt x="1" y="3819"/>
                    <a:pt x="22" y="3840"/>
                    <a:pt x="43" y="3840"/>
                  </a:cubicBezTo>
                  <a:cubicBezTo>
                    <a:pt x="65" y="3840"/>
                    <a:pt x="86" y="3819"/>
                    <a:pt x="86" y="3798"/>
                  </a:cubicBezTo>
                  <a:lnTo>
                    <a:pt x="86" y="3713"/>
                  </a:lnTo>
                  <a:cubicBezTo>
                    <a:pt x="86" y="3692"/>
                    <a:pt x="65" y="3681"/>
                    <a:pt x="43" y="3681"/>
                  </a:cubicBezTo>
                  <a:close/>
                  <a:moveTo>
                    <a:pt x="43" y="4084"/>
                  </a:moveTo>
                  <a:cubicBezTo>
                    <a:pt x="22" y="4084"/>
                    <a:pt x="1" y="4105"/>
                    <a:pt x="1" y="4126"/>
                  </a:cubicBezTo>
                  <a:lnTo>
                    <a:pt x="1" y="4211"/>
                  </a:lnTo>
                  <a:cubicBezTo>
                    <a:pt x="1" y="4232"/>
                    <a:pt x="22" y="4243"/>
                    <a:pt x="43" y="4243"/>
                  </a:cubicBezTo>
                  <a:cubicBezTo>
                    <a:pt x="65" y="4243"/>
                    <a:pt x="86" y="4232"/>
                    <a:pt x="86" y="4211"/>
                  </a:cubicBezTo>
                  <a:lnTo>
                    <a:pt x="86" y="4126"/>
                  </a:lnTo>
                  <a:cubicBezTo>
                    <a:pt x="86" y="4105"/>
                    <a:pt x="65" y="4084"/>
                    <a:pt x="43" y="4084"/>
                  </a:cubicBezTo>
                  <a:close/>
                  <a:moveTo>
                    <a:pt x="43" y="4487"/>
                  </a:moveTo>
                  <a:cubicBezTo>
                    <a:pt x="22" y="4487"/>
                    <a:pt x="1" y="4508"/>
                    <a:pt x="1" y="4529"/>
                  </a:cubicBezTo>
                  <a:lnTo>
                    <a:pt x="1" y="4614"/>
                  </a:lnTo>
                  <a:cubicBezTo>
                    <a:pt x="1" y="4635"/>
                    <a:pt x="22" y="4656"/>
                    <a:pt x="43" y="4656"/>
                  </a:cubicBezTo>
                  <a:cubicBezTo>
                    <a:pt x="65" y="4656"/>
                    <a:pt x="86" y="4635"/>
                    <a:pt x="86" y="4614"/>
                  </a:cubicBezTo>
                  <a:lnTo>
                    <a:pt x="86" y="4529"/>
                  </a:lnTo>
                  <a:cubicBezTo>
                    <a:pt x="86" y="4508"/>
                    <a:pt x="65" y="4487"/>
                    <a:pt x="43" y="4487"/>
                  </a:cubicBezTo>
                  <a:close/>
                  <a:moveTo>
                    <a:pt x="43" y="4901"/>
                  </a:moveTo>
                  <a:cubicBezTo>
                    <a:pt x="22" y="4901"/>
                    <a:pt x="1" y="4922"/>
                    <a:pt x="1" y="4943"/>
                  </a:cubicBezTo>
                  <a:lnTo>
                    <a:pt x="1" y="5017"/>
                  </a:lnTo>
                  <a:cubicBezTo>
                    <a:pt x="1" y="5049"/>
                    <a:pt x="22" y="5059"/>
                    <a:pt x="43" y="5059"/>
                  </a:cubicBezTo>
                  <a:cubicBezTo>
                    <a:pt x="65" y="5059"/>
                    <a:pt x="86" y="5049"/>
                    <a:pt x="86" y="5017"/>
                  </a:cubicBezTo>
                  <a:lnTo>
                    <a:pt x="86" y="4943"/>
                  </a:lnTo>
                  <a:cubicBezTo>
                    <a:pt x="86" y="4922"/>
                    <a:pt x="65" y="4901"/>
                    <a:pt x="43" y="4901"/>
                  </a:cubicBezTo>
                  <a:close/>
                  <a:moveTo>
                    <a:pt x="43" y="5304"/>
                  </a:moveTo>
                  <a:cubicBezTo>
                    <a:pt x="22" y="5304"/>
                    <a:pt x="1" y="5325"/>
                    <a:pt x="1" y="5346"/>
                  </a:cubicBezTo>
                  <a:lnTo>
                    <a:pt x="1" y="5431"/>
                  </a:lnTo>
                  <a:cubicBezTo>
                    <a:pt x="1" y="5452"/>
                    <a:pt x="22" y="5473"/>
                    <a:pt x="43" y="5473"/>
                  </a:cubicBezTo>
                  <a:cubicBezTo>
                    <a:pt x="65" y="5473"/>
                    <a:pt x="86" y="5452"/>
                    <a:pt x="86" y="5431"/>
                  </a:cubicBezTo>
                  <a:lnTo>
                    <a:pt x="86" y="5346"/>
                  </a:lnTo>
                  <a:cubicBezTo>
                    <a:pt x="86" y="5325"/>
                    <a:pt x="65" y="5304"/>
                    <a:pt x="43" y="5304"/>
                  </a:cubicBezTo>
                  <a:close/>
                  <a:moveTo>
                    <a:pt x="43" y="5717"/>
                  </a:moveTo>
                  <a:cubicBezTo>
                    <a:pt x="22" y="5717"/>
                    <a:pt x="1" y="5738"/>
                    <a:pt x="1" y="5759"/>
                  </a:cubicBezTo>
                  <a:lnTo>
                    <a:pt x="1" y="5834"/>
                  </a:lnTo>
                  <a:cubicBezTo>
                    <a:pt x="1" y="5865"/>
                    <a:pt x="22" y="5876"/>
                    <a:pt x="43" y="5876"/>
                  </a:cubicBezTo>
                  <a:cubicBezTo>
                    <a:pt x="65" y="5876"/>
                    <a:pt x="86" y="5865"/>
                    <a:pt x="86" y="5834"/>
                  </a:cubicBezTo>
                  <a:lnTo>
                    <a:pt x="86" y="5759"/>
                  </a:lnTo>
                  <a:cubicBezTo>
                    <a:pt x="86" y="5738"/>
                    <a:pt x="65" y="5717"/>
                    <a:pt x="43" y="5717"/>
                  </a:cubicBezTo>
                  <a:close/>
                  <a:moveTo>
                    <a:pt x="43" y="6120"/>
                  </a:moveTo>
                  <a:cubicBezTo>
                    <a:pt x="22" y="6120"/>
                    <a:pt x="1" y="6141"/>
                    <a:pt x="1" y="6162"/>
                  </a:cubicBezTo>
                  <a:lnTo>
                    <a:pt x="1" y="6247"/>
                  </a:lnTo>
                  <a:cubicBezTo>
                    <a:pt x="1" y="6268"/>
                    <a:pt x="22" y="6289"/>
                    <a:pt x="43" y="6289"/>
                  </a:cubicBezTo>
                  <a:cubicBezTo>
                    <a:pt x="65" y="6289"/>
                    <a:pt x="86" y="6268"/>
                    <a:pt x="86" y="6247"/>
                  </a:cubicBezTo>
                  <a:lnTo>
                    <a:pt x="86" y="6162"/>
                  </a:lnTo>
                  <a:cubicBezTo>
                    <a:pt x="86" y="6141"/>
                    <a:pt x="65" y="6120"/>
                    <a:pt x="43" y="6120"/>
                  </a:cubicBezTo>
                  <a:close/>
                  <a:moveTo>
                    <a:pt x="43" y="6534"/>
                  </a:moveTo>
                  <a:cubicBezTo>
                    <a:pt x="22" y="6534"/>
                    <a:pt x="1" y="6555"/>
                    <a:pt x="1" y="6576"/>
                  </a:cubicBezTo>
                  <a:lnTo>
                    <a:pt x="1" y="6650"/>
                  </a:lnTo>
                  <a:cubicBezTo>
                    <a:pt x="1" y="6671"/>
                    <a:pt x="22" y="6692"/>
                    <a:pt x="43" y="6692"/>
                  </a:cubicBezTo>
                  <a:cubicBezTo>
                    <a:pt x="65" y="6692"/>
                    <a:pt x="86" y="6671"/>
                    <a:pt x="86" y="6650"/>
                  </a:cubicBezTo>
                  <a:lnTo>
                    <a:pt x="86" y="6576"/>
                  </a:lnTo>
                  <a:cubicBezTo>
                    <a:pt x="86" y="6555"/>
                    <a:pt x="65" y="6534"/>
                    <a:pt x="43" y="6534"/>
                  </a:cubicBezTo>
                  <a:close/>
                  <a:moveTo>
                    <a:pt x="43" y="6937"/>
                  </a:moveTo>
                  <a:cubicBezTo>
                    <a:pt x="22" y="6937"/>
                    <a:pt x="1" y="6958"/>
                    <a:pt x="1" y="6979"/>
                  </a:cubicBezTo>
                  <a:lnTo>
                    <a:pt x="1" y="7064"/>
                  </a:lnTo>
                  <a:cubicBezTo>
                    <a:pt x="1" y="7085"/>
                    <a:pt x="22" y="7106"/>
                    <a:pt x="43" y="7106"/>
                  </a:cubicBezTo>
                  <a:cubicBezTo>
                    <a:pt x="65" y="7106"/>
                    <a:pt x="86" y="7085"/>
                    <a:pt x="86" y="7064"/>
                  </a:cubicBezTo>
                  <a:lnTo>
                    <a:pt x="86" y="6979"/>
                  </a:lnTo>
                  <a:cubicBezTo>
                    <a:pt x="86" y="6958"/>
                    <a:pt x="65" y="6937"/>
                    <a:pt x="43" y="6937"/>
                  </a:cubicBezTo>
                  <a:close/>
                  <a:moveTo>
                    <a:pt x="43" y="7350"/>
                  </a:moveTo>
                  <a:cubicBezTo>
                    <a:pt x="22" y="7350"/>
                    <a:pt x="1" y="7361"/>
                    <a:pt x="1" y="7392"/>
                  </a:cubicBezTo>
                  <a:lnTo>
                    <a:pt x="1" y="7467"/>
                  </a:lnTo>
                  <a:cubicBezTo>
                    <a:pt x="1" y="7488"/>
                    <a:pt x="22" y="7509"/>
                    <a:pt x="43" y="7509"/>
                  </a:cubicBezTo>
                  <a:cubicBezTo>
                    <a:pt x="65" y="7509"/>
                    <a:pt x="86" y="7488"/>
                    <a:pt x="86" y="7467"/>
                  </a:cubicBezTo>
                  <a:lnTo>
                    <a:pt x="86" y="7392"/>
                  </a:lnTo>
                  <a:cubicBezTo>
                    <a:pt x="86" y="7361"/>
                    <a:pt x="65" y="7350"/>
                    <a:pt x="43" y="7350"/>
                  </a:cubicBezTo>
                  <a:close/>
                  <a:moveTo>
                    <a:pt x="43" y="7753"/>
                  </a:moveTo>
                  <a:cubicBezTo>
                    <a:pt x="22" y="7753"/>
                    <a:pt x="1" y="7774"/>
                    <a:pt x="1" y="7795"/>
                  </a:cubicBezTo>
                  <a:lnTo>
                    <a:pt x="1" y="7880"/>
                  </a:lnTo>
                  <a:cubicBezTo>
                    <a:pt x="1" y="7901"/>
                    <a:pt x="22" y="7923"/>
                    <a:pt x="43" y="7923"/>
                  </a:cubicBezTo>
                  <a:cubicBezTo>
                    <a:pt x="65" y="7923"/>
                    <a:pt x="86" y="7901"/>
                    <a:pt x="86" y="7880"/>
                  </a:cubicBezTo>
                  <a:lnTo>
                    <a:pt x="86" y="7795"/>
                  </a:lnTo>
                  <a:cubicBezTo>
                    <a:pt x="86" y="7774"/>
                    <a:pt x="65" y="7753"/>
                    <a:pt x="43" y="7753"/>
                  </a:cubicBezTo>
                  <a:close/>
                  <a:moveTo>
                    <a:pt x="43" y="8167"/>
                  </a:moveTo>
                  <a:cubicBezTo>
                    <a:pt x="22" y="8167"/>
                    <a:pt x="1" y="8177"/>
                    <a:pt x="1" y="8198"/>
                  </a:cubicBezTo>
                  <a:lnTo>
                    <a:pt x="1" y="8283"/>
                  </a:lnTo>
                  <a:cubicBezTo>
                    <a:pt x="1" y="8304"/>
                    <a:pt x="22" y="8326"/>
                    <a:pt x="43" y="8326"/>
                  </a:cubicBezTo>
                  <a:cubicBezTo>
                    <a:pt x="65" y="8326"/>
                    <a:pt x="86" y="8304"/>
                    <a:pt x="86" y="8283"/>
                  </a:cubicBezTo>
                  <a:lnTo>
                    <a:pt x="86" y="8198"/>
                  </a:lnTo>
                  <a:cubicBezTo>
                    <a:pt x="86" y="8177"/>
                    <a:pt x="65" y="8167"/>
                    <a:pt x="43" y="8167"/>
                  </a:cubicBezTo>
                  <a:close/>
                  <a:moveTo>
                    <a:pt x="43" y="8570"/>
                  </a:moveTo>
                  <a:cubicBezTo>
                    <a:pt x="22" y="8570"/>
                    <a:pt x="1" y="8591"/>
                    <a:pt x="1" y="8612"/>
                  </a:cubicBezTo>
                  <a:lnTo>
                    <a:pt x="1" y="8697"/>
                  </a:lnTo>
                  <a:cubicBezTo>
                    <a:pt x="1" y="8718"/>
                    <a:pt x="22" y="8729"/>
                    <a:pt x="43" y="8729"/>
                  </a:cubicBezTo>
                  <a:cubicBezTo>
                    <a:pt x="65" y="8729"/>
                    <a:pt x="86" y="8718"/>
                    <a:pt x="86" y="8697"/>
                  </a:cubicBezTo>
                  <a:lnTo>
                    <a:pt x="86" y="8612"/>
                  </a:lnTo>
                  <a:cubicBezTo>
                    <a:pt x="86" y="8591"/>
                    <a:pt x="65" y="8570"/>
                    <a:pt x="43" y="8570"/>
                  </a:cubicBezTo>
                  <a:close/>
                  <a:moveTo>
                    <a:pt x="43" y="8983"/>
                  </a:moveTo>
                  <a:cubicBezTo>
                    <a:pt x="22" y="8983"/>
                    <a:pt x="1" y="8994"/>
                    <a:pt x="1" y="9015"/>
                  </a:cubicBezTo>
                  <a:lnTo>
                    <a:pt x="1" y="9100"/>
                  </a:lnTo>
                  <a:cubicBezTo>
                    <a:pt x="1" y="9121"/>
                    <a:pt x="22" y="9143"/>
                    <a:pt x="43" y="9143"/>
                  </a:cubicBezTo>
                  <a:cubicBezTo>
                    <a:pt x="65" y="9143"/>
                    <a:pt x="86" y="9121"/>
                    <a:pt x="86" y="9100"/>
                  </a:cubicBezTo>
                  <a:lnTo>
                    <a:pt x="86" y="9015"/>
                  </a:lnTo>
                  <a:cubicBezTo>
                    <a:pt x="86" y="8994"/>
                    <a:pt x="65" y="8983"/>
                    <a:pt x="43" y="8983"/>
                  </a:cubicBezTo>
                  <a:close/>
                  <a:moveTo>
                    <a:pt x="43" y="9386"/>
                  </a:moveTo>
                  <a:cubicBezTo>
                    <a:pt x="22" y="9386"/>
                    <a:pt x="1" y="9407"/>
                    <a:pt x="1" y="9429"/>
                  </a:cubicBezTo>
                  <a:lnTo>
                    <a:pt x="1" y="9513"/>
                  </a:lnTo>
                  <a:cubicBezTo>
                    <a:pt x="1" y="9535"/>
                    <a:pt x="22" y="9546"/>
                    <a:pt x="43" y="9546"/>
                  </a:cubicBezTo>
                  <a:cubicBezTo>
                    <a:pt x="65" y="9546"/>
                    <a:pt x="86" y="9535"/>
                    <a:pt x="86" y="9513"/>
                  </a:cubicBezTo>
                  <a:lnTo>
                    <a:pt x="86" y="9429"/>
                  </a:lnTo>
                  <a:cubicBezTo>
                    <a:pt x="86" y="9407"/>
                    <a:pt x="65" y="9386"/>
                    <a:pt x="43" y="9386"/>
                  </a:cubicBezTo>
                  <a:close/>
                  <a:moveTo>
                    <a:pt x="43" y="9789"/>
                  </a:moveTo>
                  <a:cubicBezTo>
                    <a:pt x="22" y="9789"/>
                    <a:pt x="1" y="9810"/>
                    <a:pt x="1" y="9832"/>
                  </a:cubicBezTo>
                  <a:lnTo>
                    <a:pt x="1" y="9916"/>
                  </a:lnTo>
                  <a:cubicBezTo>
                    <a:pt x="1" y="9938"/>
                    <a:pt x="22" y="9959"/>
                    <a:pt x="43" y="9959"/>
                  </a:cubicBezTo>
                  <a:cubicBezTo>
                    <a:pt x="65" y="9959"/>
                    <a:pt x="86" y="9938"/>
                    <a:pt x="86" y="9916"/>
                  </a:cubicBezTo>
                  <a:lnTo>
                    <a:pt x="86" y="9832"/>
                  </a:lnTo>
                  <a:cubicBezTo>
                    <a:pt x="86" y="9810"/>
                    <a:pt x="65" y="9789"/>
                    <a:pt x="43" y="9789"/>
                  </a:cubicBezTo>
                  <a:close/>
                  <a:moveTo>
                    <a:pt x="43" y="10203"/>
                  </a:moveTo>
                  <a:cubicBezTo>
                    <a:pt x="22" y="10203"/>
                    <a:pt x="1" y="10224"/>
                    <a:pt x="1" y="10246"/>
                  </a:cubicBezTo>
                  <a:lnTo>
                    <a:pt x="1" y="10319"/>
                  </a:lnTo>
                  <a:cubicBezTo>
                    <a:pt x="1" y="10352"/>
                    <a:pt x="22" y="10362"/>
                    <a:pt x="43" y="10362"/>
                  </a:cubicBezTo>
                  <a:cubicBezTo>
                    <a:pt x="65" y="10362"/>
                    <a:pt x="86" y="10352"/>
                    <a:pt x="86" y="10319"/>
                  </a:cubicBezTo>
                  <a:lnTo>
                    <a:pt x="86" y="10246"/>
                  </a:lnTo>
                  <a:cubicBezTo>
                    <a:pt x="86" y="10224"/>
                    <a:pt x="65" y="10203"/>
                    <a:pt x="43" y="10203"/>
                  </a:cubicBezTo>
                  <a:close/>
                  <a:moveTo>
                    <a:pt x="43" y="10606"/>
                  </a:moveTo>
                  <a:cubicBezTo>
                    <a:pt x="22" y="10606"/>
                    <a:pt x="1" y="10627"/>
                    <a:pt x="1" y="10649"/>
                  </a:cubicBezTo>
                  <a:lnTo>
                    <a:pt x="1" y="10733"/>
                  </a:lnTo>
                  <a:cubicBezTo>
                    <a:pt x="1" y="10755"/>
                    <a:pt x="22" y="10776"/>
                    <a:pt x="43" y="10776"/>
                  </a:cubicBezTo>
                  <a:cubicBezTo>
                    <a:pt x="65" y="10776"/>
                    <a:pt x="86" y="10755"/>
                    <a:pt x="86" y="10733"/>
                  </a:cubicBezTo>
                  <a:lnTo>
                    <a:pt x="86" y="10649"/>
                  </a:lnTo>
                  <a:cubicBezTo>
                    <a:pt x="86" y="10627"/>
                    <a:pt x="65" y="10606"/>
                    <a:pt x="43" y="10606"/>
                  </a:cubicBezTo>
                  <a:close/>
                  <a:moveTo>
                    <a:pt x="43" y="11019"/>
                  </a:moveTo>
                  <a:cubicBezTo>
                    <a:pt x="22" y="11019"/>
                    <a:pt x="1" y="11041"/>
                    <a:pt x="1" y="11062"/>
                  </a:cubicBezTo>
                  <a:lnTo>
                    <a:pt x="1" y="11136"/>
                  </a:lnTo>
                  <a:cubicBezTo>
                    <a:pt x="1" y="11168"/>
                    <a:pt x="22" y="11179"/>
                    <a:pt x="43" y="11179"/>
                  </a:cubicBezTo>
                  <a:cubicBezTo>
                    <a:pt x="65" y="11179"/>
                    <a:pt x="86" y="11168"/>
                    <a:pt x="86" y="11136"/>
                  </a:cubicBezTo>
                  <a:lnTo>
                    <a:pt x="86" y="11062"/>
                  </a:lnTo>
                  <a:cubicBezTo>
                    <a:pt x="86" y="11041"/>
                    <a:pt x="65" y="11019"/>
                    <a:pt x="43" y="11019"/>
                  </a:cubicBezTo>
                  <a:close/>
                  <a:moveTo>
                    <a:pt x="43" y="11422"/>
                  </a:moveTo>
                  <a:cubicBezTo>
                    <a:pt x="22" y="11422"/>
                    <a:pt x="1" y="11444"/>
                    <a:pt x="1" y="11465"/>
                  </a:cubicBezTo>
                  <a:lnTo>
                    <a:pt x="1" y="11550"/>
                  </a:lnTo>
                  <a:cubicBezTo>
                    <a:pt x="1" y="11571"/>
                    <a:pt x="22" y="11592"/>
                    <a:pt x="43" y="11592"/>
                  </a:cubicBezTo>
                  <a:cubicBezTo>
                    <a:pt x="65" y="11592"/>
                    <a:pt x="86" y="11571"/>
                    <a:pt x="86" y="11550"/>
                  </a:cubicBezTo>
                  <a:lnTo>
                    <a:pt x="86" y="11465"/>
                  </a:lnTo>
                  <a:cubicBezTo>
                    <a:pt x="86" y="11444"/>
                    <a:pt x="65" y="11422"/>
                    <a:pt x="43" y="11422"/>
                  </a:cubicBezTo>
                  <a:close/>
                  <a:moveTo>
                    <a:pt x="43" y="11836"/>
                  </a:moveTo>
                  <a:cubicBezTo>
                    <a:pt x="22" y="11836"/>
                    <a:pt x="1" y="11858"/>
                    <a:pt x="1" y="11879"/>
                  </a:cubicBezTo>
                  <a:lnTo>
                    <a:pt x="1" y="11953"/>
                  </a:lnTo>
                  <a:cubicBezTo>
                    <a:pt x="1" y="11974"/>
                    <a:pt x="22" y="11995"/>
                    <a:pt x="43" y="11995"/>
                  </a:cubicBezTo>
                  <a:cubicBezTo>
                    <a:pt x="65" y="11995"/>
                    <a:pt x="86" y="11974"/>
                    <a:pt x="86" y="11953"/>
                  </a:cubicBezTo>
                  <a:lnTo>
                    <a:pt x="86" y="11879"/>
                  </a:lnTo>
                  <a:cubicBezTo>
                    <a:pt x="86" y="11858"/>
                    <a:pt x="65" y="11836"/>
                    <a:pt x="43" y="1183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6"/>
            <p:cNvSpPr/>
            <p:nvPr/>
          </p:nvSpPr>
          <p:spPr>
            <a:xfrm>
              <a:off x="3562225" y="376775"/>
              <a:ext cx="1900" cy="216375"/>
            </a:xfrm>
            <a:custGeom>
              <a:rect b="b" l="l" r="r" t="t"/>
              <a:pathLst>
                <a:path extrusionOk="0" h="8655" w="76">
                  <a:moveTo>
                    <a:pt x="43" y="1"/>
                  </a:moveTo>
                  <a:cubicBezTo>
                    <a:pt x="22" y="1"/>
                    <a:pt x="1" y="11"/>
                    <a:pt x="1" y="43"/>
                  </a:cubicBezTo>
                  <a:lnTo>
                    <a:pt x="1" y="54"/>
                  </a:lnTo>
                  <a:cubicBezTo>
                    <a:pt x="1" y="75"/>
                    <a:pt x="22" y="96"/>
                    <a:pt x="43" y="96"/>
                  </a:cubicBezTo>
                  <a:cubicBezTo>
                    <a:pt x="64" y="96"/>
                    <a:pt x="75" y="75"/>
                    <a:pt x="75" y="54"/>
                  </a:cubicBezTo>
                  <a:lnTo>
                    <a:pt x="75" y="43"/>
                  </a:lnTo>
                  <a:cubicBezTo>
                    <a:pt x="75" y="11"/>
                    <a:pt x="64" y="1"/>
                    <a:pt x="43" y="1"/>
                  </a:cubicBezTo>
                  <a:close/>
                  <a:moveTo>
                    <a:pt x="43" y="340"/>
                  </a:moveTo>
                  <a:cubicBezTo>
                    <a:pt x="22" y="340"/>
                    <a:pt x="1" y="362"/>
                    <a:pt x="1" y="383"/>
                  </a:cubicBezTo>
                  <a:lnTo>
                    <a:pt x="1" y="457"/>
                  </a:lnTo>
                  <a:cubicBezTo>
                    <a:pt x="1" y="489"/>
                    <a:pt x="22" y="499"/>
                    <a:pt x="43" y="499"/>
                  </a:cubicBezTo>
                  <a:cubicBezTo>
                    <a:pt x="64" y="499"/>
                    <a:pt x="75" y="489"/>
                    <a:pt x="75" y="457"/>
                  </a:cubicBezTo>
                  <a:lnTo>
                    <a:pt x="75" y="383"/>
                  </a:lnTo>
                  <a:cubicBezTo>
                    <a:pt x="75" y="362"/>
                    <a:pt x="64" y="340"/>
                    <a:pt x="43" y="340"/>
                  </a:cubicBezTo>
                  <a:close/>
                  <a:moveTo>
                    <a:pt x="43" y="743"/>
                  </a:moveTo>
                  <a:cubicBezTo>
                    <a:pt x="22" y="743"/>
                    <a:pt x="1" y="765"/>
                    <a:pt x="1" y="786"/>
                  </a:cubicBezTo>
                  <a:lnTo>
                    <a:pt x="1" y="871"/>
                  </a:lnTo>
                  <a:cubicBezTo>
                    <a:pt x="1" y="892"/>
                    <a:pt x="22" y="913"/>
                    <a:pt x="43" y="913"/>
                  </a:cubicBezTo>
                  <a:cubicBezTo>
                    <a:pt x="64" y="913"/>
                    <a:pt x="75" y="892"/>
                    <a:pt x="75" y="871"/>
                  </a:cubicBezTo>
                  <a:lnTo>
                    <a:pt x="75" y="786"/>
                  </a:lnTo>
                  <a:cubicBezTo>
                    <a:pt x="75" y="765"/>
                    <a:pt x="64" y="743"/>
                    <a:pt x="43" y="743"/>
                  </a:cubicBezTo>
                  <a:close/>
                  <a:moveTo>
                    <a:pt x="43" y="1157"/>
                  </a:moveTo>
                  <a:cubicBezTo>
                    <a:pt x="22" y="1157"/>
                    <a:pt x="1" y="1168"/>
                    <a:pt x="1" y="1199"/>
                  </a:cubicBezTo>
                  <a:lnTo>
                    <a:pt x="1" y="1274"/>
                  </a:lnTo>
                  <a:cubicBezTo>
                    <a:pt x="1" y="1295"/>
                    <a:pt x="22" y="1316"/>
                    <a:pt x="43" y="1316"/>
                  </a:cubicBezTo>
                  <a:cubicBezTo>
                    <a:pt x="64" y="1316"/>
                    <a:pt x="75" y="1295"/>
                    <a:pt x="75" y="1274"/>
                  </a:cubicBezTo>
                  <a:lnTo>
                    <a:pt x="75" y="1199"/>
                  </a:lnTo>
                  <a:cubicBezTo>
                    <a:pt x="75" y="1168"/>
                    <a:pt x="64" y="1157"/>
                    <a:pt x="43" y="1157"/>
                  </a:cubicBezTo>
                  <a:close/>
                  <a:moveTo>
                    <a:pt x="43" y="1560"/>
                  </a:moveTo>
                  <a:cubicBezTo>
                    <a:pt x="22" y="1560"/>
                    <a:pt x="1" y="1581"/>
                    <a:pt x="1" y="1602"/>
                  </a:cubicBezTo>
                  <a:lnTo>
                    <a:pt x="1" y="1687"/>
                  </a:lnTo>
                  <a:cubicBezTo>
                    <a:pt x="1" y="1708"/>
                    <a:pt x="22" y="1729"/>
                    <a:pt x="43" y="1729"/>
                  </a:cubicBezTo>
                  <a:cubicBezTo>
                    <a:pt x="64" y="1729"/>
                    <a:pt x="75" y="1708"/>
                    <a:pt x="75" y="1687"/>
                  </a:cubicBezTo>
                  <a:lnTo>
                    <a:pt x="75" y="1602"/>
                  </a:lnTo>
                  <a:cubicBezTo>
                    <a:pt x="75" y="1581"/>
                    <a:pt x="64" y="1560"/>
                    <a:pt x="43" y="1560"/>
                  </a:cubicBezTo>
                  <a:close/>
                  <a:moveTo>
                    <a:pt x="43" y="1974"/>
                  </a:moveTo>
                  <a:cubicBezTo>
                    <a:pt x="22" y="1974"/>
                    <a:pt x="1" y="1984"/>
                    <a:pt x="1" y="2016"/>
                  </a:cubicBezTo>
                  <a:lnTo>
                    <a:pt x="1" y="2090"/>
                  </a:lnTo>
                  <a:cubicBezTo>
                    <a:pt x="1" y="2111"/>
                    <a:pt x="22" y="2132"/>
                    <a:pt x="43" y="2132"/>
                  </a:cubicBezTo>
                  <a:cubicBezTo>
                    <a:pt x="64" y="2132"/>
                    <a:pt x="75" y="2111"/>
                    <a:pt x="75" y="2090"/>
                  </a:cubicBezTo>
                  <a:lnTo>
                    <a:pt x="75" y="2016"/>
                  </a:lnTo>
                  <a:cubicBezTo>
                    <a:pt x="75" y="1984"/>
                    <a:pt x="64" y="1974"/>
                    <a:pt x="43" y="1974"/>
                  </a:cubicBezTo>
                  <a:close/>
                  <a:moveTo>
                    <a:pt x="43" y="2377"/>
                  </a:moveTo>
                  <a:cubicBezTo>
                    <a:pt x="22" y="2377"/>
                    <a:pt x="1" y="2398"/>
                    <a:pt x="1" y="2419"/>
                  </a:cubicBezTo>
                  <a:lnTo>
                    <a:pt x="1" y="2504"/>
                  </a:lnTo>
                  <a:cubicBezTo>
                    <a:pt x="1" y="2525"/>
                    <a:pt x="22" y="2546"/>
                    <a:pt x="43" y="2546"/>
                  </a:cubicBezTo>
                  <a:cubicBezTo>
                    <a:pt x="64" y="2546"/>
                    <a:pt x="75" y="2525"/>
                    <a:pt x="75" y="2504"/>
                  </a:cubicBezTo>
                  <a:lnTo>
                    <a:pt x="75" y="2419"/>
                  </a:lnTo>
                  <a:cubicBezTo>
                    <a:pt x="75" y="2398"/>
                    <a:pt x="64" y="2377"/>
                    <a:pt x="43" y="2377"/>
                  </a:cubicBezTo>
                  <a:close/>
                  <a:moveTo>
                    <a:pt x="43" y="2790"/>
                  </a:moveTo>
                  <a:cubicBezTo>
                    <a:pt x="22" y="2790"/>
                    <a:pt x="1" y="2801"/>
                    <a:pt x="1" y="2822"/>
                  </a:cubicBezTo>
                  <a:lnTo>
                    <a:pt x="1" y="2907"/>
                  </a:lnTo>
                  <a:cubicBezTo>
                    <a:pt x="1" y="2928"/>
                    <a:pt x="22" y="2949"/>
                    <a:pt x="43" y="2949"/>
                  </a:cubicBezTo>
                  <a:cubicBezTo>
                    <a:pt x="64" y="2949"/>
                    <a:pt x="75" y="2928"/>
                    <a:pt x="75" y="2907"/>
                  </a:cubicBezTo>
                  <a:lnTo>
                    <a:pt x="75" y="2822"/>
                  </a:lnTo>
                  <a:cubicBezTo>
                    <a:pt x="75" y="2801"/>
                    <a:pt x="64" y="2790"/>
                    <a:pt x="43" y="2790"/>
                  </a:cubicBezTo>
                  <a:close/>
                  <a:moveTo>
                    <a:pt x="43" y="3193"/>
                  </a:moveTo>
                  <a:cubicBezTo>
                    <a:pt x="22" y="3193"/>
                    <a:pt x="1" y="3214"/>
                    <a:pt x="1" y="3235"/>
                  </a:cubicBezTo>
                  <a:lnTo>
                    <a:pt x="1" y="3320"/>
                  </a:lnTo>
                  <a:cubicBezTo>
                    <a:pt x="1" y="3341"/>
                    <a:pt x="22" y="3352"/>
                    <a:pt x="43" y="3352"/>
                  </a:cubicBezTo>
                  <a:cubicBezTo>
                    <a:pt x="64" y="3352"/>
                    <a:pt x="75" y="3341"/>
                    <a:pt x="75" y="3320"/>
                  </a:cubicBezTo>
                  <a:lnTo>
                    <a:pt x="75" y="3235"/>
                  </a:lnTo>
                  <a:cubicBezTo>
                    <a:pt x="75" y="3214"/>
                    <a:pt x="64" y="3193"/>
                    <a:pt x="43" y="3193"/>
                  </a:cubicBezTo>
                  <a:close/>
                  <a:moveTo>
                    <a:pt x="43" y="3607"/>
                  </a:moveTo>
                  <a:cubicBezTo>
                    <a:pt x="22" y="3607"/>
                    <a:pt x="1" y="3617"/>
                    <a:pt x="1" y="3638"/>
                  </a:cubicBezTo>
                  <a:lnTo>
                    <a:pt x="1" y="3723"/>
                  </a:lnTo>
                  <a:cubicBezTo>
                    <a:pt x="1" y="3744"/>
                    <a:pt x="22" y="3765"/>
                    <a:pt x="43" y="3765"/>
                  </a:cubicBezTo>
                  <a:cubicBezTo>
                    <a:pt x="64" y="3765"/>
                    <a:pt x="75" y="3744"/>
                    <a:pt x="75" y="3723"/>
                  </a:cubicBezTo>
                  <a:lnTo>
                    <a:pt x="75" y="3638"/>
                  </a:lnTo>
                  <a:cubicBezTo>
                    <a:pt x="75" y="3617"/>
                    <a:pt x="64" y="3607"/>
                    <a:pt x="43" y="3607"/>
                  </a:cubicBezTo>
                  <a:close/>
                  <a:moveTo>
                    <a:pt x="43" y="4010"/>
                  </a:moveTo>
                  <a:cubicBezTo>
                    <a:pt x="22" y="4010"/>
                    <a:pt x="1" y="4031"/>
                    <a:pt x="1" y="4052"/>
                  </a:cubicBezTo>
                  <a:lnTo>
                    <a:pt x="1" y="4137"/>
                  </a:lnTo>
                  <a:cubicBezTo>
                    <a:pt x="1" y="4158"/>
                    <a:pt x="22" y="4168"/>
                    <a:pt x="43" y="4168"/>
                  </a:cubicBezTo>
                  <a:cubicBezTo>
                    <a:pt x="64" y="4168"/>
                    <a:pt x="75" y="4158"/>
                    <a:pt x="75" y="4137"/>
                  </a:cubicBezTo>
                  <a:lnTo>
                    <a:pt x="75" y="4052"/>
                  </a:lnTo>
                  <a:cubicBezTo>
                    <a:pt x="75" y="4031"/>
                    <a:pt x="64" y="4010"/>
                    <a:pt x="43" y="4010"/>
                  </a:cubicBezTo>
                  <a:close/>
                  <a:moveTo>
                    <a:pt x="43" y="4413"/>
                  </a:moveTo>
                  <a:cubicBezTo>
                    <a:pt x="22" y="4413"/>
                    <a:pt x="1" y="4434"/>
                    <a:pt x="1" y="4455"/>
                  </a:cubicBezTo>
                  <a:lnTo>
                    <a:pt x="1" y="4540"/>
                  </a:lnTo>
                  <a:cubicBezTo>
                    <a:pt x="1" y="4561"/>
                    <a:pt x="22" y="4582"/>
                    <a:pt x="43" y="4582"/>
                  </a:cubicBezTo>
                  <a:cubicBezTo>
                    <a:pt x="64" y="4582"/>
                    <a:pt x="75" y="4561"/>
                    <a:pt x="75" y="4540"/>
                  </a:cubicBezTo>
                  <a:lnTo>
                    <a:pt x="75" y="4455"/>
                  </a:lnTo>
                  <a:cubicBezTo>
                    <a:pt x="75" y="4434"/>
                    <a:pt x="64" y="4413"/>
                    <a:pt x="43" y="4413"/>
                  </a:cubicBezTo>
                  <a:close/>
                  <a:moveTo>
                    <a:pt x="43" y="4826"/>
                  </a:moveTo>
                  <a:cubicBezTo>
                    <a:pt x="22" y="4826"/>
                    <a:pt x="1" y="4847"/>
                    <a:pt x="1" y="4868"/>
                  </a:cubicBezTo>
                  <a:lnTo>
                    <a:pt x="1" y="4943"/>
                  </a:lnTo>
                  <a:cubicBezTo>
                    <a:pt x="1" y="4974"/>
                    <a:pt x="22" y="4985"/>
                    <a:pt x="43" y="4985"/>
                  </a:cubicBezTo>
                  <a:cubicBezTo>
                    <a:pt x="64" y="4985"/>
                    <a:pt x="75" y="4974"/>
                    <a:pt x="75" y="4943"/>
                  </a:cubicBezTo>
                  <a:lnTo>
                    <a:pt x="75" y="4868"/>
                  </a:lnTo>
                  <a:cubicBezTo>
                    <a:pt x="75" y="4847"/>
                    <a:pt x="64" y="4826"/>
                    <a:pt x="43" y="4826"/>
                  </a:cubicBezTo>
                  <a:close/>
                  <a:moveTo>
                    <a:pt x="43" y="5229"/>
                  </a:moveTo>
                  <a:cubicBezTo>
                    <a:pt x="22" y="5229"/>
                    <a:pt x="1" y="5250"/>
                    <a:pt x="1" y="5271"/>
                  </a:cubicBezTo>
                  <a:lnTo>
                    <a:pt x="1" y="5356"/>
                  </a:lnTo>
                  <a:cubicBezTo>
                    <a:pt x="1" y="5377"/>
                    <a:pt x="22" y="5399"/>
                    <a:pt x="43" y="5399"/>
                  </a:cubicBezTo>
                  <a:cubicBezTo>
                    <a:pt x="64" y="5399"/>
                    <a:pt x="75" y="5377"/>
                    <a:pt x="75" y="5356"/>
                  </a:cubicBezTo>
                  <a:lnTo>
                    <a:pt x="75" y="5271"/>
                  </a:lnTo>
                  <a:cubicBezTo>
                    <a:pt x="75" y="5250"/>
                    <a:pt x="64" y="5229"/>
                    <a:pt x="43" y="5229"/>
                  </a:cubicBezTo>
                  <a:close/>
                  <a:moveTo>
                    <a:pt x="43" y="5643"/>
                  </a:moveTo>
                  <a:cubicBezTo>
                    <a:pt x="22" y="5643"/>
                    <a:pt x="1" y="5664"/>
                    <a:pt x="1" y="5685"/>
                  </a:cubicBezTo>
                  <a:lnTo>
                    <a:pt x="1" y="5759"/>
                  </a:lnTo>
                  <a:cubicBezTo>
                    <a:pt x="1" y="5791"/>
                    <a:pt x="22" y="5802"/>
                    <a:pt x="43" y="5802"/>
                  </a:cubicBezTo>
                  <a:cubicBezTo>
                    <a:pt x="64" y="5802"/>
                    <a:pt x="75" y="5791"/>
                    <a:pt x="75" y="5759"/>
                  </a:cubicBezTo>
                  <a:lnTo>
                    <a:pt x="75" y="5685"/>
                  </a:lnTo>
                  <a:cubicBezTo>
                    <a:pt x="75" y="5664"/>
                    <a:pt x="64" y="5643"/>
                    <a:pt x="43" y="5643"/>
                  </a:cubicBezTo>
                  <a:close/>
                  <a:moveTo>
                    <a:pt x="43" y="6046"/>
                  </a:moveTo>
                  <a:cubicBezTo>
                    <a:pt x="22" y="6046"/>
                    <a:pt x="1" y="6067"/>
                    <a:pt x="1" y="6088"/>
                  </a:cubicBezTo>
                  <a:lnTo>
                    <a:pt x="1" y="6173"/>
                  </a:lnTo>
                  <a:cubicBezTo>
                    <a:pt x="1" y="6194"/>
                    <a:pt x="22" y="6216"/>
                    <a:pt x="43" y="6216"/>
                  </a:cubicBezTo>
                  <a:cubicBezTo>
                    <a:pt x="64" y="6216"/>
                    <a:pt x="75" y="6194"/>
                    <a:pt x="75" y="6173"/>
                  </a:cubicBezTo>
                  <a:lnTo>
                    <a:pt x="75" y="6088"/>
                  </a:lnTo>
                  <a:cubicBezTo>
                    <a:pt x="75" y="6067"/>
                    <a:pt x="64" y="6046"/>
                    <a:pt x="43" y="6046"/>
                  </a:cubicBezTo>
                  <a:close/>
                  <a:moveTo>
                    <a:pt x="43" y="6459"/>
                  </a:moveTo>
                  <a:cubicBezTo>
                    <a:pt x="22" y="6459"/>
                    <a:pt x="1" y="6480"/>
                    <a:pt x="1" y="6502"/>
                  </a:cubicBezTo>
                  <a:lnTo>
                    <a:pt x="1" y="6576"/>
                  </a:lnTo>
                  <a:cubicBezTo>
                    <a:pt x="1" y="6597"/>
                    <a:pt x="22" y="6619"/>
                    <a:pt x="43" y="6619"/>
                  </a:cubicBezTo>
                  <a:cubicBezTo>
                    <a:pt x="64" y="6619"/>
                    <a:pt x="75" y="6597"/>
                    <a:pt x="75" y="6576"/>
                  </a:cubicBezTo>
                  <a:lnTo>
                    <a:pt x="75" y="6502"/>
                  </a:lnTo>
                  <a:cubicBezTo>
                    <a:pt x="75" y="6480"/>
                    <a:pt x="64" y="6459"/>
                    <a:pt x="43" y="6459"/>
                  </a:cubicBezTo>
                  <a:close/>
                  <a:moveTo>
                    <a:pt x="43" y="6862"/>
                  </a:moveTo>
                  <a:cubicBezTo>
                    <a:pt x="22" y="6862"/>
                    <a:pt x="1" y="6883"/>
                    <a:pt x="1" y="6905"/>
                  </a:cubicBezTo>
                  <a:lnTo>
                    <a:pt x="1" y="6989"/>
                  </a:lnTo>
                  <a:cubicBezTo>
                    <a:pt x="1" y="7011"/>
                    <a:pt x="22" y="7032"/>
                    <a:pt x="43" y="7032"/>
                  </a:cubicBezTo>
                  <a:cubicBezTo>
                    <a:pt x="64" y="7032"/>
                    <a:pt x="75" y="7011"/>
                    <a:pt x="75" y="6989"/>
                  </a:cubicBezTo>
                  <a:lnTo>
                    <a:pt x="75" y="6905"/>
                  </a:lnTo>
                  <a:cubicBezTo>
                    <a:pt x="75" y="6883"/>
                    <a:pt x="64" y="6862"/>
                    <a:pt x="43" y="6862"/>
                  </a:cubicBezTo>
                  <a:close/>
                  <a:moveTo>
                    <a:pt x="43" y="7276"/>
                  </a:moveTo>
                  <a:cubicBezTo>
                    <a:pt x="22" y="7276"/>
                    <a:pt x="1" y="7286"/>
                    <a:pt x="1" y="7319"/>
                  </a:cubicBezTo>
                  <a:lnTo>
                    <a:pt x="1" y="7392"/>
                  </a:lnTo>
                  <a:cubicBezTo>
                    <a:pt x="1" y="7414"/>
                    <a:pt x="22" y="7435"/>
                    <a:pt x="43" y="7435"/>
                  </a:cubicBezTo>
                  <a:cubicBezTo>
                    <a:pt x="64" y="7435"/>
                    <a:pt x="75" y="7414"/>
                    <a:pt x="75" y="7392"/>
                  </a:cubicBezTo>
                  <a:lnTo>
                    <a:pt x="75" y="7319"/>
                  </a:lnTo>
                  <a:cubicBezTo>
                    <a:pt x="75" y="7286"/>
                    <a:pt x="64" y="7276"/>
                    <a:pt x="43" y="7276"/>
                  </a:cubicBezTo>
                  <a:close/>
                  <a:moveTo>
                    <a:pt x="43" y="7679"/>
                  </a:moveTo>
                  <a:cubicBezTo>
                    <a:pt x="22" y="7679"/>
                    <a:pt x="1" y="7700"/>
                    <a:pt x="1" y="7722"/>
                  </a:cubicBezTo>
                  <a:lnTo>
                    <a:pt x="1" y="7806"/>
                  </a:lnTo>
                  <a:cubicBezTo>
                    <a:pt x="1" y="7828"/>
                    <a:pt x="22" y="7849"/>
                    <a:pt x="43" y="7849"/>
                  </a:cubicBezTo>
                  <a:cubicBezTo>
                    <a:pt x="64" y="7849"/>
                    <a:pt x="75" y="7828"/>
                    <a:pt x="75" y="7806"/>
                  </a:cubicBezTo>
                  <a:lnTo>
                    <a:pt x="75" y="7722"/>
                  </a:lnTo>
                  <a:cubicBezTo>
                    <a:pt x="75" y="7700"/>
                    <a:pt x="64" y="7679"/>
                    <a:pt x="43" y="7679"/>
                  </a:cubicBezTo>
                  <a:close/>
                  <a:moveTo>
                    <a:pt x="43" y="8092"/>
                  </a:moveTo>
                  <a:cubicBezTo>
                    <a:pt x="22" y="8092"/>
                    <a:pt x="1" y="8103"/>
                    <a:pt x="1" y="8125"/>
                  </a:cubicBezTo>
                  <a:lnTo>
                    <a:pt x="1" y="8209"/>
                  </a:lnTo>
                  <a:cubicBezTo>
                    <a:pt x="1" y="8231"/>
                    <a:pt x="22" y="8252"/>
                    <a:pt x="43" y="8252"/>
                  </a:cubicBezTo>
                  <a:cubicBezTo>
                    <a:pt x="64" y="8252"/>
                    <a:pt x="75" y="8231"/>
                    <a:pt x="75" y="8209"/>
                  </a:cubicBezTo>
                  <a:lnTo>
                    <a:pt x="75" y="8125"/>
                  </a:lnTo>
                  <a:cubicBezTo>
                    <a:pt x="75" y="8103"/>
                    <a:pt x="64" y="8092"/>
                    <a:pt x="43" y="8092"/>
                  </a:cubicBezTo>
                  <a:close/>
                  <a:moveTo>
                    <a:pt x="43" y="8495"/>
                  </a:moveTo>
                  <a:cubicBezTo>
                    <a:pt x="22" y="8495"/>
                    <a:pt x="1" y="8517"/>
                    <a:pt x="1" y="8538"/>
                  </a:cubicBezTo>
                  <a:lnTo>
                    <a:pt x="1" y="8623"/>
                  </a:lnTo>
                  <a:cubicBezTo>
                    <a:pt x="1" y="8644"/>
                    <a:pt x="22" y="8655"/>
                    <a:pt x="43" y="8655"/>
                  </a:cubicBezTo>
                  <a:cubicBezTo>
                    <a:pt x="64" y="8655"/>
                    <a:pt x="75" y="8644"/>
                    <a:pt x="75" y="8623"/>
                  </a:cubicBezTo>
                  <a:lnTo>
                    <a:pt x="75" y="8538"/>
                  </a:lnTo>
                  <a:cubicBezTo>
                    <a:pt x="75" y="8517"/>
                    <a:pt x="64" y="8495"/>
                    <a:pt x="43" y="849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6"/>
            <p:cNvSpPr/>
            <p:nvPr/>
          </p:nvSpPr>
          <p:spPr>
            <a:xfrm>
              <a:off x="3139350" y="293325"/>
              <a:ext cx="167600" cy="171225"/>
            </a:xfrm>
            <a:custGeom>
              <a:rect b="b" l="l" r="r" t="t"/>
              <a:pathLst>
                <a:path extrusionOk="0" h="6849" w="6704">
                  <a:moveTo>
                    <a:pt x="6655" y="1"/>
                  </a:moveTo>
                  <a:cubicBezTo>
                    <a:pt x="6645" y="1"/>
                    <a:pt x="6634" y="3"/>
                    <a:pt x="6629" y="9"/>
                  </a:cubicBezTo>
                  <a:lnTo>
                    <a:pt x="6576" y="73"/>
                  </a:lnTo>
                  <a:cubicBezTo>
                    <a:pt x="6555" y="94"/>
                    <a:pt x="6555" y="115"/>
                    <a:pt x="6576" y="125"/>
                  </a:cubicBezTo>
                  <a:cubicBezTo>
                    <a:pt x="6576" y="136"/>
                    <a:pt x="6586" y="146"/>
                    <a:pt x="6597" y="146"/>
                  </a:cubicBezTo>
                  <a:cubicBezTo>
                    <a:pt x="6607" y="146"/>
                    <a:pt x="6618" y="136"/>
                    <a:pt x="6629" y="125"/>
                  </a:cubicBezTo>
                  <a:lnTo>
                    <a:pt x="6682" y="73"/>
                  </a:lnTo>
                  <a:cubicBezTo>
                    <a:pt x="6703" y="51"/>
                    <a:pt x="6703" y="30"/>
                    <a:pt x="6682" y="9"/>
                  </a:cubicBezTo>
                  <a:cubicBezTo>
                    <a:pt x="6676" y="3"/>
                    <a:pt x="6666" y="1"/>
                    <a:pt x="6655" y="1"/>
                  </a:cubicBezTo>
                  <a:close/>
                  <a:moveTo>
                    <a:pt x="6374" y="290"/>
                  </a:moveTo>
                  <a:cubicBezTo>
                    <a:pt x="6364" y="290"/>
                    <a:pt x="6353" y="295"/>
                    <a:pt x="6343" y="306"/>
                  </a:cubicBezTo>
                  <a:lnTo>
                    <a:pt x="6289" y="358"/>
                  </a:lnTo>
                  <a:cubicBezTo>
                    <a:pt x="6268" y="380"/>
                    <a:pt x="6268" y="401"/>
                    <a:pt x="6289" y="422"/>
                  </a:cubicBezTo>
                  <a:cubicBezTo>
                    <a:pt x="6300" y="433"/>
                    <a:pt x="6300" y="433"/>
                    <a:pt x="6310" y="433"/>
                  </a:cubicBezTo>
                  <a:cubicBezTo>
                    <a:pt x="6321" y="433"/>
                    <a:pt x="6332" y="433"/>
                    <a:pt x="6343" y="422"/>
                  </a:cubicBezTo>
                  <a:lnTo>
                    <a:pt x="6406" y="358"/>
                  </a:lnTo>
                  <a:cubicBezTo>
                    <a:pt x="6416" y="348"/>
                    <a:pt x="6416" y="316"/>
                    <a:pt x="6406" y="306"/>
                  </a:cubicBezTo>
                  <a:cubicBezTo>
                    <a:pt x="6396" y="295"/>
                    <a:pt x="6385" y="290"/>
                    <a:pt x="6374" y="290"/>
                  </a:cubicBezTo>
                  <a:close/>
                  <a:moveTo>
                    <a:pt x="6088" y="584"/>
                  </a:moveTo>
                  <a:cubicBezTo>
                    <a:pt x="6077" y="584"/>
                    <a:pt x="6066" y="587"/>
                    <a:pt x="6056" y="592"/>
                  </a:cubicBezTo>
                  <a:lnTo>
                    <a:pt x="6003" y="655"/>
                  </a:lnTo>
                  <a:cubicBezTo>
                    <a:pt x="5982" y="666"/>
                    <a:pt x="5982" y="698"/>
                    <a:pt x="6003" y="709"/>
                  </a:cubicBezTo>
                  <a:cubicBezTo>
                    <a:pt x="6013" y="719"/>
                    <a:pt x="6024" y="730"/>
                    <a:pt x="6035" y="730"/>
                  </a:cubicBezTo>
                  <a:cubicBezTo>
                    <a:pt x="6046" y="730"/>
                    <a:pt x="6056" y="719"/>
                    <a:pt x="6056" y="709"/>
                  </a:cubicBezTo>
                  <a:lnTo>
                    <a:pt x="6119" y="655"/>
                  </a:lnTo>
                  <a:cubicBezTo>
                    <a:pt x="6130" y="634"/>
                    <a:pt x="6130" y="613"/>
                    <a:pt x="6119" y="592"/>
                  </a:cubicBezTo>
                  <a:cubicBezTo>
                    <a:pt x="6109" y="587"/>
                    <a:pt x="6098" y="584"/>
                    <a:pt x="6088" y="584"/>
                  </a:cubicBezTo>
                  <a:close/>
                  <a:moveTo>
                    <a:pt x="5802" y="873"/>
                  </a:moveTo>
                  <a:cubicBezTo>
                    <a:pt x="5791" y="873"/>
                    <a:pt x="5781" y="878"/>
                    <a:pt x="5770" y="889"/>
                  </a:cubicBezTo>
                  <a:lnTo>
                    <a:pt x="5716" y="942"/>
                  </a:lnTo>
                  <a:cubicBezTo>
                    <a:pt x="5695" y="963"/>
                    <a:pt x="5695" y="985"/>
                    <a:pt x="5716" y="1006"/>
                  </a:cubicBezTo>
                  <a:cubicBezTo>
                    <a:pt x="5727" y="1016"/>
                    <a:pt x="5738" y="1016"/>
                    <a:pt x="5749" y="1016"/>
                  </a:cubicBezTo>
                  <a:cubicBezTo>
                    <a:pt x="5759" y="1016"/>
                    <a:pt x="5770" y="1016"/>
                    <a:pt x="5770" y="1006"/>
                  </a:cubicBezTo>
                  <a:lnTo>
                    <a:pt x="5834" y="942"/>
                  </a:lnTo>
                  <a:cubicBezTo>
                    <a:pt x="5844" y="931"/>
                    <a:pt x="5844" y="900"/>
                    <a:pt x="5834" y="889"/>
                  </a:cubicBezTo>
                  <a:cubicBezTo>
                    <a:pt x="5823" y="878"/>
                    <a:pt x="5812" y="873"/>
                    <a:pt x="5802" y="873"/>
                  </a:cubicBezTo>
                  <a:close/>
                  <a:moveTo>
                    <a:pt x="5515" y="1167"/>
                  </a:moveTo>
                  <a:cubicBezTo>
                    <a:pt x="5504" y="1167"/>
                    <a:pt x="5494" y="1170"/>
                    <a:pt x="5483" y="1175"/>
                  </a:cubicBezTo>
                  <a:lnTo>
                    <a:pt x="5431" y="1239"/>
                  </a:lnTo>
                  <a:cubicBezTo>
                    <a:pt x="5420" y="1249"/>
                    <a:pt x="5420" y="1282"/>
                    <a:pt x="5431" y="1292"/>
                  </a:cubicBezTo>
                  <a:cubicBezTo>
                    <a:pt x="5441" y="1303"/>
                    <a:pt x="5452" y="1313"/>
                    <a:pt x="5462" y="1313"/>
                  </a:cubicBezTo>
                  <a:cubicBezTo>
                    <a:pt x="5473" y="1313"/>
                    <a:pt x="5483" y="1303"/>
                    <a:pt x="5494" y="1292"/>
                  </a:cubicBezTo>
                  <a:lnTo>
                    <a:pt x="5547" y="1239"/>
                  </a:lnTo>
                  <a:cubicBezTo>
                    <a:pt x="5558" y="1218"/>
                    <a:pt x="5558" y="1197"/>
                    <a:pt x="5547" y="1175"/>
                  </a:cubicBezTo>
                  <a:cubicBezTo>
                    <a:pt x="5536" y="1170"/>
                    <a:pt x="5526" y="1167"/>
                    <a:pt x="5515" y="1167"/>
                  </a:cubicBezTo>
                  <a:close/>
                  <a:moveTo>
                    <a:pt x="5229" y="1457"/>
                  </a:moveTo>
                  <a:cubicBezTo>
                    <a:pt x="5218" y="1457"/>
                    <a:pt x="5208" y="1462"/>
                    <a:pt x="5197" y="1472"/>
                  </a:cubicBezTo>
                  <a:lnTo>
                    <a:pt x="5144" y="1525"/>
                  </a:lnTo>
                  <a:cubicBezTo>
                    <a:pt x="5134" y="1546"/>
                    <a:pt x="5134" y="1567"/>
                    <a:pt x="5144" y="1589"/>
                  </a:cubicBezTo>
                  <a:cubicBezTo>
                    <a:pt x="5155" y="1600"/>
                    <a:pt x="5165" y="1600"/>
                    <a:pt x="5176" y="1600"/>
                  </a:cubicBezTo>
                  <a:cubicBezTo>
                    <a:pt x="5186" y="1600"/>
                    <a:pt x="5197" y="1600"/>
                    <a:pt x="5207" y="1589"/>
                  </a:cubicBezTo>
                  <a:lnTo>
                    <a:pt x="5261" y="1525"/>
                  </a:lnTo>
                  <a:cubicBezTo>
                    <a:pt x="5271" y="1515"/>
                    <a:pt x="5271" y="1483"/>
                    <a:pt x="5261" y="1472"/>
                  </a:cubicBezTo>
                  <a:cubicBezTo>
                    <a:pt x="5250" y="1462"/>
                    <a:pt x="5240" y="1457"/>
                    <a:pt x="5229" y="1457"/>
                  </a:cubicBezTo>
                  <a:close/>
                  <a:moveTo>
                    <a:pt x="4948" y="1751"/>
                  </a:moveTo>
                  <a:cubicBezTo>
                    <a:pt x="4937" y="1751"/>
                    <a:pt x="4927" y="1753"/>
                    <a:pt x="4921" y="1758"/>
                  </a:cubicBezTo>
                  <a:lnTo>
                    <a:pt x="4858" y="1822"/>
                  </a:lnTo>
                  <a:cubicBezTo>
                    <a:pt x="4847" y="1833"/>
                    <a:pt x="4847" y="1864"/>
                    <a:pt x="4858" y="1875"/>
                  </a:cubicBezTo>
                  <a:cubicBezTo>
                    <a:pt x="4868" y="1886"/>
                    <a:pt x="4879" y="1897"/>
                    <a:pt x="4889" y="1897"/>
                  </a:cubicBezTo>
                  <a:cubicBezTo>
                    <a:pt x="4900" y="1897"/>
                    <a:pt x="4910" y="1886"/>
                    <a:pt x="4921" y="1875"/>
                  </a:cubicBezTo>
                  <a:lnTo>
                    <a:pt x="4974" y="1822"/>
                  </a:lnTo>
                  <a:cubicBezTo>
                    <a:pt x="4995" y="1801"/>
                    <a:pt x="4995" y="1780"/>
                    <a:pt x="4974" y="1758"/>
                  </a:cubicBezTo>
                  <a:cubicBezTo>
                    <a:pt x="4969" y="1753"/>
                    <a:pt x="4958" y="1751"/>
                    <a:pt x="4948" y="1751"/>
                  </a:cubicBezTo>
                  <a:close/>
                  <a:moveTo>
                    <a:pt x="4661" y="2039"/>
                  </a:moveTo>
                  <a:cubicBezTo>
                    <a:pt x="4651" y="2039"/>
                    <a:pt x="4640" y="2045"/>
                    <a:pt x="4635" y="2055"/>
                  </a:cubicBezTo>
                  <a:lnTo>
                    <a:pt x="4571" y="2109"/>
                  </a:lnTo>
                  <a:cubicBezTo>
                    <a:pt x="4561" y="2130"/>
                    <a:pt x="4561" y="2151"/>
                    <a:pt x="4571" y="2172"/>
                  </a:cubicBezTo>
                  <a:cubicBezTo>
                    <a:pt x="4582" y="2183"/>
                    <a:pt x="4592" y="2183"/>
                    <a:pt x="4603" y="2183"/>
                  </a:cubicBezTo>
                  <a:cubicBezTo>
                    <a:pt x="4614" y="2183"/>
                    <a:pt x="4625" y="2183"/>
                    <a:pt x="4635" y="2172"/>
                  </a:cubicBezTo>
                  <a:lnTo>
                    <a:pt x="4688" y="2109"/>
                  </a:lnTo>
                  <a:cubicBezTo>
                    <a:pt x="4709" y="2098"/>
                    <a:pt x="4709" y="2066"/>
                    <a:pt x="4688" y="2055"/>
                  </a:cubicBezTo>
                  <a:cubicBezTo>
                    <a:pt x="4683" y="2045"/>
                    <a:pt x="4672" y="2039"/>
                    <a:pt x="4661" y="2039"/>
                  </a:cubicBezTo>
                  <a:close/>
                  <a:moveTo>
                    <a:pt x="4375" y="2334"/>
                  </a:moveTo>
                  <a:cubicBezTo>
                    <a:pt x="4365" y="2334"/>
                    <a:pt x="4354" y="2337"/>
                    <a:pt x="4349" y="2342"/>
                  </a:cubicBezTo>
                  <a:lnTo>
                    <a:pt x="4285" y="2406"/>
                  </a:lnTo>
                  <a:cubicBezTo>
                    <a:pt x="4274" y="2416"/>
                    <a:pt x="4274" y="2448"/>
                    <a:pt x="4285" y="2458"/>
                  </a:cubicBezTo>
                  <a:cubicBezTo>
                    <a:pt x="4295" y="2469"/>
                    <a:pt x="4306" y="2480"/>
                    <a:pt x="4317" y="2480"/>
                  </a:cubicBezTo>
                  <a:cubicBezTo>
                    <a:pt x="4328" y="2480"/>
                    <a:pt x="4338" y="2469"/>
                    <a:pt x="4349" y="2458"/>
                  </a:cubicBezTo>
                  <a:lnTo>
                    <a:pt x="4401" y="2406"/>
                  </a:lnTo>
                  <a:cubicBezTo>
                    <a:pt x="4423" y="2384"/>
                    <a:pt x="4423" y="2363"/>
                    <a:pt x="4401" y="2342"/>
                  </a:cubicBezTo>
                  <a:cubicBezTo>
                    <a:pt x="4396" y="2337"/>
                    <a:pt x="4386" y="2334"/>
                    <a:pt x="4375" y="2334"/>
                  </a:cubicBezTo>
                  <a:close/>
                  <a:moveTo>
                    <a:pt x="4089" y="2623"/>
                  </a:moveTo>
                  <a:cubicBezTo>
                    <a:pt x="4078" y="2623"/>
                    <a:pt x="4068" y="2628"/>
                    <a:pt x="4062" y="2639"/>
                  </a:cubicBezTo>
                  <a:lnTo>
                    <a:pt x="4009" y="2692"/>
                  </a:lnTo>
                  <a:cubicBezTo>
                    <a:pt x="3988" y="2713"/>
                    <a:pt x="3988" y="2734"/>
                    <a:pt x="4009" y="2755"/>
                  </a:cubicBezTo>
                  <a:cubicBezTo>
                    <a:pt x="4009" y="2766"/>
                    <a:pt x="4020" y="2766"/>
                    <a:pt x="4031" y="2766"/>
                  </a:cubicBezTo>
                  <a:cubicBezTo>
                    <a:pt x="4041" y="2766"/>
                    <a:pt x="4052" y="2766"/>
                    <a:pt x="4062" y="2755"/>
                  </a:cubicBezTo>
                  <a:lnTo>
                    <a:pt x="4115" y="2692"/>
                  </a:lnTo>
                  <a:cubicBezTo>
                    <a:pt x="4137" y="2681"/>
                    <a:pt x="4137" y="2649"/>
                    <a:pt x="4115" y="2639"/>
                  </a:cubicBezTo>
                  <a:cubicBezTo>
                    <a:pt x="4110" y="2628"/>
                    <a:pt x="4099" y="2623"/>
                    <a:pt x="4089" y="2623"/>
                  </a:cubicBezTo>
                  <a:close/>
                  <a:moveTo>
                    <a:pt x="3802" y="2917"/>
                  </a:moveTo>
                  <a:cubicBezTo>
                    <a:pt x="3792" y="2917"/>
                    <a:pt x="3781" y="2920"/>
                    <a:pt x="3776" y="2925"/>
                  </a:cubicBezTo>
                  <a:lnTo>
                    <a:pt x="3723" y="2989"/>
                  </a:lnTo>
                  <a:cubicBezTo>
                    <a:pt x="3701" y="3000"/>
                    <a:pt x="3701" y="3031"/>
                    <a:pt x="3723" y="3042"/>
                  </a:cubicBezTo>
                  <a:cubicBezTo>
                    <a:pt x="3723" y="3052"/>
                    <a:pt x="3734" y="3052"/>
                    <a:pt x="3744" y="3052"/>
                  </a:cubicBezTo>
                  <a:cubicBezTo>
                    <a:pt x="3755" y="3052"/>
                    <a:pt x="3765" y="3052"/>
                    <a:pt x="3776" y="3042"/>
                  </a:cubicBezTo>
                  <a:lnTo>
                    <a:pt x="3840" y="2989"/>
                  </a:lnTo>
                  <a:cubicBezTo>
                    <a:pt x="3850" y="2967"/>
                    <a:pt x="3850" y="2946"/>
                    <a:pt x="3829" y="2925"/>
                  </a:cubicBezTo>
                  <a:cubicBezTo>
                    <a:pt x="3824" y="2920"/>
                    <a:pt x="3813" y="2917"/>
                    <a:pt x="3802" y="2917"/>
                  </a:cubicBezTo>
                  <a:close/>
                  <a:moveTo>
                    <a:pt x="3521" y="3206"/>
                  </a:moveTo>
                  <a:cubicBezTo>
                    <a:pt x="3511" y="3206"/>
                    <a:pt x="3500" y="3211"/>
                    <a:pt x="3489" y="3222"/>
                  </a:cubicBezTo>
                  <a:lnTo>
                    <a:pt x="3437" y="3275"/>
                  </a:lnTo>
                  <a:cubicBezTo>
                    <a:pt x="3416" y="3297"/>
                    <a:pt x="3416" y="3318"/>
                    <a:pt x="3437" y="3339"/>
                  </a:cubicBezTo>
                  <a:cubicBezTo>
                    <a:pt x="3447" y="3349"/>
                    <a:pt x="3458" y="3349"/>
                    <a:pt x="3458" y="3349"/>
                  </a:cubicBezTo>
                  <a:cubicBezTo>
                    <a:pt x="3468" y="3349"/>
                    <a:pt x="3479" y="3349"/>
                    <a:pt x="3489" y="3339"/>
                  </a:cubicBezTo>
                  <a:lnTo>
                    <a:pt x="3553" y="3275"/>
                  </a:lnTo>
                  <a:cubicBezTo>
                    <a:pt x="3564" y="3264"/>
                    <a:pt x="3564" y="3233"/>
                    <a:pt x="3553" y="3222"/>
                  </a:cubicBezTo>
                  <a:cubicBezTo>
                    <a:pt x="3542" y="3211"/>
                    <a:pt x="3532" y="3206"/>
                    <a:pt x="3521" y="3206"/>
                  </a:cubicBezTo>
                  <a:close/>
                  <a:moveTo>
                    <a:pt x="3235" y="3500"/>
                  </a:moveTo>
                  <a:cubicBezTo>
                    <a:pt x="3225" y="3500"/>
                    <a:pt x="3214" y="3503"/>
                    <a:pt x="3203" y="3509"/>
                  </a:cubicBezTo>
                  <a:lnTo>
                    <a:pt x="3150" y="3572"/>
                  </a:lnTo>
                  <a:cubicBezTo>
                    <a:pt x="3129" y="3582"/>
                    <a:pt x="3129" y="3615"/>
                    <a:pt x="3150" y="3625"/>
                  </a:cubicBezTo>
                  <a:cubicBezTo>
                    <a:pt x="3161" y="3636"/>
                    <a:pt x="3171" y="3636"/>
                    <a:pt x="3182" y="3636"/>
                  </a:cubicBezTo>
                  <a:cubicBezTo>
                    <a:pt x="3192" y="3636"/>
                    <a:pt x="3203" y="3636"/>
                    <a:pt x="3203" y="3625"/>
                  </a:cubicBezTo>
                  <a:lnTo>
                    <a:pt x="3267" y="3572"/>
                  </a:lnTo>
                  <a:cubicBezTo>
                    <a:pt x="3277" y="3551"/>
                    <a:pt x="3277" y="3530"/>
                    <a:pt x="3267" y="3509"/>
                  </a:cubicBezTo>
                  <a:cubicBezTo>
                    <a:pt x="3256" y="3503"/>
                    <a:pt x="3246" y="3500"/>
                    <a:pt x="3235" y="3500"/>
                  </a:cubicBezTo>
                  <a:close/>
                  <a:moveTo>
                    <a:pt x="2948" y="3790"/>
                  </a:moveTo>
                  <a:cubicBezTo>
                    <a:pt x="2938" y="3790"/>
                    <a:pt x="2927" y="3795"/>
                    <a:pt x="2917" y="3806"/>
                  </a:cubicBezTo>
                  <a:lnTo>
                    <a:pt x="2864" y="3858"/>
                  </a:lnTo>
                  <a:cubicBezTo>
                    <a:pt x="2843" y="3879"/>
                    <a:pt x="2843" y="3901"/>
                    <a:pt x="2864" y="3922"/>
                  </a:cubicBezTo>
                  <a:cubicBezTo>
                    <a:pt x="2874" y="3933"/>
                    <a:pt x="2885" y="3933"/>
                    <a:pt x="2895" y="3933"/>
                  </a:cubicBezTo>
                  <a:cubicBezTo>
                    <a:pt x="2906" y="3933"/>
                    <a:pt x="2917" y="3933"/>
                    <a:pt x="2917" y="3922"/>
                  </a:cubicBezTo>
                  <a:lnTo>
                    <a:pt x="2980" y="3858"/>
                  </a:lnTo>
                  <a:cubicBezTo>
                    <a:pt x="2991" y="3848"/>
                    <a:pt x="2991" y="3816"/>
                    <a:pt x="2980" y="3806"/>
                  </a:cubicBezTo>
                  <a:cubicBezTo>
                    <a:pt x="2970" y="3795"/>
                    <a:pt x="2959" y="3790"/>
                    <a:pt x="2948" y="3790"/>
                  </a:cubicBezTo>
                  <a:close/>
                  <a:moveTo>
                    <a:pt x="2663" y="4084"/>
                  </a:moveTo>
                  <a:cubicBezTo>
                    <a:pt x="2652" y="4084"/>
                    <a:pt x="2641" y="4086"/>
                    <a:pt x="2631" y="4092"/>
                  </a:cubicBezTo>
                  <a:lnTo>
                    <a:pt x="2577" y="4155"/>
                  </a:lnTo>
                  <a:cubicBezTo>
                    <a:pt x="2567" y="4166"/>
                    <a:pt x="2567" y="4198"/>
                    <a:pt x="2577" y="4209"/>
                  </a:cubicBezTo>
                  <a:cubicBezTo>
                    <a:pt x="2588" y="4219"/>
                    <a:pt x="2599" y="4219"/>
                    <a:pt x="2610" y="4219"/>
                  </a:cubicBezTo>
                  <a:cubicBezTo>
                    <a:pt x="2620" y="4219"/>
                    <a:pt x="2631" y="4219"/>
                    <a:pt x="2641" y="4209"/>
                  </a:cubicBezTo>
                  <a:lnTo>
                    <a:pt x="2694" y="4155"/>
                  </a:lnTo>
                  <a:cubicBezTo>
                    <a:pt x="2705" y="4134"/>
                    <a:pt x="2705" y="4113"/>
                    <a:pt x="2694" y="4092"/>
                  </a:cubicBezTo>
                  <a:cubicBezTo>
                    <a:pt x="2684" y="4086"/>
                    <a:pt x="2673" y="4084"/>
                    <a:pt x="2663" y="4084"/>
                  </a:cubicBezTo>
                  <a:close/>
                  <a:moveTo>
                    <a:pt x="2377" y="4373"/>
                  </a:moveTo>
                  <a:cubicBezTo>
                    <a:pt x="2368" y="4373"/>
                    <a:pt x="2360" y="4378"/>
                    <a:pt x="2355" y="4388"/>
                  </a:cubicBezTo>
                  <a:lnTo>
                    <a:pt x="2291" y="4442"/>
                  </a:lnTo>
                  <a:cubicBezTo>
                    <a:pt x="2280" y="4463"/>
                    <a:pt x="2280" y="4484"/>
                    <a:pt x="2291" y="4506"/>
                  </a:cubicBezTo>
                  <a:cubicBezTo>
                    <a:pt x="2302" y="4516"/>
                    <a:pt x="2313" y="4516"/>
                    <a:pt x="2323" y="4516"/>
                  </a:cubicBezTo>
                  <a:cubicBezTo>
                    <a:pt x="2334" y="4516"/>
                    <a:pt x="2344" y="4516"/>
                    <a:pt x="2355" y="4506"/>
                  </a:cubicBezTo>
                  <a:lnTo>
                    <a:pt x="2408" y="4442"/>
                  </a:lnTo>
                  <a:cubicBezTo>
                    <a:pt x="2429" y="4431"/>
                    <a:pt x="2429" y="4399"/>
                    <a:pt x="2408" y="4388"/>
                  </a:cubicBezTo>
                  <a:cubicBezTo>
                    <a:pt x="2397" y="4378"/>
                    <a:pt x="2386" y="4373"/>
                    <a:pt x="2377" y="4373"/>
                  </a:cubicBezTo>
                  <a:close/>
                  <a:moveTo>
                    <a:pt x="2095" y="4667"/>
                  </a:moveTo>
                  <a:cubicBezTo>
                    <a:pt x="2084" y="4667"/>
                    <a:pt x="2074" y="4670"/>
                    <a:pt x="2068" y="4675"/>
                  </a:cubicBezTo>
                  <a:lnTo>
                    <a:pt x="2005" y="4739"/>
                  </a:lnTo>
                  <a:cubicBezTo>
                    <a:pt x="1994" y="4749"/>
                    <a:pt x="1994" y="4781"/>
                    <a:pt x="2005" y="4791"/>
                  </a:cubicBezTo>
                  <a:cubicBezTo>
                    <a:pt x="2016" y="4802"/>
                    <a:pt x="2026" y="4802"/>
                    <a:pt x="2037" y="4802"/>
                  </a:cubicBezTo>
                  <a:cubicBezTo>
                    <a:pt x="2047" y="4802"/>
                    <a:pt x="2058" y="4802"/>
                    <a:pt x="2068" y="4791"/>
                  </a:cubicBezTo>
                  <a:lnTo>
                    <a:pt x="2122" y="4739"/>
                  </a:lnTo>
                  <a:cubicBezTo>
                    <a:pt x="2143" y="4718"/>
                    <a:pt x="2143" y="4696"/>
                    <a:pt x="2122" y="4675"/>
                  </a:cubicBezTo>
                  <a:cubicBezTo>
                    <a:pt x="2116" y="4670"/>
                    <a:pt x="2106" y="4667"/>
                    <a:pt x="2095" y="4667"/>
                  </a:cubicBezTo>
                  <a:close/>
                  <a:moveTo>
                    <a:pt x="1809" y="4956"/>
                  </a:moveTo>
                  <a:cubicBezTo>
                    <a:pt x="1798" y="4956"/>
                    <a:pt x="1787" y="4962"/>
                    <a:pt x="1782" y="4972"/>
                  </a:cubicBezTo>
                  <a:lnTo>
                    <a:pt x="1719" y="5025"/>
                  </a:lnTo>
                  <a:cubicBezTo>
                    <a:pt x="1708" y="5046"/>
                    <a:pt x="1708" y="5067"/>
                    <a:pt x="1719" y="5088"/>
                  </a:cubicBezTo>
                  <a:cubicBezTo>
                    <a:pt x="1729" y="5099"/>
                    <a:pt x="1740" y="5099"/>
                    <a:pt x="1750" y="5099"/>
                  </a:cubicBezTo>
                  <a:cubicBezTo>
                    <a:pt x="1761" y="5099"/>
                    <a:pt x="1771" y="5099"/>
                    <a:pt x="1782" y="5088"/>
                  </a:cubicBezTo>
                  <a:lnTo>
                    <a:pt x="1835" y="5025"/>
                  </a:lnTo>
                  <a:cubicBezTo>
                    <a:pt x="1856" y="5015"/>
                    <a:pt x="1856" y="4982"/>
                    <a:pt x="1835" y="4972"/>
                  </a:cubicBezTo>
                  <a:cubicBezTo>
                    <a:pt x="1830" y="4962"/>
                    <a:pt x="1819" y="4956"/>
                    <a:pt x="1809" y="4956"/>
                  </a:cubicBezTo>
                  <a:close/>
                  <a:moveTo>
                    <a:pt x="1522" y="5250"/>
                  </a:moveTo>
                  <a:cubicBezTo>
                    <a:pt x="1512" y="5250"/>
                    <a:pt x="1501" y="5253"/>
                    <a:pt x="1496" y="5258"/>
                  </a:cubicBezTo>
                  <a:lnTo>
                    <a:pt x="1432" y="5322"/>
                  </a:lnTo>
                  <a:cubicBezTo>
                    <a:pt x="1422" y="5333"/>
                    <a:pt x="1422" y="5364"/>
                    <a:pt x="1443" y="5375"/>
                  </a:cubicBezTo>
                  <a:cubicBezTo>
                    <a:pt x="1443" y="5385"/>
                    <a:pt x="1453" y="5385"/>
                    <a:pt x="1464" y="5385"/>
                  </a:cubicBezTo>
                  <a:cubicBezTo>
                    <a:pt x="1474" y="5385"/>
                    <a:pt x="1485" y="5385"/>
                    <a:pt x="1496" y="5375"/>
                  </a:cubicBezTo>
                  <a:lnTo>
                    <a:pt x="1549" y="5322"/>
                  </a:lnTo>
                  <a:cubicBezTo>
                    <a:pt x="1570" y="5301"/>
                    <a:pt x="1570" y="5279"/>
                    <a:pt x="1549" y="5258"/>
                  </a:cubicBezTo>
                  <a:cubicBezTo>
                    <a:pt x="1544" y="5253"/>
                    <a:pt x="1533" y="5250"/>
                    <a:pt x="1522" y="5250"/>
                  </a:cubicBezTo>
                  <a:close/>
                  <a:moveTo>
                    <a:pt x="1236" y="5539"/>
                  </a:moveTo>
                  <a:cubicBezTo>
                    <a:pt x="1225" y="5539"/>
                    <a:pt x="1215" y="5544"/>
                    <a:pt x="1210" y="5555"/>
                  </a:cubicBezTo>
                  <a:lnTo>
                    <a:pt x="1156" y="5608"/>
                  </a:lnTo>
                  <a:cubicBezTo>
                    <a:pt x="1135" y="5630"/>
                    <a:pt x="1135" y="5651"/>
                    <a:pt x="1156" y="5672"/>
                  </a:cubicBezTo>
                  <a:cubicBezTo>
                    <a:pt x="1156" y="5682"/>
                    <a:pt x="1167" y="5682"/>
                    <a:pt x="1177" y="5682"/>
                  </a:cubicBezTo>
                  <a:cubicBezTo>
                    <a:pt x="1188" y="5682"/>
                    <a:pt x="1199" y="5682"/>
                    <a:pt x="1210" y="5672"/>
                  </a:cubicBezTo>
                  <a:lnTo>
                    <a:pt x="1262" y="5608"/>
                  </a:lnTo>
                  <a:cubicBezTo>
                    <a:pt x="1283" y="5597"/>
                    <a:pt x="1283" y="5566"/>
                    <a:pt x="1262" y="5555"/>
                  </a:cubicBezTo>
                  <a:cubicBezTo>
                    <a:pt x="1257" y="5544"/>
                    <a:pt x="1247" y="5539"/>
                    <a:pt x="1236" y="5539"/>
                  </a:cubicBezTo>
                  <a:close/>
                  <a:moveTo>
                    <a:pt x="955" y="5834"/>
                  </a:moveTo>
                  <a:cubicBezTo>
                    <a:pt x="944" y="5834"/>
                    <a:pt x="934" y="5836"/>
                    <a:pt x="923" y="5842"/>
                  </a:cubicBezTo>
                  <a:lnTo>
                    <a:pt x="870" y="5905"/>
                  </a:lnTo>
                  <a:cubicBezTo>
                    <a:pt x="849" y="5916"/>
                    <a:pt x="849" y="5948"/>
                    <a:pt x="870" y="5958"/>
                  </a:cubicBezTo>
                  <a:cubicBezTo>
                    <a:pt x="870" y="5969"/>
                    <a:pt x="880" y="5969"/>
                    <a:pt x="892" y="5969"/>
                  </a:cubicBezTo>
                  <a:cubicBezTo>
                    <a:pt x="902" y="5969"/>
                    <a:pt x="913" y="5969"/>
                    <a:pt x="923" y="5958"/>
                  </a:cubicBezTo>
                  <a:lnTo>
                    <a:pt x="987" y="5905"/>
                  </a:lnTo>
                  <a:cubicBezTo>
                    <a:pt x="998" y="5884"/>
                    <a:pt x="998" y="5863"/>
                    <a:pt x="987" y="5842"/>
                  </a:cubicBezTo>
                  <a:cubicBezTo>
                    <a:pt x="976" y="5836"/>
                    <a:pt x="965" y="5834"/>
                    <a:pt x="955" y="5834"/>
                  </a:cubicBezTo>
                  <a:close/>
                  <a:moveTo>
                    <a:pt x="669" y="6123"/>
                  </a:moveTo>
                  <a:cubicBezTo>
                    <a:pt x="658" y="6123"/>
                    <a:pt x="648" y="6128"/>
                    <a:pt x="637" y="6139"/>
                  </a:cubicBezTo>
                  <a:lnTo>
                    <a:pt x="584" y="6191"/>
                  </a:lnTo>
                  <a:cubicBezTo>
                    <a:pt x="562" y="6213"/>
                    <a:pt x="562" y="6234"/>
                    <a:pt x="584" y="6255"/>
                  </a:cubicBezTo>
                  <a:cubicBezTo>
                    <a:pt x="595" y="6266"/>
                    <a:pt x="605" y="6266"/>
                    <a:pt x="616" y="6266"/>
                  </a:cubicBezTo>
                  <a:cubicBezTo>
                    <a:pt x="626" y="6266"/>
                    <a:pt x="637" y="6266"/>
                    <a:pt x="637" y="6255"/>
                  </a:cubicBezTo>
                  <a:lnTo>
                    <a:pt x="701" y="6191"/>
                  </a:lnTo>
                  <a:cubicBezTo>
                    <a:pt x="711" y="6181"/>
                    <a:pt x="711" y="6149"/>
                    <a:pt x="701" y="6139"/>
                  </a:cubicBezTo>
                  <a:cubicBezTo>
                    <a:pt x="690" y="6128"/>
                    <a:pt x="679" y="6123"/>
                    <a:pt x="669" y="6123"/>
                  </a:cubicBezTo>
                  <a:close/>
                  <a:moveTo>
                    <a:pt x="382" y="6417"/>
                  </a:moveTo>
                  <a:cubicBezTo>
                    <a:pt x="371" y="6417"/>
                    <a:pt x="361" y="6420"/>
                    <a:pt x="350" y="6425"/>
                  </a:cubicBezTo>
                  <a:lnTo>
                    <a:pt x="298" y="6488"/>
                  </a:lnTo>
                  <a:cubicBezTo>
                    <a:pt x="276" y="6499"/>
                    <a:pt x="276" y="6531"/>
                    <a:pt x="298" y="6542"/>
                  </a:cubicBezTo>
                  <a:cubicBezTo>
                    <a:pt x="308" y="6552"/>
                    <a:pt x="319" y="6552"/>
                    <a:pt x="329" y="6552"/>
                  </a:cubicBezTo>
                  <a:cubicBezTo>
                    <a:pt x="340" y="6552"/>
                    <a:pt x="350" y="6552"/>
                    <a:pt x="350" y="6542"/>
                  </a:cubicBezTo>
                  <a:lnTo>
                    <a:pt x="414" y="6488"/>
                  </a:lnTo>
                  <a:cubicBezTo>
                    <a:pt x="425" y="6467"/>
                    <a:pt x="425" y="6446"/>
                    <a:pt x="414" y="6425"/>
                  </a:cubicBezTo>
                  <a:cubicBezTo>
                    <a:pt x="403" y="6420"/>
                    <a:pt x="393" y="6417"/>
                    <a:pt x="382" y="6417"/>
                  </a:cubicBezTo>
                  <a:close/>
                  <a:moveTo>
                    <a:pt x="96" y="6706"/>
                  </a:moveTo>
                  <a:cubicBezTo>
                    <a:pt x="86" y="6706"/>
                    <a:pt x="75" y="6711"/>
                    <a:pt x="64" y="6722"/>
                  </a:cubicBezTo>
                  <a:lnTo>
                    <a:pt x="11" y="6775"/>
                  </a:lnTo>
                  <a:cubicBezTo>
                    <a:pt x="1" y="6796"/>
                    <a:pt x="1" y="6817"/>
                    <a:pt x="11" y="6839"/>
                  </a:cubicBezTo>
                  <a:cubicBezTo>
                    <a:pt x="22" y="6849"/>
                    <a:pt x="32" y="6849"/>
                    <a:pt x="43" y="6849"/>
                  </a:cubicBezTo>
                  <a:cubicBezTo>
                    <a:pt x="53" y="6849"/>
                    <a:pt x="64" y="6849"/>
                    <a:pt x="74" y="6839"/>
                  </a:cubicBezTo>
                  <a:lnTo>
                    <a:pt x="128" y="6775"/>
                  </a:lnTo>
                  <a:cubicBezTo>
                    <a:pt x="138" y="6764"/>
                    <a:pt x="138" y="6733"/>
                    <a:pt x="128" y="6722"/>
                  </a:cubicBezTo>
                  <a:cubicBezTo>
                    <a:pt x="117" y="6711"/>
                    <a:pt x="107" y="6706"/>
                    <a:pt x="96" y="670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6"/>
            <p:cNvSpPr/>
            <p:nvPr/>
          </p:nvSpPr>
          <p:spPr>
            <a:xfrm>
              <a:off x="3132175" y="452875"/>
              <a:ext cx="18875" cy="18575"/>
            </a:xfrm>
            <a:custGeom>
              <a:rect b="b" l="l" r="r" t="t"/>
              <a:pathLst>
                <a:path extrusionOk="0" h="743" w="755">
                  <a:moveTo>
                    <a:pt x="1" y="0"/>
                  </a:moveTo>
                  <a:lnTo>
                    <a:pt x="149" y="605"/>
                  </a:lnTo>
                  <a:lnTo>
                    <a:pt x="754" y="743"/>
                  </a:lnTo>
                  <a:lnTo>
                    <a:pt x="754" y="732"/>
                  </a:lnTo>
                  <a:lnTo>
                    <a:pt x="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6"/>
            <p:cNvSpPr/>
            <p:nvPr/>
          </p:nvSpPr>
          <p:spPr>
            <a:xfrm>
              <a:off x="3299500" y="281875"/>
              <a:ext cx="18825" cy="18575"/>
            </a:xfrm>
            <a:custGeom>
              <a:rect b="b" l="l" r="r" t="t"/>
              <a:pathLst>
                <a:path extrusionOk="0" h="743" w="753">
                  <a:moveTo>
                    <a:pt x="0" y="0"/>
                  </a:moveTo>
                  <a:lnTo>
                    <a:pt x="0" y="10"/>
                  </a:lnTo>
                  <a:lnTo>
                    <a:pt x="753" y="743"/>
                  </a:lnTo>
                  <a:lnTo>
                    <a:pt x="604" y="138"/>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6"/>
            <p:cNvSpPr/>
            <p:nvPr/>
          </p:nvSpPr>
          <p:spPr>
            <a:xfrm>
              <a:off x="3266075" y="627850"/>
              <a:ext cx="3225" cy="2150"/>
            </a:xfrm>
            <a:custGeom>
              <a:rect b="b" l="l" r="r" t="t"/>
              <a:pathLst>
                <a:path extrusionOk="0" h="86" w="129">
                  <a:moveTo>
                    <a:pt x="43" y="1"/>
                  </a:moveTo>
                  <a:cubicBezTo>
                    <a:pt x="22" y="1"/>
                    <a:pt x="1" y="22"/>
                    <a:pt x="1" y="43"/>
                  </a:cubicBezTo>
                  <a:cubicBezTo>
                    <a:pt x="1" y="64"/>
                    <a:pt x="22" y="86"/>
                    <a:pt x="43" y="86"/>
                  </a:cubicBezTo>
                  <a:lnTo>
                    <a:pt x="86" y="86"/>
                  </a:lnTo>
                  <a:cubicBezTo>
                    <a:pt x="107" y="86"/>
                    <a:pt x="128" y="64"/>
                    <a:pt x="128" y="43"/>
                  </a:cubicBezTo>
                  <a:cubicBezTo>
                    <a:pt x="128" y="22"/>
                    <a:pt x="107" y="1"/>
                    <a:pt x="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6"/>
            <p:cNvSpPr/>
            <p:nvPr/>
          </p:nvSpPr>
          <p:spPr>
            <a:xfrm>
              <a:off x="3070425" y="627850"/>
              <a:ext cx="189575" cy="2150"/>
            </a:xfrm>
            <a:custGeom>
              <a:rect b="b" l="l" r="r" t="t"/>
              <a:pathLst>
                <a:path extrusionOk="0" h="86" w="7583">
                  <a:moveTo>
                    <a:pt x="43" y="1"/>
                  </a:moveTo>
                  <a:cubicBezTo>
                    <a:pt x="22" y="1"/>
                    <a:pt x="0" y="22"/>
                    <a:pt x="0" y="43"/>
                  </a:cubicBezTo>
                  <a:cubicBezTo>
                    <a:pt x="0" y="64"/>
                    <a:pt x="22" y="86"/>
                    <a:pt x="43" y="86"/>
                  </a:cubicBezTo>
                  <a:lnTo>
                    <a:pt x="128" y="86"/>
                  </a:lnTo>
                  <a:cubicBezTo>
                    <a:pt x="149" y="86"/>
                    <a:pt x="170" y="64"/>
                    <a:pt x="170" y="43"/>
                  </a:cubicBezTo>
                  <a:cubicBezTo>
                    <a:pt x="170" y="22"/>
                    <a:pt x="149" y="1"/>
                    <a:pt x="128" y="1"/>
                  </a:cubicBezTo>
                  <a:close/>
                  <a:moveTo>
                    <a:pt x="456" y="1"/>
                  </a:moveTo>
                  <a:cubicBezTo>
                    <a:pt x="435" y="1"/>
                    <a:pt x="413" y="22"/>
                    <a:pt x="413" y="43"/>
                  </a:cubicBezTo>
                  <a:cubicBezTo>
                    <a:pt x="413" y="64"/>
                    <a:pt x="435" y="86"/>
                    <a:pt x="456" y="86"/>
                  </a:cubicBezTo>
                  <a:lnTo>
                    <a:pt x="541" y="86"/>
                  </a:lnTo>
                  <a:cubicBezTo>
                    <a:pt x="562" y="86"/>
                    <a:pt x="573" y="64"/>
                    <a:pt x="573" y="43"/>
                  </a:cubicBezTo>
                  <a:cubicBezTo>
                    <a:pt x="573" y="22"/>
                    <a:pt x="562" y="1"/>
                    <a:pt x="541" y="1"/>
                  </a:cubicBezTo>
                  <a:close/>
                  <a:moveTo>
                    <a:pt x="870" y="1"/>
                  </a:moveTo>
                  <a:cubicBezTo>
                    <a:pt x="838" y="1"/>
                    <a:pt x="828" y="22"/>
                    <a:pt x="828" y="43"/>
                  </a:cubicBezTo>
                  <a:cubicBezTo>
                    <a:pt x="828" y="64"/>
                    <a:pt x="838" y="86"/>
                    <a:pt x="870" y="86"/>
                  </a:cubicBezTo>
                  <a:lnTo>
                    <a:pt x="944" y="86"/>
                  </a:lnTo>
                  <a:cubicBezTo>
                    <a:pt x="976" y="86"/>
                    <a:pt x="986" y="64"/>
                    <a:pt x="986" y="43"/>
                  </a:cubicBezTo>
                  <a:cubicBezTo>
                    <a:pt x="986" y="22"/>
                    <a:pt x="976" y="1"/>
                    <a:pt x="944" y="1"/>
                  </a:cubicBezTo>
                  <a:close/>
                  <a:moveTo>
                    <a:pt x="1273" y="1"/>
                  </a:moveTo>
                  <a:cubicBezTo>
                    <a:pt x="1252" y="1"/>
                    <a:pt x="1241" y="22"/>
                    <a:pt x="1241" y="43"/>
                  </a:cubicBezTo>
                  <a:cubicBezTo>
                    <a:pt x="1241" y="64"/>
                    <a:pt x="1252" y="86"/>
                    <a:pt x="1273" y="86"/>
                  </a:cubicBezTo>
                  <a:lnTo>
                    <a:pt x="1358" y="86"/>
                  </a:lnTo>
                  <a:cubicBezTo>
                    <a:pt x="1379" y="86"/>
                    <a:pt x="1400" y="64"/>
                    <a:pt x="1400" y="43"/>
                  </a:cubicBezTo>
                  <a:cubicBezTo>
                    <a:pt x="1400" y="22"/>
                    <a:pt x="1379" y="1"/>
                    <a:pt x="1358" y="1"/>
                  </a:cubicBezTo>
                  <a:close/>
                  <a:moveTo>
                    <a:pt x="1686" y="1"/>
                  </a:moveTo>
                  <a:cubicBezTo>
                    <a:pt x="1665" y="1"/>
                    <a:pt x="1644" y="22"/>
                    <a:pt x="1644" y="43"/>
                  </a:cubicBezTo>
                  <a:cubicBezTo>
                    <a:pt x="1644" y="64"/>
                    <a:pt x="1665" y="86"/>
                    <a:pt x="1686" y="86"/>
                  </a:cubicBezTo>
                  <a:lnTo>
                    <a:pt x="1771" y="86"/>
                  </a:lnTo>
                  <a:cubicBezTo>
                    <a:pt x="1792" y="86"/>
                    <a:pt x="1813" y="64"/>
                    <a:pt x="1813" y="43"/>
                  </a:cubicBezTo>
                  <a:cubicBezTo>
                    <a:pt x="1813" y="22"/>
                    <a:pt x="1792" y="1"/>
                    <a:pt x="1771" y="1"/>
                  </a:cubicBezTo>
                  <a:close/>
                  <a:moveTo>
                    <a:pt x="2100" y="1"/>
                  </a:moveTo>
                  <a:cubicBezTo>
                    <a:pt x="2079" y="1"/>
                    <a:pt x="2058" y="22"/>
                    <a:pt x="2058" y="43"/>
                  </a:cubicBezTo>
                  <a:cubicBezTo>
                    <a:pt x="2058" y="64"/>
                    <a:pt x="2079" y="86"/>
                    <a:pt x="2100" y="86"/>
                  </a:cubicBezTo>
                  <a:lnTo>
                    <a:pt x="2185" y="86"/>
                  </a:lnTo>
                  <a:cubicBezTo>
                    <a:pt x="2206" y="86"/>
                    <a:pt x="2227" y="64"/>
                    <a:pt x="2227" y="43"/>
                  </a:cubicBezTo>
                  <a:cubicBezTo>
                    <a:pt x="2227" y="22"/>
                    <a:pt x="2206" y="1"/>
                    <a:pt x="2185" y="1"/>
                  </a:cubicBezTo>
                  <a:close/>
                  <a:moveTo>
                    <a:pt x="2513" y="1"/>
                  </a:moveTo>
                  <a:cubicBezTo>
                    <a:pt x="2492" y="1"/>
                    <a:pt x="2471" y="22"/>
                    <a:pt x="2471" y="43"/>
                  </a:cubicBezTo>
                  <a:cubicBezTo>
                    <a:pt x="2471" y="64"/>
                    <a:pt x="2492" y="86"/>
                    <a:pt x="2513" y="86"/>
                  </a:cubicBezTo>
                  <a:lnTo>
                    <a:pt x="2598" y="86"/>
                  </a:lnTo>
                  <a:cubicBezTo>
                    <a:pt x="2619" y="86"/>
                    <a:pt x="2641" y="64"/>
                    <a:pt x="2641" y="43"/>
                  </a:cubicBezTo>
                  <a:cubicBezTo>
                    <a:pt x="2641" y="22"/>
                    <a:pt x="2619" y="1"/>
                    <a:pt x="2598" y="1"/>
                  </a:cubicBezTo>
                  <a:close/>
                  <a:moveTo>
                    <a:pt x="2927" y="1"/>
                  </a:moveTo>
                  <a:cubicBezTo>
                    <a:pt x="2906" y="1"/>
                    <a:pt x="2885" y="22"/>
                    <a:pt x="2885" y="43"/>
                  </a:cubicBezTo>
                  <a:cubicBezTo>
                    <a:pt x="2885" y="64"/>
                    <a:pt x="2906" y="86"/>
                    <a:pt x="2927" y="86"/>
                  </a:cubicBezTo>
                  <a:lnTo>
                    <a:pt x="3012" y="86"/>
                  </a:lnTo>
                  <a:cubicBezTo>
                    <a:pt x="3033" y="86"/>
                    <a:pt x="3044" y="64"/>
                    <a:pt x="3044" y="43"/>
                  </a:cubicBezTo>
                  <a:cubicBezTo>
                    <a:pt x="3044" y="22"/>
                    <a:pt x="3033" y="1"/>
                    <a:pt x="3012" y="1"/>
                  </a:cubicBezTo>
                  <a:close/>
                  <a:moveTo>
                    <a:pt x="3341" y="1"/>
                  </a:moveTo>
                  <a:cubicBezTo>
                    <a:pt x="3319" y="1"/>
                    <a:pt x="3298" y="22"/>
                    <a:pt x="3298" y="43"/>
                  </a:cubicBezTo>
                  <a:cubicBezTo>
                    <a:pt x="3298" y="64"/>
                    <a:pt x="3319" y="86"/>
                    <a:pt x="3341" y="86"/>
                  </a:cubicBezTo>
                  <a:lnTo>
                    <a:pt x="3415" y="86"/>
                  </a:lnTo>
                  <a:cubicBezTo>
                    <a:pt x="3447" y="86"/>
                    <a:pt x="3458" y="64"/>
                    <a:pt x="3458" y="43"/>
                  </a:cubicBezTo>
                  <a:cubicBezTo>
                    <a:pt x="3458" y="22"/>
                    <a:pt x="3447" y="1"/>
                    <a:pt x="3415" y="1"/>
                  </a:cubicBezTo>
                  <a:close/>
                  <a:moveTo>
                    <a:pt x="3744" y="1"/>
                  </a:moveTo>
                  <a:cubicBezTo>
                    <a:pt x="3722" y="1"/>
                    <a:pt x="3712" y="22"/>
                    <a:pt x="3712" y="43"/>
                  </a:cubicBezTo>
                  <a:cubicBezTo>
                    <a:pt x="3712" y="64"/>
                    <a:pt x="3722" y="86"/>
                    <a:pt x="3744" y="86"/>
                  </a:cubicBezTo>
                  <a:lnTo>
                    <a:pt x="3828" y="86"/>
                  </a:lnTo>
                  <a:cubicBezTo>
                    <a:pt x="3850" y="86"/>
                    <a:pt x="3871" y="64"/>
                    <a:pt x="3871" y="43"/>
                  </a:cubicBezTo>
                  <a:cubicBezTo>
                    <a:pt x="3871" y="22"/>
                    <a:pt x="3850" y="1"/>
                    <a:pt x="3828" y="1"/>
                  </a:cubicBezTo>
                  <a:close/>
                  <a:moveTo>
                    <a:pt x="4158" y="1"/>
                  </a:moveTo>
                  <a:cubicBezTo>
                    <a:pt x="4136" y="1"/>
                    <a:pt x="4115" y="22"/>
                    <a:pt x="4115" y="43"/>
                  </a:cubicBezTo>
                  <a:cubicBezTo>
                    <a:pt x="4115" y="64"/>
                    <a:pt x="4136" y="86"/>
                    <a:pt x="4158" y="86"/>
                  </a:cubicBezTo>
                  <a:lnTo>
                    <a:pt x="4242" y="86"/>
                  </a:lnTo>
                  <a:cubicBezTo>
                    <a:pt x="4264" y="86"/>
                    <a:pt x="4285" y="64"/>
                    <a:pt x="4285" y="43"/>
                  </a:cubicBezTo>
                  <a:cubicBezTo>
                    <a:pt x="4285" y="22"/>
                    <a:pt x="4264" y="1"/>
                    <a:pt x="4242" y="1"/>
                  </a:cubicBezTo>
                  <a:close/>
                  <a:moveTo>
                    <a:pt x="4571" y="1"/>
                  </a:moveTo>
                  <a:cubicBezTo>
                    <a:pt x="4550" y="1"/>
                    <a:pt x="4528" y="22"/>
                    <a:pt x="4528" y="43"/>
                  </a:cubicBezTo>
                  <a:cubicBezTo>
                    <a:pt x="4528" y="64"/>
                    <a:pt x="4550" y="86"/>
                    <a:pt x="4571" y="86"/>
                  </a:cubicBezTo>
                  <a:lnTo>
                    <a:pt x="4656" y="86"/>
                  </a:lnTo>
                  <a:cubicBezTo>
                    <a:pt x="4677" y="86"/>
                    <a:pt x="4698" y="64"/>
                    <a:pt x="4698" y="43"/>
                  </a:cubicBezTo>
                  <a:cubicBezTo>
                    <a:pt x="4698" y="22"/>
                    <a:pt x="4677" y="1"/>
                    <a:pt x="4656" y="1"/>
                  </a:cubicBezTo>
                  <a:close/>
                  <a:moveTo>
                    <a:pt x="4985" y="1"/>
                  </a:moveTo>
                  <a:cubicBezTo>
                    <a:pt x="4964" y="1"/>
                    <a:pt x="4942" y="22"/>
                    <a:pt x="4942" y="43"/>
                  </a:cubicBezTo>
                  <a:cubicBezTo>
                    <a:pt x="4942" y="64"/>
                    <a:pt x="4964" y="86"/>
                    <a:pt x="4985" y="86"/>
                  </a:cubicBezTo>
                  <a:lnTo>
                    <a:pt x="5070" y="86"/>
                  </a:lnTo>
                  <a:cubicBezTo>
                    <a:pt x="5091" y="86"/>
                    <a:pt x="5112" y="64"/>
                    <a:pt x="5112" y="43"/>
                  </a:cubicBezTo>
                  <a:cubicBezTo>
                    <a:pt x="5112" y="22"/>
                    <a:pt x="5091" y="1"/>
                    <a:pt x="5070" y="1"/>
                  </a:cubicBezTo>
                  <a:close/>
                  <a:moveTo>
                    <a:pt x="5398" y="1"/>
                  </a:moveTo>
                  <a:cubicBezTo>
                    <a:pt x="5377" y="1"/>
                    <a:pt x="5356" y="22"/>
                    <a:pt x="5356" y="43"/>
                  </a:cubicBezTo>
                  <a:cubicBezTo>
                    <a:pt x="5356" y="64"/>
                    <a:pt x="5377" y="86"/>
                    <a:pt x="5398" y="86"/>
                  </a:cubicBezTo>
                  <a:lnTo>
                    <a:pt x="5483" y="86"/>
                  </a:lnTo>
                  <a:cubicBezTo>
                    <a:pt x="5504" y="86"/>
                    <a:pt x="5515" y="64"/>
                    <a:pt x="5515" y="43"/>
                  </a:cubicBezTo>
                  <a:cubicBezTo>
                    <a:pt x="5515" y="22"/>
                    <a:pt x="5504" y="1"/>
                    <a:pt x="5483" y="1"/>
                  </a:cubicBezTo>
                  <a:close/>
                  <a:moveTo>
                    <a:pt x="5812" y="1"/>
                  </a:moveTo>
                  <a:cubicBezTo>
                    <a:pt x="5791" y="1"/>
                    <a:pt x="5770" y="22"/>
                    <a:pt x="5770" y="43"/>
                  </a:cubicBezTo>
                  <a:cubicBezTo>
                    <a:pt x="5770" y="64"/>
                    <a:pt x="5791" y="86"/>
                    <a:pt x="5812" y="86"/>
                  </a:cubicBezTo>
                  <a:lnTo>
                    <a:pt x="5886" y="86"/>
                  </a:lnTo>
                  <a:cubicBezTo>
                    <a:pt x="5918" y="86"/>
                    <a:pt x="5928" y="64"/>
                    <a:pt x="5928" y="43"/>
                  </a:cubicBezTo>
                  <a:cubicBezTo>
                    <a:pt x="5928" y="22"/>
                    <a:pt x="5918" y="1"/>
                    <a:pt x="5886" y="1"/>
                  </a:cubicBezTo>
                  <a:close/>
                  <a:moveTo>
                    <a:pt x="6215" y="1"/>
                  </a:moveTo>
                  <a:cubicBezTo>
                    <a:pt x="6194" y="1"/>
                    <a:pt x="6183" y="22"/>
                    <a:pt x="6183" y="43"/>
                  </a:cubicBezTo>
                  <a:cubicBezTo>
                    <a:pt x="6183" y="64"/>
                    <a:pt x="6194" y="86"/>
                    <a:pt x="6215" y="86"/>
                  </a:cubicBezTo>
                  <a:lnTo>
                    <a:pt x="6300" y="86"/>
                  </a:lnTo>
                  <a:cubicBezTo>
                    <a:pt x="6321" y="86"/>
                    <a:pt x="6342" y="64"/>
                    <a:pt x="6342" y="43"/>
                  </a:cubicBezTo>
                  <a:cubicBezTo>
                    <a:pt x="6342" y="22"/>
                    <a:pt x="6321" y="1"/>
                    <a:pt x="6300" y="1"/>
                  </a:cubicBezTo>
                  <a:close/>
                  <a:moveTo>
                    <a:pt x="6628" y="1"/>
                  </a:moveTo>
                  <a:cubicBezTo>
                    <a:pt x="6607" y="1"/>
                    <a:pt x="6586" y="22"/>
                    <a:pt x="6586" y="43"/>
                  </a:cubicBezTo>
                  <a:cubicBezTo>
                    <a:pt x="6586" y="64"/>
                    <a:pt x="6607" y="86"/>
                    <a:pt x="6628" y="86"/>
                  </a:cubicBezTo>
                  <a:lnTo>
                    <a:pt x="6713" y="86"/>
                  </a:lnTo>
                  <a:cubicBezTo>
                    <a:pt x="6734" y="86"/>
                    <a:pt x="6755" y="64"/>
                    <a:pt x="6755" y="43"/>
                  </a:cubicBezTo>
                  <a:cubicBezTo>
                    <a:pt x="6755" y="22"/>
                    <a:pt x="6734" y="1"/>
                    <a:pt x="6713" y="1"/>
                  </a:cubicBezTo>
                  <a:close/>
                  <a:moveTo>
                    <a:pt x="7042" y="1"/>
                  </a:moveTo>
                  <a:cubicBezTo>
                    <a:pt x="7021" y="1"/>
                    <a:pt x="7000" y="22"/>
                    <a:pt x="7000" y="43"/>
                  </a:cubicBezTo>
                  <a:cubicBezTo>
                    <a:pt x="7000" y="64"/>
                    <a:pt x="7021" y="86"/>
                    <a:pt x="7042" y="86"/>
                  </a:cubicBezTo>
                  <a:lnTo>
                    <a:pt x="7127" y="86"/>
                  </a:lnTo>
                  <a:cubicBezTo>
                    <a:pt x="7148" y="86"/>
                    <a:pt x="7169" y="64"/>
                    <a:pt x="7169" y="43"/>
                  </a:cubicBezTo>
                  <a:cubicBezTo>
                    <a:pt x="7169" y="22"/>
                    <a:pt x="7148" y="1"/>
                    <a:pt x="7127" y="1"/>
                  </a:cubicBezTo>
                  <a:close/>
                  <a:moveTo>
                    <a:pt x="7455" y="1"/>
                  </a:moveTo>
                  <a:cubicBezTo>
                    <a:pt x="7434" y="1"/>
                    <a:pt x="7413" y="22"/>
                    <a:pt x="7413" y="43"/>
                  </a:cubicBezTo>
                  <a:cubicBezTo>
                    <a:pt x="7413" y="64"/>
                    <a:pt x="7434" y="86"/>
                    <a:pt x="7455" y="86"/>
                  </a:cubicBezTo>
                  <a:lnTo>
                    <a:pt x="7540" y="86"/>
                  </a:lnTo>
                  <a:cubicBezTo>
                    <a:pt x="7561" y="86"/>
                    <a:pt x="7583" y="64"/>
                    <a:pt x="7583" y="43"/>
                  </a:cubicBezTo>
                  <a:cubicBezTo>
                    <a:pt x="7583" y="22"/>
                    <a:pt x="7561" y="1"/>
                    <a:pt x="75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6"/>
            <p:cNvSpPr/>
            <p:nvPr/>
          </p:nvSpPr>
          <p:spPr>
            <a:xfrm>
              <a:off x="3061125" y="627850"/>
              <a:ext cx="3200" cy="2150"/>
            </a:xfrm>
            <a:custGeom>
              <a:rect b="b" l="l" r="r" t="t"/>
              <a:pathLst>
                <a:path extrusionOk="0" h="86" w="128">
                  <a:moveTo>
                    <a:pt x="43" y="1"/>
                  </a:moveTo>
                  <a:cubicBezTo>
                    <a:pt x="22" y="1"/>
                    <a:pt x="1" y="22"/>
                    <a:pt x="1" y="43"/>
                  </a:cubicBezTo>
                  <a:cubicBezTo>
                    <a:pt x="1" y="64"/>
                    <a:pt x="22" y="86"/>
                    <a:pt x="43" y="86"/>
                  </a:cubicBezTo>
                  <a:lnTo>
                    <a:pt x="86" y="86"/>
                  </a:lnTo>
                  <a:cubicBezTo>
                    <a:pt x="107" y="86"/>
                    <a:pt x="128" y="64"/>
                    <a:pt x="128" y="43"/>
                  </a:cubicBezTo>
                  <a:cubicBezTo>
                    <a:pt x="128" y="22"/>
                    <a:pt x="107" y="1"/>
                    <a:pt x="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6"/>
            <p:cNvSpPr/>
            <p:nvPr/>
          </p:nvSpPr>
          <p:spPr>
            <a:xfrm>
              <a:off x="3183900" y="762825"/>
              <a:ext cx="2925" cy="1850"/>
            </a:xfrm>
            <a:custGeom>
              <a:rect b="b" l="l" r="r" t="t"/>
              <a:pathLst>
                <a:path extrusionOk="0" h="74" w="117">
                  <a:moveTo>
                    <a:pt x="32" y="0"/>
                  </a:moveTo>
                  <a:cubicBezTo>
                    <a:pt x="11" y="0"/>
                    <a:pt x="0" y="10"/>
                    <a:pt x="0" y="43"/>
                  </a:cubicBezTo>
                  <a:cubicBezTo>
                    <a:pt x="0" y="64"/>
                    <a:pt x="11" y="74"/>
                    <a:pt x="32" y="74"/>
                  </a:cubicBezTo>
                  <a:lnTo>
                    <a:pt x="74" y="74"/>
                  </a:lnTo>
                  <a:cubicBezTo>
                    <a:pt x="95" y="74"/>
                    <a:pt x="117" y="64"/>
                    <a:pt x="117" y="43"/>
                  </a:cubicBezTo>
                  <a:cubicBezTo>
                    <a:pt x="117" y="10"/>
                    <a:pt x="95" y="0"/>
                    <a:pt x="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6"/>
            <p:cNvSpPr/>
            <p:nvPr/>
          </p:nvSpPr>
          <p:spPr>
            <a:xfrm>
              <a:off x="3070425" y="762825"/>
              <a:ext cx="107125" cy="1850"/>
            </a:xfrm>
            <a:custGeom>
              <a:rect b="b" l="l" r="r" t="t"/>
              <a:pathLst>
                <a:path extrusionOk="0" h="74" w="4285">
                  <a:moveTo>
                    <a:pt x="43" y="0"/>
                  </a:moveTo>
                  <a:cubicBezTo>
                    <a:pt x="22" y="0"/>
                    <a:pt x="0" y="10"/>
                    <a:pt x="0" y="43"/>
                  </a:cubicBezTo>
                  <a:cubicBezTo>
                    <a:pt x="0" y="64"/>
                    <a:pt x="22" y="74"/>
                    <a:pt x="43" y="74"/>
                  </a:cubicBezTo>
                  <a:lnTo>
                    <a:pt x="128" y="74"/>
                  </a:lnTo>
                  <a:cubicBezTo>
                    <a:pt x="149" y="74"/>
                    <a:pt x="170" y="64"/>
                    <a:pt x="170" y="43"/>
                  </a:cubicBezTo>
                  <a:cubicBezTo>
                    <a:pt x="170" y="10"/>
                    <a:pt x="149" y="0"/>
                    <a:pt x="128" y="0"/>
                  </a:cubicBezTo>
                  <a:close/>
                  <a:moveTo>
                    <a:pt x="456" y="0"/>
                  </a:moveTo>
                  <a:cubicBezTo>
                    <a:pt x="435" y="0"/>
                    <a:pt x="413" y="10"/>
                    <a:pt x="413" y="43"/>
                  </a:cubicBezTo>
                  <a:cubicBezTo>
                    <a:pt x="413" y="64"/>
                    <a:pt x="435" y="74"/>
                    <a:pt x="456" y="74"/>
                  </a:cubicBezTo>
                  <a:lnTo>
                    <a:pt x="541" y="74"/>
                  </a:lnTo>
                  <a:cubicBezTo>
                    <a:pt x="562" y="74"/>
                    <a:pt x="573" y="64"/>
                    <a:pt x="573" y="43"/>
                  </a:cubicBezTo>
                  <a:cubicBezTo>
                    <a:pt x="573" y="10"/>
                    <a:pt x="562" y="0"/>
                    <a:pt x="541" y="0"/>
                  </a:cubicBezTo>
                  <a:close/>
                  <a:moveTo>
                    <a:pt x="870" y="0"/>
                  </a:moveTo>
                  <a:cubicBezTo>
                    <a:pt x="849" y="0"/>
                    <a:pt x="828" y="10"/>
                    <a:pt x="828" y="43"/>
                  </a:cubicBezTo>
                  <a:cubicBezTo>
                    <a:pt x="828" y="64"/>
                    <a:pt x="849" y="74"/>
                    <a:pt x="870" y="74"/>
                  </a:cubicBezTo>
                  <a:lnTo>
                    <a:pt x="944" y="74"/>
                  </a:lnTo>
                  <a:cubicBezTo>
                    <a:pt x="976" y="74"/>
                    <a:pt x="986" y="64"/>
                    <a:pt x="986" y="43"/>
                  </a:cubicBezTo>
                  <a:cubicBezTo>
                    <a:pt x="986" y="10"/>
                    <a:pt x="976" y="0"/>
                    <a:pt x="944" y="0"/>
                  </a:cubicBezTo>
                  <a:close/>
                  <a:moveTo>
                    <a:pt x="1283" y="0"/>
                  </a:moveTo>
                  <a:cubicBezTo>
                    <a:pt x="1252" y="0"/>
                    <a:pt x="1241" y="10"/>
                    <a:pt x="1241" y="43"/>
                  </a:cubicBezTo>
                  <a:cubicBezTo>
                    <a:pt x="1241" y="64"/>
                    <a:pt x="1252" y="74"/>
                    <a:pt x="1283" y="74"/>
                  </a:cubicBezTo>
                  <a:lnTo>
                    <a:pt x="1358" y="74"/>
                  </a:lnTo>
                  <a:cubicBezTo>
                    <a:pt x="1379" y="74"/>
                    <a:pt x="1400" y="64"/>
                    <a:pt x="1400" y="43"/>
                  </a:cubicBezTo>
                  <a:cubicBezTo>
                    <a:pt x="1400" y="10"/>
                    <a:pt x="1379" y="0"/>
                    <a:pt x="1358" y="0"/>
                  </a:cubicBezTo>
                  <a:close/>
                  <a:moveTo>
                    <a:pt x="1686" y="0"/>
                  </a:moveTo>
                  <a:cubicBezTo>
                    <a:pt x="1665" y="0"/>
                    <a:pt x="1655" y="10"/>
                    <a:pt x="1655" y="43"/>
                  </a:cubicBezTo>
                  <a:cubicBezTo>
                    <a:pt x="1655" y="64"/>
                    <a:pt x="1665" y="74"/>
                    <a:pt x="1686" y="74"/>
                  </a:cubicBezTo>
                  <a:lnTo>
                    <a:pt x="1771" y="74"/>
                  </a:lnTo>
                  <a:cubicBezTo>
                    <a:pt x="1792" y="74"/>
                    <a:pt x="1813" y="64"/>
                    <a:pt x="1813" y="43"/>
                  </a:cubicBezTo>
                  <a:cubicBezTo>
                    <a:pt x="1813" y="10"/>
                    <a:pt x="1792" y="0"/>
                    <a:pt x="1771" y="0"/>
                  </a:cubicBezTo>
                  <a:close/>
                  <a:moveTo>
                    <a:pt x="2100" y="0"/>
                  </a:moveTo>
                  <a:cubicBezTo>
                    <a:pt x="2079" y="0"/>
                    <a:pt x="2058" y="10"/>
                    <a:pt x="2058" y="43"/>
                  </a:cubicBezTo>
                  <a:cubicBezTo>
                    <a:pt x="2058" y="64"/>
                    <a:pt x="2079" y="74"/>
                    <a:pt x="2100" y="74"/>
                  </a:cubicBezTo>
                  <a:lnTo>
                    <a:pt x="2185" y="74"/>
                  </a:lnTo>
                  <a:cubicBezTo>
                    <a:pt x="2206" y="74"/>
                    <a:pt x="2227" y="64"/>
                    <a:pt x="2227" y="43"/>
                  </a:cubicBezTo>
                  <a:cubicBezTo>
                    <a:pt x="2227" y="10"/>
                    <a:pt x="2206" y="0"/>
                    <a:pt x="2185" y="0"/>
                  </a:cubicBezTo>
                  <a:close/>
                  <a:moveTo>
                    <a:pt x="2513" y="0"/>
                  </a:moveTo>
                  <a:cubicBezTo>
                    <a:pt x="2492" y="0"/>
                    <a:pt x="2471" y="10"/>
                    <a:pt x="2471" y="43"/>
                  </a:cubicBezTo>
                  <a:cubicBezTo>
                    <a:pt x="2471" y="64"/>
                    <a:pt x="2492" y="74"/>
                    <a:pt x="2513" y="74"/>
                  </a:cubicBezTo>
                  <a:lnTo>
                    <a:pt x="2598" y="74"/>
                  </a:lnTo>
                  <a:cubicBezTo>
                    <a:pt x="2619" y="74"/>
                    <a:pt x="2641" y="64"/>
                    <a:pt x="2641" y="43"/>
                  </a:cubicBezTo>
                  <a:cubicBezTo>
                    <a:pt x="2641" y="10"/>
                    <a:pt x="2619" y="0"/>
                    <a:pt x="2598" y="0"/>
                  </a:cubicBezTo>
                  <a:close/>
                  <a:moveTo>
                    <a:pt x="2927" y="0"/>
                  </a:moveTo>
                  <a:cubicBezTo>
                    <a:pt x="2906" y="0"/>
                    <a:pt x="2885" y="10"/>
                    <a:pt x="2885" y="43"/>
                  </a:cubicBezTo>
                  <a:cubicBezTo>
                    <a:pt x="2885" y="64"/>
                    <a:pt x="2906" y="74"/>
                    <a:pt x="2927" y="74"/>
                  </a:cubicBezTo>
                  <a:lnTo>
                    <a:pt x="3012" y="74"/>
                  </a:lnTo>
                  <a:cubicBezTo>
                    <a:pt x="3033" y="74"/>
                    <a:pt x="3055" y="64"/>
                    <a:pt x="3055" y="43"/>
                  </a:cubicBezTo>
                  <a:cubicBezTo>
                    <a:pt x="3055" y="10"/>
                    <a:pt x="3033" y="0"/>
                    <a:pt x="3012" y="0"/>
                  </a:cubicBezTo>
                  <a:close/>
                  <a:moveTo>
                    <a:pt x="3341" y="0"/>
                  </a:moveTo>
                  <a:cubicBezTo>
                    <a:pt x="3319" y="0"/>
                    <a:pt x="3298" y="10"/>
                    <a:pt x="3298" y="43"/>
                  </a:cubicBezTo>
                  <a:cubicBezTo>
                    <a:pt x="3298" y="64"/>
                    <a:pt x="3319" y="74"/>
                    <a:pt x="3341" y="74"/>
                  </a:cubicBezTo>
                  <a:lnTo>
                    <a:pt x="3425" y="74"/>
                  </a:lnTo>
                  <a:cubicBezTo>
                    <a:pt x="3447" y="74"/>
                    <a:pt x="3468" y="64"/>
                    <a:pt x="3468" y="43"/>
                  </a:cubicBezTo>
                  <a:cubicBezTo>
                    <a:pt x="3468" y="10"/>
                    <a:pt x="3447" y="0"/>
                    <a:pt x="3425" y="0"/>
                  </a:cubicBezTo>
                  <a:close/>
                  <a:moveTo>
                    <a:pt x="3755" y="0"/>
                  </a:moveTo>
                  <a:cubicBezTo>
                    <a:pt x="3733" y="0"/>
                    <a:pt x="3712" y="10"/>
                    <a:pt x="3712" y="43"/>
                  </a:cubicBezTo>
                  <a:cubicBezTo>
                    <a:pt x="3712" y="64"/>
                    <a:pt x="3733" y="74"/>
                    <a:pt x="3755" y="74"/>
                  </a:cubicBezTo>
                  <a:lnTo>
                    <a:pt x="3839" y="74"/>
                  </a:lnTo>
                  <a:cubicBezTo>
                    <a:pt x="3861" y="74"/>
                    <a:pt x="3871" y="64"/>
                    <a:pt x="3871" y="43"/>
                  </a:cubicBezTo>
                  <a:cubicBezTo>
                    <a:pt x="3871" y="10"/>
                    <a:pt x="3861" y="0"/>
                    <a:pt x="3839" y="0"/>
                  </a:cubicBezTo>
                  <a:close/>
                  <a:moveTo>
                    <a:pt x="4168" y="0"/>
                  </a:moveTo>
                  <a:cubicBezTo>
                    <a:pt x="4147" y="0"/>
                    <a:pt x="4125" y="10"/>
                    <a:pt x="4125" y="43"/>
                  </a:cubicBezTo>
                  <a:cubicBezTo>
                    <a:pt x="4125" y="64"/>
                    <a:pt x="4147" y="74"/>
                    <a:pt x="4168" y="74"/>
                  </a:cubicBezTo>
                  <a:lnTo>
                    <a:pt x="4242" y="74"/>
                  </a:lnTo>
                  <a:cubicBezTo>
                    <a:pt x="4274" y="74"/>
                    <a:pt x="4285" y="64"/>
                    <a:pt x="4285" y="43"/>
                  </a:cubicBezTo>
                  <a:cubicBezTo>
                    <a:pt x="4285" y="10"/>
                    <a:pt x="4274" y="0"/>
                    <a:pt x="42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6"/>
            <p:cNvSpPr/>
            <p:nvPr/>
          </p:nvSpPr>
          <p:spPr>
            <a:xfrm>
              <a:off x="3061125" y="762825"/>
              <a:ext cx="3200" cy="1850"/>
            </a:xfrm>
            <a:custGeom>
              <a:rect b="b" l="l" r="r" t="t"/>
              <a:pathLst>
                <a:path extrusionOk="0" h="74" w="128">
                  <a:moveTo>
                    <a:pt x="43" y="0"/>
                  </a:moveTo>
                  <a:cubicBezTo>
                    <a:pt x="22" y="0"/>
                    <a:pt x="1" y="10"/>
                    <a:pt x="1" y="43"/>
                  </a:cubicBezTo>
                  <a:cubicBezTo>
                    <a:pt x="1" y="64"/>
                    <a:pt x="22" y="74"/>
                    <a:pt x="43" y="74"/>
                  </a:cubicBezTo>
                  <a:lnTo>
                    <a:pt x="86" y="74"/>
                  </a:lnTo>
                  <a:cubicBezTo>
                    <a:pt x="107" y="74"/>
                    <a:pt x="128" y="64"/>
                    <a:pt x="128" y="43"/>
                  </a:cubicBezTo>
                  <a:cubicBezTo>
                    <a:pt x="128" y="10"/>
                    <a:pt x="107" y="0"/>
                    <a:pt x="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6"/>
            <p:cNvSpPr/>
            <p:nvPr/>
          </p:nvSpPr>
          <p:spPr>
            <a:xfrm>
              <a:off x="3191850" y="945750"/>
              <a:ext cx="3200" cy="1875"/>
            </a:xfrm>
            <a:custGeom>
              <a:rect b="b" l="l" r="r" t="t"/>
              <a:pathLst>
                <a:path extrusionOk="0" h="75" w="128">
                  <a:moveTo>
                    <a:pt x="43" y="1"/>
                  </a:moveTo>
                  <a:cubicBezTo>
                    <a:pt x="22" y="1"/>
                    <a:pt x="1" y="11"/>
                    <a:pt x="1" y="43"/>
                  </a:cubicBezTo>
                  <a:cubicBezTo>
                    <a:pt x="1" y="64"/>
                    <a:pt x="22" y="75"/>
                    <a:pt x="43" y="75"/>
                  </a:cubicBezTo>
                  <a:lnTo>
                    <a:pt x="85" y="75"/>
                  </a:lnTo>
                  <a:cubicBezTo>
                    <a:pt x="107" y="75"/>
                    <a:pt x="128" y="64"/>
                    <a:pt x="128" y="43"/>
                  </a:cubicBezTo>
                  <a:cubicBezTo>
                    <a:pt x="128" y="11"/>
                    <a:pt x="107" y="1"/>
                    <a:pt x="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6"/>
            <p:cNvSpPr/>
            <p:nvPr/>
          </p:nvSpPr>
          <p:spPr>
            <a:xfrm>
              <a:off x="3008625" y="945750"/>
              <a:ext cx="177150" cy="1875"/>
            </a:xfrm>
            <a:custGeom>
              <a:rect b="b" l="l" r="r" t="t"/>
              <a:pathLst>
                <a:path extrusionOk="0" h="75" w="7086">
                  <a:moveTo>
                    <a:pt x="43" y="1"/>
                  </a:moveTo>
                  <a:cubicBezTo>
                    <a:pt x="22" y="1"/>
                    <a:pt x="1" y="11"/>
                    <a:pt x="1" y="43"/>
                  </a:cubicBezTo>
                  <a:cubicBezTo>
                    <a:pt x="1" y="64"/>
                    <a:pt x="22" y="75"/>
                    <a:pt x="43" y="75"/>
                  </a:cubicBezTo>
                  <a:lnTo>
                    <a:pt x="118" y="75"/>
                  </a:lnTo>
                  <a:cubicBezTo>
                    <a:pt x="139" y="75"/>
                    <a:pt x="160" y="64"/>
                    <a:pt x="160" y="43"/>
                  </a:cubicBezTo>
                  <a:cubicBezTo>
                    <a:pt x="160" y="11"/>
                    <a:pt x="139" y="1"/>
                    <a:pt x="118" y="1"/>
                  </a:cubicBezTo>
                  <a:close/>
                  <a:moveTo>
                    <a:pt x="446" y="1"/>
                  </a:moveTo>
                  <a:cubicBezTo>
                    <a:pt x="425" y="1"/>
                    <a:pt x="404" y="11"/>
                    <a:pt x="404" y="43"/>
                  </a:cubicBezTo>
                  <a:cubicBezTo>
                    <a:pt x="404" y="64"/>
                    <a:pt x="425" y="75"/>
                    <a:pt x="446" y="75"/>
                  </a:cubicBezTo>
                  <a:lnTo>
                    <a:pt x="531" y="75"/>
                  </a:lnTo>
                  <a:cubicBezTo>
                    <a:pt x="552" y="75"/>
                    <a:pt x="574" y="64"/>
                    <a:pt x="574" y="43"/>
                  </a:cubicBezTo>
                  <a:cubicBezTo>
                    <a:pt x="574" y="11"/>
                    <a:pt x="552" y="1"/>
                    <a:pt x="531" y="1"/>
                  </a:cubicBezTo>
                  <a:close/>
                  <a:moveTo>
                    <a:pt x="860" y="1"/>
                  </a:moveTo>
                  <a:cubicBezTo>
                    <a:pt x="828" y="1"/>
                    <a:pt x="818" y="11"/>
                    <a:pt x="818" y="43"/>
                  </a:cubicBezTo>
                  <a:cubicBezTo>
                    <a:pt x="818" y="64"/>
                    <a:pt x="828" y="75"/>
                    <a:pt x="860" y="75"/>
                  </a:cubicBezTo>
                  <a:lnTo>
                    <a:pt x="934" y="75"/>
                  </a:lnTo>
                  <a:cubicBezTo>
                    <a:pt x="955" y="75"/>
                    <a:pt x="977" y="64"/>
                    <a:pt x="977" y="43"/>
                  </a:cubicBezTo>
                  <a:cubicBezTo>
                    <a:pt x="977" y="11"/>
                    <a:pt x="955" y="1"/>
                    <a:pt x="934" y="1"/>
                  </a:cubicBezTo>
                  <a:close/>
                  <a:moveTo>
                    <a:pt x="1263" y="1"/>
                  </a:moveTo>
                  <a:cubicBezTo>
                    <a:pt x="1242" y="1"/>
                    <a:pt x="1221" y="11"/>
                    <a:pt x="1221" y="43"/>
                  </a:cubicBezTo>
                  <a:cubicBezTo>
                    <a:pt x="1221" y="64"/>
                    <a:pt x="1242" y="75"/>
                    <a:pt x="1263" y="75"/>
                  </a:cubicBezTo>
                  <a:lnTo>
                    <a:pt x="1348" y="75"/>
                  </a:lnTo>
                  <a:cubicBezTo>
                    <a:pt x="1369" y="75"/>
                    <a:pt x="1380" y="64"/>
                    <a:pt x="1380" y="43"/>
                  </a:cubicBezTo>
                  <a:cubicBezTo>
                    <a:pt x="1380" y="11"/>
                    <a:pt x="1369" y="1"/>
                    <a:pt x="1348" y="1"/>
                  </a:cubicBezTo>
                  <a:close/>
                  <a:moveTo>
                    <a:pt x="1666" y="1"/>
                  </a:moveTo>
                  <a:cubicBezTo>
                    <a:pt x="1645" y="1"/>
                    <a:pt x="1624" y="11"/>
                    <a:pt x="1624" y="43"/>
                  </a:cubicBezTo>
                  <a:cubicBezTo>
                    <a:pt x="1624" y="64"/>
                    <a:pt x="1645" y="75"/>
                    <a:pt x="1666" y="75"/>
                  </a:cubicBezTo>
                  <a:lnTo>
                    <a:pt x="1751" y="75"/>
                  </a:lnTo>
                  <a:cubicBezTo>
                    <a:pt x="1772" y="75"/>
                    <a:pt x="1794" y="64"/>
                    <a:pt x="1794" y="43"/>
                  </a:cubicBezTo>
                  <a:cubicBezTo>
                    <a:pt x="1794" y="11"/>
                    <a:pt x="1772" y="1"/>
                    <a:pt x="1751" y="1"/>
                  </a:cubicBezTo>
                  <a:close/>
                  <a:moveTo>
                    <a:pt x="2079" y="1"/>
                  </a:moveTo>
                  <a:cubicBezTo>
                    <a:pt x="2058" y="1"/>
                    <a:pt x="2037" y="11"/>
                    <a:pt x="2037" y="43"/>
                  </a:cubicBezTo>
                  <a:cubicBezTo>
                    <a:pt x="2037" y="64"/>
                    <a:pt x="2058" y="75"/>
                    <a:pt x="2079" y="75"/>
                  </a:cubicBezTo>
                  <a:lnTo>
                    <a:pt x="2154" y="75"/>
                  </a:lnTo>
                  <a:cubicBezTo>
                    <a:pt x="2186" y="75"/>
                    <a:pt x="2197" y="64"/>
                    <a:pt x="2197" y="43"/>
                  </a:cubicBezTo>
                  <a:cubicBezTo>
                    <a:pt x="2197" y="11"/>
                    <a:pt x="2186" y="1"/>
                    <a:pt x="2154" y="1"/>
                  </a:cubicBezTo>
                  <a:close/>
                  <a:moveTo>
                    <a:pt x="2482" y="1"/>
                  </a:moveTo>
                  <a:cubicBezTo>
                    <a:pt x="2461" y="1"/>
                    <a:pt x="2440" y="11"/>
                    <a:pt x="2440" y="43"/>
                  </a:cubicBezTo>
                  <a:cubicBezTo>
                    <a:pt x="2440" y="64"/>
                    <a:pt x="2461" y="75"/>
                    <a:pt x="2482" y="75"/>
                  </a:cubicBezTo>
                  <a:lnTo>
                    <a:pt x="2567" y="75"/>
                  </a:lnTo>
                  <a:cubicBezTo>
                    <a:pt x="2589" y="75"/>
                    <a:pt x="2610" y="64"/>
                    <a:pt x="2610" y="43"/>
                  </a:cubicBezTo>
                  <a:cubicBezTo>
                    <a:pt x="2610" y="11"/>
                    <a:pt x="2589" y="1"/>
                    <a:pt x="2567" y="1"/>
                  </a:cubicBezTo>
                  <a:close/>
                  <a:moveTo>
                    <a:pt x="2897" y="1"/>
                  </a:moveTo>
                  <a:cubicBezTo>
                    <a:pt x="2864" y="1"/>
                    <a:pt x="2854" y="11"/>
                    <a:pt x="2854" y="43"/>
                  </a:cubicBezTo>
                  <a:cubicBezTo>
                    <a:pt x="2854" y="64"/>
                    <a:pt x="2864" y="75"/>
                    <a:pt x="2897" y="75"/>
                  </a:cubicBezTo>
                  <a:lnTo>
                    <a:pt x="2970" y="75"/>
                  </a:lnTo>
                  <a:cubicBezTo>
                    <a:pt x="2992" y="75"/>
                    <a:pt x="3013" y="64"/>
                    <a:pt x="3013" y="43"/>
                  </a:cubicBezTo>
                  <a:cubicBezTo>
                    <a:pt x="3013" y="11"/>
                    <a:pt x="2992" y="1"/>
                    <a:pt x="2970" y="1"/>
                  </a:cubicBezTo>
                  <a:close/>
                  <a:moveTo>
                    <a:pt x="3300" y="1"/>
                  </a:moveTo>
                  <a:cubicBezTo>
                    <a:pt x="3278" y="1"/>
                    <a:pt x="3257" y="11"/>
                    <a:pt x="3257" y="43"/>
                  </a:cubicBezTo>
                  <a:cubicBezTo>
                    <a:pt x="3257" y="64"/>
                    <a:pt x="3278" y="75"/>
                    <a:pt x="3300" y="75"/>
                  </a:cubicBezTo>
                  <a:lnTo>
                    <a:pt x="3384" y="75"/>
                  </a:lnTo>
                  <a:cubicBezTo>
                    <a:pt x="3406" y="75"/>
                    <a:pt x="3427" y="64"/>
                    <a:pt x="3427" y="43"/>
                  </a:cubicBezTo>
                  <a:cubicBezTo>
                    <a:pt x="3427" y="11"/>
                    <a:pt x="3406" y="1"/>
                    <a:pt x="3384" y="1"/>
                  </a:cubicBezTo>
                  <a:close/>
                  <a:moveTo>
                    <a:pt x="3703" y="1"/>
                  </a:moveTo>
                  <a:cubicBezTo>
                    <a:pt x="3681" y="1"/>
                    <a:pt x="3670" y="11"/>
                    <a:pt x="3670" y="43"/>
                  </a:cubicBezTo>
                  <a:cubicBezTo>
                    <a:pt x="3670" y="64"/>
                    <a:pt x="3681" y="75"/>
                    <a:pt x="3703" y="75"/>
                  </a:cubicBezTo>
                  <a:lnTo>
                    <a:pt x="3787" y="75"/>
                  </a:lnTo>
                  <a:cubicBezTo>
                    <a:pt x="3809" y="75"/>
                    <a:pt x="3830" y="64"/>
                    <a:pt x="3830" y="43"/>
                  </a:cubicBezTo>
                  <a:cubicBezTo>
                    <a:pt x="3830" y="11"/>
                    <a:pt x="3809" y="1"/>
                    <a:pt x="3787" y="1"/>
                  </a:cubicBezTo>
                  <a:close/>
                  <a:moveTo>
                    <a:pt x="4116" y="1"/>
                  </a:moveTo>
                  <a:cubicBezTo>
                    <a:pt x="4094" y="1"/>
                    <a:pt x="4073" y="11"/>
                    <a:pt x="4073" y="43"/>
                  </a:cubicBezTo>
                  <a:cubicBezTo>
                    <a:pt x="4073" y="64"/>
                    <a:pt x="4094" y="75"/>
                    <a:pt x="4116" y="75"/>
                  </a:cubicBezTo>
                  <a:lnTo>
                    <a:pt x="4201" y="75"/>
                  </a:lnTo>
                  <a:cubicBezTo>
                    <a:pt x="4222" y="75"/>
                    <a:pt x="4233" y="64"/>
                    <a:pt x="4233" y="43"/>
                  </a:cubicBezTo>
                  <a:cubicBezTo>
                    <a:pt x="4233" y="11"/>
                    <a:pt x="4222" y="1"/>
                    <a:pt x="4201" y="1"/>
                  </a:cubicBezTo>
                  <a:close/>
                  <a:moveTo>
                    <a:pt x="4519" y="1"/>
                  </a:moveTo>
                  <a:cubicBezTo>
                    <a:pt x="4497" y="1"/>
                    <a:pt x="4476" y="11"/>
                    <a:pt x="4476" y="43"/>
                  </a:cubicBezTo>
                  <a:cubicBezTo>
                    <a:pt x="4476" y="64"/>
                    <a:pt x="4497" y="75"/>
                    <a:pt x="4519" y="75"/>
                  </a:cubicBezTo>
                  <a:lnTo>
                    <a:pt x="4604" y="75"/>
                  </a:lnTo>
                  <a:cubicBezTo>
                    <a:pt x="4625" y="75"/>
                    <a:pt x="4646" y="64"/>
                    <a:pt x="4646" y="43"/>
                  </a:cubicBezTo>
                  <a:cubicBezTo>
                    <a:pt x="4646" y="11"/>
                    <a:pt x="4625" y="1"/>
                    <a:pt x="4604" y="1"/>
                  </a:cubicBezTo>
                  <a:close/>
                  <a:moveTo>
                    <a:pt x="4933" y="1"/>
                  </a:moveTo>
                  <a:cubicBezTo>
                    <a:pt x="4912" y="1"/>
                    <a:pt x="4890" y="11"/>
                    <a:pt x="4890" y="43"/>
                  </a:cubicBezTo>
                  <a:cubicBezTo>
                    <a:pt x="4890" y="64"/>
                    <a:pt x="4912" y="75"/>
                    <a:pt x="4933" y="75"/>
                  </a:cubicBezTo>
                  <a:lnTo>
                    <a:pt x="5007" y="75"/>
                  </a:lnTo>
                  <a:cubicBezTo>
                    <a:pt x="5039" y="75"/>
                    <a:pt x="5049" y="64"/>
                    <a:pt x="5049" y="43"/>
                  </a:cubicBezTo>
                  <a:cubicBezTo>
                    <a:pt x="5049" y="11"/>
                    <a:pt x="5039" y="1"/>
                    <a:pt x="5007" y="1"/>
                  </a:cubicBezTo>
                  <a:close/>
                  <a:moveTo>
                    <a:pt x="5336" y="1"/>
                  </a:moveTo>
                  <a:cubicBezTo>
                    <a:pt x="5315" y="1"/>
                    <a:pt x="5293" y="11"/>
                    <a:pt x="5293" y="43"/>
                  </a:cubicBezTo>
                  <a:cubicBezTo>
                    <a:pt x="5293" y="64"/>
                    <a:pt x="5315" y="75"/>
                    <a:pt x="5336" y="75"/>
                  </a:cubicBezTo>
                  <a:lnTo>
                    <a:pt x="5421" y="75"/>
                  </a:lnTo>
                  <a:cubicBezTo>
                    <a:pt x="5442" y="75"/>
                    <a:pt x="5463" y="64"/>
                    <a:pt x="5463" y="43"/>
                  </a:cubicBezTo>
                  <a:cubicBezTo>
                    <a:pt x="5463" y="11"/>
                    <a:pt x="5442" y="1"/>
                    <a:pt x="5421" y="1"/>
                  </a:cubicBezTo>
                  <a:close/>
                  <a:moveTo>
                    <a:pt x="5749" y="1"/>
                  </a:moveTo>
                  <a:cubicBezTo>
                    <a:pt x="5718" y="1"/>
                    <a:pt x="5706" y="11"/>
                    <a:pt x="5706" y="43"/>
                  </a:cubicBezTo>
                  <a:cubicBezTo>
                    <a:pt x="5706" y="64"/>
                    <a:pt x="5718" y="75"/>
                    <a:pt x="5749" y="75"/>
                  </a:cubicBezTo>
                  <a:lnTo>
                    <a:pt x="5824" y="75"/>
                  </a:lnTo>
                  <a:cubicBezTo>
                    <a:pt x="5845" y="75"/>
                    <a:pt x="5866" y="64"/>
                    <a:pt x="5866" y="43"/>
                  </a:cubicBezTo>
                  <a:cubicBezTo>
                    <a:pt x="5866" y="11"/>
                    <a:pt x="5845" y="1"/>
                    <a:pt x="5824" y="1"/>
                  </a:cubicBezTo>
                  <a:close/>
                  <a:moveTo>
                    <a:pt x="6152" y="1"/>
                  </a:moveTo>
                  <a:cubicBezTo>
                    <a:pt x="6131" y="1"/>
                    <a:pt x="6109" y="11"/>
                    <a:pt x="6109" y="43"/>
                  </a:cubicBezTo>
                  <a:cubicBezTo>
                    <a:pt x="6109" y="64"/>
                    <a:pt x="6131" y="75"/>
                    <a:pt x="6152" y="75"/>
                  </a:cubicBezTo>
                  <a:lnTo>
                    <a:pt x="6237" y="75"/>
                  </a:lnTo>
                  <a:cubicBezTo>
                    <a:pt x="6258" y="75"/>
                    <a:pt x="6279" y="64"/>
                    <a:pt x="6279" y="43"/>
                  </a:cubicBezTo>
                  <a:cubicBezTo>
                    <a:pt x="6279" y="11"/>
                    <a:pt x="6258" y="1"/>
                    <a:pt x="6237" y="1"/>
                  </a:cubicBezTo>
                  <a:close/>
                  <a:moveTo>
                    <a:pt x="6555" y="1"/>
                  </a:moveTo>
                  <a:cubicBezTo>
                    <a:pt x="6534" y="1"/>
                    <a:pt x="6524" y="11"/>
                    <a:pt x="6524" y="43"/>
                  </a:cubicBezTo>
                  <a:cubicBezTo>
                    <a:pt x="6524" y="64"/>
                    <a:pt x="6534" y="75"/>
                    <a:pt x="6555" y="75"/>
                  </a:cubicBezTo>
                  <a:lnTo>
                    <a:pt x="6640" y="75"/>
                  </a:lnTo>
                  <a:cubicBezTo>
                    <a:pt x="6661" y="75"/>
                    <a:pt x="6682" y="64"/>
                    <a:pt x="6682" y="43"/>
                  </a:cubicBezTo>
                  <a:cubicBezTo>
                    <a:pt x="6682" y="11"/>
                    <a:pt x="6661" y="1"/>
                    <a:pt x="6640" y="1"/>
                  </a:cubicBezTo>
                  <a:close/>
                  <a:moveTo>
                    <a:pt x="6969" y="1"/>
                  </a:moveTo>
                  <a:cubicBezTo>
                    <a:pt x="6948" y="1"/>
                    <a:pt x="6927" y="11"/>
                    <a:pt x="6927" y="43"/>
                  </a:cubicBezTo>
                  <a:cubicBezTo>
                    <a:pt x="6927" y="64"/>
                    <a:pt x="6948" y="75"/>
                    <a:pt x="6969" y="75"/>
                  </a:cubicBezTo>
                  <a:lnTo>
                    <a:pt x="7054" y="75"/>
                  </a:lnTo>
                  <a:cubicBezTo>
                    <a:pt x="7075" y="75"/>
                    <a:pt x="7085" y="64"/>
                    <a:pt x="7085" y="43"/>
                  </a:cubicBezTo>
                  <a:cubicBezTo>
                    <a:pt x="7085" y="11"/>
                    <a:pt x="7075" y="1"/>
                    <a:pt x="70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6"/>
            <p:cNvSpPr/>
            <p:nvPr/>
          </p:nvSpPr>
          <p:spPr>
            <a:xfrm>
              <a:off x="2999375" y="945750"/>
              <a:ext cx="3200" cy="1875"/>
            </a:xfrm>
            <a:custGeom>
              <a:rect b="b" l="l" r="r" t="t"/>
              <a:pathLst>
                <a:path extrusionOk="0" h="75" w="128">
                  <a:moveTo>
                    <a:pt x="43" y="1"/>
                  </a:moveTo>
                  <a:cubicBezTo>
                    <a:pt x="21" y="1"/>
                    <a:pt x="0" y="11"/>
                    <a:pt x="0" y="43"/>
                  </a:cubicBezTo>
                  <a:cubicBezTo>
                    <a:pt x="0" y="64"/>
                    <a:pt x="21" y="75"/>
                    <a:pt x="43" y="75"/>
                  </a:cubicBezTo>
                  <a:lnTo>
                    <a:pt x="85" y="75"/>
                  </a:lnTo>
                  <a:cubicBezTo>
                    <a:pt x="106" y="75"/>
                    <a:pt x="127" y="64"/>
                    <a:pt x="127" y="43"/>
                  </a:cubicBezTo>
                  <a:cubicBezTo>
                    <a:pt x="127" y="11"/>
                    <a:pt x="106" y="1"/>
                    <a:pt x="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6"/>
            <p:cNvSpPr/>
            <p:nvPr/>
          </p:nvSpPr>
          <p:spPr>
            <a:xfrm>
              <a:off x="3191850" y="881600"/>
              <a:ext cx="3200" cy="1875"/>
            </a:xfrm>
            <a:custGeom>
              <a:rect b="b" l="l" r="r" t="t"/>
              <a:pathLst>
                <a:path extrusionOk="0" h="75" w="128">
                  <a:moveTo>
                    <a:pt x="43" y="0"/>
                  </a:moveTo>
                  <a:cubicBezTo>
                    <a:pt x="22" y="0"/>
                    <a:pt x="1" y="22"/>
                    <a:pt x="1" y="43"/>
                  </a:cubicBezTo>
                  <a:cubicBezTo>
                    <a:pt x="1" y="64"/>
                    <a:pt x="22" y="74"/>
                    <a:pt x="43" y="74"/>
                  </a:cubicBezTo>
                  <a:lnTo>
                    <a:pt x="85" y="74"/>
                  </a:lnTo>
                  <a:cubicBezTo>
                    <a:pt x="107" y="74"/>
                    <a:pt x="128" y="64"/>
                    <a:pt x="128" y="43"/>
                  </a:cubicBezTo>
                  <a:cubicBezTo>
                    <a:pt x="128" y="22"/>
                    <a:pt x="107" y="0"/>
                    <a:pt x="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6"/>
            <p:cNvSpPr/>
            <p:nvPr/>
          </p:nvSpPr>
          <p:spPr>
            <a:xfrm>
              <a:off x="3008625" y="881600"/>
              <a:ext cx="177150" cy="1875"/>
            </a:xfrm>
            <a:custGeom>
              <a:rect b="b" l="l" r="r" t="t"/>
              <a:pathLst>
                <a:path extrusionOk="0" h="75" w="7086">
                  <a:moveTo>
                    <a:pt x="43" y="0"/>
                  </a:moveTo>
                  <a:cubicBezTo>
                    <a:pt x="22" y="0"/>
                    <a:pt x="1" y="22"/>
                    <a:pt x="1" y="43"/>
                  </a:cubicBezTo>
                  <a:cubicBezTo>
                    <a:pt x="1" y="64"/>
                    <a:pt x="22" y="74"/>
                    <a:pt x="43" y="74"/>
                  </a:cubicBezTo>
                  <a:lnTo>
                    <a:pt x="118" y="74"/>
                  </a:lnTo>
                  <a:cubicBezTo>
                    <a:pt x="139" y="74"/>
                    <a:pt x="160" y="64"/>
                    <a:pt x="160" y="43"/>
                  </a:cubicBezTo>
                  <a:cubicBezTo>
                    <a:pt x="160" y="22"/>
                    <a:pt x="139" y="0"/>
                    <a:pt x="118" y="0"/>
                  </a:cubicBezTo>
                  <a:close/>
                  <a:moveTo>
                    <a:pt x="446" y="0"/>
                  </a:moveTo>
                  <a:cubicBezTo>
                    <a:pt x="425" y="0"/>
                    <a:pt x="404" y="22"/>
                    <a:pt x="404" y="43"/>
                  </a:cubicBezTo>
                  <a:cubicBezTo>
                    <a:pt x="404" y="64"/>
                    <a:pt x="425" y="74"/>
                    <a:pt x="446" y="74"/>
                  </a:cubicBezTo>
                  <a:lnTo>
                    <a:pt x="531" y="74"/>
                  </a:lnTo>
                  <a:cubicBezTo>
                    <a:pt x="552" y="74"/>
                    <a:pt x="574" y="64"/>
                    <a:pt x="574" y="43"/>
                  </a:cubicBezTo>
                  <a:cubicBezTo>
                    <a:pt x="574" y="22"/>
                    <a:pt x="552" y="0"/>
                    <a:pt x="531" y="0"/>
                  </a:cubicBezTo>
                  <a:close/>
                  <a:moveTo>
                    <a:pt x="860" y="0"/>
                  </a:moveTo>
                  <a:cubicBezTo>
                    <a:pt x="828" y="0"/>
                    <a:pt x="818" y="22"/>
                    <a:pt x="818" y="43"/>
                  </a:cubicBezTo>
                  <a:cubicBezTo>
                    <a:pt x="818" y="64"/>
                    <a:pt x="828" y="74"/>
                    <a:pt x="860" y="74"/>
                  </a:cubicBezTo>
                  <a:lnTo>
                    <a:pt x="934" y="74"/>
                  </a:lnTo>
                  <a:cubicBezTo>
                    <a:pt x="955" y="74"/>
                    <a:pt x="977" y="64"/>
                    <a:pt x="977" y="43"/>
                  </a:cubicBezTo>
                  <a:cubicBezTo>
                    <a:pt x="977" y="22"/>
                    <a:pt x="955" y="0"/>
                    <a:pt x="934" y="0"/>
                  </a:cubicBezTo>
                  <a:close/>
                  <a:moveTo>
                    <a:pt x="1263" y="0"/>
                  </a:moveTo>
                  <a:cubicBezTo>
                    <a:pt x="1242" y="0"/>
                    <a:pt x="1221" y="22"/>
                    <a:pt x="1221" y="43"/>
                  </a:cubicBezTo>
                  <a:cubicBezTo>
                    <a:pt x="1221" y="64"/>
                    <a:pt x="1242" y="74"/>
                    <a:pt x="1263" y="74"/>
                  </a:cubicBezTo>
                  <a:lnTo>
                    <a:pt x="1348" y="74"/>
                  </a:lnTo>
                  <a:cubicBezTo>
                    <a:pt x="1369" y="74"/>
                    <a:pt x="1380" y="64"/>
                    <a:pt x="1380" y="43"/>
                  </a:cubicBezTo>
                  <a:cubicBezTo>
                    <a:pt x="1380" y="22"/>
                    <a:pt x="1369" y="0"/>
                    <a:pt x="1348" y="0"/>
                  </a:cubicBezTo>
                  <a:close/>
                  <a:moveTo>
                    <a:pt x="1666" y="0"/>
                  </a:moveTo>
                  <a:cubicBezTo>
                    <a:pt x="1645" y="0"/>
                    <a:pt x="1624" y="22"/>
                    <a:pt x="1624" y="43"/>
                  </a:cubicBezTo>
                  <a:cubicBezTo>
                    <a:pt x="1624" y="64"/>
                    <a:pt x="1645" y="74"/>
                    <a:pt x="1666" y="74"/>
                  </a:cubicBezTo>
                  <a:lnTo>
                    <a:pt x="1751" y="74"/>
                  </a:lnTo>
                  <a:cubicBezTo>
                    <a:pt x="1772" y="74"/>
                    <a:pt x="1794" y="64"/>
                    <a:pt x="1794" y="43"/>
                  </a:cubicBezTo>
                  <a:cubicBezTo>
                    <a:pt x="1794" y="22"/>
                    <a:pt x="1772" y="0"/>
                    <a:pt x="1751" y="0"/>
                  </a:cubicBezTo>
                  <a:close/>
                  <a:moveTo>
                    <a:pt x="2079" y="0"/>
                  </a:moveTo>
                  <a:cubicBezTo>
                    <a:pt x="2058" y="0"/>
                    <a:pt x="2037" y="22"/>
                    <a:pt x="2037" y="43"/>
                  </a:cubicBezTo>
                  <a:cubicBezTo>
                    <a:pt x="2037" y="64"/>
                    <a:pt x="2058" y="74"/>
                    <a:pt x="2079" y="74"/>
                  </a:cubicBezTo>
                  <a:lnTo>
                    <a:pt x="2154" y="74"/>
                  </a:lnTo>
                  <a:cubicBezTo>
                    <a:pt x="2186" y="74"/>
                    <a:pt x="2197" y="64"/>
                    <a:pt x="2197" y="43"/>
                  </a:cubicBezTo>
                  <a:cubicBezTo>
                    <a:pt x="2197" y="22"/>
                    <a:pt x="2186" y="0"/>
                    <a:pt x="2154" y="0"/>
                  </a:cubicBezTo>
                  <a:close/>
                  <a:moveTo>
                    <a:pt x="2482" y="0"/>
                  </a:moveTo>
                  <a:cubicBezTo>
                    <a:pt x="2461" y="0"/>
                    <a:pt x="2440" y="22"/>
                    <a:pt x="2440" y="43"/>
                  </a:cubicBezTo>
                  <a:cubicBezTo>
                    <a:pt x="2440" y="64"/>
                    <a:pt x="2461" y="74"/>
                    <a:pt x="2482" y="74"/>
                  </a:cubicBezTo>
                  <a:lnTo>
                    <a:pt x="2567" y="74"/>
                  </a:lnTo>
                  <a:cubicBezTo>
                    <a:pt x="2589" y="74"/>
                    <a:pt x="2610" y="64"/>
                    <a:pt x="2610" y="43"/>
                  </a:cubicBezTo>
                  <a:cubicBezTo>
                    <a:pt x="2610" y="22"/>
                    <a:pt x="2589" y="0"/>
                    <a:pt x="2567" y="0"/>
                  </a:cubicBezTo>
                  <a:close/>
                  <a:moveTo>
                    <a:pt x="2897" y="0"/>
                  </a:moveTo>
                  <a:cubicBezTo>
                    <a:pt x="2864" y="0"/>
                    <a:pt x="2854" y="22"/>
                    <a:pt x="2854" y="43"/>
                  </a:cubicBezTo>
                  <a:cubicBezTo>
                    <a:pt x="2854" y="64"/>
                    <a:pt x="2864" y="74"/>
                    <a:pt x="2897" y="74"/>
                  </a:cubicBezTo>
                  <a:lnTo>
                    <a:pt x="2970" y="74"/>
                  </a:lnTo>
                  <a:cubicBezTo>
                    <a:pt x="2992" y="74"/>
                    <a:pt x="3013" y="64"/>
                    <a:pt x="3013" y="43"/>
                  </a:cubicBezTo>
                  <a:cubicBezTo>
                    <a:pt x="3013" y="22"/>
                    <a:pt x="2992" y="0"/>
                    <a:pt x="2970" y="0"/>
                  </a:cubicBezTo>
                  <a:close/>
                  <a:moveTo>
                    <a:pt x="3300" y="0"/>
                  </a:moveTo>
                  <a:cubicBezTo>
                    <a:pt x="3278" y="0"/>
                    <a:pt x="3257" y="22"/>
                    <a:pt x="3257" y="43"/>
                  </a:cubicBezTo>
                  <a:cubicBezTo>
                    <a:pt x="3257" y="64"/>
                    <a:pt x="3278" y="74"/>
                    <a:pt x="3300" y="74"/>
                  </a:cubicBezTo>
                  <a:lnTo>
                    <a:pt x="3384" y="74"/>
                  </a:lnTo>
                  <a:cubicBezTo>
                    <a:pt x="3406" y="74"/>
                    <a:pt x="3427" y="64"/>
                    <a:pt x="3427" y="43"/>
                  </a:cubicBezTo>
                  <a:cubicBezTo>
                    <a:pt x="3427" y="22"/>
                    <a:pt x="3406" y="0"/>
                    <a:pt x="3384" y="0"/>
                  </a:cubicBezTo>
                  <a:close/>
                  <a:moveTo>
                    <a:pt x="3703" y="0"/>
                  </a:moveTo>
                  <a:cubicBezTo>
                    <a:pt x="3681" y="0"/>
                    <a:pt x="3670" y="22"/>
                    <a:pt x="3670" y="43"/>
                  </a:cubicBezTo>
                  <a:cubicBezTo>
                    <a:pt x="3670" y="64"/>
                    <a:pt x="3681" y="74"/>
                    <a:pt x="3703" y="74"/>
                  </a:cubicBezTo>
                  <a:lnTo>
                    <a:pt x="3787" y="74"/>
                  </a:lnTo>
                  <a:cubicBezTo>
                    <a:pt x="3809" y="74"/>
                    <a:pt x="3830" y="64"/>
                    <a:pt x="3830" y="43"/>
                  </a:cubicBezTo>
                  <a:cubicBezTo>
                    <a:pt x="3830" y="22"/>
                    <a:pt x="3809" y="0"/>
                    <a:pt x="3787" y="0"/>
                  </a:cubicBezTo>
                  <a:close/>
                  <a:moveTo>
                    <a:pt x="4116" y="0"/>
                  </a:moveTo>
                  <a:cubicBezTo>
                    <a:pt x="4094" y="0"/>
                    <a:pt x="4073" y="22"/>
                    <a:pt x="4073" y="43"/>
                  </a:cubicBezTo>
                  <a:cubicBezTo>
                    <a:pt x="4073" y="64"/>
                    <a:pt x="4094" y="74"/>
                    <a:pt x="4116" y="74"/>
                  </a:cubicBezTo>
                  <a:lnTo>
                    <a:pt x="4201" y="74"/>
                  </a:lnTo>
                  <a:cubicBezTo>
                    <a:pt x="4222" y="74"/>
                    <a:pt x="4233" y="64"/>
                    <a:pt x="4233" y="43"/>
                  </a:cubicBezTo>
                  <a:cubicBezTo>
                    <a:pt x="4233" y="22"/>
                    <a:pt x="4222" y="0"/>
                    <a:pt x="4201" y="0"/>
                  </a:cubicBezTo>
                  <a:close/>
                  <a:moveTo>
                    <a:pt x="4519" y="0"/>
                  </a:moveTo>
                  <a:cubicBezTo>
                    <a:pt x="4497" y="0"/>
                    <a:pt x="4476" y="22"/>
                    <a:pt x="4476" y="43"/>
                  </a:cubicBezTo>
                  <a:cubicBezTo>
                    <a:pt x="4476" y="64"/>
                    <a:pt x="4497" y="74"/>
                    <a:pt x="4519" y="74"/>
                  </a:cubicBezTo>
                  <a:lnTo>
                    <a:pt x="4604" y="74"/>
                  </a:lnTo>
                  <a:cubicBezTo>
                    <a:pt x="4625" y="74"/>
                    <a:pt x="4646" y="64"/>
                    <a:pt x="4646" y="43"/>
                  </a:cubicBezTo>
                  <a:cubicBezTo>
                    <a:pt x="4646" y="22"/>
                    <a:pt x="4625" y="0"/>
                    <a:pt x="4604" y="0"/>
                  </a:cubicBezTo>
                  <a:close/>
                  <a:moveTo>
                    <a:pt x="4933" y="0"/>
                  </a:moveTo>
                  <a:cubicBezTo>
                    <a:pt x="4912" y="0"/>
                    <a:pt x="4890" y="22"/>
                    <a:pt x="4890" y="43"/>
                  </a:cubicBezTo>
                  <a:cubicBezTo>
                    <a:pt x="4890" y="64"/>
                    <a:pt x="4912" y="74"/>
                    <a:pt x="4933" y="74"/>
                  </a:cubicBezTo>
                  <a:lnTo>
                    <a:pt x="5007" y="74"/>
                  </a:lnTo>
                  <a:cubicBezTo>
                    <a:pt x="5039" y="74"/>
                    <a:pt x="5049" y="64"/>
                    <a:pt x="5049" y="43"/>
                  </a:cubicBezTo>
                  <a:cubicBezTo>
                    <a:pt x="5049" y="22"/>
                    <a:pt x="5039" y="0"/>
                    <a:pt x="5007" y="0"/>
                  </a:cubicBezTo>
                  <a:close/>
                  <a:moveTo>
                    <a:pt x="5336" y="0"/>
                  </a:moveTo>
                  <a:cubicBezTo>
                    <a:pt x="5315" y="0"/>
                    <a:pt x="5293" y="22"/>
                    <a:pt x="5293" y="43"/>
                  </a:cubicBezTo>
                  <a:cubicBezTo>
                    <a:pt x="5293" y="64"/>
                    <a:pt x="5315" y="74"/>
                    <a:pt x="5336" y="74"/>
                  </a:cubicBezTo>
                  <a:lnTo>
                    <a:pt x="5421" y="74"/>
                  </a:lnTo>
                  <a:cubicBezTo>
                    <a:pt x="5442" y="74"/>
                    <a:pt x="5463" y="64"/>
                    <a:pt x="5463" y="43"/>
                  </a:cubicBezTo>
                  <a:cubicBezTo>
                    <a:pt x="5463" y="22"/>
                    <a:pt x="5442" y="0"/>
                    <a:pt x="5421" y="0"/>
                  </a:cubicBezTo>
                  <a:close/>
                  <a:moveTo>
                    <a:pt x="5749" y="0"/>
                  </a:moveTo>
                  <a:cubicBezTo>
                    <a:pt x="5718" y="0"/>
                    <a:pt x="5706" y="22"/>
                    <a:pt x="5706" y="43"/>
                  </a:cubicBezTo>
                  <a:cubicBezTo>
                    <a:pt x="5706" y="64"/>
                    <a:pt x="5718" y="74"/>
                    <a:pt x="5749" y="74"/>
                  </a:cubicBezTo>
                  <a:lnTo>
                    <a:pt x="5824" y="74"/>
                  </a:lnTo>
                  <a:cubicBezTo>
                    <a:pt x="5845" y="74"/>
                    <a:pt x="5866" y="64"/>
                    <a:pt x="5866" y="43"/>
                  </a:cubicBezTo>
                  <a:cubicBezTo>
                    <a:pt x="5866" y="22"/>
                    <a:pt x="5845" y="0"/>
                    <a:pt x="5824" y="0"/>
                  </a:cubicBezTo>
                  <a:close/>
                  <a:moveTo>
                    <a:pt x="6152" y="0"/>
                  </a:moveTo>
                  <a:cubicBezTo>
                    <a:pt x="6131" y="0"/>
                    <a:pt x="6109" y="22"/>
                    <a:pt x="6109" y="43"/>
                  </a:cubicBezTo>
                  <a:cubicBezTo>
                    <a:pt x="6109" y="64"/>
                    <a:pt x="6131" y="74"/>
                    <a:pt x="6152" y="74"/>
                  </a:cubicBezTo>
                  <a:lnTo>
                    <a:pt x="6237" y="74"/>
                  </a:lnTo>
                  <a:cubicBezTo>
                    <a:pt x="6258" y="74"/>
                    <a:pt x="6279" y="64"/>
                    <a:pt x="6279" y="43"/>
                  </a:cubicBezTo>
                  <a:cubicBezTo>
                    <a:pt x="6279" y="22"/>
                    <a:pt x="6258" y="0"/>
                    <a:pt x="6237" y="0"/>
                  </a:cubicBezTo>
                  <a:close/>
                  <a:moveTo>
                    <a:pt x="6555" y="0"/>
                  </a:moveTo>
                  <a:cubicBezTo>
                    <a:pt x="6534" y="0"/>
                    <a:pt x="6524" y="22"/>
                    <a:pt x="6524" y="43"/>
                  </a:cubicBezTo>
                  <a:cubicBezTo>
                    <a:pt x="6524" y="64"/>
                    <a:pt x="6534" y="74"/>
                    <a:pt x="6555" y="74"/>
                  </a:cubicBezTo>
                  <a:lnTo>
                    <a:pt x="6640" y="74"/>
                  </a:lnTo>
                  <a:cubicBezTo>
                    <a:pt x="6661" y="74"/>
                    <a:pt x="6682" y="64"/>
                    <a:pt x="6682" y="43"/>
                  </a:cubicBezTo>
                  <a:cubicBezTo>
                    <a:pt x="6682" y="22"/>
                    <a:pt x="6661" y="0"/>
                    <a:pt x="6640" y="0"/>
                  </a:cubicBezTo>
                  <a:close/>
                  <a:moveTo>
                    <a:pt x="6969" y="0"/>
                  </a:moveTo>
                  <a:cubicBezTo>
                    <a:pt x="6948" y="0"/>
                    <a:pt x="6927" y="22"/>
                    <a:pt x="6927" y="43"/>
                  </a:cubicBezTo>
                  <a:cubicBezTo>
                    <a:pt x="6927" y="64"/>
                    <a:pt x="6948" y="74"/>
                    <a:pt x="6969" y="74"/>
                  </a:cubicBezTo>
                  <a:lnTo>
                    <a:pt x="7054" y="74"/>
                  </a:lnTo>
                  <a:cubicBezTo>
                    <a:pt x="7075" y="74"/>
                    <a:pt x="7085" y="64"/>
                    <a:pt x="7085" y="43"/>
                  </a:cubicBezTo>
                  <a:cubicBezTo>
                    <a:pt x="7085" y="22"/>
                    <a:pt x="7075" y="0"/>
                    <a:pt x="70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6"/>
            <p:cNvSpPr/>
            <p:nvPr/>
          </p:nvSpPr>
          <p:spPr>
            <a:xfrm>
              <a:off x="2999375" y="881600"/>
              <a:ext cx="3200" cy="1875"/>
            </a:xfrm>
            <a:custGeom>
              <a:rect b="b" l="l" r="r" t="t"/>
              <a:pathLst>
                <a:path extrusionOk="0" h="75" w="128">
                  <a:moveTo>
                    <a:pt x="43" y="0"/>
                  </a:moveTo>
                  <a:cubicBezTo>
                    <a:pt x="21" y="0"/>
                    <a:pt x="0" y="22"/>
                    <a:pt x="0" y="43"/>
                  </a:cubicBezTo>
                  <a:cubicBezTo>
                    <a:pt x="0" y="64"/>
                    <a:pt x="21" y="74"/>
                    <a:pt x="43" y="74"/>
                  </a:cubicBezTo>
                  <a:lnTo>
                    <a:pt x="85" y="74"/>
                  </a:lnTo>
                  <a:cubicBezTo>
                    <a:pt x="106" y="74"/>
                    <a:pt x="127" y="64"/>
                    <a:pt x="127" y="43"/>
                  </a:cubicBezTo>
                  <a:cubicBezTo>
                    <a:pt x="127" y="22"/>
                    <a:pt x="106" y="0"/>
                    <a:pt x="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6"/>
            <p:cNvSpPr/>
            <p:nvPr/>
          </p:nvSpPr>
          <p:spPr>
            <a:xfrm>
              <a:off x="3191850" y="958475"/>
              <a:ext cx="3200" cy="2150"/>
            </a:xfrm>
            <a:custGeom>
              <a:rect b="b" l="l" r="r" t="t"/>
              <a:pathLst>
                <a:path extrusionOk="0" h="86" w="128">
                  <a:moveTo>
                    <a:pt x="43" y="1"/>
                  </a:moveTo>
                  <a:cubicBezTo>
                    <a:pt x="22" y="1"/>
                    <a:pt x="1" y="22"/>
                    <a:pt x="1" y="43"/>
                  </a:cubicBezTo>
                  <a:cubicBezTo>
                    <a:pt x="1" y="64"/>
                    <a:pt x="22" y="86"/>
                    <a:pt x="43" y="86"/>
                  </a:cubicBezTo>
                  <a:lnTo>
                    <a:pt x="85" y="86"/>
                  </a:lnTo>
                  <a:cubicBezTo>
                    <a:pt x="107" y="86"/>
                    <a:pt x="128" y="64"/>
                    <a:pt x="128" y="43"/>
                  </a:cubicBezTo>
                  <a:cubicBezTo>
                    <a:pt x="128" y="22"/>
                    <a:pt x="107" y="1"/>
                    <a:pt x="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6"/>
            <p:cNvSpPr/>
            <p:nvPr/>
          </p:nvSpPr>
          <p:spPr>
            <a:xfrm>
              <a:off x="3055825" y="958475"/>
              <a:ext cx="129950" cy="2150"/>
            </a:xfrm>
            <a:custGeom>
              <a:rect b="b" l="l" r="r" t="t"/>
              <a:pathLst>
                <a:path extrusionOk="0" h="86" w="5198">
                  <a:moveTo>
                    <a:pt x="43" y="1"/>
                  </a:moveTo>
                  <a:cubicBezTo>
                    <a:pt x="22" y="1"/>
                    <a:pt x="1" y="22"/>
                    <a:pt x="1" y="43"/>
                  </a:cubicBezTo>
                  <a:cubicBezTo>
                    <a:pt x="1" y="64"/>
                    <a:pt x="22" y="86"/>
                    <a:pt x="43" y="86"/>
                  </a:cubicBezTo>
                  <a:lnTo>
                    <a:pt x="128" y="86"/>
                  </a:lnTo>
                  <a:cubicBezTo>
                    <a:pt x="149" y="86"/>
                    <a:pt x="170" y="64"/>
                    <a:pt x="170" y="43"/>
                  </a:cubicBezTo>
                  <a:cubicBezTo>
                    <a:pt x="170" y="22"/>
                    <a:pt x="149" y="1"/>
                    <a:pt x="128" y="1"/>
                  </a:cubicBezTo>
                  <a:close/>
                  <a:moveTo>
                    <a:pt x="467" y="1"/>
                  </a:moveTo>
                  <a:cubicBezTo>
                    <a:pt x="436" y="1"/>
                    <a:pt x="425" y="22"/>
                    <a:pt x="425" y="43"/>
                  </a:cubicBezTo>
                  <a:cubicBezTo>
                    <a:pt x="425" y="64"/>
                    <a:pt x="436" y="86"/>
                    <a:pt x="467" y="86"/>
                  </a:cubicBezTo>
                  <a:lnTo>
                    <a:pt x="542" y="86"/>
                  </a:lnTo>
                  <a:cubicBezTo>
                    <a:pt x="573" y="86"/>
                    <a:pt x="584" y="64"/>
                    <a:pt x="584" y="43"/>
                  </a:cubicBezTo>
                  <a:cubicBezTo>
                    <a:pt x="584" y="22"/>
                    <a:pt x="573" y="1"/>
                    <a:pt x="542" y="1"/>
                  </a:cubicBezTo>
                  <a:close/>
                  <a:moveTo>
                    <a:pt x="881" y="1"/>
                  </a:moveTo>
                  <a:cubicBezTo>
                    <a:pt x="860" y="1"/>
                    <a:pt x="839" y="22"/>
                    <a:pt x="839" y="43"/>
                  </a:cubicBezTo>
                  <a:cubicBezTo>
                    <a:pt x="839" y="64"/>
                    <a:pt x="860" y="86"/>
                    <a:pt x="881" y="86"/>
                  </a:cubicBezTo>
                  <a:lnTo>
                    <a:pt x="966" y="86"/>
                  </a:lnTo>
                  <a:cubicBezTo>
                    <a:pt x="987" y="86"/>
                    <a:pt x="1009" y="64"/>
                    <a:pt x="1009" y="43"/>
                  </a:cubicBezTo>
                  <a:cubicBezTo>
                    <a:pt x="1009" y="22"/>
                    <a:pt x="987" y="1"/>
                    <a:pt x="966" y="1"/>
                  </a:cubicBezTo>
                  <a:close/>
                  <a:moveTo>
                    <a:pt x="1305" y="1"/>
                  </a:moveTo>
                  <a:cubicBezTo>
                    <a:pt x="1273" y="1"/>
                    <a:pt x="1263" y="22"/>
                    <a:pt x="1263" y="43"/>
                  </a:cubicBezTo>
                  <a:cubicBezTo>
                    <a:pt x="1263" y="64"/>
                    <a:pt x="1273" y="86"/>
                    <a:pt x="1305" y="86"/>
                  </a:cubicBezTo>
                  <a:lnTo>
                    <a:pt x="1379" y="86"/>
                  </a:lnTo>
                  <a:cubicBezTo>
                    <a:pt x="1412" y="86"/>
                    <a:pt x="1422" y="64"/>
                    <a:pt x="1422" y="43"/>
                  </a:cubicBezTo>
                  <a:cubicBezTo>
                    <a:pt x="1422" y="22"/>
                    <a:pt x="1412" y="1"/>
                    <a:pt x="1379" y="1"/>
                  </a:cubicBezTo>
                  <a:close/>
                  <a:moveTo>
                    <a:pt x="1719" y="1"/>
                  </a:moveTo>
                  <a:cubicBezTo>
                    <a:pt x="1697" y="1"/>
                    <a:pt x="1676" y="22"/>
                    <a:pt x="1676" y="43"/>
                  </a:cubicBezTo>
                  <a:cubicBezTo>
                    <a:pt x="1676" y="64"/>
                    <a:pt x="1697" y="86"/>
                    <a:pt x="1719" y="86"/>
                  </a:cubicBezTo>
                  <a:lnTo>
                    <a:pt x="1803" y="86"/>
                  </a:lnTo>
                  <a:cubicBezTo>
                    <a:pt x="1825" y="86"/>
                    <a:pt x="1846" y="64"/>
                    <a:pt x="1846" y="43"/>
                  </a:cubicBezTo>
                  <a:cubicBezTo>
                    <a:pt x="1846" y="22"/>
                    <a:pt x="1825" y="1"/>
                    <a:pt x="1803" y="1"/>
                  </a:cubicBezTo>
                  <a:close/>
                  <a:moveTo>
                    <a:pt x="2133" y="1"/>
                  </a:moveTo>
                  <a:cubicBezTo>
                    <a:pt x="2111" y="1"/>
                    <a:pt x="2100" y="22"/>
                    <a:pt x="2100" y="43"/>
                  </a:cubicBezTo>
                  <a:cubicBezTo>
                    <a:pt x="2100" y="64"/>
                    <a:pt x="2111" y="86"/>
                    <a:pt x="2133" y="86"/>
                  </a:cubicBezTo>
                  <a:lnTo>
                    <a:pt x="2218" y="86"/>
                  </a:lnTo>
                  <a:cubicBezTo>
                    <a:pt x="2239" y="86"/>
                    <a:pt x="2260" y="64"/>
                    <a:pt x="2260" y="43"/>
                  </a:cubicBezTo>
                  <a:cubicBezTo>
                    <a:pt x="2260" y="22"/>
                    <a:pt x="2239" y="1"/>
                    <a:pt x="2218" y="1"/>
                  </a:cubicBezTo>
                  <a:close/>
                  <a:moveTo>
                    <a:pt x="2557" y="1"/>
                  </a:moveTo>
                  <a:cubicBezTo>
                    <a:pt x="2536" y="1"/>
                    <a:pt x="2514" y="22"/>
                    <a:pt x="2514" y="43"/>
                  </a:cubicBezTo>
                  <a:cubicBezTo>
                    <a:pt x="2514" y="64"/>
                    <a:pt x="2536" y="86"/>
                    <a:pt x="2557" y="86"/>
                  </a:cubicBezTo>
                  <a:lnTo>
                    <a:pt x="2642" y="86"/>
                  </a:lnTo>
                  <a:cubicBezTo>
                    <a:pt x="2663" y="86"/>
                    <a:pt x="2684" y="64"/>
                    <a:pt x="2684" y="43"/>
                  </a:cubicBezTo>
                  <a:cubicBezTo>
                    <a:pt x="2684" y="22"/>
                    <a:pt x="2663" y="1"/>
                    <a:pt x="2642" y="1"/>
                  </a:cubicBezTo>
                  <a:close/>
                  <a:moveTo>
                    <a:pt x="2970" y="1"/>
                  </a:moveTo>
                  <a:cubicBezTo>
                    <a:pt x="2949" y="1"/>
                    <a:pt x="2939" y="22"/>
                    <a:pt x="2939" y="43"/>
                  </a:cubicBezTo>
                  <a:cubicBezTo>
                    <a:pt x="2939" y="64"/>
                    <a:pt x="2949" y="86"/>
                    <a:pt x="2970" y="86"/>
                  </a:cubicBezTo>
                  <a:lnTo>
                    <a:pt x="3055" y="86"/>
                  </a:lnTo>
                  <a:cubicBezTo>
                    <a:pt x="3076" y="86"/>
                    <a:pt x="3097" y="64"/>
                    <a:pt x="3097" y="43"/>
                  </a:cubicBezTo>
                  <a:cubicBezTo>
                    <a:pt x="3097" y="22"/>
                    <a:pt x="3076" y="1"/>
                    <a:pt x="3055" y="1"/>
                  </a:cubicBezTo>
                  <a:close/>
                  <a:moveTo>
                    <a:pt x="3394" y="1"/>
                  </a:moveTo>
                  <a:cubicBezTo>
                    <a:pt x="3373" y="1"/>
                    <a:pt x="3352" y="22"/>
                    <a:pt x="3352" y="43"/>
                  </a:cubicBezTo>
                  <a:cubicBezTo>
                    <a:pt x="3352" y="64"/>
                    <a:pt x="3373" y="86"/>
                    <a:pt x="3394" y="86"/>
                  </a:cubicBezTo>
                  <a:lnTo>
                    <a:pt x="3479" y="86"/>
                  </a:lnTo>
                  <a:cubicBezTo>
                    <a:pt x="3500" y="86"/>
                    <a:pt x="3522" y="64"/>
                    <a:pt x="3522" y="43"/>
                  </a:cubicBezTo>
                  <a:cubicBezTo>
                    <a:pt x="3522" y="22"/>
                    <a:pt x="3500" y="1"/>
                    <a:pt x="3479" y="1"/>
                  </a:cubicBezTo>
                  <a:close/>
                  <a:moveTo>
                    <a:pt x="3808" y="1"/>
                  </a:moveTo>
                  <a:cubicBezTo>
                    <a:pt x="3787" y="1"/>
                    <a:pt x="3766" y="22"/>
                    <a:pt x="3766" y="43"/>
                  </a:cubicBezTo>
                  <a:cubicBezTo>
                    <a:pt x="3766" y="64"/>
                    <a:pt x="3787" y="86"/>
                    <a:pt x="3808" y="86"/>
                  </a:cubicBezTo>
                  <a:lnTo>
                    <a:pt x="3893" y="86"/>
                  </a:lnTo>
                  <a:cubicBezTo>
                    <a:pt x="3914" y="86"/>
                    <a:pt x="3936" y="64"/>
                    <a:pt x="3936" y="43"/>
                  </a:cubicBezTo>
                  <a:cubicBezTo>
                    <a:pt x="3936" y="22"/>
                    <a:pt x="3914" y="1"/>
                    <a:pt x="3893" y="1"/>
                  </a:cubicBezTo>
                  <a:close/>
                  <a:moveTo>
                    <a:pt x="4233" y="1"/>
                  </a:moveTo>
                  <a:cubicBezTo>
                    <a:pt x="4211" y="1"/>
                    <a:pt x="4190" y="22"/>
                    <a:pt x="4190" y="43"/>
                  </a:cubicBezTo>
                  <a:cubicBezTo>
                    <a:pt x="4190" y="64"/>
                    <a:pt x="4211" y="86"/>
                    <a:pt x="4233" y="86"/>
                  </a:cubicBezTo>
                  <a:lnTo>
                    <a:pt x="4317" y="86"/>
                  </a:lnTo>
                  <a:cubicBezTo>
                    <a:pt x="4339" y="86"/>
                    <a:pt x="4360" y="64"/>
                    <a:pt x="4360" y="43"/>
                  </a:cubicBezTo>
                  <a:cubicBezTo>
                    <a:pt x="4360" y="22"/>
                    <a:pt x="4339" y="1"/>
                    <a:pt x="4317" y="1"/>
                  </a:cubicBezTo>
                  <a:close/>
                  <a:moveTo>
                    <a:pt x="4646" y="1"/>
                  </a:moveTo>
                  <a:cubicBezTo>
                    <a:pt x="4624" y="1"/>
                    <a:pt x="4603" y="22"/>
                    <a:pt x="4603" y="43"/>
                  </a:cubicBezTo>
                  <a:cubicBezTo>
                    <a:pt x="4603" y="64"/>
                    <a:pt x="4624" y="86"/>
                    <a:pt x="4646" y="86"/>
                  </a:cubicBezTo>
                  <a:lnTo>
                    <a:pt x="4731" y="86"/>
                  </a:lnTo>
                  <a:cubicBezTo>
                    <a:pt x="4752" y="86"/>
                    <a:pt x="4773" y="64"/>
                    <a:pt x="4773" y="43"/>
                  </a:cubicBezTo>
                  <a:cubicBezTo>
                    <a:pt x="4773" y="22"/>
                    <a:pt x="4752" y="1"/>
                    <a:pt x="4731" y="1"/>
                  </a:cubicBezTo>
                  <a:close/>
                  <a:moveTo>
                    <a:pt x="5070" y="1"/>
                  </a:moveTo>
                  <a:cubicBezTo>
                    <a:pt x="5049" y="1"/>
                    <a:pt x="5027" y="22"/>
                    <a:pt x="5027" y="43"/>
                  </a:cubicBezTo>
                  <a:cubicBezTo>
                    <a:pt x="5027" y="64"/>
                    <a:pt x="5049" y="86"/>
                    <a:pt x="5070" y="86"/>
                  </a:cubicBezTo>
                  <a:lnTo>
                    <a:pt x="5155" y="86"/>
                  </a:lnTo>
                  <a:cubicBezTo>
                    <a:pt x="5176" y="86"/>
                    <a:pt x="5197" y="64"/>
                    <a:pt x="5197" y="43"/>
                  </a:cubicBezTo>
                  <a:cubicBezTo>
                    <a:pt x="5197" y="22"/>
                    <a:pt x="5176" y="1"/>
                    <a:pt x="5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6"/>
            <p:cNvSpPr/>
            <p:nvPr/>
          </p:nvSpPr>
          <p:spPr>
            <a:xfrm>
              <a:off x="3046550" y="958475"/>
              <a:ext cx="2950" cy="2150"/>
            </a:xfrm>
            <a:custGeom>
              <a:rect b="b" l="l" r="r" t="t"/>
              <a:pathLst>
                <a:path extrusionOk="0" h="86" w="118">
                  <a:moveTo>
                    <a:pt x="43" y="1"/>
                  </a:moveTo>
                  <a:cubicBezTo>
                    <a:pt x="22" y="1"/>
                    <a:pt x="1" y="22"/>
                    <a:pt x="1" y="43"/>
                  </a:cubicBezTo>
                  <a:cubicBezTo>
                    <a:pt x="1" y="64"/>
                    <a:pt x="22" y="86"/>
                    <a:pt x="43" y="86"/>
                  </a:cubicBezTo>
                  <a:lnTo>
                    <a:pt x="75" y="86"/>
                  </a:lnTo>
                  <a:cubicBezTo>
                    <a:pt x="107" y="86"/>
                    <a:pt x="117" y="64"/>
                    <a:pt x="117" y="43"/>
                  </a:cubicBezTo>
                  <a:cubicBezTo>
                    <a:pt x="117" y="22"/>
                    <a:pt x="107" y="1"/>
                    <a:pt x="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6"/>
            <p:cNvSpPr/>
            <p:nvPr/>
          </p:nvSpPr>
          <p:spPr>
            <a:xfrm>
              <a:off x="3191850" y="1064800"/>
              <a:ext cx="3200" cy="2125"/>
            </a:xfrm>
            <a:custGeom>
              <a:rect b="b" l="l" r="r" t="t"/>
              <a:pathLst>
                <a:path extrusionOk="0" h="85" w="128">
                  <a:moveTo>
                    <a:pt x="43" y="0"/>
                  </a:moveTo>
                  <a:cubicBezTo>
                    <a:pt x="22" y="0"/>
                    <a:pt x="1" y="21"/>
                    <a:pt x="1" y="43"/>
                  </a:cubicBezTo>
                  <a:cubicBezTo>
                    <a:pt x="1" y="64"/>
                    <a:pt x="22" y="85"/>
                    <a:pt x="43" y="85"/>
                  </a:cubicBezTo>
                  <a:lnTo>
                    <a:pt x="85" y="85"/>
                  </a:lnTo>
                  <a:cubicBezTo>
                    <a:pt x="107" y="85"/>
                    <a:pt x="128" y="64"/>
                    <a:pt x="128" y="43"/>
                  </a:cubicBezTo>
                  <a:cubicBezTo>
                    <a:pt x="128" y="21"/>
                    <a:pt x="107" y="0"/>
                    <a:pt x="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6"/>
            <p:cNvSpPr/>
            <p:nvPr/>
          </p:nvSpPr>
          <p:spPr>
            <a:xfrm>
              <a:off x="3055825" y="1064800"/>
              <a:ext cx="129950" cy="2125"/>
            </a:xfrm>
            <a:custGeom>
              <a:rect b="b" l="l" r="r" t="t"/>
              <a:pathLst>
                <a:path extrusionOk="0" h="85" w="5198">
                  <a:moveTo>
                    <a:pt x="43" y="0"/>
                  </a:moveTo>
                  <a:cubicBezTo>
                    <a:pt x="22" y="0"/>
                    <a:pt x="1" y="21"/>
                    <a:pt x="1" y="43"/>
                  </a:cubicBezTo>
                  <a:cubicBezTo>
                    <a:pt x="1" y="64"/>
                    <a:pt x="22" y="85"/>
                    <a:pt x="43" y="85"/>
                  </a:cubicBezTo>
                  <a:lnTo>
                    <a:pt x="128" y="85"/>
                  </a:lnTo>
                  <a:cubicBezTo>
                    <a:pt x="149" y="85"/>
                    <a:pt x="170" y="64"/>
                    <a:pt x="170" y="43"/>
                  </a:cubicBezTo>
                  <a:cubicBezTo>
                    <a:pt x="170" y="21"/>
                    <a:pt x="149" y="0"/>
                    <a:pt x="128" y="0"/>
                  </a:cubicBezTo>
                  <a:close/>
                  <a:moveTo>
                    <a:pt x="467" y="0"/>
                  </a:moveTo>
                  <a:cubicBezTo>
                    <a:pt x="436" y="0"/>
                    <a:pt x="425" y="21"/>
                    <a:pt x="425" y="43"/>
                  </a:cubicBezTo>
                  <a:cubicBezTo>
                    <a:pt x="425" y="64"/>
                    <a:pt x="436" y="85"/>
                    <a:pt x="467" y="85"/>
                  </a:cubicBezTo>
                  <a:lnTo>
                    <a:pt x="542" y="85"/>
                  </a:lnTo>
                  <a:cubicBezTo>
                    <a:pt x="573" y="85"/>
                    <a:pt x="584" y="64"/>
                    <a:pt x="584" y="43"/>
                  </a:cubicBezTo>
                  <a:cubicBezTo>
                    <a:pt x="584" y="21"/>
                    <a:pt x="573" y="0"/>
                    <a:pt x="542" y="0"/>
                  </a:cubicBezTo>
                  <a:close/>
                  <a:moveTo>
                    <a:pt x="881" y="0"/>
                  </a:moveTo>
                  <a:cubicBezTo>
                    <a:pt x="860" y="0"/>
                    <a:pt x="839" y="21"/>
                    <a:pt x="839" y="43"/>
                  </a:cubicBezTo>
                  <a:cubicBezTo>
                    <a:pt x="839" y="64"/>
                    <a:pt x="860" y="85"/>
                    <a:pt x="881" y="85"/>
                  </a:cubicBezTo>
                  <a:lnTo>
                    <a:pt x="966" y="85"/>
                  </a:lnTo>
                  <a:cubicBezTo>
                    <a:pt x="987" y="85"/>
                    <a:pt x="1009" y="64"/>
                    <a:pt x="1009" y="43"/>
                  </a:cubicBezTo>
                  <a:cubicBezTo>
                    <a:pt x="1009" y="21"/>
                    <a:pt x="987" y="0"/>
                    <a:pt x="966" y="0"/>
                  </a:cubicBezTo>
                  <a:close/>
                  <a:moveTo>
                    <a:pt x="1305" y="0"/>
                  </a:moveTo>
                  <a:cubicBezTo>
                    <a:pt x="1273" y="0"/>
                    <a:pt x="1263" y="21"/>
                    <a:pt x="1263" y="43"/>
                  </a:cubicBezTo>
                  <a:cubicBezTo>
                    <a:pt x="1263" y="64"/>
                    <a:pt x="1273" y="85"/>
                    <a:pt x="1305" y="85"/>
                  </a:cubicBezTo>
                  <a:lnTo>
                    <a:pt x="1379" y="85"/>
                  </a:lnTo>
                  <a:cubicBezTo>
                    <a:pt x="1412" y="85"/>
                    <a:pt x="1422" y="64"/>
                    <a:pt x="1422" y="43"/>
                  </a:cubicBezTo>
                  <a:cubicBezTo>
                    <a:pt x="1422" y="21"/>
                    <a:pt x="1412" y="0"/>
                    <a:pt x="1379" y="0"/>
                  </a:cubicBezTo>
                  <a:close/>
                  <a:moveTo>
                    <a:pt x="1719" y="0"/>
                  </a:moveTo>
                  <a:cubicBezTo>
                    <a:pt x="1697" y="0"/>
                    <a:pt x="1676" y="21"/>
                    <a:pt x="1676" y="43"/>
                  </a:cubicBezTo>
                  <a:cubicBezTo>
                    <a:pt x="1676" y="64"/>
                    <a:pt x="1697" y="85"/>
                    <a:pt x="1719" y="85"/>
                  </a:cubicBezTo>
                  <a:lnTo>
                    <a:pt x="1803" y="85"/>
                  </a:lnTo>
                  <a:cubicBezTo>
                    <a:pt x="1825" y="85"/>
                    <a:pt x="1846" y="64"/>
                    <a:pt x="1846" y="43"/>
                  </a:cubicBezTo>
                  <a:cubicBezTo>
                    <a:pt x="1846" y="21"/>
                    <a:pt x="1825" y="0"/>
                    <a:pt x="1803" y="0"/>
                  </a:cubicBezTo>
                  <a:close/>
                  <a:moveTo>
                    <a:pt x="2133" y="0"/>
                  </a:moveTo>
                  <a:cubicBezTo>
                    <a:pt x="2111" y="0"/>
                    <a:pt x="2100" y="21"/>
                    <a:pt x="2100" y="43"/>
                  </a:cubicBezTo>
                  <a:cubicBezTo>
                    <a:pt x="2100" y="64"/>
                    <a:pt x="2111" y="85"/>
                    <a:pt x="2133" y="85"/>
                  </a:cubicBezTo>
                  <a:lnTo>
                    <a:pt x="2218" y="85"/>
                  </a:lnTo>
                  <a:cubicBezTo>
                    <a:pt x="2239" y="85"/>
                    <a:pt x="2260" y="64"/>
                    <a:pt x="2260" y="43"/>
                  </a:cubicBezTo>
                  <a:cubicBezTo>
                    <a:pt x="2260" y="21"/>
                    <a:pt x="2239" y="0"/>
                    <a:pt x="2218" y="0"/>
                  </a:cubicBezTo>
                  <a:close/>
                  <a:moveTo>
                    <a:pt x="2557" y="0"/>
                  </a:moveTo>
                  <a:cubicBezTo>
                    <a:pt x="2536" y="0"/>
                    <a:pt x="2514" y="21"/>
                    <a:pt x="2514" y="43"/>
                  </a:cubicBezTo>
                  <a:cubicBezTo>
                    <a:pt x="2514" y="64"/>
                    <a:pt x="2536" y="85"/>
                    <a:pt x="2557" y="85"/>
                  </a:cubicBezTo>
                  <a:lnTo>
                    <a:pt x="2642" y="85"/>
                  </a:lnTo>
                  <a:cubicBezTo>
                    <a:pt x="2663" y="85"/>
                    <a:pt x="2684" y="64"/>
                    <a:pt x="2684" y="43"/>
                  </a:cubicBezTo>
                  <a:cubicBezTo>
                    <a:pt x="2684" y="21"/>
                    <a:pt x="2663" y="0"/>
                    <a:pt x="2642" y="0"/>
                  </a:cubicBezTo>
                  <a:close/>
                  <a:moveTo>
                    <a:pt x="2970" y="0"/>
                  </a:moveTo>
                  <a:cubicBezTo>
                    <a:pt x="2949" y="0"/>
                    <a:pt x="2939" y="21"/>
                    <a:pt x="2939" y="43"/>
                  </a:cubicBezTo>
                  <a:cubicBezTo>
                    <a:pt x="2939" y="64"/>
                    <a:pt x="2949" y="85"/>
                    <a:pt x="2970" y="85"/>
                  </a:cubicBezTo>
                  <a:lnTo>
                    <a:pt x="3055" y="85"/>
                  </a:lnTo>
                  <a:cubicBezTo>
                    <a:pt x="3076" y="85"/>
                    <a:pt x="3097" y="64"/>
                    <a:pt x="3097" y="43"/>
                  </a:cubicBezTo>
                  <a:cubicBezTo>
                    <a:pt x="3097" y="21"/>
                    <a:pt x="3076" y="0"/>
                    <a:pt x="3055" y="0"/>
                  </a:cubicBezTo>
                  <a:close/>
                  <a:moveTo>
                    <a:pt x="3394" y="0"/>
                  </a:moveTo>
                  <a:cubicBezTo>
                    <a:pt x="3373" y="0"/>
                    <a:pt x="3352" y="21"/>
                    <a:pt x="3352" y="43"/>
                  </a:cubicBezTo>
                  <a:cubicBezTo>
                    <a:pt x="3352" y="64"/>
                    <a:pt x="3373" y="85"/>
                    <a:pt x="3394" y="85"/>
                  </a:cubicBezTo>
                  <a:lnTo>
                    <a:pt x="3479" y="85"/>
                  </a:lnTo>
                  <a:cubicBezTo>
                    <a:pt x="3500" y="85"/>
                    <a:pt x="3522" y="64"/>
                    <a:pt x="3522" y="43"/>
                  </a:cubicBezTo>
                  <a:cubicBezTo>
                    <a:pt x="3522" y="21"/>
                    <a:pt x="3500" y="0"/>
                    <a:pt x="3479" y="0"/>
                  </a:cubicBezTo>
                  <a:close/>
                  <a:moveTo>
                    <a:pt x="3808" y="0"/>
                  </a:moveTo>
                  <a:cubicBezTo>
                    <a:pt x="3787" y="0"/>
                    <a:pt x="3766" y="21"/>
                    <a:pt x="3766" y="43"/>
                  </a:cubicBezTo>
                  <a:cubicBezTo>
                    <a:pt x="3766" y="64"/>
                    <a:pt x="3787" y="85"/>
                    <a:pt x="3808" y="85"/>
                  </a:cubicBezTo>
                  <a:lnTo>
                    <a:pt x="3893" y="85"/>
                  </a:lnTo>
                  <a:cubicBezTo>
                    <a:pt x="3914" y="85"/>
                    <a:pt x="3936" y="64"/>
                    <a:pt x="3936" y="43"/>
                  </a:cubicBezTo>
                  <a:cubicBezTo>
                    <a:pt x="3936" y="21"/>
                    <a:pt x="3914" y="0"/>
                    <a:pt x="3893" y="0"/>
                  </a:cubicBezTo>
                  <a:close/>
                  <a:moveTo>
                    <a:pt x="4233" y="0"/>
                  </a:moveTo>
                  <a:cubicBezTo>
                    <a:pt x="4211" y="0"/>
                    <a:pt x="4190" y="21"/>
                    <a:pt x="4190" y="43"/>
                  </a:cubicBezTo>
                  <a:cubicBezTo>
                    <a:pt x="4190" y="64"/>
                    <a:pt x="4211" y="85"/>
                    <a:pt x="4233" y="85"/>
                  </a:cubicBezTo>
                  <a:lnTo>
                    <a:pt x="4317" y="85"/>
                  </a:lnTo>
                  <a:cubicBezTo>
                    <a:pt x="4339" y="85"/>
                    <a:pt x="4360" y="64"/>
                    <a:pt x="4360" y="43"/>
                  </a:cubicBezTo>
                  <a:cubicBezTo>
                    <a:pt x="4360" y="21"/>
                    <a:pt x="4339" y="0"/>
                    <a:pt x="4317" y="0"/>
                  </a:cubicBezTo>
                  <a:close/>
                  <a:moveTo>
                    <a:pt x="4646" y="0"/>
                  </a:moveTo>
                  <a:cubicBezTo>
                    <a:pt x="4624" y="0"/>
                    <a:pt x="4603" y="21"/>
                    <a:pt x="4603" y="43"/>
                  </a:cubicBezTo>
                  <a:cubicBezTo>
                    <a:pt x="4603" y="64"/>
                    <a:pt x="4624" y="85"/>
                    <a:pt x="4646" y="85"/>
                  </a:cubicBezTo>
                  <a:lnTo>
                    <a:pt x="4731" y="85"/>
                  </a:lnTo>
                  <a:cubicBezTo>
                    <a:pt x="4752" y="85"/>
                    <a:pt x="4773" y="64"/>
                    <a:pt x="4773" y="43"/>
                  </a:cubicBezTo>
                  <a:cubicBezTo>
                    <a:pt x="4773" y="21"/>
                    <a:pt x="4752" y="0"/>
                    <a:pt x="4731" y="0"/>
                  </a:cubicBezTo>
                  <a:close/>
                  <a:moveTo>
                    <a:pt x="5070" y="0"/>
                  </a:moveTo>
                  <a:cubicBezTo>
                    <a:pt x="5049" y="0"/>
                    <a:pt x="5027" y="21"/>
                    <a:pt x="5027" y="43"/>
                  </a:cubicBezTo>
                  <a:cubicBezTo>
                    <a:pt x="5027" y="64"/>
                    <a:pt x="5049" y="85"/>
                    <a:pt x="5070" y="85"/>
                  </a:cubicBezTo>
                  <a:lnTo>
                    <a:pt x="5155" y="85"/>
                  </a:lnTo>
                  <a:cubicBezTo>
                    <a:pt x="5176" y="85"/>
                    <a:pt x="5197" y="64"/>
                    <a:pt x="5197" y="43"/>
                  </a:cubicBezTo>
                  <a:cubicBezTo>
                    <a:pt x="5197" y="21"/>
                    <a:pt x="5176" y="0"/>
                    <a:pt x="51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6"/>
            <p:cNvSpPr/>
            <p:nvPr/>
          </p:nvSpPr>
          <p:spPr>
            <a:xfrm>
              <a:off x="3046550" y="1064800"/>
              <a:ext cx="2950" cy="2125"/>
            </a:xfrm>
            <a:custGeom>
              <a:rect b="b" l="l" r="r" t="t"/>
              <a:pathLst>
                <a:path extrusionOk="0" h="85" w="118">
                  <a:moveTo>
                    <a:pt x="43" y="0"/>
                  </a:moveTo>
                  <a:cubicBezTo>
                    <a:pt x="22" y="0"/>
                    <a:pt x="1" y="21"/>
                    <a:pt x="1" y="43"/>
                  </a:cubicBezTo>
                  <a:cubicBezTo>
                    <a:pt x="1" y="64"/>
                    <a:pt x="22" y="85"/>
                    <a:pt x="43" y="85"/>
                  </a:cubicBezTo>
                  <a:lnTo>
                    <a:pt x="75" y="85"/>
                  </a:lnTo>
                  <a:cubicBezTo>
                    <a:pt x="107" y="85"/>
                    <a:pt x="117" y="64"/>
                    <a:pt x="117" y="43"/>
                  </a:cubicBezTo>
                  <a:cubicBezTo>
                    <a:pt x="117" y="21"/>
                    <a:pt x="107" y="0"/>
                    <a:pt x="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6"/>
            <p:cNvSpPr/>
            <p:nvPr/>
          </p:nvSpPr>
          <p:spPr>
            <a:xfrm>
              <a:off x="3284650" y="862225"/>
              <a:ext cx="2150" cy="2950"/>
            </a:xfrm>
            <a:custGeom>
              <a:rect b="b" l="l" r="r" t="t"/>
              <a:pathLst>
                <a:path extrusionOk="0" h="118" w="86">
                  <a:moveTo>
                    <a:pt x="43" y="1"/>
                  </a:moveTo>
                  <a:cubicBezTo>
                    <a:pt x="22" y="1"/>
                    <a:pt x="0" y="22"/>
                    <a:pt x="0" y="43"/>
                  </a:cubicBezTo>
                  <a:lnTo>
                    <a:pt x="0" y="75"/>
                  </a:lnTo>
                  <a:cubicBezTo>
                    <a:pt x="0" y="107"/>
                    <a:pt x="22" y="118"/>
                    <a:pt x="43" y="118"/>
                  </a:cubicBezTo>
                  <a:cubicBezTo>
                    <a:pt x="64" y="118"/>
                    <a:pt x="85" y="107"/>
                    <a:pt x="85" y="75"/>
                  </a:cubicBezTo>
                  <a:lnTo>
                    <a:pt x="85" y="43"/>
                  </a:lnTo>
                  <a:cubicBezTo>
                    <a:pt x="85" y="22"/>
                    <a:pt x="64" y="1"/>
                    <a:pt x="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6"/>
            <p:cNvSpPr/>
            <p:nvPr/>
          </p:nvSpPr>
          <p:spPr>
            <a:xfrm>
              <a:off x="3284650" y="871250"/>
              <a:ext cx="2150" cy="321350"/>
            </a:xfrm>
            <a:custGeom>
              <a:rect b="b" l="l" r="r" t="t"/>
              <a:pathLst>
                <a:path extrusionOk="0" h="12854" w="86">
                  <a:moveTo>
                    <a:pt x="43" y="0"/>
                  </a:moveTo>
                  <a:cubicBezTo>
                    <a:pt x="22" y="0"/>
                    <a:pt x="0" y="22"/>
                    <a:pt x="0" y="43"/>
                  </a:cubicBezTo>
                  <a:lnTo>
                    <a:pt x="0" y="128"/>
                  </a:lnTo>
                  <a:cubicBezTo>
                    <a:pt x="0" y="149"/>
                    <a:pt x="22" y="170"/>
                    <a:pt x="43" y="170"/>
                  </a:cubicBezTo>
                  <a:cubicBezTo>
                    <a:pt x="64" y="170"/>
                    <a:pt x="85" y="149"/>
                    <a:pt x="85" y="128"/>
                  </a:cubicBezTo>
                  <a:lnTo>
                    <a:pt x="85" y="43"/>
                  </a:lnTo>
                  <a:cubicBezTo>
                    <a:pt x="85" y="22"/>
                    <a:pt x="64" y="0"/>
                    <a:pt x="43" y="0"/>
                  </a:cubicBezTo>
                  <a:close/>
                  <a:moveTo>
                    <a:pt x="43" y="414"/>
                  </a:moveTo>
                  <a:cubicBezTo>
                    <a:pt x="22" y="414"/>
                    <a:pt x="0" y="436"/>
                    <a:pt x="0" y="457"/>
                  </a:cubicBezTo>
                  <a:lnTo>
                    <a:pt x="0" y="542"/>
                  </a:lnTo>
                  <a:cubicBezTo>
                    <a:pt x="0" y="563"/>
                    <a:pt x="22" y="573"/>
                    <a:pt x="43" y="573"/>
                  </a:cubicBezTo>
                  <a:cubicBezTo>
                    <a:pt x="64" y="573"/>
                    <a:pt x="85" y="563"/>
                    <a:pt x="85" y="542"/>
                  </a:cubicBezTo>
                  <a:lnTo>
                    <a:pt x="85" y="457"/>
                  </a:lnTo>
                  <a:cubicBezTo>
                    <a:pt x="85" y="436"/>
                    <a:pt x="64" y="414"/>
                    <a:pt x="43" y="414"/>
                  </a:cubicBezTo>
                  <a:close/>
                  <a:moveTo>
                    <a:pt x="43" y="827"/>
                  </a:moveTo>
                  <a:cubicBezTo>
                    <a:pt x="22" y="827"/>
                    <a:pt x="0" y="839"/>
                    <a:pt x="0" y="860"/>
                  </a:cubicBezTo>
                  <a:lnTo>
                    <a:pt x="0" y="945"/>
                  </a:lnTo>
                  <a:cubicBezTo>
                    <a:pt x="0" y="966"/>
                    <a:pt x="22" y="987"/>
                    <a:pt x="43" y="987"/>
                  </a:cubicBezTo>
                  <a:cubicBezTo>
                    <a:pt x="64" y="987"/>
                    <a:pt x="85" y="966"/>
                    <a:pt x="85" y="945"/>
                  </a:cubicBezTo>
                  <a:lnTo>
                    <a:pt x="85" y="860"/>
                  </a:lnTo>
                  <a:cubicBezTo>
                    <a:pt x="85" y="839"/>
                    <a:pt x="64" y="827"/>
                    <a:pt x="43" y="827"/>
                  </a:cubicBezTo>
                  <a:close/>
                  <a:moveTo>
                    <a:pt x="43" y="1230"/>
                  </a:moveTo>
                  <a:cubicBezTo>
                    <a:pt x="22" y="1230"/>
                    <a:pt x="0" y="1252"/>
                    <a:pt x="0" y="1273"/>
                  </a:cubicBezTo>
                  <a:lnTo>
                    <a:pt x="0" y="1358"/>
                  </a:lnTo>
                  <a:cubicBezTo>
                    <a:pt x="0" y="1379"/>
                    <a:pt x="22" y="1400"/>
                    <a:pt x="43" y="1400"/>
                  </a:cubicBezTo>
                  <a:cubicBezTo>
                    <a:pt x="64" y="1400"/>
                    <a:pt x="85" y="1379"/>
                    <a:pt x="85" y="1358"/>
                  </a:cubicBezTo>
                  <a:lnTo>
                    <a:pt x="85" y="1273"/>
                  </a:lnTo>
                  <a:cubicBezTo>
                    <a:pt x="85" y="1252"/>
                    <a:pt x="64" y="1230"/>
                    <a:pt x="43" y="1230"/>
                  </a:cubicBezTo>
                  <a:close/>
                  <a:moveTo>
                    <a:pt x="43" y="1645"/>
                  </a:moveTo>
                  <a:cubicBezTo>
                    <a:pt x="22" y="1645"/>
                    <a:pt x="0" y="1655"/>
                    <a:pt x="0" y="1687"/>
                  </a:cubicBezTo>
                  <a:lnTo>
                    <a:pt x="0" y="1761"/>
                  </a:lnTo>
                  <a:cubicBezTo>
                    <a:pt x="0" y="1782"/>
                    <a:pt x="22" y="1803"/>
                    <a:pt x="43" y="1803"/>
                  </a:cubicBezTo>
                  <a:cubicBezTo>
                    <a:pt x="64" y="1803"/>
                    <a:pt x="85" y="1782"/>
                    <a:pt x="85" y="1761"/>
                  </a:cubicBezTo>
                  <a:lnTo>
                    <a:pt x="85" y="1687"/>
                  </a:lnTo>
                  <a:cubicBezTo>
                    <a:pt x="85" y="1655"/>
                    <a:pt x="64" y="1645"/>
                    <a:pt x="43" y="1645"/>
                  </a:cubicBezTo>
                  <a:close/>
                  <a:moveTo>
                    <a:pt x="43" y="2048"/>
                  </a:moveTo>
                  <a:cubicBezTo>
                    <a:pt x="22" y="2048"/>
                    <a:pt x="0" y="2069"/>
                    <a:pt x="0" y="2090"/>
                  </a:cubicBezTo>
                  <a:lnTo>
                    <a:pt x="0" y="2175"/>
                  </a:lnTo>
                  <a:cubicBezTo>
                    <a:pt x="0" y="2196"/>
                    <a:pt x="22" y="2217"/>
                    <a:pt x="43" y="2217"/>
                  </a:cubicBezTo>
                  <a:cubicBezTo>
                    <a:pt x="64" y="2217"/>
                    <a:pt x="85" y="2196"/>
                    <a:pt x="85" y="2175"/>
                  </a:cubicBezTo>
                  <a:lnTo>
                    <a:pt x="85" y="2090"/>
                  </a:lnTo>
                  <a:cubicBezTo>
                    <a:pt x="85" y="2069"/>
                    <a:pt x="64" y="2048"/>
                    <a:pt x="43" y="2048"/>
                  </a:cubicBezTo>
                  <a:close/>
                  <a:moveTo>
                    <a:pt x="43" y="2461"/>
                  </a:moveTo>
                  <a:cubicBezTo>
                    <a:pt x="22" y="2461"/>
                    <a:pt x="0" y="2482"/>
                    <a:pt x="0" y="2503"/>
                  </a:cubicBezTo>
                  <a:lnTo>
                    <a:pt x="0" y="2578"/>
                  </a:lnTo>
                  <a:cubicBezTo>
                    <a:pt x="0" y="2609"/>
                    <a:pt x="22" y="2620"/>
                    <a:pt x="43" y="2620"/>
                  </a:cubicBezTo>
                  <a:cubicBezTo>
                    <a:pt x="64" y="2620"/>
                    <a:pt x="85" y="2609"/>
                    <a:pt x="85" y="2578"/>
                  </a:cubicBezTo>
                  <a:lnTo>
                    <a:pt x="85" y="2503"/>
                  </a:lnTo>
                  <a:cubicBezTo>
                    <a:pt x="85" y="2482"/>
                    <a:pt x="64" y="2461"/>
                    <a:pt x="43" y="2461"/>
                  </a:cubicBezTo>
                  <a:close/>
                  <a:moveTo>
                    <a:pt x="43" y="2864"/>
                  </a:moveTo>
                  <a:cubicBezTo>
                    <a:pt x="22" y="2864"/>
                    <a:pt x="0" y="2885"/>
                    <a:pt x="0" y="2906"/>
                  </a:cubicBezTo>
                  <a:lnTo>
                    <a:pt x="0" y="2991"/>
                  </a:lnTo>
                  <a:cubicBezTo>
                    <a:pt x="0" y="3012"/>
                    <a:pt x="22" y="3033"/>
                    <a:pt x="43" y="3033"/>
                  </a:cubicBezTo>
                  <a:cubicBezTo>
                    <a:pt x="64" y="3033"/>
                    <a:pt x="85" y="3012"/>
                    <a:pt x="85" y="2991"/>
                  </a:cubicBezTo>
                  <a:lnTo>
                    <a:pt x="85" y="2906"/>
                  </a:lnTo>
                  <a:cubicBezTo>
                    <a:pt x="85" y="2885"/>
                    <a:pt x="64" y="2864"/>
                    <a:pt x="43" y="2864"/>
                  </a:cubicBezTo>
                  <a:close/>
                  <a:moveTo>
                    <a:pt x="43" y="3278"/>
                  </a:moveTo>
                  <a:cubicBezTo>
                    <a:pt x="22" y="3278"/>
                    <a:pt x="0" y="3299"/>
                    <a:pt x="0" y="3320"/>
                  </a:cubicBezTo>
                  <a:lnTo>
                    <a:pt x="0" y="3405"/>
                  </a:lnTo>
                  <a:cubicBezTo>
                    <a:pt x="0" y="3426"/>
                    <a:pt x="22" y="3436"/>
                    <a:pt x="43" y="3436"/>
                  </a:cubicBezTo>
                  <a:cubicBezTo>
                    <a:pt x="64" y="3436"/>
                    <a:pt x="85" y="3426"/>
                    <a:pt x="85" y="3405"/>
                  </a:cubicBezTo>
                  <a:lnTo>
                    <a:pt x="85" y="3320"/>
                  </a:lnTo>
                  <a:cubicBezTo>
                    <a:pt x="85" y="3299"/>
                    <a:pt x="64" y="3278"/>
                    <a:pt x="43" y="3278"/>
                  </a:cubicBezTo>
                  <a:close/>
                  <a:moveTo>
                    <a:pt x="43" y="3691"/>
                  </a:moveTo>
                  <a:cubicBezTo>
                    <a:pt x="22" y="3691"/>
                    <a:pt x="0" y="3702"/>
                    <a:pt x="0" y="3723"/>
                  </a:cubicBezTo>
                  <a:lnTo>
                    <a:pt x="0" y="3808"/>
                  </a:lnTo>
                  <a:cubicBezTo>
                    <a:pt x="0" y="3829"/>
                    <a:pt x="22" y="3850"/>
                    <a:pt x="43" y="3850"/>
                  </a:cubicBezTo>
                  <a:cubicBezTo>
                    <a:pt x="64" y="3850"/>
                    <a:pt x="85" y="3829"/>
                    <a:pt x="85" y="3808"/>
                  </a:cubicBezTo>
                  <a:lnTo>
                    <a:pt x="85" y="3723"/>
                  </a:lnTo>
                  <a:cubicBezTo>
                    <a:pt x="85" y="3702"/>
                    <a:pt x="64" y="3691"/>
                    <a:pt x="43" y="3691"/>
                  </a:cubicBezTo>
                  <a:close/>
                  <a:moveTo>
                    <a:pt x="43" y="4094"/>
                  </a:moveTo>
                  <a:cubicBezTo>
                    <a:pt x="22" y="4094"/>
                    <a:pt x="0" y="4115"/>
                    <a:pt x="0" y="4136"/>
                  </a:cubicBezTo>
                  <a:lnTo>
                    <a:pt x="0" y="4221"/>
                  </a:lnTo>
                  <a:cubicBezTo>
                    <a:pt x="0" y="4242"/>
                    <a:pt x="22" y="4264"/>
                    <a:pt x="43" y="4264"/>
                  </a:cubicBezTo>
                  <a:cubicBezTo>
                    <a:pt x="64" y="4264"/>
                    <a:pt x="85" y="4242"/>
                    <a:pt x="85" y="4221"/>
                  </a:cubicBezTo>
                  <a:lnTo>
                    <a:pt x="85" y="4136"/>
                  </a:lnTo>
                  <a:cubicBezTo>
                    <a:pt x="85" y="4115"/>
                    <a:pt x="64" y="4094"/>
                    <a:pt x="43" y="4094"/>
                  </a:cubicBezTo>
                  <a:close/>
                  <a:moveTo>
                    <a:pt x="43" y="4508"/>
                  </a:moveTo>
                  <a:cubicBezTo>
                    <a:pt x="22" y="4508"/>
                    <a:pt x="0" y="4518"/>
                    <a:pt x="0" y="4550"/>
                  </a:cubicBezTo>
                  <a:lnTo>
                    <a:pt x="0" y="4624"/>
                  </a:lnTo>
                  <a:cubicBezTo>
                    <a:pt x="0" y="4645"/>
                    <a:pt x="22" y="4667"/>
                    <a:pt x="43" y="4667"/>
                  </a:cubicBezTo>
                  <a:cubicBezTo>
                    <a:pt x="64" y="4667"/>
                    <a:pt x="85" y="4645"/>
                    <a:pt x="85" y="4624"/>
                  </a:cubicBezTo>
                  <a:lnTo>
                    <a:pt x="85" y="4550"/>
                  </a:lnTo>
                  <a:cubicBezTo>
                    <a:pt x="85" y="4518"/>
                    <a:pt x="64" y="4508"/>
                    <a:pt x="43" y="4508"/>
                  </a:cubicBezTo>
                  <a:close/>
                  <a:moveTo>
                    <a:pt x="43" y="4911"/>
                  </a:moveTo>
                  <a:cubicBezTo>
                    <a:pt x="22" y="4911"/>
                    <a:pt x="0" y="4932"/>
                    <a:pt x="0" y="4953"/>
                  </a:cubicBezTo>
                  <a:lnTo>
                    <a:pt x="0" y="5038"/>
                  </a:lnTo>
                  <a:cubicBezTo>
                    <a:pt x="0" y="5059"/>
                    <a:pt x="22" y="5081"/>
                    <a:pt x="43" y="5081"/>
                  </a:cubicBezTo>
                  <a:cubicBezTo>
                    <a:pt x="64" y="5081"/>
                    <a:pt x="85" y="5059"/>
                    <a:pt x="85" y="5038"/>
                  </a:cubicBezTo>
                  <a:lnTo>
                    <a:pt x="85" y="4953"/>
                  </a:lnTo>
                  <a:cubicBezTo>
                    <a:pt x="85" y="4932"/>
                    <a:pt x="64" y="4911"/>
                    <a:pt x="43" y="4911"/>
                  </a:cubicBezTo>
                  <a:close/>
                  <a:moveTo>
                    <a:pt x="43" y="5324"/>
                  </a:moveTo>
                  <a:cubicBezTo>
                    <a:pt x="22" y="5324"/>
                    <a:pt x="0" y="5345"/>
                    <a:pt x="0" y="5367"/>
                  </a:cubicBezTo>
                  <a:lnTo>
                    <a:pt x="0" y="5441"/>
                  </a:lnTo>
                  <a:cubicBezTo>
                    <a:pt x="0" y="5473"/>
                    <a:pt x="22" y="5484"/>
                    <a:pt x="43" y="5484"/>
                  </a:cubicBezTo>
                  <a:cubicBezTo>
                    <a:pt x="64" y="5484"/>
                    <a:pt x="85" y="5473"/>
                    <a:pt x="85" y="5441"/>
                  </a:cubicBezTo>
                  <a:lnTo>
                    <a:pt x="85" y="5367"/>
                  </a:lnTo>
                  <a:cubicBezTo>
                    <a:pt x="85" y="5345"/>
                    <a:pt x="64" y="5324"/>
                    <a:pt x="43" y="5324"/>
                  </a:cubicBezTo>
                  <a:close/>
                  <a:moveTo>
                    <a:pt x="43" y="5727"/>
                  </a:moveTo>
                  <a:cubicBezTo>
                    <a:pt x="22" y="5727"/>
                    <a:pt x="0" y="5748"/>
                    <a:pt x="0" y="5770"/>
                  </a:cubicBezTo>
                  <a:lnTo>
                    <a:pt x="0" y="5854"/>
                  </a:lnTo>
                  <a:cubicBezTo>
                    <a:pt x="0" y="5876"/>
                    <a:pt x="22" y="5897"/>
                    <a:pt x="43" y="5897"/>
                  </a:cubicBezTo>
                  <a:cubicBezTo>
                    <a:pt x="64" y="5897"/>
                    <a:pt x="85" y="5876"/>
                    <a:pt x="85" y="5854"/>
                  </a:cubicBezTo>
                  <a:lnTo>
                    <a:pt x="85" y="5770"/>
                  </a:lnTo>
                  <a:cubicBezTo>
                    <a:pt x="85" y="5748"/>
                    <a:pt x="64" y="5727"/>
                    <a:pt x="43" y="5727"/>
                  </a:cubicBezTo>
                  <a:close/>
                  <a:moveTo>
                    <a:pt x="43" y="6141"/>
                  </a:moveTo>
                  <a:cubicBezTo>
                    <a:pt x="22" y="6141"/>
                    <a:pt x="0" y="6162"/>
                    <a:pt x="0" y="6184"/>
                  </a:cubicBezTo>
                  <a:lnTo>
                    <a:pt x="0" y="6268"/>
                  </a:lnTo>
                  <a:cubicBezTo>
                    <a:pt x="0" y="6290"/>
                    <a:pt x="22" y="6300"/>
                    <a:pt x="43" y="6300"/>
                  </a:cubicBezTo>
                  <a:cubicBezTo>
                    <a:pt x="64" y="6300"/>
                    <a:pt x="85" y="6290"/>
                    <a:pt x="85" y="6268"/>
                  </a:cubicBezTo>
                  <a:lnTo>
                    <a:pt x="85" y="6184"/>
                  </a:lnTo>
                  <a:cubicBezTo>
                    <a:pt x="85" y="6162"/>
                    <a:pt x="64" y="6141"/>
                    <a:pt x="43" y="6141"/>
                  </a:cubicBezTo>
                  <a:close/>
                  <a:moveTo>
                    <a:pt x="43" y="6554"/>
                  </a:moveTo>
                  <a:cubicBezTo>
                    <a:pt x="22" y="6554"/>
                    <a:pt x="0" y="6565"/>
                    <a:pt x="0" y="6587"/>
                  </a:cubicBezTo>
                  <a:lnTo>
                    <a:pt x="0" y="6671"/>
                  </a:lnTo>
                  <a:cubicBezTo>
                    <a:pt x="0" y="6693"/>
                    <a:pt x="22" y="6714"/>
                    <a:pt x="43" y="6714"/>
                  </a:cubicBezTo>
                  <a:cubicBezTo>
                    <a:pt x="64" y="6714"/>
                    <a:pt x="85" y="6693"/>
                    <a:pt x="85" y="6671"/>
                  </a:cubicBezTo>
                  <a:lnTo>
                    <a:pt x="85" y="6587"/>
                  </a:lnTo>
                  <a:cubicBezTo>
                    <a:pt x="85" y="6565"/>
                    <a:pt x="64" y="6554"/>
                    <a:pt x="43" y="6554"/>
                  </a:cubicBezTo>
                  <a:close/>
                  <a:moveTo>
                    <a:pt x="43" y="6957"/>
                  </a:moveTo>
                  <a:cubicBezTo>
                    <a:pt x="22" y="6957"/>
                    <a:pt x="0" y="6979"/>
                    <a:pt x="0" y="7000"/>
                  </a:cubicBezTo>
                  <a:lnTo>
                    <a:pt x="0" y="7085"/>
                  </a:lnTo>
                  <a:cubicBezTo>
                    <a:pt x="0" y="7106"/>
                    <a:pt x="22" y="7127"/>
                    <a:pt x="43" y="7127"/>
                  </a:cubicBezTo>
                  <a:cubicBezTo>
                    <a:pt x="64" y="7127"/>
                    <a:pt x="85" y="7106"/>
                    <a:pt x="85" y="7085"/>
                  </a:cubicBezTo>
                  <a:lnTo>
                    <a:pt x="85" y="7000"/>
                  </a:lnTo>
                  <a:cubicBezTo>
                    <a:pt x="85" y="6979"/>
                    <a:pt x="64" y="6957"/>
                    <a:pt x="43" y="6957"/>
                  </a:cubicBezTo>
                  <a:close/>
                  <a:moveTo>
                    <a:pt x="43" y="7371"/>
                  </a:moveTo>
                  <a:cubicBezTo>
                    <a:pt x="22" y="7371"/>
                    <a:pt x="0" y="7382"/>
                    <a:pt x="0" y="7414"/>
                  </a:cubicBezTo>
                  <a:lnTo>
                    <a:pt x="0" y="7488"/>
                  </a:lnTo>
                  <a:cubicBezTo>
                    <a:pt x="0" y="7509"/>
                    <a:pt x="22" y="7530"/>
                    <a:pt x="43" y="7530"/>
                  </a:cubicBezTo>
                  <a:cubicBezTo>
                    <a:pt x="64" y="7530"/>
                    <a:pt x="85" y="7509"/>
                    <a:pt x="85" y="7488"/>
                  </a:cubicBezTo>
                  <a:lnTo>
                    <a:pt x="85" y="7414"/>
                  </a:lnTo>
                  <a:cubicBezTo>
                    <a:pt x="85" y="7382"/>
                    <a:pt x="64" y="7371"/>
                    <a:pt x="43" y="7371"/>
                  </a:cubicBezTo>
                  <a:close/>
                  <a:moveTo>
                    <a:pt x="43" y="7774"/>
                  </a:moveTo>
                  <a:cubicBezTo>
                    <a:pt x="22" y="7774"/>
                    <a:pt x="0" y="7796"/>
                    <a:pt x="0" y="7817"/>
                  </a:cubicBezTo>
                  <a:lnTo>
                    <a:pt x="0" y="7902"/>
                  </a:lnTo>
                  <a:cubicBezTo>
                    <a:pt x="0" y="7923"/>
                    <a:pt x="22" y="7944"/>
                    <a:pt x="43" y="7944"/>
                  </a:cubicBezTo>
                  <a:cubicBezTo>
                    <a:pt x="64" y="7944"/>
                    <a:pt x="85" y="7923"/>
                    <a:pt x="85" y="7902"/>
                  </a:cubicBezTo>
                  <a:lnTo>
                    <a:pt x="85" y="7817"/>
                  </a:lnTo>
                  <a:cubicBezTo>
                    <a:pt x="85" y="7796"/>
                    <a:pt x="64" y="7774"/>
                    <a:pt x="43" y="7774"/>
                  </a:cubicBezTo>
                  <a:close/>
                  <a:moveTo>
                    <a:pt x="43" y="8188"/>
                  </a:moveTo>
                  <a:cubicBezTo>
                    <a:pt x="22" y="8188"/>
                    <a:pt x="0" y="8209"/>
                    <a:pt x="0" y="8230"/>
                  </a:cubicBezTo>
                  <a:lnTo>
                    <a:pt x="0" y="8305"/>
                  </a:lnTo>
                  <a:cubicBezTo>
                    <a:pt x="0" y="8336"/>
                    <a:pt x="22" y="8347"/>
                    <a:pt x="43" y="8347"/>
                  </a:cubicBezTo>
                  <a:cubicBezTo>
                    <a:pt x="64" y="8347"/>
                    <a:pt x="85" y="8336"/>
                    <a:pt x="85" y="8305"/>
                  </a:cubicBezTo>
                  <a:lnTo>
                    <a:pt x="85" y="8230"/>
                  </a:lnTo>
                  <a:cubicBezTo>
                    <a:pt x="85" y="8209"/>
                    <a:pt x="64" y="8188"/>
                    <a:pt x="43" y="8188"/>
                  </a:cubicBezTo>
                  <a:close/>
                  <a:moveTo>
                    <a:pt x="43" y="8591"/>
                  </a:moveTo>
                  <a:cubicBezTo>
                    <a:pt x="22" y="8591"/>
                    <a:pt x="0" y="8612"/>
                    <a:pt x="0" y="8633"/>
                  </a:cubicBezTo>
                  <a:lnTo>
                    <a:pt x="0" y="8718"/>
                  </a:lnTo>
                  <a:cubicBezTo>
                    <a:pt x="0" y="8739"/>
                    <a:pt x="22" y="8760"/>
                    <a:pt x="43" y="8760"/>
                  </a:cubicBezTo>
                  <a:cubicBezTo>
                    <a:pt x="64" y="8760"/>
                    <a:pt x="85" y="8739"/>
                    <a:pt x="85" y="8718"/>
                  </a:cubicBezTo>
                  <a:lnTo>
                    <a:pt x="85" y="8633"/>
                  </a:lnTo>
                  <a:cubicBezTo>
                    <a:pt x="85" y="8612"/>
                    <a:pt x="64" y="8591"/>
                    <a:pt x="43" y="8591"/>
                  </a:cubicBezTo>
                  <a:close/>
                  <a:moveTo>
                    <a:pt x="43" y="9005"/>
                  </a:moveTo>
                  <a:cubicBezTo>
                    <a:pt x="22" y="9005"/>
                    <a:pt x="0" y="9026"/>
                    <a:pt x="0" y="9047"/>
                  </a:cubicBezTo>
                  <a:lnTo>
                    <a:pt x="0" y="9132"/>
                  </a:lnTo>
                  <a:cubicBezTo>
                    <a:pt x="0" y="9153"/>
                    <a:pt x="22" y="9163"/>
                    <a:pt x="43" y="9163"/>
                  </a:cubicBezTo>
                  <a:cubicBezTo>
                    <a:pt x="64" y="9163"/>
                    <a:pt x="85" y="9153"/>
                    <a:pt x="85" y="9132"/>
                  </a:cubicBezTo>
                  <a:lnTo>
                    <a:pt x="85" y="9047"/>
                  </a:lnTo>
                  <a:cubicBezTo>
                    <a:pt x="85" y="9026"/>
                    <a:pt x="64" y="9005"/>
                    <a:pt x="43" y="9005"/>
                  </a:cubicBezTo>
                  <a:close/>
                  <a:moveTo>
                    <a:pt x="43" y="9418"/>
                  </a:moveTo>
                  <a:cubicBezTo>
                    <a:pt x="22" y="9418"/>
                    <a:pt x="0" y="9429"/>
                    <a:pt x="0" y="9450"/>
                  </a:cubicBezTo>
                  <a:lnTo>
                    <a:pt x="0" y="9535"/>
                  </a:lnTo>
                  <a:cubicBezTo>
                    <a:pt x="0" y="9556"/>
                    <a:pt x="22" y="9577"/>
                    <a:pt x="43" y="9577"/>
                  </a:cubicBezTo>
                  <a:cubicBezTo>
                    <a:pt x="64" y="9577"/>
                    <a:pt x="85" y="9556"/>
                    <a:pt x="85" y="9535"/>
                  </a:cubicBezTo>
                  <a:lnTo>
                    <a:pt x="85" y="9450"/>
                  </a:lnTo>
                  <a:cubicBezTo>
                    <a:pt x="85" y="9429"/>
                    <a:pt x="64" y="9418"/>
                    <a:pt x="43" y="9418"/>
                  </a:cubicBezTo>
                  <a:close/>
                  <a:moveTo>
                    <a:pt x="43" y="9821"/>
                  </a:moveTo>
                  <a:cubicBezTo>
                    <a:pt x="22" y="9821"/>
                    <a:pt x="0" y="9842"/>
                    <a:pt x="0" y="9863"/>
                  </a:cubicBezTo>
                  <a:lnTo>
                    <a:pt x="0" y="9948"/>
                  </a:lnTo>
                  <a:cubicBezTo>
                    <a:pt x="0" y="9969"/>
                    <a:pt x="22" y="9990"/>
                    <a:pt x="43" y="9990"/>
                  </a:cubicBezTo>
                  <a:cubicBezTo>
                    <a:pt x="64" y="9990"/>
                    <a:pt x="85" y="9969"/>
                    <a:pt x="85" y="9948"/>
                  </a:cubicBezTo>
                  <a:lnTo>
                    <a:pt x="85" y="9863"/>
                  </a:lnTo>
                  <a:cubicBezTo>
                    <a:pt x="85" y="9842"/>
                    <a:pt x="64" y="9821"/>
                    <a:pt x="43" y="9821"/>
                  </a:cubicBezTo>
                  <a:close/>
                  <a:moveTo>
                    <a:pt x="43" y="10235"/>
                  </a:moveTo>
                  <a:cubicBezTo>
                    <a:pt x="22" y="10235"/>
                    <a:pt x="0" y="10245"/>
                    <a:pt x="0" y="10277"/>
                  </a:cubicBezTo>
                  <a:lnTo>
                    <a:pt x="0" y="10351"/>
                  </a:lnTo>
                  <a:cubicBezTo>
                    <a:pt x="0" y="10372"/>
                    <a:pt x="22" y="10393"/>
                    <a:pt x="43" y="10393"/>
                  </a:cubicBezTo>
                  <a:cubicBezTo>
                    <a:pt x="64" y="10393"/>
                    <a:pt x="85" y="10372"/>
                    <a:pt x="85" y="10351"/>
                  </a:cubicBezTo>
                  <a:lnTo>
                    <a:pt x="85" y="10277"/>
                  </a:lnTo>
                  <a:cubicBezTo>
                    <a:pt x="85" y="10245"/>
                    <a:pt x="64" y="10235"/>
                    <a:pt x="43" y="10235"/>
                  </a:cubicBezTo>
                  <a:close/>
                  <a:moveTo>
                    <a:pt x="43" y="10638"/>
                  </a:moveTo>
                  <a:cubicBezTo>
                    <a:pt x="22" y="10638"/>
                    <a:pt x="0" y="10659"/>
                    <a:pt x="0" y="10680"/>
                  </a:cubicBezTo>
                  <a:lnTo>
                    <a:pt x="0" y="10765"/>
                  </a:lnTo>
                  <a:cubicBezTo>
                    <a:pt x="0" y="10786"/>
                    <a:pt x="22" y="10807"/>
                    <a:pt x="43" y="10807"/>
                  </a:cubicBezTo>
                  <a:cubicBezTo>
                    <a:pt x="64" y="10807"/>
                    <a:pt x="85" y="10786"/>
                    <a:pt x="85" y="10765"/>
                  </a:cubicBezTo>
                  <a:lnTo>
                    <a:pt x="85" y="10680"/>
                  </a:lnTo>
                  <a:cubicBezTo>
                    <a:pt x="85" y="10659"/>
                    <a:pt x="64" y="10638"/>
                    <a:pt x="43" y="10638"/>
                  </a:cubicBezTo>
                  <a:close/>
                  <a:moveTo>
                    <a:pt x="43" y="11051"/>
                  </a:moveTo>
                  <a:cubicBezTo>
                    <a:pt x="22" y="11051"/>
                    <a:pt x="0" y="11072"/>
                    <a:pt x="0" y="11093"/>
                  </a:cubicBezTo>
                  <a:lnTo>
                    <a:pt x="0" y="11168"/>
                  </a:lnTo>
                  <a:cubicBezTo>
                    <a:pt x="0" y="11199"/>
                    <a:pt x="22" y="11210"/>
                    <a:pt x="43" y="11210"/>
                  </a:cubicBezTo>
                  <a:cubicBezTo>
                    <a:pt x="64" y="11210"/>
                    <a:pt x="85" y="11199"/>
                    <a:pt x="85" y="11168"/>
                  </a:cubicBezTo>
                  <a:lnTo>
                    <a:pt x="85" y="11093"/>
                  </a:lnTo>
                  <a:cubicBezTo>
                    <a:pt x="85" y="11072"/>
                    <a:pt x="64" y="11051"/>
                    <a:pt x="43" y="11051"/>
                  </a:cubicBezTo>
                  <a:close/>
                  <a:moveTo>
                    <a:pt x="43" y="11454"/>
                  </a:moveTo>
                  <a:cubicBezTo>
                    <a:pt x="22" y="11454"/>
                    <a:pt x="0" y="11475"/>
                    <a:pt x="0" y="11496"/>
                  </a:cubicBezTo>
                  <a:lnTo>
                    <a:pt x="0" y="11581"/>
                  </a:lnTo>
                  <a:cubicBezTo>
                    <a:pt x="0" y="11602"/>
                    <a:pt x="22" y="11624"/>
                    <a:pt x="43" y="11624"/>
                  </a:cubicBezTo>
                  <a:cubicBezTo>
                    <a:pt x="64" y="11624"/>
                    <a:pt x="85" y="11602"/>
                    <a:pt x="85" y="11581"/>
                  </a:cubicBezTo>
                  <a:lnTo>
                    <a:pt x="85" y="11496"/>
                  </a:lnTo>
                  <a:cubicBezTo>
                    <a:pt x="85" y="11475"/>
                    <a:pt x="64" y="11454"/>
                    <a:pt x="43" y="11454"/>
                  </a:cubicBezTo>
                  <a:close/>
                  <a:moveTo>
                    <a:pt x="43" y="11868"/>
                  </a:moveTo>
                  <a:cubicBezTo>
                    <a:pt x="22" y="11868"/>
                    <a:pt x="0" y="11889"/>
                    <a:pt x="0" y="11910"/>
                  </a:cubicBezTo>
                  <a:lnTo>
                    <a:pt x="0" y="11995"/>
                  </a:lnTo>
                  <a:cubicBezTo>
                    <a:pt x="0" y="12016"/>
                    <a:pt x="22" y="12027"/>
                    <a:pt x="43" y="12027"/>
                  </a:cubicBezTo>
                  <a:cubicBezTo>
                    <a:pt x="64" y="12027"/>
                    <a:pt x="85" y="12016"/>
                    <a:pt x="85" y="11995"/>
                  </a:cubicBezTo>
                  <a:lnTo>
                    <a:pt x="85" y="11910"/>
                  </a:lnTo>
                  <a:cubicBezTo>
                    <a:pt x="85" y="11889"/>
                    <a:pt x="64" y="11868"/>
                    <a:pt x="43" y="11868"/>
                  </a:cubicBezTo>
                  <a:close/>
                  <a:moveTo>
                    <a:pt x="43" y="12281"/>
                  </a:moveTo>
                  <a:cubicBezTo>
                    <a:pt x="22" y="12281"/>
                    <a:pt x="0" y="12292"/>
                    <a:pt x="0" y="12313"/>
                  </a:cubicBezTo>
                  <a:lnTo>
                    <a:pt x="0" y="12398"/>
                  </a:lnTo>
                  <a:cubicBezTo>
                    <a:pt x="0" y="12419"/>
                    <a:pt x="22" y="12441"/>
                    <a:pt x="43" y="12441"/>
                  </a:cubicBezTo>
                  <a:cubicBezTo>
                    <a:pt x="64" y="12441"/>
                    <a:pt x="85" y="12419"/>
                    <a:pt x="85" y="12398"/>
                  </a:cubicBezTo>
                  <a:lnTo>
                    <a:pt x="85" y="12313"/>
                  </a:lnTo>
                  <a:cubicBezTo>
                    <a:pt x="85" y="12292"/>
                    <a:pt x="64" y="12281"/>
                    <a:pt x="43" y="12281"/>
                  </a:cubicBezTo>
                  <a:close/>
                  <a:moveTo>
                    <a:pt x="43" y="12684"/>
                  </a:moveTo>
                  <a:cubicBezTo>
                    <a:pt x="22" y="12684"/>
                    <a:pt x="0" y="12705"/>
                    <a:pt x="0" y="12727"/>
                  </a:cubicBezTo>
                  <a:lnTo>
                    <a:pt x="0" y="12811"/>
                  </a:lnTo>
                  <a:cubicBezTo>
                    <a:pt x="0" y="12833"/>
                    <a:pt x="22" y="12854"/>
                    <a:pt x="43" y="12854"/>
                  </a:cubicBezTo>
                  <a:cubicBezTo>
                    <a:pt x="64" y="12854"/>
                    <a:pt x="85" y="12833"/>
                    <a:pt x="85" y="12811"/>
                  </a:cubicBezTo>
                  <a:lnTo>
                    <a:pt x="85" y="12727"/>
                  </a:lnTo>
                  <a:cubicBezTo>
                    <a:pt x="85" y="12705"/>
                    <a:pt x="64" y="12684"/>
                    <a:pt x="43" y="1268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6"/>
            <p:cNvSpPr/>
            <p:nvPr/>
          </p:nvSpPr>
          <p:spPr>
            <a:xfrm>
              <a:off x="3284650" y="1198700"/>
              <a:ext cx="2150" cy="2925"/>
            </a:xfrm>
            <a:custGeom>
              <a:rect b="b" l="l" r="r" t="t"/>
              <a:pathLst>
                <a:path extrusionOk="0" h="117" w="86">
                  <a:moveTo>
                    <a:pt x="43" y="0"/>
                  </a:moveTo>
                  <a:cubicBezTo>
                    <a:pt x="22" y="0"/>
                    <a:pt x="0" y="10"/>
                    <a:pt x="0" y="43"/>
                  </a:cubicBezTo>
                  <a:lnTo>
                    <a:pt x="0" y="74"/>
                  </a:lnTo>
                  <a:cubicBezTo>
                    <a:pt x="0" y="106"/>
                    <a:pt x="22" y="116"/>
                    <a:pt x="43" y="116"/>
                  </a:cubicBezTo>
                  <a:cubicBezTo>
                    <a:pt x="64" y="116"/>
                    <a:pt x="85" y="106"/>
                    <a:pt x="85" y="74"/>
                  </a:cubicBezTo>
                  <a:lnTo>
                    <a:pt x="85" y="43"/>
                  </a:lnTo>
                  <a:cubicBezTo>
                    <a:pt x="85" y="10"/>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6"/>
            <p:cNvSpPr/>
            <p:nvPr/>
          </p:nvSpPr>
          <p:spPr>
            <a:xfrm>
              <a:off x="3376625" y="862225"/>
              <a:ext cx="2150" cy="2950"/>
            </a:xfrm>
            <a:custGeom>
              <a:rect b="b" l="l" r="r" t="t"/>
              <a:pathLst>
                <a:path extrusionOk="0" h="118" w="86">
                  <a:moveTo>
                    <a:pt x="43" y="1"/>
                  </a:moveTo>
                  <a:cubicBezTo>
                    <a:pt x="22" y="1"/>
                    <a:pt x="1" y="22"/>
                    <a:pt x="1" y="43"/>
                  </a:cubicBezTo>
                  <a:lnTo>
                    <a:pt x="1" y="75"/>
                  </a:lnTo>
                  <a:cubicBezTo>
                    <a:pt x="1" y="107"/>
                    <a:pt x="22" y="118"/>
                    <a:pt x="43" y="118"/>
                  </a:cubicBezTo>
                  <a:cubicBezTo>
                    <a:pt x="65" y="118"/>
                    <a:pt x="86" y="107"/>
                    <a:pt x="86" y="75"/>
                  </a:cubicBezTo>
                  <a:lnTo>
                    <a:pt x="86" y="43"/>
                  </a:lnTo>
                  <a:cubicBezTo>
                    <a:pt x="86" y="22"/>
                    <a:pt x="65" y="1"/>
                    <a:pt x="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6"/>
            <p:cNvSpPr/>
            <p:nvPr/>
          </p:nvSpPr>
          <p:spPr>
            <a:xfrm>
              <a:off x="3376625" y="871250"/>
              <a:ext cx="2150" cy="321350"/>
            </a:xfrm>
            <a:custGeom>
              <a:rect b="b" l="l" r="r" t="t"/>
              <a:pathLst>
                <a:path extrusionOk="0" h="12854" w="86">
                  <a:moveTo>
                    <a:pt x="43" y="0"/>
                  </a:moveTo>
                  <a:cubicBezTo>
                    <a:pt x="22" y="0"/>
                    <a:pt x="1" y="22"/>
                    <a:pt x="1" y="43"/>
                  </a:cubicBezTo>
                  <a:lnTo>
                    <a:pt x="1" y="128"/>
                  </a:lnTo>
                  <a:cubicBezTo>
                    <a:pt x="1" y="149"/>
                    <a:pt x="22" y="170"/>
                    <a:pt x="43" y="170"/>
                  </a:cubicBezTo>
                  <a:cubicBezTo>
                    <a:pt x="65" y="170"/>
                    <a:pt x="86" y="149"/>
                    <a:pt x="86" y="128"/>
                  </a:cubicBezTo>
                  <a:lnTo>
                    <a:pt x="86" y="43"/>
                  </a:lnTo>
                  <a:cubicBezTo>
                    <a:pt x="86" y="22"/>
                    <a:pt x="65" y="0"/>
                    <a:pt x="43" y="0"/>
                  </a:cubicBezTo>
                  <a:close/>
                  <a:moveTo>
                    <a:pt x="43" y="414"/>
                  </a:moveTo>
                  <a:cubicBezTo>
                    <a:pt x="22" y="414"/>
                    <a:pt x="1" y="436"/>
                    <a:pt x="1" y="457"/>
                  </a:cubicBezTo>
                  <a:lnTo>
                    <a:pt x="1" y="542"/>
                  </a:lnTo>
                  <a:cubicBezTo>
                    <a:pt x="1" y="563"/>
                    <a:pt x="22" y="573"/>
                    <a:pt x="43" y="573"/>
                  </a:cubicBezTo>
                  <a:cubicBezTo>
                    <a:pt x="65" y="573"/>
                    <a:pt x="86" y="563"/>
                    <a:pt x="86" y="542"/>
                  </a:cubicBezTo>
                  <a:lnTo>
                    <a:pt x="86" y="457"/>
                  </a:lnTo>
                  <a:cubicBezTo>
                    <a:pt x="86" y="436"/>
                    <a:pt x="65" y="414"/>
                    <a:pt x="43" y="414"/>
                  </a:cubicBezTo>
                  <a:close/>
                  <a:moveTo>
                    <a:pt x="43" y="827"/>
                  </a:moveTo>
                  <a:cubicBezTo>
                    <a:pt x="22" y="827"/>
                    <a:pt x="1" y="839"/>
                    <a:pt x="1" y="860"/>
                  </a:cubicBezTo>
                  <a:lnTo>
                    <a:pt x="1" y="945"/>
                  </a:lnTo>
                  <a:cubicBezTo>
                    <a:pt x="1" y="966"/>
                    <a:pt x="22" y="987"/>
                    <a:pt x="43" y="987"/>
                  </a:cubicBezTo>
                  <a:cubicBezTo>
                    <a:pt x="65" y="987"/>
                    <a:pt x="86" y="966"/>
                    <a:pt x="86" y="945"/>
                  </a:cubicBezTo>
                  <a:lnTo>
                    <a:pt x="86" y="860"/>
                  </a:lnTo>
                  <a:cubicBezTo>
                    <a:pt x="86" y="839"/>
                    <a:pt x="65" y="827"/>
                    <a:pt x="43" y="827"/>
                  </a:cubicBezTo>
                  <a:close/>
                  <a:moveTo>
                    <a:pt x="43" y="1230"/>
                  </a:moveTo>
                  <a:cubicBezTo>
                    <a:pt x="22" y="1230"/>
                    <a:pt x="1" y="1252"/>
                    <a:pt x="1" y="1273"/>
                  </a:cubicBezTo>
                  <a:lnTo>
                    <a:pt x="1" y="1358"/>
                  </a:lnTo>
                  <a:cubicBezTo>
                    <a:pt x="1" y="1379"/>
                    <a:pt x="22" y="1400"/>
                    <a:pt x="43" y="1400"/>
                  </a:cubicBezTo>
                  <a:cubicBezTo>
                    <a:pt x="65" y="1400"/>
                    <a:pt x="86" y="1379"/>
                    <a:pt x="86" y="1358"/>
                  </a:cubicBezTo>
                  <a:lnTo>
                    <a:pt x="86" y="1273"/>
                  </a:lnTo>
                  <a:cubicBezTo>
                    <a:pt x="86" y="1252"/>
                    <a:pt x="65" y="1230"/>
                    <a:pt x="43" y="1230"/>
                  </a:cubicBezTo>
                  <a:close/>
                  <a:moveTo>
                    <a:pt x="43" y="1645"/>
                  </a:moveTo>
                  <a:cubicBezTo>
                    <a:pt x="22" y="1645"/>
                    <a:pt x="1" y="1655"/>
                    <a:pt x="1" y="1687"/>
                  </a:cubicBezTo>
                  <a:lnTo>
                    <a:pt x="1" y="1761"/>
                  </a:lnTo>
                  <a:cubicBezTo>
                    <a:pt x="1" y="1782"/>
                    <a:pt x="22" y="1803"/>
                    <a:pt x="43" y="1803"/>
                  </a:cubicBezTo>
                  <a:cubicBezTo>
                    <a:pt x="65" y="1803"/>
                    <a:pt x="86" y="1782"/>
                    <a:pt x="86" y="1761"/>
                  </a:cubicBezTo>
                  <a:lnTo>
                    <a:pt x="86" y="1687"/>
                  </a:lnTo>
                  <a:cubicBezTo>
                    <a:pt x="86" y="1655"/>
                    <a:pt x="65" y="1645"/>
                    <a:pt x="43" y="1645"/>
                  </a:cubicBezTo>
                  <a:close/>
                  <a:moveTo>
                    <a:pt x="43" y="2048"/>
                  </a:moveTo>
                  <a:cubicBezTo>
                    <a:pt x="22" y="2048"/>
                    <a:pt x="1" y="2069"/>
                    <a:pt x="1" y="2090"/>
                  </a:cubicBezTo>
                  <a:lnTo>
                    <a:pt x="1" y="2175"/>
                  </a:lnTo>
                  <a:cubicBezTo>
                    <a:pt x="1" y="2196"/>
                    <a:pt x="22" y="2217"/>
                    <a:pt x="43" y="2217"/>
                  </a:cubicBezTo>
                  <a:cubicBezTo>
                    <a:pt x="65" y="2217"/>
                    <a:pt x="86" y="2196"/>
                    <a:pt x="86" y="2175"/>
                  </a:cubicBezTo>
                  <a:lnTo>
                    <a:pt x="86" y="2090"/>
                  </a:lnTo>
                  <a:cubicBezTo>
                    <a:pt x="86" y="2069"/>
                    <a:pt x="65" y="2048"/>
                    <a:pt x="43" y="2048"/>
                  </a:cubicBezTo>
                  <a:close/>
                  <a:moveTo>
                    <a:pt x="43" y="2461"/>
                  </a:moveTo>
                  <a:cubicBezTo>
                    <a:pt x="22" y="2461"/>
                    <a:pt x="1" y="2482"/>
                    <a:pt x="1" y="2503"/>
                  </a:cubicBezTo>
                  <a:lnTo>
                    <a:pt x="1" y="2578"/>
                  </a:lnTo>
                  <a:cubicBezTo>
                    <a:pt x="1" y="2609"/>
                    <a:pt x="22" y="2620"/>
                    <a:pt x="43" y="2620"/>
                  </a:cubicBezTo>
                  <a:cubicBezTo>
                    <a:pt x="65" y="2620"/>
                    <a:pt x="86" y="2609"/>
                    <a:pt x="86" y="2578"/>
                  </a:cubicBezTo>
                  <a:lnTo>
                    <a:pt x="86" y="2503"/>
                  </a:lnTo>
                  <a:cubicBezTo>
                    <a:pt x="86" y="2482"/>
                    <a:pt x="65" y="2461"/>
                    <a:pt x="43" y="2461"/>
                  </a:cubicBezTo>
                  <a:close/>
                  <a:moveTo>
                    <a:pt x="43" y="2864"/>
                  </a:moveTo>
                  <a:cubicBezTo>
                    <a:pt x="22" y="2864"/>
                    <a:pt x="1" y="2885"/>
                    <a:pt x="1" y="2906"/>
                  </a:cubicBezTo>
                  <a:lnTo>
                    <a:pt x="1" y="2991"/>
                  </a:lnTo>
                  <a:cubicBezTo>
                    <a:pt x="1" y="3012"/>
                    <a:pt x="22" y="3033"/>
                    <a:pt x="43" y="3033"/>
                  </a:cubicBezTo>
                  <a:cubicBezTo>
                    <a:pt x="65" y="3033"/>
                    <a:pt x="86" y="3012"/>
                    <a:pt x="86" y="2991"/>
                  </a:cubicBezTo>
                  <a:lnTo>
                    <a:pt x="86" y="2906"/>
                  </a:lnTo>
                  <a:cubicBezTo>
                    <a:pt x="86" y="2885"/>
                    <a:pt x="65" y="2864"/>
                    <a:pt x="43" y="2864"/>
                  </a:cubicBezTo>
                  <a:close/>
                  <a:moveTo>
                    <a:pt x="43" y="3278"/>
                  </a:moveTo>
                  <a:cubicBezTo>
                    <a:pt x="22" y="3278"/>
                    <a:pt x="1" y="3299"/>
                    <a:pt x="1" y="3320"/>
                  </a:cubicBezTo>
                  <a:lnTo>
                    <a:pt x="1" y="3405"/>
                  </a:lnTo>
                  <a:cubicBezTo>
                    <a:pt x="1" y="3426"/>
                    <a:pt x="22" y="3436"/>
                    <a:pt x="43" y="3436"/>
                  </a:cubicBezTo>
                  <a:cubicBezTo>
                    <a:pt x="65" y="3436"/>
                    <a:pt x="86" y="3426"/>
                    <a:pt x="86" y="3405"/>
                  </a:cubicBezTo>
                  <a:lnTo>
                    <a:pt x="86" y="3320"/>
                  </a:lnTo>
                  <a:cubicBezTo>
                    <a:pt x="86" y="3299"/>
                    <a:pt x="65" y="3278"/>
                    <a:pt x="43" y="3278"/>
                  </a:cubicBezTo>
                  <a:close/>
                  <a:moveTo>
                    <a:pt x="43" y="3691"/>
                  </a:moveTo>
                  <a:cubicBezTo>
                    <a:pt x="22" y="3691"/>
                    <a:pt x="1" y="3702"/>
                    <a:pt x="1" y="3723"/>
                  </a:cubicBezTo>
                  <a:lnTo>
                    <a:pt x="1" y="3808"/>
                  </a:lnTo>
                  <a:cubicBezTo>
                    <a:pt x="1" y="3829"/>
                    <a:pt x="22" y="3850"/>
                    <a:pt x="43" y="3850"/>
                  </a:cubicBezTo>
                  <a:cubicBezTo>
                    <a:pt x="65" y="3850"/>
                    <a:pt x="86" y="3829"/>
                    <a:pt x="86" y="3808"/>
                  </a:cubicBezTo>
                  <a:lnTo>
                    <a:pt x="86" y="3723"/>
                  </a:lnTo>
                  <a:cubicBezTo>
                    <a:pt x="86" y="3702"/>
                    <a:pt x="65" y="3691"/>
                    <a:pt x="43" y="3691"/>
                  </a:cubicBezTo>
                  <a:close/>
                  <a:moveTo>
                    <a:pt x="43" y="4094"/>
                  </a:moveTo>
                  <a:cubicBezTo>
                    <a:pt x="22" y="4094"/>
                    <a:pt x="1" y="4115"/>
                    <a:pt x="1" y="4136"/>
                  </a:cubicBezTo>
                  <a:lnTo>
                    <a:pt x="1" y="4221"/>
                  </a:lnTo>
                  <a:cubicBezTo>
                    <a:pt x="1" y="4242"/>
                    <a:pt x="22" y="4264"/>
                    <a:pt x="43" y="4264"/>
                  </a:cubicBezTo>
                  <a:cubicBezTo>
                    <a:pt x="65" y="4264"/>
                    <a:pt x="86" y="4242"/>
                    <a:pt x="86" y="4221"/>
                  </a:cubicBezTo>
                  <a:lnTo>
                    <a:pt x="86" y="4136"/>
                  </a:lnTo>
                  <a:cubicBezTo>
                    <a:pt x="86" y="4115"/>
                    <a:pt x="65" y="4094"/>
                    <a:pt x="43" y="4094"/>
                  </a:cubicBezTo>
                  <a:close/>
                  <a:moveTo>
                    <a:pt x="43" y="4508"/>
                  </a:moveTo>
                  <a:cubicBezTo>
                    <a:pt x="22" y="4508"/>
                    <a:pt x="1" y="4518"/>
                    <a:pt x="1" y="4550"/>
                  </a:cubicBezTo>
                  <a:lnTo>
                    <a:pt x="1" y="4624"/>
                  </a:lnTo>
                  <a:cubicBezTo>
                    <a:pt x="1" y="4645"/>
                    <a:pt x="22" y="4667"/>
                    <a:pt x="43" y="4667"/>
                  </a:cubicBezTo>
                  <a:cubicBezTo>
                    <a:pt x="65" y="4667"/>
                    <a:pt x="86" y="4645"/>
                    <a:pt x="86" y="4624"/>
                  </a:cubicBezTo>
                  <a:lnTo>
                    <a:pt x="86" y="4550"/>
                  </a:lnTo>
                  <a:cubicBezTo>
                    <a:pt x="86" y="4518"/>
                    <a:pt x="65" y="4508"/>
                    <a:pt x="43" y="4508"/>
                  </a:cubicBezTo>
                  <a:close/>
                  <a:moveTo>
                    <a:pt x="43" y="4911"/>
                  </a:moveTo>
                  <a:cubicBezTo>
                    <a:pt x="22" y="4911"/>
                    <a:pt x="1" y="4932"/>
                    <a:pt x="1" y="4953"/>
                  </a:cubicBezTo>
                  <a:lnTo>
                    <a:pt x="1" y="5038"/>
                  </a:lnTo>
                  <a:cubicBezTo>
                    <a:pt x="1" y="5059"/>
                    <a:pt x="22" y="5081"/>
                    <a:pt x="43" y="5081"/>
                  </a:cubicBezTo>
                  <a:cubicBezTo>
                    <a:pt x="65" y="5081"/>
                    <a:pt x="86" y="5059"/>
                    <a:pt x="86" y="5038"/>
                  </a:cubicBezTo>
                  <a:lnTo>
                    <a:pt x="86" y="4953"/>
                  </a:lnTo>
                  <a:cubicBezTo>
                    <a:pt x="86" y="4932"/>
                    <a:pt x="65" y="4911"/>
                    <a:pt x="43" y="4911"/>
                  </a:cubicBezTo>
                  <a:close/>
                  <a:moveTo>
                    <a:pt x="43" y="5324"/>
                  </a:moveTo>
                  <a:cubicBezTo>
                    <a:pt x="22" y="5324"/>
                    <a:pt x="1" y="5345"/>
                    <a:pt x="1" y="5367"/>
                  </a:cubicBezTo>
                  <a:lnTo>
                    <a:pt x="1" y="5441"/>
                  </a:lnTo>
                  <a:cubicBezTo>
                    <a:pt x="1" y="5473"/>
                    <a:pt x="22" y="5484"/>
                    <a:pt x="43" y="5484"/>
                  </a:cubicBezTo>
                  <a:cubicBezTo>
                    <a:pt x="65" y="5484"/>
                    <a:pt x="86" y="5473"/>
                    <a:pt x="86" y="5441"/>
                  </a:cubicBezTo>
                  <a:lnTo>
                    <a:pt x="86" y="5367"/>
                  </a:lnTo>
                  <a:cubicBezTo>
                    <a:pt x="86" y="5345"/>
                    <a:pt x="65" y="5324"/>
                    <a:pt x="43" y="5324"/>
                  </a:cubicBezTo>
                  <a:close/>
                  <a:moveTo>
                    <a:pt x="43" y="5727"/>
                  </a:moveTo>
                  <a:cubicBezTo>
                    <a:pt x="22" y="5727"/>
                    <a:pt x="1" y="5748"/>
                    <a:pt x="1" y="5770"/>
                  </a:cubicBezTo>
                  <a:lnTo>
                    <a:pt x="1" y="5854"/>
                  </a:lnTo>
                  <a:cubicBezTo>
                    <a:pt x="1" y="5876"/>
                    <a:pt x="22" y="5897"/>
                    <a:pt x="43" y="5897"/>
                  </a:cubicBezTo>
                  <a:cubicBezTo>
                    <a:pt x="65" y="5897"/>
                    <a:pt x="86" y="5876"/>
                    <a:pt x="86" y="5854"/>
                  </a:cubicBezTo>
                  <a:lnTo>
                    <a:pt x="86" y="5770"/>
                  </a:lnTo>
                  <a:cubicBezTo>
                    <a:pt x="86" y="5748"/>
                    <a:pt x="65" y="5727"/>
                    <a:pt x="43" y="5727"/>
                  </a:cubicBezTo>
                  <a:close/>
                  <a:moveTo>
                    <a:pt x="43" y="6141"/>
                  </a:moveTo>
                  <a:cubicBezTo>
                    <a:pt x="22" y="6141"/>
                    <a:pt x="1" y="6162"/>
                    <a:pt x="1" y="6184"/>
                  </a:cubicBezTo>
                  <a:lnTo>
                    <a:pt x="1" y="6268"/>
                  </a:lnTo>
                  <a:cubicBezTo>
                    <a:pt x="1" y="6290"/>
                    <a:pt x="22" y="6300"/>
                    <a:pt x="43" y="6300"/>
                  </a:cubicBezTo>
                  <a:cubicBezTo>
                    <a:pt x="65" y="6300"/>
                    <a:pt x="86" y="6290"/>
                    <a:pt x="86" y="6268"/>
                  </a:cubicBezTo>
                  <a:lnTo>
                    <a:pt x="86" y="6184"/>
                  </a:lnTo>
                  <a:cubicBezTo>
                    <a:pt x="86" y="6162"/>
                    <a:pt x="65" y="6141"/>
                    <a:pt x="43" y="6141"/>
                  </a:cubicBezTo>
                  <a:close/>
                  <a:moveTo>
                    <a:pt x="43" y="6554"/>
                  </a:moveTo>
                  <a:cubicBezTo>
                    <a:pt x="22" y="6554"/>
                    <a:pt x="1" y="6565"/>
                    <a:pt x="1" y="6587"/>
                  </a:cubicBezTo>
                  <a:lnTo>
                    <a:pt x="1" y="6671"/>
                  </a:lnTo>
                  <a:cubicBezTo>
                    <a:pt x="1" y="6693"/>
                    <a:pt x="22" y="6714"/>
                    <a:pt x="43" y="6714"/>
                  </a:cubicBezTo>
                  <a:cubicBezTo>
                    <a:pt x="65" y="6714"/>
                    <a:pt x="86" y="6693"/>
                    <a:pt x="86" y="6671"/>
                  </a:cubicBezTo>
                  <a:lnTo>
                    <a:pt x="86" y="6587"/>
                  </a:lnTo>
                  <a:cubicBezTo>
                    <a:pt x="86" y="6565"/>
                    <a:pt x="65" y="6554"/>
                    <a:pt x="43" y="6554"/>
                  </a:cubicBezTo>
                  <a:close/>
                  <a:moveTo>
                    <a:pt x="43" y="6957"/>
                  </a:moveTo>
                  <a:cubicBezTo>
                    <a:pt x="22" y="6957"/>
                    <a:pt x="1" y="6979"/>
                    <a:pt x="1" y="7000"/>
                  </a:cubicBezTo>
                  <a:lnTo>
                    <a:pt x="1" y="7085"/>
                  </a:lnTo>
                  <a:cubicBezTo>
                    <a:pt x="1" y="7106"/>
                    <a:pt x="22" y="7127"/>
                    <a:pt x="43" y="7127"/>
                  </a:cubicBezTo>
                  <a:cubicBezTo>
                    <a:pt x="65" y="7127"/>
                    <a:pt x="86" y="7106"/>
                    <a:pt x="86" y="7085"/>
                  </a:cubicBezTo>
                  <a:lnTo>
                    <a:pt x="86" y="7000"/>
                  </a:lnTo>
                  <a:cubicBezTo>
                    <a:pt x="86" y="6979"/>
                    <a:pt x="65" y="6957"/>
                    <a:pt x="43" y="6957"/>
                  </a:cubicBezTo>
                  <a:close/>
                  <a:moveTo>
                    <a:pt x="43" y="7371"/>
                  </a:moveTo>
                  <a:cubicBezTo>
                    <a:pt x="22" y="7371"/>
                    <a:pt x="1" y="7382"/>
                    <a:pt x="1" y="7414"/>
                  </a:cubicBezTo>
                  <a:lnTo>
                    <a:pt x="1" y="7488"/>
                  </a:lnTo>
                  <a:cubicBezTo>
                    <a:pt x="1" y="7509"/>
                    <a:pt x="22" y="7530"/>
                    <a:pt x="43" y="7530"/>
                  </a:cubicBezTo>
                  <a:cubicBezTo>
                    <a:pt x="65" y="7530"/>
                    <a:pt x="86" y="7509"/>
                    <a:pt x="86" y="7488"/>
                  </a:cubicBezTo>
                  <a:lnTo>
                    <a:pt x="86" y="7414"/>
                  </a:lnTo>
                  <a:cubicBezTo>
                    <a:pt x="86" y="7382"/>
                    <a:pt x="65" y="7371"/>
                    <a:pt x="43" y="7371"/>
                  </a:cubicBezTo>
                  <a:close/>
                  <a:moveTo>
                    <a:pt x="43" y="7774"/>
                  </a:moveTo>
                  <a:cubicBezTo>
                    <a:pt x="22" y="7774"/>
                    <a:pt x="1" y="7796"/>
                    <a:pt x="1" y="7817"/>
                  </a:cubicBezTo>
                  <a:lnTo>
                    <a:pt x="1" y="7902"/>
                  </a:lnTo>
                  <a:cubicBezTo>
                    <a:pt x="1" y="7923"/>
                    <a:pt x="22" y="7944"/>
                    <a:pt x="43" y="7944"/>
                  </a:cubicBezTo>
                  <a:cubicBezTo>
                    <a:pt x="65" y="7944"/>
                    <a:pt x="86" y="7923"/>
                    <a:pt x="86" y="7902"/>
                  </a:cubicBezTo>
                  <a:lnTo>
                    <a:pt x="86" y="7817"/>
                  </a:lnTo>
                  <a:cubicBezTo>
                    <a:pt x="86" y="7796"/>
                    <a:pt x="65" y="7774"/>
                    <a:pt x="43" y="7774"/>
                  </a:cubicBezTo>
                  <a:close/>
                  <a:moveTo>
                    <a:pt x="43" y="8188"/>
                  </a:moveTo>
                  <a:cubicBezTo>
                    <a:pt x="22" y="8188"/>
                    <a:pt x="1" y="8209"/>
                    <a:pt x="1" y="8230"/>
                  </a:cubicBezTo>
                  <a:lnTo>
                    <a:pt x="1" y="8305"/>
                  </a:lnTo>
                  <a:cubicBezTo>
                    <a:pt x="1" y="8336"/>
                    <a:pt x="22" y="8347"/>
                    <a:pt x="43" y="8347"/>
                  </a:cubicBezTo>
                  <a:cubicBezTo>
                    <a:pt x="65" y="8347"/>
                    <a:pt x="86" y="8336"/>
                    <a:pt x="86" y="8305"/>
                  </a:cubicBezTo>
                  <a:lnTo>
                    <a:pt x="86" y="8230"/>
                  </a:lnTo>
                  <a:cubicBezTo>
                    <a:pt x="86" y="8209"/>
                    <a:pt x="65" y="8188"/>
                    <a:pt x="43" y="8188"/>
                  </a:cubicBezTo>
                  <a:close/>
                  <a:moveTo>
                    <a:pt x="43" y="8591"/>
                  </a:moveTo>
                  <a:cubicBezTo>
                    <a:pt x="22" y="8591"/>
                    <a:pt x="1" y="8612"/>
                    <a:pt x="1" y="8633"/>
                  </a:cubicBezTo>
                  <a:lnTo>
                    <a:pt x="1" y="8718"/>
                  </a:lnTo>
                  <a:cubicBezTo>
                    <a:pt x="1" y="8739"/>
                    <a:pt x="22" y="8760"/>
                    <a:pt x="43" y="8760"/>
                  </a:cubicBezTo>
                  <a:cubicBezTo>
                    <a:pt x="65" y="8760"/>
                    <a:pt x="86" y="8739"/>
                    <a:pt x="86" y="8718"/>
                  </a:cubicBezTo>
                  <a:lnTo>
                    <a:pt x="86" y="8633"/>
                  </a:lnTo>
                  <a:cubicBezTo>
                    <a:pt x="86" y="8612"/>
                    <a:pt x="65" y="8591"/>
                    <a:pt x="43" y="8591"/>
                  </a:cubicBezTo>
                  <a:close/>
                  <a:moveTo>
                    <a:pt x="43" y="9005"/>
                  </a:moveTo>
                  <a:cubicBezTo>
                    <a:pt x="22" y="9005"/>
                    <a:pt x="1" y="9026"/>
                    <a:pt x="1" y="9047"/>
                  </a:cubicBezTo>
                  <a:lnTo>
                    <a:pt x="1" y="9132"/>
                  </a:lnTo>
                  <a:cubicBezTo>
                    <a:pt x="1" y="9153"/>
                    <a:pt x="22" y="9163"/>
                    <a:pt x="43" y="9163"/>
                  </a:cubicBezTo>
                  <a:cubicBezTo>
                    <a:pt x="65" y="9163"/>
                    <a:pt x="86" y="9153"/>
                    <a:pt x="86" y="9132"/>
                  </a:cubicBezTo>
                  <a:lnTo>
                    <a:pt x="86" y="9047"/>
                  </a:lnTo>
                  <a:cubicBezTo>
                    <a:pt x="86" y="9026"/>
                    <a:pt x="65" y="9005"/>
                    <a:pt x="43" y="9005"/>
                  </a:cubicBezTo>
                  <a:close/>
                  <a:moveTo>
                    <a:pt x="43" y="9418"/>
                  </a:moveTo>
                  <a:cubicBezTo>
                    <a:pt x="22" y="9418"/>
                    <a:pt x="1" y="9429"/>
                    <a:pt x="1" y="9450"/>
                  </a:cubicBezTo>
                  <a:lnTo>
                    <a:pt x="1" y="9535"/>
                  </a:lnTo>
                  <a:cubicBezTo>
                    <a:pt x="1" y="9556"/>
                    <a:pt x="22" y="9577"/>
                    <a:pt x="43" y="9577"/>
                  </a:cubicBezTo>
                  <a:cubicBezTo>
                    <a:pt x="65" y="9577"/>
                    <a:pt x="86" y="9556"/>
                    <a:pt x="86" y="9535"/>
                  </a:cubicBezTo>
                  <a:lnTo>
                    <a:pt x="86" y="9450"/>
                  </a:lnTo>
                  <a:cubicBezTo>
                    <a:pt x="86" y="9429"/>
                    <a:pt x="65" y="9418"/>
                    <a:pt x="43" y="9418"/>
                  </a:cubicBezTo>
                  <a:close/>
                  <a:moveTo>
                    <a:pt x="43" y="9821"/>
                  </a:moveTo>
                  <a:cubicBezTo>
                    <a:pt x="22" y="9821"/>
                    <a:pt x="1" y="9842"/>
                    <a:pt x="1" y="9863"/>
                  </a:cubicBezTo>
                  <a:lnTo>
                    <a:pt x="1" y="9948"/>
                  </a:lnTo>
                  <a:cubicBezTo>
                    <a:pt x="1" y="9969"/>
                    <a:pt x="22" y="9990"/>
                    <a:pt x="43" y="9990"/>
                  </a:cubicBezTo>
                  <a:cubicBezTo>
                    <a:pt x="65" y="9990"/>
                    <a:pt x="86" y="9969"/>
                    <a:pt x="86" y="9948"/>
                  </a:cubicBezTo>
                  <a:lnTo>
                    <a:pt x="86" y="9863"/>
                  </a:lnTo>
                  <a:cubicBezTo>
                    <a:pt x="86" y="9842"/>
                    <a:pt x="65" y="9821"/>
                    <a:pt x="43" y="9821"/>
                  </a:cubicBezTo>
                  <a:close/>
                  <a:moveTo>
                    <a:pt x="43" y="10235"/>
                  </a:moveTo>
                  <a:cubicBezTo>
                    <a:pt x="22" y="10235"/>
                    <a:pt x="1" y="10245"/>
                    <a:pt x="1" y="10277"/>
                  </a:cubicBezTo>
                  <a:lnTo>
                    <a:pt x="1" y="10351"/>
                  </a:lnTo>
                  <a:cubicBezTo>
                    <a:pt x="1" y="10372"/>
                    <a:pt x="22" y="10393"/>
                    <a:pt x="43" y="10393"/>
                  </a:cubicBezTo>
                  <a:cubicBezTo>
                    <a:pt x="65" y="10393"/>
                    <a:pt x="86" y="10372"/>
                    <a:pt x="86" y="10351"/>
                  </a:cubicBezTo>
                  <a:lnTo>
                    <a:pt x="86" y="10277"/>
                  </a:lnTo>
                  <a:cubicBezTo>
                    <a:pt x="86" y="10245"/>
                    <a:pt x="65" y="10235"/>
                    <a:pt x="43" y="10235"/>
                  </a:cubicBezTo>
                  <a:close/>
                  <a:moveTo>
                    <a:pt x="43" y="10638"/>
                  </a:moveTo>
                  <a:cubicBezTo>
                    <a:pt x="22" y="10638"/>
                    <a:pt x="1" y="10659"/>
                    <a:pt x="1" y="10680"/>
                  </a:cubicBezTo>
                  <a:lnTo>
                    <a:pt x="1" y="10765"/>
                  </a:lnTo>
                  <a:cubicBezTo>
                    <a:pt x="1" y="10786"/>
                    <a:pt x="22" y="10807"/>
                    <a:pt x="43" y="10807"/>
                  </a:cubicBezTo>
                  <a:cubicBezTo>
                    <a:pt x="65" y="10807"/>
                    <a:pt x="86" y="10786"/>
                    <a:pt x="86" y="10765"/>
                  </a:cubicBezTo>
                  <a:lnTo>
                    <a:pt x="86" y="10680"/>
                  </a:lnTo>
                  <a:cubicBezTo>
                    <a:pt x="86" y="10659"/>
                    <a:pt x="65" y="10638"/>
                    <a:pt x="43" y="10638"/>
                  </a:cubicBezTo>
                  <a:close/>
                  <a:moveTo>
                    <a:pt x="43" y="11051"/>
                  </a:moveTo>
                  <a:cubicBezTo>
                    <a:pt x="22" y="11051"/>
                    <a:pt x="1" y="11072"/>
                    <a:pt x="1" y="11093"/>
                  </a:cubicBezTo>
                  <a:lnTo>
                    <a:pt x="1" y="11168"/>
                  </a:lnTo>
                  <a:cubicBezTo>
                    <a:pt x="1" y="11199"/>
                    <a:pt x="22" y="11210"/>
                    <a:pt x="43" y="11210"/>
                  </a:cubicBezTo>
                  <a:cubicBezTo>
                    <a:pt x="65" y="11210"/>
                    <a:pt x="86" y="11199"/>
                    <a:pt x="86" y="11168"/>
                  </a:cubicBezTo>
                  <a:lnTo>
                    <a:pt x="86" y="11093"/>
                  </a:lnTo>
                  <a:cubicBezTo>
                    <a:pt x="86" y="11072"/>
                    <a:pt x="65" y="11051"/>
                    <a:pt x="43" y="11051"/>
                  </a:cubicBezTo>
                  <a:close/>
                  <a:moveTo>
                    <a:pt x="43" y="11454"/>
                  </a:moveTo>
                  <a:cubicBezTo>
                    <a:pt x="22" y="11454"/>
                    <a:pt x="1" y="11475"/>
                    <a:pt x="1" y="11496"/>
                  </a:cubicBezTo>
                  <a:lnTo>
                    <a:pt x="1" y="11581"/>
                  </a:lnTo>
                  <a:cubicBezTo>
                    <a:pt x="1" y="11602"/>
                    <a:pt x="22" y="11624"/>
                    <a:pt x="43" y="11624"/>
                  </a:cubicBezTo>
                  <a:cubicBezTo>
                    <a:pt x="65" y="11624"/>
                    <a:pt x="86" y="11602"/>
                    <a:pt x="86" y="11581"/>
                  </a:cubicBezTo>
                  <a:lnTo>
                    <a:pt x="86" y="11496"/>
                  </a:lnTo>
                  <a:cubicBezTo>
                    <a:pt x="86" y="11475"/>
                    <a:pt x="65" y="11454"/>
                    <a:pt x="43" y="11454"/>
                  </a:cubicBezTo>
                  <a:close/>
                  <a:moveTo>
                    <a:pt x="43" y="11868"/>
                  </a:moveTo>
                  <a:cubicBezTo>
                    <a:pt x="22" y="11868"/>
                    <a:pt x="1" y="11889"/>
                    <a:pt x="1" y="11910"/>
                  </a:cubicBezTo>
                  <a:lnTo>
                    <a:pt x="1" y="11995"/>
                  </a:lnTo>
                  <a:cubicBezTo>
                    <a:pt x="1" y="12016"/>
                    <a:pt x="22" y="12027"/>
                    <a:pt x="43" y="12027"/>
                  </a:cubicBezTo>
                  <a:cubicBezTo>
                    <a:pt x="65" y="12027"/>
                    <a:pt x="86" y="12016"/>
                    <a:pt x="86" y="11995"/>
                  </a:cubicBezTo>
                  <a:lnTo>
                    <a:pt x="86" y="11910"/>
                  </a:lnTo>
                  <a:cubicBezTo>
                    <a:pt x="86" y="11889"/>
                    <a:pt x="65" y="11868"/>
                    <a:pt x="43" y="11868"/>
                  </a:cubicBezTo>
                  <a:close/>
                  <a:moveTo>
                    <a:pt x="43" y="12281"/>
                  </a:moveTo>
                  <a:cubicBezTo>
                    <a:pt x="22" y="12281"/>
                    <a:pt x="1" y="12292"/>
                    <a:pt x="1" y="12313"/>
                  </a:cubicBezTo>
                  <a:lnTo>
                    <a:pt x="1" y="12398"/>
                  </a:lnTo>
                  <a:cubicBezTo>
                    <a:pt x="1" y="12419"/>
                    <a:pt x="22" y="12441"/>
                    <a:pt x="43" y="12441"/>
                  </a:cubicBezTo>
                  <a:cubicBezTo>
                    <a:pt x="65" y="12441"/>
                    <a:pt x="86" y="12419"/>
                    <a:pt x="86" y="12398"/>
                  </a:cubicBezTo>
                  <a:lnTo>
                    <a:pt x="86" y="12313"/>
                  </a:lnTo>
                  <a:cubicBezTo>
                    <a:pt x="86" y="12292"/>
                    <a:pt x="65" y="12281"/>
                    <a:pt x="43" y="12281"/>
                  </a:cubicBezTo>
                  <a:close/>
                  <a:moveTo>
                    <a:pt x="43" y="12684"/>
                  </a:moveTo>
                  <a:cubicBezTo>
                    <a:pt x="22" y="12684"/>
                    <a:pt x="1" y="12705"/>
                    <a:pt x="1" y="12727"/>
                  </a:cubicBezTo>
                  <a:lnTo>
                    <a:pt x="1" y="12811"/>
                  </a:lnTo>
                  <a:cubicBezTo>
                    <a:pt x="1" y="12833"/>
                    <a:pt x="22" y="12854"/>
                    <a:pt x="43" y="12854"/>
                  </a:cubicBezTo>
                  <a:cubicBezTo>
                    <a:pt x="65" y="12854"/>
                    <a:pt x="86" y="12833"/>
                    <a:pt x="86" y="12811"/>
                  </a:cubicBezTo>
                  <a:lnTo>
                    <a:pt x="86" y="12727"/>
                  </a:lnTo>
                  <a:cubicBezTo>
                    <a:pt x="86" y="12705"/>
                    <a:pt x="65" y="12684"/>
                    <a:pt x="43" y="1268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6"/>
            <p:cNvSpPr/>
            <p:nvPr/>
          </p:nvSpPr>
          <p:spPr>
            <a:xfrm>
              <a:off x="3376625" y="1198700"/>
              <a:ext cx="2150" cy="2925"/>
            </a:xfrm>
            <a:custGeom>
              <a:rect b="b" l="l" r="r" t="t"/>
              <a:pathLst>
                <a:path extrusionOk="0" h="117" w="86">
                  <a:moveTo>
                    <a:pt x="43" y="0"/>
                  </a:moveTo>
                  <a:cubicBezTo>
                    <a:pt x="22" y="0"/>
                    <a:pt x="1" y="10"/>
                    <a:pt x="1" y="43"/>
                  </a:cubicBezTo>
                  <a:lnTo>
                    <a:pt x="1" y="74"/>
                  </a:lnTo>
                  <a:cubicBezTo>
                    <a:pt x="1" y="106"/>
                    <a:pt x="22" y="116"/>
                    <a:pt x="43" y="116"/>
                  </a:cubicBezTo>
                  <a:cubicBezTo>
                    <a:pt x="65" y="116"/>
                    <a:pt x="86" y="106"/>
                    <a:pt x="86" y="74"/>
                  </a:cubicBezTo>
                  <a:lnTo>
                    <a:pt x="86" y="43"/>
                  </a:lnTo>
                  <a:cubicBezTo>
                    <a:pt x="86" y="10"/>
                    <a:pt x="65"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6"/>
            <p:cNvSpPr/>
            <p:nvPr/>
          </p:nvSpPr>
          <p:spPr>
            <a:xfrm>
              <a:off x="3745700" y="597100"/>
              <a:ext cx="2150" cy="3200"/>
            </a:xfrm>
            <a:custGeom>
              <a:rect b="b" l="l" r="r" t="t"/>
              <a:pathLst>
                <a:path extrusionOk="0" h="128" w="86">
                  <a:moveTo>
                    <a:pt x="43" y="0"/>
                  </a:moveTo>
                  <a:cubicBezTo>
                    <a:pt x="22" y="0"/>
                    <a:pt x="0" y="22"/>
                    <a:pt x="0" y="43"/>
                  </a:cubicBezTo>
                  <a:lnTo>
                    <a:pt x="0" y="85"/>
                  </a:lnTo>
                  <a:cubicBezTo>
                    <a:pt x="0" y="107"/>
                    <a:pt x="22" y="128"/>
                    <a:pt x="43" y="128"/>
                  </a:cubicBezTo>
                  <a:cubicBezTo>
                    <a:pt x="64" y="128"/>
                    <a:pt x="85" y="107"/>
                    <a:pt x="85" y="85"/>
                  </a:cubicBezTo>
                  <a:lnTo>
                    <a:pt x="85" y="43"/>
                  </a:lnTo>
                  <a:cubicBezTo>
                    <a:pt x="85" y="22"/>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6"/>
            <p:cNvSpPr/>
            <p:nvPr/>
          </p:nvSpPr>
          <p:spPr>
            <a:xfrm>
              <a:off x="3745700" y="247125"/>
              <a:ext cx="2150" cy="343900"/>
            </a:xfrm>
            <a:custGeom>
              <a:rect b="b" l="l" r="r" t="t"/>
              <a:pathLst>
                <a:path extrusionOk="0" h="13756" w="86">
                  <a:moveTo>
                    <a:pt x="43" y="1"/>
                  </a:moveTo>
                  <a:cubicBezTo>
                    <a:pt x="22" y="1"/>
                    <a:pt x="0" y="22"/>
                    <a:pt x="0" y="43"/>
                  </a:cubicBezTo>
                  <a:lnTo>
                    <a:pt x="0" y="128"/>
                  </a:lnTo>
                  <a:cubicBezTo>
                    <a:pt x="0" y="149"/>
                    <a:pt x="22" y="170"/>
                    <a:pt x="43" y="170"/>
                  </a:cubicBezTo>
                  <a:cubicBezTo>
                    <a:pt x="64" y="170"/>
                    <a:pt x="85" y="149"/>
                    <a:pt x="85" y="128"/>
                  </a:cubicBezTo>
                  <a:lnTo>
                    <a:pt x="85" y="43"/>
                  </a:lnTo>
                  <a:cubicBezTo>
                    <a:pt x="85" y="22"/>
                    <a:pt x="64" y="1"/>
                    <a:pt x="43" y="1"/>
                  </a:cubicBezTo>
                  <a:close/>
                  <a:moveTo>
                    <a:pt x="43" y="415"/>
                  </a:moveTo>
                  <a:cubicBezTo>
                    <a:pt x="22" y="415"/>
                    <a:pt x="0" y="436"/>
                    <a:pt x="0" y="457"/>
                  </a:cubicBezTo>
                  <a:lnTo>
                    <a:pt x="0" y="542"/>
                  </a:lnTo>
                  <a:cubicBezTo>
                    <a:pt x="0" y="563"/>
                    <a:pt x="22" y="584"/>
                    <a:pt x="43" y="584"/>
                  </a:cubicBezTo>
                  <a:cubicBezTo>
                    <a:pt x="64" y="584"/>
                    <a:pt x="85" y="563"/>
                    <a:pt x="85" y="542"/>
                  </a:cubicBezTo>
                  <a:lnTo>
                    <a:pt x="85" y="457"/>
                  </a:lnTo>
                  <a:cubicBezTo>
                    <a:pt x="85" y="436"/>
                    <a:pt x="64" y="415"/>
                    <a:pt x="43" y="415"/>
                  </a:cubicBezTo>
                  <a:close/>
                  <a:moveTo>
                    <a:pt x="43" y="828"/>
                  </a:moveTo>
                  <a:cubicBezTo>
                    <a:pt x="22" y="828"/>
                    <a:pt x="0" y="849"/>
                    <a:pt x="0" y="870"/>
                  </a:cubicBezTo>
                  <a:lnTo>
                    <a:pt x="0" y="955"/>
                  </a:lnTo>
                  <a:cubicBezTo>
                    <a:pt x="0" y="976"/>
                    <a:pt x="22" y="997"/>
                    <a:pt x="43" y="997"/>
                  </a:cubicBezTo>
                  <a:cubicBezTo>
                    <a:pt x="64" y="997"/>
                    <a:pt x="85" y="976"/>
                    <a:pt x="85" y="955"/>
                  </a:cubicBezTo>
                  <a:lnTo>
                    <a:pt x="85" y="870"/>
                  </a:lnTo>
                  <a:cubicBezTo>
                    <a:pt x="85" y="849"/>
                    <a:pt x="64" y="828"/>
                    <a:pt x="43" y="828"/>
                  </a:cubicBezTo>
                  <a:close/>
                  <a:moveTo>
                    <a:pt x="43" y="1242"/>
                  </a:moveTo>
                  <a:cubicBezTo>
                    <a:pt x="22" y="1242"/>
                    <a:pt x="0" y="1263"/>
                    <a:pt x="0" y="1284"/>
                  </a:cubicBezTo>
                  <a:lnTo>
                    <a:pt x="0" y="1369"/>
                  </a:lnTo>
                  <a:cubicBezTo>
                    <a:pt x="0" y="1390"/>
                    <a:pt x="22" y="1400"/>
                    <a:pt x="43" y="1400"/>
                  </a:cubicBezTo>
                  <a:cubicBezTo>
                    <a:pt x="64" y="1400"/>
                    <a:pt x="85" y="1390"/>
                    <a:pt x="85" y="1369"/>
                  </a:cubicBezTo>
                  <a:lnTo>
                    <a:pt x="85" y="1284"/>
                  </a:lnTo>
                  <a:cubicBezTo>
                    <a:pt x="85" y="1263"/>
                    <a:pt x="64" y="1242"/>
                    <a:pt x="43" y="1242"/>
                  </a:cubicBezTo>
                  <a:close/>
                  <a:moveTo>
                    <a:pt x="43" y="1655"/>
                  </a:moveTo>
                  <a:cubicBezTo>
                    <a:pt x="22" y="1655"/>
                    <a:pt x="0" y="1666"/>
                    <a:pt x="0" y="1697"/>
                  </a:cubicBezTo>
                  <a:lnTo>
                    <a:pt x="0" y="1772"/>
                  </a:lnTo>
                  <a:cubicBezTo>
                    <a:pt x="0" y="1803"/>
                    <a:pt x="22" y="1814"/>
                    <a:pt x="43" y="1814"/>
                  </a:cubicBezTo>
                  <a:cubicBezTo>
                    <a:pt x="64" y="1814"/>
                    <a:pt x="85" y="1803"/>
                    <a:pt x="85" y="1772"/>
                  </a:cubicBezTo>
                  <a:lnTo>
                    <a:pt x="85" y="1697"/>
                  </a:lnTo>
                  <a:cubicBezTo>
                    <a:pt x="85" y="1666"/>
                    <a:pt x="64" y="1655"/>
                    <a:pt x="43" y="1655"/>
                  </a:cubicBezTo>
                  <a:close/>
                  <a:moveTo>
                    <a:pt x="43" y="2069"/>
                  </a:moveTo>
                  <a:cubicBezTo>
                    <a:pt x="22" y="2069"/>
                    <a:pt x="0" y="2079"/>
                    <a:pt x="0" y="2100"/>
                  </a:cubicBezTo>
                  <a:lnTo>
                    <a:pt x="0" y="2185"/>
                  </a:lnTo>
                  <a:cubicBezTo>
                    <a:pt x="0" y="2206"/>
                    <a:pt x="22" y="2228"/>
                    <a:pt x="43" y="2228"/>
                  </a:cubicBezTo>
                  <a:cubicBezTo>
                    <a:pt x="64" y="2228"/>
                    <a:pt x="85" y="2206"/>
                    <a:pt x="85" y="2185"/>
                  </a:cubicBezTo>
                  <a:lnTo>
                    <a:pt x="85" y="2100"/>
                  </a:lnTo>
                  <a:cubicBezTo>
                    <a:pt x="85" y="2079"/>
                    <a:pt x="64" y="2069"/>
                    <a:pt x="43" y="2069"/>
                  </a:cubicBezTo>
                  <a:close/>
                  <a:moveTo>
                    <a:pt x="43" y="2472"/>
                  </a:moveTo>
                  <a:cubicBezTo>
                    <a:pt x="22" y="2472"/>
                    <a:pt x="0" y="2493"/>
                    <a:pt x="0" y="2514"/>
                  </a:cubicBezTo>
                  <a:lnTo>
                    <a:pt x="0" y="2599"/>
                  </a:lnTo>
                  <a:cubicBezTo>
                    <a:pt x="0" y="2620"/>
                    <a:pt x="22" y="2642"/>
                    <a:pt x="43" y="2642"/>
                  </a:cubicBezTo>
                  <a:cubicBezTo>
                    <a:pt x="64" y="2642"/>
                    <a:pt x="85" y="2620"/>
                    <a:pt x="85" y="2599"/>
                  </a:cubicBezTo>
                  <a:lnTo>
                    <a:pt x="85" y="2514"/>
                  </a:lnTo>
                  <a:cubicBezTo>
                    <a:pt x="85" y="2493"/>
                    <a:pt x="64" y="2472"/>
                    <a:pt x="43" y="2472"/>
                  </a:cubicBezTo>
                  <a:close/>
                  <a:moveTo>
                    <a:pt x="43" y="2885"/>
                  </a:moveTo>
                  <a:cubicBezTo>
                    <a:pt x="22" y="2885"/>
                    <a:pt x="0" y="2906"/>
                    <a:pt x="0" y="2928"/>
                  </a:cubicBezTo>
                  <a:lnTo>
                    <a:pt x="0" y="3012"/>
                  </a:lnTo>
                  <a:cubicBezTo>
                    <a:pt x="0" y="3034"/>
                    <a:pt x="22" y="3055"/>
                    <a:pt x="43" y="3055"/>
                  </a:cubicBezTo>
                  <a:cubicBezTo>
                    <a:pt x="64" y="3055"/>
                    <a:pt x="85" y="3034"/>
                    <a:pt x="85" y="3012"/>
                  </a:cubicBezTo>
                  <a:lnTo>
                    <a:pt x="85" y="2928"/>
                  </a:lnTo>
                  <a:cubicBezTo>
                    <a:pt x="85" y="2906"/>
                    <a:pt x="64" y="2885"/>
                    <a:pt x="43" y="2885"/>
                  </a:cubicBezTo>
                  <a:close/>
                  <a:moveTo>
                    <a:pt x="43" y="3299"/>
                  </a:moveTo>
                  <a:cubicBezTo>
                    <a:pt x="22" y="3299"/>
                    <a:pt x="0" y="3320"/>
                    <a:pt x="0" y="3342"/>
                  </a:cubicBezTo>
                  <a:lnTo>
                    <a:pt x="0" y="3426"/>
                  </a:lnTo>
                  <a:cubicBezTo>
                    <a:pt x="0" y="3448"/>
                    <a:pt x="22" y="3469"/>
                    <a:pt x="43" y="3469"/>
                  </a:cubicBezTo>
                  <a:cubicBezTo>
                    <a:pt x="64" y="3469"/>
                    <a:pt x="85" y="3448"/>
                    <a:pt x="85" y="3426"/>
                  </a:cubicBezTo>
                  <a:lnTo>
                    <a:pt x="85" y="3342"/>
                  </a:lnTo>
                  <a:cubicBezTo>
                    <a:pt x="85" y="3320"/>
                    <a:pt x="64" y="3299"/>
                    <a:pt x="43" y="3299"/>
                  </a:cubicBezTo>
                  <a:close/>
                  <a:moveTo>
                    <a:pt x="43" y="3712"/>
                  </a:moveTo>
                  <a:cubicBezTo>
                    <a:pt x="22" y="3712"/>
                    <a:pt x="0" y="3734"/>
                    <a:pt x="0" y="3755"/>
                  </a:cubicBezTo>
                  <a:lnTo>
                    <a:pt x="0" y="3829"/>
                  </a:lnTo>
                  <a:cubicBezTo>
                    <a:pt x="0" y="3861"/>
                    <a:pt x="22" y="3872"/>
                    <a:pt x="43" y="3872"/>
                  </a:cubicBezTo>
                  <a:cubicBezTo>
                    <a:pt x="64" y="3872"/>
                    <a:pt x="85" y="3861"/>
                    <a:pt x="85" y="3829"/>
                  </a:cubicBezTo>
                  <a:lnTo>
                    <a:pt x="85" y="3755"/>
                  </a:lnTo>
                  <a:cubicBezTo>
                    <a:pt x="85" y="3734"/>
                    <a:pt x="64" y="3712"/>
                    <a:pt x="43" y="3712"/>
                  </a:cubicBezTo>
                  <a:close/>
                  <a:moveTo>
                    <a:pt x="43" y="4126"/>
                  </a:moveTo>
                  <a:cubicBezTo>
                    <a:pt x="22" y="4126"/>
                    <a:pt x="0" y="4137"/>
                    <a:pt x="0" y="4169"/>
                  </a:cubicBezTo>
                  <a:lnTo>
                    <a:pt x="0" y="4243"/>
                  </a:lnTo>
                  <a:cubicBezTo>
                    <a:pt x="0" y="4264"/>
                    <a:pt x="22" y="4285"/>
                    <a:pt x="43" y="4285"/>
                  </a:cubicBezTo>
                  <a:cubicBezTo>
                    <a:pt x="64" y="4285"/>
                    <a:pt x="85" y="4264"/>
                    <a:pt x="85" y="4243"/>
                  </a:cubicBezTo>
                  <a:lnTo>
                    <a:pt x="85" y="4169"/>
                  </a:lnTo>
                  <a:cubicBezTo>
                    <a:pt x="85" y="4137"/>
                    <a:pt x="64" y="4126"/>
                    <a:pt x="43" y="4126"/>
                  </a:cubicBezTo>
                  <a:close/>
                  <a:moveTo>
                    <a:pt x="43" y="4540"/>
                  </a:moveTo>
                  <a:cubicBezTo>
                    <a:pt x="22" y="4540"/>
                    <a:pt x="0" y="4551"/>
                    <a:pt x="0" y="4572"/>
                  </a:cubicBezTo>
                  <a:lnTo>
                    <a:pt x="0" y="4657"/>
                  </a:lnTo>
                  <a:cubicBezTo>
                    <a:pt x="0" y="4678"/>
                    <a:pt x="22" y="4699"/>
                    <a:pt x="43" y="4699"/>
                  </a:cubicBezTo>
                  <a:cubicBezTo>
                    <a:pt x="64" y="4699"/>
                    <a:pt x="85" y="4678"/>
                    <a:pt x="85" y="4657"/>
                  </a:cubicBezTo>
                  <a:lnTo>
                    <a:pt x="85" y="4572"/>
                  </a:lnTo>
                  <a:cubicBezTo>
                    <a:pt x="85" y="4551"/>
                    <a:pt x="64" y="4540"/>
                    <a:pt x="43" y="4540"/>
                  </a:cubicBezTo>
                  <a:close/>
                  <a:moveTo>
                    <a:pt x="43" y="4943"/>
                  </a:moveTo>
                  <a:cubicBezTo>
                    <a:pt x="22" y="4943"/>
                    <a:pt x="0" y="4964"/>
                    <a:pt x="0" y="4985"/>
                  </a:cubicBezTo>
                  <a:lnTo>
                    <a:pt x="0" y="5070"/>
                  </a:lnTo>
                  <a:cubicBezTo>
                    <a:pt x="0" y="5091"/>
                    <a:pt x="22" y="5112"/>
                    <a:pt x="43" y="5112"/>
                  </a:cubicBezTo>
                  <a:cubicBezTo>
                    <a:pt x="64" y="5112"/>
                    <a:pt x="85" y="5091"/>
                    <a:pt x="85" y="5070"/>
                  </a:cubicBezTo>
                  <a:lnTo>
                    <a:pt x="85" y="4985"/>
                  </a:lnTo>
                  <a:cubicBezTo>
                    <a:pt x="85" y="4964"/>
                    <a:pt x="64" y="4943"/>
                    <a:pt x="43" y="4943"/>
                  </a:cubicBezTo>
                  <a:close/>
                  <a:moveTo>
                    <a:pt x="43" y="5357"/>
                  </a:moveTo>
                  <a:cubicBezTo>
                    <a:pt x="22" y="5357"/>
                    <a:pt x="0" y="5378"/>
                    <a:pt x="0" y="5399"/>
                  </a:cubicBezTo>
                  <a:lnTo>
                    <a:pt x="0" y="5484"/>
                  </a:lnTo>
                  <a:cubicBezTo>
                    <a:pt x="0" y="5505"/>
                    <a:pt x="22" y="5526"/>
                    <a:pt x="43" y="5526"/>
                  </a:cubicBezTo>
                  <a:cubicBezTo>
                    <a:pt x="64" y="5526"/>
                    <a:pt x="85" y="5505"/>
                    <a:pt x="85" y="5484"/>
                  </a:cubicBezTo>
                  <a:lnTo>
                    <a:pt x="85" y="5399"/>
                  </a:lnTo>
                  <a:cubicBezTo>
                    <a:pt x="85" y="5378"/>
                    <a:pt x="64" y="5357"/>
                    <a:pt x="43" y="5357"/>
                  </a:cubicBezTo>
                  <a:close/>
                  <a:moveTo>
                    <a:pt x="43" y="5770"/>
                  </a:moveTo>
                  <a:cubicBezTo>
                    <a:pt x="22" y="5770"/>
                    <a:pt x="0" y="5791"/>
                    <a:pt x="0" y="5812"/>
                  </a:cubicBezTo>
                  <a:lnTo>
                    <a:pt x="0" y="5897"/>
                  </a:lnTo>
                  <a:cubicBezTo>
                    <a:pt x="0" y="5918"/>
                    <a:pt x="22" y="5929"/>
                    <a:pt x="43" y="5929"/>
                  </a:cubicBezTo>
                  <a:cubicBezTo>
                    <a:pt x="64" y="5929"/>
                    <a:pt x="85" y="5918"/>
                    <a:pt x="85" y="5897"/>
                  </a:cubicBezTo>
                  <a:lnTo>
                    <a:pt x="85" y="5812"/>
                  </a:lnTo>
                  <a:cubicBezTo>
                    <a:pt x="85" y="5791"/>
                    <a:pt x="64" y="5770"/>
                    <a:pt x="43" y="5770"/>
                  </a:cubicBezTo>
                  <a:close/>
                  <a:moveTo>
                    <a:pt x="43" y="6184"/>
                  </a:moveTo>
                  <a:cubicBezTo>
                    <a:pt x="22" y="6184"/>
                    <a:pt x="0" y="6205"/>
                    <a:pt x="0" y="6226"/>
                  </a:cubicBezTo>
                  <a:lnTo>
                    <a:pt x="0" y="6300"/>
                  </a:lnTo>
                  <a:cubicBezTo>
                    <a:pt x="0" y="6332"/>
                    <a:pt x="22" y="6343"/>
                    <a:pt x="43" y="6343"/>
                  </a:cubicBezTo>
                  <a:cubicBezTo>
                    <a:pt x="64" y="6343"/>
                    <a:pt x="85" y="6332"/>
                    <a:pt x="85" y="6300"/>
                  </a:cubicBezTo>
                  <a:lnTo>
                    <a:pt x="85" y="6226"/>
                  </a:lnTo>
                  <a:cubicBezTo>
                    <a:pt x="85" y="6205"/>
                    <a:pt x="64" y="6184"/>
                    <a:pt x="43" y="6184"/>
                  </a:cubicBezTo>
                  <a:close/>
                  <a:moveTo>
                    <a:pt x="43" y="6597"/>
                  </a:moveTo>
                  <a:cubicBezTo>
                    <a:pt x="22" y="6597"/>
                    <a:pt x="0" y="6608"/>
                    <a:pt x="0" y="6629"/>
                  </a:cubicBezTo>
                  <a:lnTo>
                    <a:pt x="0" y="6714"/>
                  </a:lnTo>
                  <a:cubicBezTo>
                    <a:pt x="0" y="6735"/>
                    <a:pt x="22" y="6757"/>
                    <a:pt x="43" y="6757"/>
                  </a:cubicBezTo>
                  <a:cubicBezTo>
                    <a:pt x="64" y="6757"/>
                    <a:pt x="85" y="6735"/>
                    <a:pt x="85" y="6714"/>
                  </a:cubicBezTo>
                  <a:lnTo>
                    <a:pt x="85" y="6629"/>
                  </a:lnTo>
                  <a:cubicBezTo>
                    <a:pt x="85" y="6608"/>
                    <a:pt x="64" y="6597"/>
                    <a:pt x="43" y="6597"/>
                  </a:cubicBezTo>
                  <a:close/>
                  <a:moveTo>
                    <a:pt x="43" y="7000"/>
                  </a:moveTo>
                  <a:cubicBezTo>
                    <a:pt x="22" y="7000"/>
                    <a:pt x="0" y="7021"/>
                    <a:pt x="0" y="7042"/>
                  </a:cubicBezTo>
                  <a:lnTo>
                    <a:pt x="0" y="7127"/>
                  </a:lnTo>
                  <a:cubicBezTo>
                    <a:pt x="0" y="7149"/>
                    <a:pt x="22" y="7170"/>
                    <a:pt x="43" y="7170"/>
                  </a:cubicBezTo>
                  <a:cubicBezTo>
                    <a:pt x="64" y="7170"/>
                    <a:pt x="85" y="7149"/>
                    <a:pt x="85" y="7127"/>
                  </a:cubicBezTo>
                  <a:lnTo>
                    <a:pt x="85" y="7042"/>
                  </a:lnTo>
                  <a:cubicBezTo>
                    <a:pt x="85" y="7021"/>
                    <a:pt x="64" y="7000"/>
                    <a:pt x="43" y="7000"/>
                  </a:cubicBezTo>
                  <a:close/>
                  <a:moveTo>
                    <a:pt x="43" y="7414"/>
                  </a:moveTo>
                  <a:cubicBezTo>
                    <a:pt x="22" y="7414"/>
                    <a:pt x="0" y="7435"/>
                    <a:pt x="0" y="7456"/>
                  </a:cubicBezTo>
                  <a:lnTo>
                    <a:pt x="0" y="7541"/>
                  </a:lnTo>
                  <a:cubicBezTo>
                    <a:pt x="0" y="7563"/>
                    <a:pt x="22" y="7584"/>
                    <a:pt x="43" y="7584"/>
                  </a:cubicBezTo>
                  <a:cubicBezTo>
                    <a:pt x="64" y="7584"/>
                    <a:pt x="85" y="7563"/>
                    <a:pt x="85" y="7541"/>
                  </a:cubicBezTo>
                  <a:lnTo>
                    <a:pt x="85" y="7456"/>
                  </a:lnTo>
                  <a:cubicBezTo>
                    <a:pt x="85" y="7435"/>
                    <a:pt x="64" y="7414"/>
                    <a:pt x="43" y="7414"/>
                  </a:cubicBezTo>
                  <a:close/>
                  <a:moveTo>
                    <a:pt x="43" y="7827"/>
                  </a:moveTo>
                  <a:cubicBezTo>
                    <a:pt x="22" y="7827"/>
                    <a:pt x="0" y="7848"/>
                    <a:pt x="0" y="7870"/>
                  </a:cubicBezTo>
                  <a:lnTo>
                    <a:pt x="0" y="7955"/>
                  </a:lnTo>
                  <a:cubicBezTo>
                    <a:pt x="0" y="7976"/>
                    <a:pt x="22" y="7997"/>
                    <a:pt x="43" y="7997"/>
                  </a:cubicBezTo>
                  <a:cubicBezTo>
                    <a:pt x="64" y="7997"/>
                    <a:pt x="85" y="7976"/>
                    <a:pt x="85" y="7955"/>
                  </a:cubicBezTo>
                  <a:lnTo>
                    <a:pt x="85" y="7870"/>
                  </a:lnTo>
                  <a:cubicBezTo>
                    <a:pt x="85" y="7848"/>
                    <a:pt x="64" y="7827"/>
                    <a:pt x="43" y="7827"/>
                  </a:cubicBezTo>
                  <a:close/>
                  <a:moveTo>
                    <a:pt x="43" y="8241"/>
                  </a:moveTo>
                  <a:cubicBezTo>
                    <a:pt x="22" y="8241"/>
                    <a:pt x="0" y="8262"/>
                    <a:pt x="0" y="8284"/>
                  </a:cubicBezTo>
                  <a:lnTo>
                    <a:pt x="0" y="8369"/>
                  </a:lnTo>
                  <a:cubicBezTo>
                    <a:pt x="0" y="8390"/>
                    <a:pt x="22" y="8400"/>
                    <a:pt x="43" y="8400"/>
                  </a:cubicBezTo>
                  <a:cubicBezTo>
                    <a:pt x="64" y="8400"/>
                    <a:pt x="85" y="8390"/>
                    <a:pt x="85" y="8369"/>
                  </a:cubicBezTo>
                  <a:lnTo>
                    <a:pt x="85" y="8284"/>
                  </a:lnTo>
                  <a:cubicBezTo>
                    <a:pt x="85" y="8262"/>
                    <a:pt x="64" y="8241"/>
                    <a:pt x="43" y="8241"/>
                  </a:cubicBezTo>
                  <a:close/>
                  <a:moveTo>
                    <a:pt x="43" y="8654"/>
                  </a:moveTo>
                  <a:cubicBezTo>
                    <a:pt x="22" y="8654"/>
                    <a:pt x="0" y="8665"/>
                    <a:pt x="0" y="8697"/>
                  </a:cubicBezTo>
                  <a:lnTo>
                    <a:pt x="0" y="8772"/>
                  </a:lnTo>
                  <a:cubicBezTo>
                    <a:pt x="0" y="8793"/>
                    <a:pt x="22" y="8814"/>
                    <a:pt x="43" y="8814"/>
                  </a:cubicBezTo>
                  <a:cubicBezTo>
                    <a:pt x="64" y="8814"/>
                    <a:pt x="85" y="8793"/>
                    <a:pt x="85" y="8772"/>
                  </a:cubicBezTo>
                  <a:lnTo>
                    <a:pt x="85" y="8697"/>
                  </a:lnTo>
                  <a:cubicBezTo>
                    <a:pt x="85" y="8665"/>
                    <a:pt x="64" y="8654"/>
                    <a:pt x="43" y="8654"/>
                  </a:cubicBezTo>
                  <a:close/>
                  <a:moveTo>
                    <a:pt x="43" y="9068"/>
                  </a:moveTo>
                  <a:cubicBezTo>
                    <a:pt x="22" y="9068"/>
                    <a:pt x="0" y="9079"/>
                    <a:pt x="0" y="9100"/>
                  </a:cubicBezTo>
                  <a:lnTo>
                    <a:pt x="0" y="9185"/>
                  </a:lnTo>
                  <a:cubicBezTo>
                    <a:pt x="0" y="9206"/>
                    <a:pt x="22" y="9227"/>
                    <a:pt x="43" y="9227"/>
                  </a:cubicBezTo>
                  <a:cubicBezTo>
                    <a:pt x="64" y="9227"/>
                    <a:pt x="85" y="9206"/>
                    <a:pt x="85" y="9185"/>
                  </a:cubicBezTo>
                  <a:lnTo>
                    <a:pt x="85" y="9100"/>
                  </a:lnTo>
                  <a:cubicBezTo>
                    <a:pt x="85" y="9079"/>
                    <a:pt x="64" y="9068"/>
                    <a:pt x="43" y="9068"/>
                  </a:cubicBezTo>
                  <a:close/>
                  <a:moveTo>
                    <a:pt x="43" y="9471"/>
                  </a:moveTo>
                  <a:cubicBezTo>
                    <a:pt x="22" y="9471"/>
                    <a:pt x="0" y="9493"/>
                    <a:pt x="0" y="9514"/>
                  </a:cubicBezTo>
                  <a:lnTo>
                    <a:pt x="0" y="9599"/>
                  </a:lnTo>
                  <a:cubicBezTo>
                    <a:pt x="0" y="9620"/>
                    <a:pt x="22" y="9641"/>
                    <a:pt x="43" y="9641"/>
                  </a:cubicBezTo>
                  <a:cubicBezTo>
                    <a:pt x="64" y="9641"/>
                    <a:pt x="85" y="9620"/>
                    <a:pt x="85" y="9599"/>
                  </a:cubicBezTo>
                  <a:lnTo>
                    <a:pt x="85" y="9514"/>
                  </a:lnTo>
                  <a:cubicBezTo>
                    <a:pt x="85" y="9493"/>
                    <a:pt x="64" y="9471"/>
                    <a:pt x="43" y="9471"/>
                  </a:cubicBezTo>
                  <a:close/>
                  <a:moveTo>
                    <a:pt x="43" y="9885"/>
                  </a:moveTo>
                  <a:cubicBezTo>
                    <a:pt x="22" y="9885"/>
                    <a:pt x="0" y="9906"/>
                    <a:pt x="0" y="9927"/>
                  </a:cubicBezTo>
                  <a:lnTo>
                    <a:pt x="0" y="10012"/>
                  </a:lnTo>
                  <a:cubicBezTo>
                    <a:pt x="0" y="10033"/>
                    <a:pt x="22" y="10054"/>
                    <a:pt x="43" y="10054"/>
                  </a:cubicBezTo>
                  <a:cubicBezTo>
                    <a:pt x="64" y="10054"/>
                    <a:pt x="85" y="10033"/>
                    <a:pt x="85" y="10012"/>
                  </a:cubicBezTo>
                  <a:lnTo>
                    <a:pt x="85" y="9927"/>
                  </a:lnTo>
                  <a:cubicBezTo>
                    <a:pt x="85" y="9906"/>
                    <a:pt x="64" y="9885"/>
                    <a:pt x="43" y="9885"/>
                  </a:cubicBezTo>
                  <a:close/>
                  <a:moveTo>
                    <a:pt x="43" y="10299"/>
                  </a:moveTo>
                  <a:cubicBezTo>
                    <a:pt x="22" y="10299"/>
                    <a:pt x="0" y="10320"/>
                    <a:pt x="0" y="10341"/>
                  </a:cubicBezTo>
                  <a:lnTo>
                    <a:pt x="0" y="10426"/>
                  </a:lnTo>
                  <a:cubicBezTo>
                    <a:pt x="0" y="10447"/>
                    <a:pt x="22" y="10457"/>
                    <a:pt x="43" y="10457"/>
                  </a:cubicBezTo>
                  <a:cubicBezTo>
                    <a:pt x="64" y="10457"/>
                    <a:pt x="85" y="10447"/>
                    <a:pt x="85" y="10426"/>
                  </a:cubicBezTo>
                  <a:lnTo>
                    <a:pt x="85" y="10341"/>
                  </a:lnTo>
                  <a:cubicBezTo>
                    <a:pt x="85" y="10320"/>
                    <a:pt x="64" y="10299"/>
                    <a:pt x="43" y="10299"/>
                  </a:cubicBezTo>
                  <a:close/>
                  <a:moveTo>
                    <a:pt x="43" y="10712"/>
                  </a:moveTo>
                  <a:cubicBezTo>
                    <a:pt x="22" y="10712"/>
                    <a:pt x="0" y="10733"/>
                    <a:pt x="0" y="10754"/>
                  </a:cubicBezTo>
                  <a:lnTo>
                    <a:pt x="0" y="10829"/>
                  </a:lnTo>
                  <a:cubicBezTo>
                    <a:pt x="0" y="10860"/>
                    <a:pt x="22" y="10871"/>
                    <a:pt x="43" y="10871"/>
                  </a:cubicBezTo>
                  <a:cubicBezTo>
                    <a:pt x="64" y="10871"/>
                    <a:pt x="85" y="10860"/>
                    <a:pt x="85" y="10829"/>
                  </a:cubicBezTo>
                  <a:lnTo>
                    <a:pt x="85" y="10754"/>
                  </a:lnTo>
                  <a:cubicBezTo>
                    <a:pt x="85" y="10733"/>
                    <a:pt x="64" y="10712"/>
                    <a:pt x="43" y="10712"/>
                  </a:cubicBezTo>
                  <a:close/>
                  <a:moveTo>
                    <a:pt x="43" y="11126"/>
                  </a:moveTo>
                  <a:cubicBezTo>
                    <a:pt x="22" y="11126"/>
                    <a:pt x="0" y="11136"/>
                    <a:pt x="0" y="11157"/>
                  </a:cubicBezTo>
                  <a:lnTo>
                    <a:pt x="0" y="11242"/>
                  </a:lnTo>
                  <a:cubicBezTo>
                    <a:pt x="0" y="11263"/>
                    <a:pt x="22" y="11285"/>
                    <a:pt x="43" y="11285"/>
                  </a:cubicBezTo>
                  <a:cubicBezTo>
                    <a:pt x="64" y="11285"/>
                    <a:pt x="85" y="11263"/>
                    <a:pt x="85" y="11242"/>
                  </a:cubicBezTo>
                  <a:lnTo>
                    <a:pt x="85" y="11157"/>
                  </a:lnTo>
                  <a:cubicBezTo>
                    <a:pt x="85" y="11136"/>
                    <a:pt x="64" y="11126"/>
                    <a:pt x="43" y="11126"/>
                  </a:cubicBezTo>
                  <a:close/>
                  <a:moveTo>
                    <a:pt x="43" y="11529"/>
                  </a:moveTo>
                  <a:cubicBezTo>
                    <a:pt x="22" y="11529"/>
                    <a:pt x="0" y="11550"/>
                    <a:pt x="0" y="11571"/>
                  </a:cubicBezTo>
                  <a:lnTo>
                    <a:pt x="0" y="11656"/>
                  </a:lnTo>
                  <a:cubicBezTo>
                    <a:pt x="0" y="11677"/>
                    <a:pt x="22" y="11699"/>
                    <a:pt x="43" y="11699"/>
                  </a:cubicBezTo>
                  <a:cubicBezTo>
                    <a:pt x="64" y="11699"/>
                    <a:pt x="85" y="11677"/>
                    <a:pt x="85" y="11656"/>
                  </a:cubicBezTo>
                  <a:lnTo>
                    <a:pt x="85" y="11571"/>
                  </a:lnTo>
                  <a:cubicBezTo>
                    <a:pt x="85" y="11550"/>
                    <a:pt x="64" y="11529"/>
                    <a:pt x="43" y="11529"/>
                  </a:cubicBezTo>
                  <a:close/>
                  <a:moveTo>
                    <a:pt x="43" y="11942"/>
                  </a:moveTo>
                  <a:cubicBezTo>
                    <a:pt x="22" y="11942"/>
                    <a:pt x="0" y="11963"/>
                    <a:pt x="0" y="11984"/>
                  </a:cubicBezTo>
                  <a:lnTo>
                    <a:pt x="0" y="12069"/>
                  </a:lnTo>
                  <a:cubicBezTo>
                    <a:pt x="0" y="12091"/>
                    <a:pt x="22" y="12112"/>
                    <a:pt x="43" y="12112"/>
                  </a:cubicBezTo>
                  <a:cubicBezTo>
                    <a:pt x="64" y="12112"/>
                    <a:pt x="85" y="12091"/>
                    <a:pt x="85" y="12069"/>
                  </a:cubicBezTo>
                  <a:lnTo>
                    <a:pt x="85" y="11984"/>
                  </a:lnTo>
                  <a:cubicBezTo>
                    <a:pt x="85" y="11963"/>
                    <a:pt x="64" y="11942"/>
                    <a:pt x="43" y="11942"/>
                  </a:cubicBezTo>
                  <a:close/>
                  <a:moveTo>
                    <a:pt x="43" y="12356"/>
                  </a:moveTo>
                  <a:cubicBezTo>
                    <a:pt x="22" y="12356"/>
                    <a:pt x="0" y="12377"/>
                    <a:pt x="0" y="12399"/>
                  </a:cubicBezTo>
                  <a:lnTo>
                    <a:pt x="0" y="12483"/>
                  </a:lnTo>
                  <a:cubicBezTo>
                    <a:pt x="0" y="12505"/>
                    <a:pt x="22" y="12526"/>
                    <a:pt x="43" y="12526"/>
                  </a:cubicBezTo>
                  <a:cubicBezTo>
                    <a:pt x="64" y="12526"/>
                    <a:pt x="85" y="12505"/>
                    <a:pt x="85" y="12483"/>
                  </a:cubicBezTo>
                  <a:lnTo>
                    <a:pt x="85" y="12399"/>
                  </a:lnTo>
                  <a:cubicBezTo>
                    <a:pt x="85" y="12377"/>
                    <a:pt x="64" y="12356"/>
                    <a:pt x="43" y="12356"/>
                  </a:cubicBezTo>
                  <a:close/>
                  <a:moveTo>
                    <a:pt x="43" y="12769"/>
                  </a:moveTo>
                  <a:cubicBezTo>
                    <a:pt x="22" y="12769"/>
                    <a:pt x="0" y="12790"/>
                    <a:pt x="0" y="12812"/>
                  </a:cubicBezTo>
                  <a:lnTo>
                    <a:pt x="0" y="12897"/>
                  </a:lnTo>
                  <a:cubicBezTo>
                    <a:pt x="0" y="12918"/>
                    <a:pt x="22" y="12929"/>
                    <a:pt x="43" y="12929"/>
                  </a:cubicBezTo>
                  <a:cubicBezTo>
                    <a:pt x="64" y="12929"/>
                    <a:pt x="85" y="12918"/>
                    <a:pt x="85" y="12897"/>
                  </a:cubicBezTo>
                  <a:lnTo>
                    <a:pt x="85" y="12812"/>
                  </a:lnTo>
                  <a:cubicBezTo>
                    <a:pt x="85" y="12790"/>
                    <a:pt x="64" y="12769"/>
                    <a:pt x="43" y="12769"/>
                  </a:cubicBezTo>
                  <a:close/>
                  <a:moveTo>
                    <a:pt x="43" y="13183"/>
                  </a:moveTo>
                  <a:cubicBezTo>
                    <a:pt x="22" y="13183"/>
                    <a:pt x="0" y="13193"/>
                    <a:pt x="0" y="13226"/>
                  </a:cubicBezTo>
                  <a:lnTo>
                    <a:pt x="0" y="13300"/>
                  </a:lnTo>
                  <a:cubicBezTo>
                    <a:pt x="0" y="13321"/>
                    <a:pt x="22" y="13342"/>
                    <a:pt x="43" y="13342"/>
                  </a:cubicBezTo>
                  <a:cubicBezTo>
                    <a:pt x="64" y="13342"/>
                    <a:pt x="85" y="13321"/>
                    <a:pt x="85" y="13300"/>
                  </a:cubicBezTo>
                  <a:lnTo>
                    <a:pt x="85" y="13226"/>
                  </a:lnTo>
                  <a:cubicBezTo>
                    <a:pt x="85" y="13193"/>
                    <a:pt x="64" y="13183"/>
                    <a:pt x="43" y="13183"/>
                  </a:cubicBezTo>
                  <a:close/>
                  <a:moveTo>
                    <a:pt x="43" y="13596"/>
                  </a:moveTo>
                  <a:cubicBezTo>
                    <a:pt x="22" y="13596"/>
                    <a:pt x="0" y="13608"/>
                    <a:pt x="0" y="13629"/>
                  </a:cubicBezTo>
                  <a:lnTo>
                    <a:pt x="0" y="13714"/>
                  </a:lnTo>
                  <a:cubicBezTo>
                    <a:pt x="0" y="13735"/>
                    <a:pt x="22" y="13756"/>
                    <a:pt x="43" y="13756"/>
                  </a:cubicBezTo>
                  <a:cubicBezTo>
                    <a:pt x="64" y="13756"/>
                    <a:pt x="85" y="13735"/>
                    <a:pt x="85" y="13714"/>
                  </a:cubicBezTo>
                  <a:lnTo>
                    <a:pt x="85" y="13629"/>
                  </a:lnTo>
                  <a:cubicBezTo>
                    <a:pt x="85" y="13608"/>
                    <a:pt x="64" y="13596"/>
                    <a:pt x="43" y="135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6"/>
            <p:cNvSpPr/>
            <p:nvPr/>
          </p:nvSpPr>
          <p:spPr>
            <a:xfrm>
              <a:off x="3745700" y="238125"/>
              <a:ext cx="2150" cy="2950"/>
            </a:xfrm>
            <a:custGeom>
              <a:rect b="b" l="l" r="r" t="t"/>
              <a:pathLst>
                <a:path extrusionOk="0" h="118" w="86">
                  <a:moveTo>
                    <a:pt x="43" y="0"/>
                  </a:moveTo>
                  <a:cubicBezTo>
                    <a:pt x="22" y="0"/>
                    <a:pt x="0" y="11"/>
                    <a:pt x="0" y="32"/>
                  </a:cubicBezTo>
                  <a:lnTo>
                    <a:pt x="0" y="75"/>
                  </a:lnTo>
                  <a:cubicBezTo>
                    <a:pt x="0" y="96"/>
                    <a:pt x="22" y="117"/>
                    <a:pt x="43" y="117"/>
                  </a:cubicBezTo>
                  <a:cubicBezTo>
                    <a:pt x="64" y="117"/>
                    <a:pt x="85" y="96"/>
                    <a:pt x="85" y="75"/>
                  </a:cubicBezTo>
                  <a:lnTo>
                    <a:pt x="85" y="32"/>
                  </a:lnTo>
                  <a:cubicBezTo>
                    <a:pt x="85" y="11"/>
                    <a:pt x="64" y="0"/>
                    <a:pt x="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6"/>
            <p:cNvSpPr/>
            <p:nvPr/>
          </p:nvSpPr>
          <p:spPr>
            <a:xfrm>
              <a:off x="3878550" y="597100"/>
              <a:ext cx="2125" cy="3200"/>
            </a:xfrm>
            <a:custGeom>
              <a:rect b="b" l="l" r="r" t="t"/>
              <a:pathLst>
                <a:path extrusionOk="0" h="128" w="85">
                  <a:moveTo>
                    <a:pt x="42" y="0"/>
                  </a:moveTo>
                  <a:cubicBezTo>
                    <a:pt x="21" y="0"/>
                    <a:pt x="0" y="22"/>
                    <a:pt x="0" y="43"/>
                  </a:cubicBezTo>
                  <a:lnTo>
                    <a:pt x="0" y="85"/>
                  </a:lnTo>
                  <a:cubicBezTo>
                    <a:pt x="0" y="107"/>
                    <a:pt x="21" y="128"/>
                    <a:pt x="42" y="128"/>
                  </a:cubicBezTo>
                  <a:cubicBezTo>
                    <a:pt x="64" y="128"/>
                    <a:pt x="85" y="107"/>
                    <a:pt x="85" y="85"/>
                  </a:cubicBezTo>
                  <a:lnTo>
                    <a:pt x="85" y="43"/>
                  </a:lnTo>
                  <a:cubicBezTo>
                    <a:pt x="85" y="22"/>
                    <a:pt x="64" y="0"/>
                    <a:pt x="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6"/>
            <p:cNvSpPr/>
            <p:nvPr/>
          </p:nvSpPr>
          <p:spPr>
            <a:xfrm>
              <a:off x="3878550" y="247125"/>
              <a:ext cx="2125" cy="343900"/>
            </a:xfrm>
            <a:custGeom>
              <a:rect b="b" l="l" r="r" t="t"/>
              <a:pathLst>
                <a:path extrusionOk="0" h="13756" w="85">
                  <a:moveTo>
                    <a:pt x="42" y="1"/>
                  </a:moveTo>
                  <a:cubicBezTo>
                    <a:pt x="21" y="1"/>
                    <a:pt x="0" y="22"/>
                    <a:pt x="0" y="43"/>
                  </a:cubicBezTo>
                  <a:lnTo>
                    <a:pt x="0" y="128"/>
                  </a:lnTo>
                  <a:cubicBezTo>
                    <a:pt x="0" y="149"/>
                    <a:pt x="21" y="170"/>
                    <a:pt x="42" y="170"/>
                  </a:cubicBezTo>
                  <a:cubicBezTo>
                    <a:pt x="64" y="170"/>
                    <a:pt x="85" y="149"/>
                    <a:pt x="85" y="128"/>
                  </a:cubicBezTo>
                  <a:lnTo>
                    <a:pt x="85" y="43"/>
                  </a:lnTo>
                  <a:cubicBezTo>
                    <a:pt x="85" y="22"/>
                    <a:pt x="64" y="1"/>
                    <a:pt x="42" y="1"/>
                  </a:cubicBezTo>
                  <a:close/>
                  <a:moveTo>
                    <a:pt x="42" y="415"/>
                  </a:moveTo>
                  <a:cubicBezTo>
                    <a:pt x="21" y="415"/>
                    <a:pt x="0" y="436"/>
                    <a:pt x="0" y="457"/>
                  </a:cubicBezTo>
                  <a:lnTo>
                    <a:pt x="0" y="542"/>
                  </a:lnTo>
                  <a:cubicBezTo>
                    <a:pt x="0" y="563"/>
                    <a:pt x="21" y="584"/>
                    <a:pt x="42" y="584"/>
                  </a:cubicBezTo>
                  <a:cubicBezTo>
                    <a:pt x="64" y="584"/>
                    <a:pt x="85" y="563"/>
                    <a:pt x="85" y="542"/>
                  </a:cubicBezTo>
                  <a:lnTo>
                    <a:pt x="85" y="457"/>
                  </a:lnTo>
                  <a:cubicBezTo>
                    <a:pt x="85" y="436"/>
                    <a:pt x="64" y="415"/>
                    <a:pt x="42" y="415"/>
                  </a:cubicBezTo>
                  <a:close/>
                  <a:moveTo>
                    <a:pt x="42" y="828"/>
                  </a:moveTo>
                  <a:cubicBezTo>
                    <a:pt x="21" y="828"/>
                    <a:pt x="0" y="849"/>
                    <a:pt x="0" y="870"/>
                  </a:cubicBezTo>
                  <a:lnTo>
                    <a:pt x="0" y="955"/>
                  </a:lnTo>
                  <a:cubicBezTo>
                    <a:pt x="0" y="976"/>
                    <a:pt x="21" y="997"/>
                    <a:pt x="42" y="997"/>
                  </a:cubicBezTo>
                  <a:cubicBezTo>
                    <a:pt x="64" y="997"/>
                    <a:pt x="85" y="976"/>
                    <a:pt x="85" y="955"/>
                  </a:cubicBezTo>
                  <a:lnTo>
                    <a:pt x="85" y="870"/>
                  </a:lnTo>
                  <a:cubicBezTo>
                    <a:pt x="85" y="849"/>
                    <a:pt x="64" y="828"/>
                    <a:pt x="42" y="828"/>
                  </a:cubicBezTo>
                  <a:close/>
                  <a:moveTo>
                    <a:pt x="42" y="1242"/>
                  </a:moveTo>
                  <a:cubicBezTo>
                    <a:pt x="21" y="1242"/>
                    <a:pt x="0" y="1263"/>
                    <a:pt x="0" y="1284"/>
                  </a:cubicBezTo>
                  <a:lnTo>
                    <a:pt x="0" y="1369"/>
                  </a:lnTo>
                  <a:cubicBezTo>
                    <a:pt x="0" y="1390"/>
                    <a:pt x="21" y="1400"/>
                    <a:pt x="42" y="1400"/>
                  </a:cubicBezTo>
                  <a:cubicBezTo>
                    <a:pt x="64" y="1400"/>
                    <a:pt x="85" y="1390"/>
                    <a:pt x="85" y="1369"/>
                  </a:cubicBezTo>
                  <a:lnTo>
                    <a:pt x="85" y="1284"/>
                  </a:lnTo>
                  <a:cubicBezTo>
                    <a:pt x="85" y="1263"/>
                    <a:pt x="64" y="1242"/>
                    <a:pt x="42" y="1242"/>
                  </a:cubicBezTo>
                  <a:close/>
                  <a:moveTo>
                    <a:pt x="42" y="1655"/>
                  </a:moveTo>
                  <a:cubicBezTo>
                    <a:pt x="21" y="1655"/>
                    <a:pt x="0" y="1666"/>
                    <a:pt x="0" y="1697"/>
                  </a:cubicBezTo>
                  <a:lnTo>
                    <a:pt x="0" y="1772"/>
                  </a:lnTo>
                  <a:cubicBezTo>
                    <a:pt x="0" y="1803"/>
                    <a:pt x="21" y="1814"/>
                    <a:pt x="42" y="1814"/>
                  </a:cubicBezTo>
                  <a:cubicBezTo>
                    <a:pt x="64" y="1814"/>
                    <a:pt x="85" y="1803"/>
                    <a:pt x="85" y="1772"/>
                  </a:cubicBezTo>
                  <a:lnTo>
                    <a:pt x="85" y="1697"/>
                  </a:lnTo>
                  <a:cubicBezTo>
                    <a:pt x="85" y="1666"/>
                    <a:pt x="64" y="1655"/>
                    <a:pt x="42" y="1655"/>
                  </a:cubicBezTo>
                  <a:close/>
                  <a:moveTo>
                    <a:pt x="42" y="2069"/>
                  </a:moveTo>
                  <a:cubicBezTo>
                    <a:pt x="21" y="2069"/>
                    <a:pt x="0" y="2079"/>
                    <a:pt x="0" y="2100"/>
                  </a:cubicBezTo>
                  <a:lnTo>
                    <a:pt x="0" y="2185"/>
                  </a:lnTo>
                  <a:cubicBezTo>
                    <a:pt x="0" y="2206"/>
                    <a:pt x="21" y="2228"/>
                    <a:pt x="42" y="2228"/>
                  </a:cubicBezTo>
                  <a:cubicBezTo>
                    <a:pt x="64" y="2228"/>
                    <a:pt x="85" y="2206"/>
                    <a:pt x="85" y="2185"/>
                  </a:cubicBezTo>
                  <a:lnTo>
                    <a:pt x="85" y="2100"/>
                  </a:lnTo>
                  <a:cubicBezTo>
                    <a:pt x="85" y="2079"/>
                    <a:pt x="64" y="2069"/>
                    <a:pt x="42" y="2069"/>
                  </a:cubicBezTo>
                  <a:close/>
                  <a:moveTo>
                    <a:pt x="42" y="2472"/>
                  </a:moveTo>
                  <a:cubicBezTo>
                    <a:pt x="21" y="2472"/>
                    <a:pt x="0" y="2493"/>
                    <a:pt x="0" y="2514"/>
                  </a:cubicBezTo>
                  <a:lnTo>
                    <a:pt x="0" y="2599"/>
                  </a:lnTo>
                  <a:cubicBezTo>
                    <a:pt x="0" y="2620"/>
                    <a:pt x="21" y="2642"/>
                    <a:pt x="42" y="2642"/>
                  </a:cubicBezTo>
                  <a:cubicBezTo>
                    <a:pt x="64" y="2642"/>
                    <a:pt x="85" y="2620"/>
                    <a:pt x="85" y="2599"/>
                  </a:cubicBezTo>
                  <a:lnTo>
                    <a:pt x="85" y="2514"/>
                  </a:lnTo>
                  <a:cubicBezTo>
                    <a:pt x="85" y="2493"/>
                    <a:pt x="64" y="2472"/>
                    <a:pt x="42" y="2472"/>
                  </a:cubicBezTo>
                  <a:close/>
                  <a:moveTo>
                    <a:pt x="42" y="2885"/>
                  </a:moveTo>
                  <a:cubicBezTo>
                    <a:pt x="21" y="2885"/>
                    <a:pt x="0" y="2906"/>
                    <a:pt x="0" y="2928"/>
                  </a:cubicBezTo>
                  <a:lnTo>
                    <a:pt x="0" y="3012"/>
                  </a:lnTo>
                  <a:cubicBezTo>
                    <a:pt x="0" y="3034"/>
                    <a:pt x="21" y="3055"/>
                    <a:pt x="42" y="3055"/>
                  </a:cubicBezTo>
                  <a:cubicBezTo>
                    <a:pt x="64" y="3055"/>
                    <a:pt x="85" y="3034"/>
                    <a:pt x="85" y="3012"/>
                  </a:cubicBezTo>
                  <a:lnTo>
                    <a:pt x="85" y="2928"/>
                  </a:lnTo>
                  <a:cubicBezTo>
                    <a:pt x="85" y="2906"/>
                    <a:pt x="64" y="2885"/>
                    <a:pt x="42" y="2885"/>
                  </a:cubicBezTo>
                  <a:close/>
                  <a:moveTo>
                    <a:pt x="42" y="3299"/>
                  </a:moveTo>
                  <a:cubicBezTo>
                    <a:pt x="21" y="3299"/>
                    <a:pt x="0" y="3320"/>
                    <a:pt x="0" y="3342"/>
                  </a:cubicBezTo>
                  <a:lnTo>
                    <a:pt x="0" y="3426"/>
                  </a:lnTo>
                  <a:cubicBezTo>
                    <a:pt x="0" y="3448"/>
                    <a:pt x="21" y="3469"/>
                    <a:pt x="42" y="3469"/>
                  </a:cubicBezTo>
                  <a:cubicBezTo>
                    <a:pt x="64" y="3469"/>
                    <a:pt x="85" y="3448"/>
                    <a:pt x="85" y="3426"/>
                  </a:cubicBezTo>
                  <a:lnTo>
                    <a:pt x="85" y="3342"/>
                  </a:lnTo>
                  <a:cubicBezTo>
                    <a:pt x="85" y="3320"/>
                    <a:pt x="64" y="3299"/>
                    <a:pt x="42" y="3299"/>
                  </a:cubicBezTo>
                  <a:close/>
                  <a:moveTo>
                    <a:pt x="42" y="3712"/>
                  </a:moveTo>
                  <a:cubicBezTo>
                    <a:pt x="21" y="3712"/>
                    <a:pt x="0" y="3734"/>
                    <a:pt x="0" y="3755"/>
                  </a:cubicBezTo>
                  <a:lnTo>
                    <a:pt x="0" y="3829"/>
                  </a:lnTo>
                  <a:cubicBezTo>
                    <a:pt x="0" y="3861"/>
                    <a:pt x="21" y="3872"/>
                    <a:pt x="42" y="3872"/>
                  </a:cubicBezTo>
                  <a:cubicBezTo>
                    <a:pt x="64" y="3872"/>
                    <a:pt x="85" y="3861"/>
                    <a:pt x="85" y="3829"/>
                  </a:cubicBezTo>
                  <a:lnTo>
                    <a:pt x="85" y="3755"/>
                  </a:lnTo>
                  <a:cubicBezTo>
                    <a:pt x="85" y="3734"/>
                    <a:pt x="64" y="3712"/>
                    <a:pt x="42" y="3712"/>
                  </a:cubicBezTo>
                  <a:close/>
                  <a:moveTo>
                    <a:pt x="42" y="4126"/>
                  </a:moveTo>
                  <a:cubicBezTo>
                    <a:pt x="21" y="4126"/>
                    <a:pt x="0" y="4137"/>
                    <a:pt x="0" y="4169"/>
                  </a:cubicBezTo>
                  <a:lnTo>
                    <a:pt x="0" y="4243"/>
                  </a:lnTo>
                  <a:cubicBezTo>
                    <a:pt x="0" y="4264"/>
                    <a:pt x="21" y="4285"/>
                    <a:pt x="42" y="4285"/>
                  </a:cubicBezTo>
                  <a:cubicBezTo>
                    <a:pt x="64" y="4285"/>
                    <a:pt x="85" y="4264"/>
                    <a:pt x="85" y="4243"/>
                  </a:cubicBezTo>
                  <a:lnTo>
                    <a:pt x="85" y="4169"/>
                  </a:lnTo>
                  <a:cubicBezTo>
                    <a:pt x="85" y="4137"/>
                    <a:pt x="64" y="4126"/>
                    <a:pt x="42" y="4126"/>
                  </a:cubicBezTo>
                  <a:close/>
                  <a:moveTo>
                    <a:pt x="42" y="4540"/>
                  </a:moveTo>
                  <a:cubicBezTo>
                    <a:pt x="21" y="4540"/>
                    <a:pt x="0" y="4551"/>
                    <a:pt x="0" y="4572"/>
                  </a:cubicBezTo>
                  <a:lnTo>
                    <a:pt x="0" y="4657"/>
                  </a:lnTo>
                  <a:cubicBezTo>
                    <a:pt x="0" y="4678"/>
                    <a:pt x="21" y="4699"/>
                    <a:pt x="42" y="4699"/>
                  </a:cubicBezTo>
                  <a:cubicBezTo>
                    <a:pt x="64" y="4699"/>
                    <a:pt x="85" y="4678"/>
                    <a:pt x="85" y="4657"/>
                  </a:cubicBezTo>
                  <a:lnTo>
                    <a:pt x="85" y="4572"/>
                  </a:lnTo>
                  <a:cubicBezTo>
                    <a:pt x="85" y="4551"/>
                    <a:pt x="64" y="4540"/>
                    <a:pt x="42" y="4540"/>
                  </a:cubicBezTo>
                  <a:close/>
                  <a:moveTo>
                    <a:pt x="42" y="4943"/>
                  </a:moveTo>
                  <a:cubicBezTo>
                    <a:pt x="21" y="4943"/>
                    <a:pt x="0" y="4964"/>
                    <a:pt x="0" y="4985"/>
                  </a:cubicBezTo>
                  <a:lnTo>
                    <a:pt x="0" y="5070"/>
                  </a:lnTo>
                  <a:cubicBezTo>
                    <a:pt x="0" y="5091"/>
                    <a:pt x="21" y="5112"/>
                    <a:pt x="42" y="5112"/>
                  </a:cubicBezTo>
                  <a:cubicBezTo>
                    <a:pt x="64" y="5112"/>
                    <a:pt x="85" y="5091"/>
                    <a:pt x="85" y="5070"/>
                  </a:cubicBezTo>
                  <a:lnTo>
                    <a:pt x="85" y="4985"/>
                  </a:lnTo>
                  <a:cubicBezTo>
                    <a:pt x="85" y="4964"/>
                    <a:pt x="64" y="4943"/>
                    <a:pt x="42" y="4943"/>
                  </a:cubicBezTo>
                  <a:close/>
                  <a:moveTo>
                    <a:pt x="42" y="5357"/>
                  </a:moveTo>
                  <a:cubicBezTo>
                    <a:pt x="21" y="5357"/>
                    <a:pt x="0" y="5378"/>
                    <a:pt x="0" y="5399"/>
                  </a:cubicBezTo>
                  <a:lnTo>
                    <a:pt x="0" y="5484"/>
                  </a:lnTo>
                  <a:cubicBezTo>
                    <a:pt x="0" y="5505"/>
                    <a:pt x="21" y="5526"/>
                    <a:pt x="42" y="5526"/>
                  </a:cubicBezTo>
                  <a:cubicBezTo>
                    <a:pt x="64" y="5526"/>
                    <a:pt x="85" y="5505"/>
                    <a:pt x="85" y="5484"/>
                  </a:cubicBezTo>
                  <a:lnTo>
                    <a:pt x="85" y="5399"/>
                  </a:lnTo>
                  <a:cubicBezTo>
                    <a:pt x="85" y="5378"/>
                    <a:pt x="64" y="5357"/>
                    <a:pt x="42" y="5357"/>
                  </a:cubicBezTo>
                  <a:close/>
                  <a:moveTo>
                    <a:pt x="42" y="5770"/>
                  </a:moveTo>
                  <a:cubicBezTo>
                    <a:pt x="21" y="5770"/>
                    <a:pt x="0" y="5791"/>
                    <a:pt x="0" y="5812"/>
                  </a:cubicBezTo>
                  <a:lnTo>
                    <a:pt x="0" y="5897"/>
                  </a:lnTo>
                  <a:cubicBezTo>
                    <a:pt x="0" y="5918"/>
                    <a:pt x="21" y="5929"/>
                    <a:pt x="42" y="5929"/>
                  </a:cubicBezTo>
                  <a:cubicBezTo>
                    <a:pt x="64" y="5929"/>
                    <a:pt x="85" y="5918"/>
                    <a:pt x="85" y="5897"/>
                  </a:cubicBezTo>
                  <a:lnTo>
                    <a:pt x="85" y="5812"/>
                  </a:lnTo>
                  <a:cubicBezTo>
                    <a:pt x="85" y="5791"/>
                    <a:pt x="64" y="5770"/>
                    <a:pt x="42" y="5770"/>
                  </a:cubicBezTo>
                  <a:close/>
                  <a:moveTo>
                    <a:pt x="42" y="6184"/>
                  </a:moveTo>
                  <a:cubicBezTo>
                    <a:pt x="21" y="6184"/>
                    <a:pt x="0" y="6205"/>
                    <a:pt x="0" y="6226"/>
                  </a:cubicBezTo>
                  <a:lnTo>
                    <a:pt x="0" y="6300"/>
                  </a:lnTo>
                  <a:cubicBezTo>
                    <a:pt x="0" y="6332"/>
                    <a:pt x="21" y="6343"/>
                    <a:pt x="42" y="6343"/>
                  </a:cubicBezTo>
                  <a:cubicBezTo>
                    <a:pt x="64" y="6343"/>
                    <a:pt x="85" y="6332"/>
                    <a:pt x="85" y="6300"/>
                  </a:cubicBezTo>
                  <a:lnTo>
                    <a:pt x="85" y="6226"/>
                  </a:lnTo>
                  <a:cubicBezTo>
                    <a:pt x="85" y="6205"/>
                    <a:pt x="64" y="6184"/>
                    <a:pt x="42" y="6184"/>
                  </a:cubicBezTo>
                  <a:close/>
                  <a:moveTo>
                    <a:pt x="42" y="6597"/>
                  </a:moveTo>
                  <a:cubicBezTo>
                    <a:pt x="21" y="6597"/>
                    <a:pt x="0" y="6608"/>
                    <a:pt x="0" y="6629"/>
                  </a:cubicBezTo>
                  <a:lnTo>
                    <a:pt x="0" y="6714"/>
                  </a:lnTo>
                  <a:cubicBezTo>
                    <a:pt x="0" y="6735"/>
                    <a:pt x="21" y="6757"/>
                    <a:pt x="42" y="6757"/>
                  </a:cubicBezTo>
                  <a:cubicBezTo>
                    <a:pt x="64" y="6757"/>
                    <a:pt x="85" y="6735"/>
                    <a:pt x="85" y="6714"/>
                  </a:cubicBezTo>
                  <a:lnTo>
                    <a:pt x="85" y="6629"/>
                  </a:lnTo>
                  <a:cubicBezTo>
                    <a:pt x="85" y="6608"/>
                    <a:pt x="64" y="6597"/>
                    <a:pt x="42" y="6597"/>
                  </a:cubicBezTo>
                  <a:close/>
                  <a:moveTo>
                    <a:pt x="42" y="7000"/>
                  </a:moveTo>
                  <a:cubicBezTo>
                    <a:pt x="21" y="7000"/>
                    <a:pt x="0" y="7021"/>
                    <a:pt x="0" y="7042"/>
                  </a:cubicBezTo>
                  <a:lnTo>
                    <a:pt x="0" y="7127"/>
                  </a:lnTo>
                  <a:cubicBezTo>
                    <a:pt x="0" y="7149"/>
                    <a:pt x="21" y="7170"/>
                    <a:pt x="42" y="7170"/>
                  </a:cubicBezTo>
                  <a:cubicBezTo>
                    <a:pt x="64" y="7170"/>
                    <a:pt x="85" y="7149"/>
                    <a:pt x="85" y="7127"/>
                  </a:cubicBezTo>
                  <a:lnTo>
                    <a:pt x="85" y="7042"/>
                  </a:lnTo>
                  <a:cubicBezTo>
                    <a:pt x="85" y="7021"/>
                    <a:pt x="64" y="7000"/>
                    <a:pt x="42" y="7000"/>
                  </a:cubicBezTo>
                  <a:close/>
                  <a:moveTo>
                    <a:pt x="42" y="7414"/>
                  </a:moveTo>
                  <a:cubicBezTo>
                    <a:pt x="21" y="7414"/>
                    <a:pt x="0" y="7435"/>
                    <a:pt x="0" y="7456"/>
                  </a:cubicBezTo>
                  <a:lnTo>
                    <a:pt x="0" y="7541"/>
                  </a:lnTo>
                  <a:cubicBezTo>
                    <a:pt x="0" y="7563"/>
                    <a:pt x="21" y="7584"/>
                    <a:pt x="42" y="7584"/>
                  </a:cubicBezTo>
                  <a:cubicBezTo>
                    <a:pt x="64" y="7584"/>
                    <a:pt x="85" y="7563"/>
                    <a:pt x="85" y="7541"/>
                  </a:cubicBezTo>
                  <a:lnTo>
                    <a:pt x="85" y="7456"/>
                  </a:lnTo>
                  <a:cubicBezTo>
                    <a:pt x="85" y="7435"/>
                    <a:pt x="64" y="7414"/>
                    <a:pt x="42" y="7414"/>
                  </a:cubicBezTo>
                  <a:close/>
                  <a:moveTo>
                    <a:pt x="42" y="7827"/>
                  </a:moveTo>
                  <a:cubicBezTo>
                    <a:pt x="21" y="7827"/>
                    <a:pt x="0" y="7848"/>
                    <a:pt x="0" y="7870"/>
                  </a:cubicBezTo>
                  <a:lnTo>
                    <a:pt x="0" y="7955"/>
                  </a:lnTo>
                  <a:cubicBezTo>
                    <a:pt x="0" y="7976"/>
                    <a:pt x="21" y="7997"/>
                    <a:pt x="42" y="7997"/>
                  </a:cubicBezTo>
                  <a:cubicBezTo>
                    <a:pt x="64" y="7997"/>
                    <a:pt x="85" y="7976"/>
                    <a:pt x="85" y="7955"/>
                  </a:cubicBezTo>
                  <a:lnTo>
                    <a:pt x="85" y="7870"/>
                  </a:lnTo>
                  <a:cubicBezTo>
                    <a:pt x="85" y="7848"/>
                    <a:pt x="64" y="7827"/>
                    <a:pt x="42" y="7827"/>
                  </a:cubicBezTo>
                  <a:close/>
                  <a:moveTo>
                    <a:pt x="42" y="8241"/>
                  </a:moveTo>
                  <a:cubicBezTo>
                    <a:pt x="21" y="8241"/>
                    <a:pt x="0" y="8262"/>
                    <a:pt x="0" y="8284"/>
                  </a:cubicBezTo>
                  <a:lnTo>
                    <a:pt x="0" y="8369"/>
                  </a:lnTo>
                  <a:cubicBezTo>
                    <a:pt x="0" y="8390"/>
                    <a:pt x="21" y="8400"/>
                    <a:pt x="42" y="8400"/>
                  </a:cubicBezTo>
                  <a:cubicBezTo>
                    <a:pt x="64" y="8400"/>
                    <a:pt x="85" y="8390"/>
                    <a:pt x="85" y="8369"/>
                  </a:cubicBezTo>
                  <a:lnTo>
                    <a:pt x="85" y="8284"/>
                  </a:lnTo>
                  <a:cubicBezTo>
                    <a:pt x="85" y="8262"/>
                    <a:pt x="64" y="8241"/>
                    <a:pt x="42" y="8241"/>
                  </a:cubicBezTo>
                  <a:close/>
                  <a:moveTo>
                    <a:pt x="42" y="8654"/>
                  </a:moveTo>
                  <a:cubicBezTo>
                    <a:pt x="21" y="8654"/>
                    <a:pt x="0" y="8665"/>
                    <a:pt x="0" y="8697"/>
                  </a:cubicBezTo>
                  <a:lnTo>
                    <a:pt x="0" y="8772"/>
                  </a:lnTo>
                  <a:cubicBezTo>
                    <a:pt x="0" y="8793"/>
                    <a:pt x="21" y="8814"/>
                    <a:pt x="42" y="8814"/>
                  </a:cubicBezTo>
                  <a:cubicBezTo>
                    <a:pt x="64" y="8814"/>
                    <a:pt x="85" y="8793"/>
                    <a:pt x="85" y="8772"/>
                  </a:cubicBezTo>
                  <a:lnTo>
                    <a:pt x="85" y="8697"/>
                  </a:lnTo>
                  <a:cubicBezTo>
                    <a:pt x="85" y="8665"/>
                    <a:pt x="64" y="8654"/>
                    <a:pt x="42" y="8654"/>
                  </a:cubicBezTo>
                  <a:close/>
                  <a:moveTo>
                    <a:pt x="42" y="9068"/>
                  </a:moveTo>
                  <a:cubicBezTo>
                    <a:pt x="21" y="9068"/>
                    <a:pt x="0" y="9079"/>
                    <a:pt x="0" y="9100"/>
                  </a:cubicBezTo>
                  <a:lnTo>
                    <a:pt x="0" y="9185"/>
                  </a:lnTo>
                  <a:cubicBezTo>
                    <a:pt x="0" y="9206"/>
                    <a:pt x="21" y="9227"/>
                    <a:pt x="42" y="9227"/>
                  </a:cubicBezTo>
                  <a:cubicBezTo>
                    <a:pt x="64" y="9227"/>
                    <a:pt x="85" y="9206"/>
                    <a:pt x="85" y="9185"/>
                  </a:cubicBezTo>
                  <a:lnTo>
                    <a:pt x="85" y="9100"/>
                  </a:lnTo>
                  <a:cubicBezTo>
                    <a:pt x="85" y="9079"/>
                    <a:pt x="64" y="9068"/>
                    <a:pt x="42" y="9068"/>
                  </a:cubicBezTo>
                  <a:close/>
                  <a:moveTo>
                    <a:pt x="42" y="9471"/>
                  </a:moveTo>
                  <a:cubicBezTo>
                    <a:pt x="21" y="9471"/>
                    <a:pt x="0" y="9493"/>
                    <a:pt x="0" y="9514"/>
                  </a:cubicBezTo>
                  <a:lnTo>
                    <a:pt x="0" y="9599"/>
                  </a:lnTo>
                  <a:cubicBezTo>
                    <a:pt x="0" y="9620"/>
                    <a:pt x="21" y="9641"/>
                    <a:pt x="42" y="9641"/>
                  </a:cubicBezTo>
                  <a:cubicBezTo>
                    <a:pt x="64" y="9641"/>
                    <a:pt x="85" y="9620"/>
                    <a:pt x="85" y="9599"/>
                  </a:cubicBezTo>
                  <a:lnTo>
                    <a:pt x="85" y="9514"/>
                  </a:lnTo>
                  <a:cubicBezTo>
                    <a:pt x="85" y="9493"/>
                    <a:pt x="64" y="9471"/>
                    <a:pt x="42" y="9471"/>
                  </a:cubicBezTo>
                  <a:close/>
                  <a:moveTo>
                    <a:pt x="42" y="9885"/>
                  </a:moveTo>
                  <a:cubicBezTo>
                    <a:pt x="21" y="9885"/>
                    <a:pt x="0" y="9906"/>
                    <a:pt x="0" y="9927"/>
                  </a:cubicBezTo>
                  <a:lnTo>
                    <a:pt x="0" y="10012"/>
                  </a:lnTo>
                  <a:cubicBezTo>
                    <a:pt x="0" y="10033"/>
                    <a:pt x="21" y="10054"/>
                    <a:pt x="42" y="10054"/>
                  </a:cubicBezTo>
                  <a:cubicBezTo>
                    <a:pt x="64" y="10054"/>
                    <a:pt x="85" y="10033"/>
                    <a:pt x="85" y="10012"/>
                  </a:cubicBezTo>
                  <a:lnTo>
                    <a:pt x="85" y="9927"/>
                  </a:lnTo>
                  <a:cubicBezTo>
                    <a:pt x="85" y="9906"/>
                    <a:pt x="64" y="9885"/>
                    <a:pt x="42" y="9885"/>
                  </a:cubicBezTo>
                  <a:close/>
                  <a:moveTo>
                    <a:pt x="42" y="10299"/>
                  </a:moveTo>
                  <a:cubicBezTo>
                    <a:pt x="21" y="10299"/>
                    <a:pt x="0" y="10320"/>
                    <a:pt x="0" y="10341"/>
                  </a:cubicBezTo>
                  <a:lnTo>
                    <a:pt x="0" y="10426"/>
                  </a:lnTo>
                  <a:cubicBezTo>
                    <a:pt x="0" y="10447"/>
                    <a:pt x="21" y="10457"/>
                    <a:pt x="42" y="10457"/>
                  </a:cubicBezTo>
                  <a:cubicBezTo>
                    <a:pt x="64" y="10457"/>
                    <a:pt x="85" y="10447"/>
                    <a:pt x="85" y="10426"/>
                  </a:cubicBezTo>
                  <a:lnTo>
                    <a:pt x="85" y="10341"/>
                  </a:lnTo>
                  <a:cubicBezTo>
                    <a:pt x="85" y="10320"/>
                    <a:pt x="64" y="10299"/>
                    <a:pt x="42" y="10299"/>
                  </a:cubicBezTo>
                  <a:close/>
                  <a:moveTo>
                    <a:pt x="42" y="10712"/>
                  </a:moveTo>
                  <a:cubicBezTo>
                    <a:pt x="21" y="10712"/>
                    <a:pt x="0" y="10733"/>
                    <a:pt x="0" y="10754"/>
                  </a:cubicBezTo>
                  <a:lnTo>
                    <a:pt x="0" y="10829"/>
                  </a:lnTo>
                  <a:cubicBezTo>
                    <a:pt x="0" y="10860"/>
                    <a:pt x="21" y="10871"/>
                    <a:pt x="42" y="10871"/>
                  </a:cubicBezTo>
                  <a:cubicBezTo>
                    <a:pt x="64" y="10871"/>
                    <a:pt x="85" y="10860"/>
                    <a:pt x="85" y="10829"/>
                  </a:cubicBezTo>
                  <a:lnTo>
                    <a:pt x="85" y="10754"/>
                  </a:lnTo>
                  <a:cubicBezTo>
                    <a:pt x="85" y="10733"/>
                    <a:pt x="64" y="10712"/>
                    <a:pt x="42" y="10712"/>
                  </a:cubicBezTo>
                  <a:close/>
                  <a:moveTo>
                    <a:pt x="42" y="11126"/>
                  </a:moveTo>
                  <a:cubicBezTo>
                    <a:pt x="21" y="11126"/>
                    <a:pt x="0" y="11136"/>
                    <a:pt x="0" y="11157"/>
                  </a:cubicBezTo>
                  <a:lnTo>
                    <a:pt x="0" y="11242"/>
                  </a:lnTo>
                  <a:cubicBezTo>
                    <a:pt x="0" y="11263"/>
                    <a:pt x="21" y="11285"/>
                    <a:pt x="42" y="11285"/>
                  </a:cubicBezTo>
                  <a:cubicBezTo>
                    <a:pt x="64" y="11285"/>
                    <a:pt x="85" y="11263"/>
                    <a:pt x="85" y="11242"/>
                  </a:cubicBezTo>
                  <a:lnTo>
                    <a:pt x="85" y="11157"/>
                  </a:lnTo>
                  <a:cubicBezTo>
                    <a:pt x="85" y="11136"/>
                    <a:pt x="64" y="11126"/>
                    <a:pt x="42" y="11126"/>
                  </a:cubicBezTo>
                  <a:close/>
                  <a:moveTo>
                    <a:pt x="42" y="11529"/>
                  </a:moveTo>
                  <a:cubicBezTo>
                    <a:pt x="21" y="11529"/>
                    <a:pt x="0" y="11550"/>
                    <a:pt x="0" y="11571"/>
                  </a:cubicBezTo>
                  <a:lnTo>
                    <a:pt x="0" y="11656"/>
                  </a:lnTo>
                  <a:cubicBezTo>
                    <a:pt x="0" y="11677"/>
                    <a:pt x="21" y="11699"/>
                    <a:pt x="42" y="11699"/>
                  </a:cubicBezTo>
                  <a:cubicBezTo>
                    <a:pt x="64" y="11699"/>
                    <a:pt x="85" y="11677"/>
                    <a:pt x="85" y="11656"/>
                  </a:cubicBezTo>
                  <a:lnTo>
                    <a:pt x="85" y="11571"/>
                  </a:lnTo>
                  <a:cubicBezTo>
                    <a:pt x="85" y="11550"/>
                    <a:pt x="64" y="11529"/>
                    <a:pt x="42" y="11529"/>
                  </a:cubicBezTo>
                  <a:close/>
                  <a:moveTo>
                    <a:pt x="42" y="11942"/>
                  </a:moveTo>
                  <a:cubicBezTo>
                    <a:pt x="21" y="11942"/>
                    <a:pt x="0" y="11963"/>
                    <a:pt x="0" y="11984"/>
                  </a:cubicBezTo>
                  <a:lnTo>
                    <a:pt x="0" y="12069"/>
                  </a:lnTo>
                  <a:cubicBezTo>
                    <a:pt x="0" y="12091"/>
                    <a:pt x="21" y="12112"/>
                    <a:pt x="42" y="12112"/>
                  </a:cubicBezTo>
                  <a:cubicBezTo>
                    <a:pt x="64" y="12112"/>
                    <a:pt x="85" y="12091"/>
                    <a:pt x="85" y="12069"/>
                  </a:cubicBezTo>
                  <a:lnTo>
                    <a:pt x="85" y="11984"/>
                  </a:lnTo>
                  <a:cubicBezTo>
                    <a:pt x="85" y="11963"/>
                    <a:pt x="64" y="11942"/>
                    <a:pt x="42" y="11942"/>
                  </a:cubicBezTo>
                  <a:close/>
                  <a:moveTo>
                    <a:pt x="42" y="12356"/>
                  </a:moveTo>
                  <a:cubicBezTo>
                    <a:pt x="21" y="12356"/>
                    <a:pt x="0" y="12377"/>
                    <a:pt x="0" y="12399"/>
                  </a:cubicBezTo>
                  <a:lnTo>
                    <a:pt x="0" y="12483"/>
                  </a:lnTo>
                  <a:cubicBezTo>
                    <a:pt x="0" y="12505"/>
                    <a:pt x="21" y="12526"/>
                    <a:pt x="42" y="12526"/>
                  </a:cubicBezTo>
                  <a:cubicBezTo>
                    <a:pt x="64" y="12526"/>
                    <a:pt x="85" y="12505"/>
                    <a:pt x="85" y="12483"/>
                  </a:cubicBezTo>
                  <a:lnTo>
                    <a:pt x="85" y="12399"/>
                  </a:lnTo>
                  <a:cubicBezTo>
                    <a:pt x="85" y="12377"/>
                    <a:pt x="64" y="12356"/>
                    <a:pt x="42" y="12356"/>
                  </a:cubicBezTo>
                  <a:close/>
                  <a:moveTo>
                    <a:pt x="42" y="12769"/>
                  </a:moveTo>
                  <a:cubicBezTo>
                    <a:pt x="21" y="12769"/>
                    <a:pt x="0" y="12790"/>
                    <a:pt x="0" y="12812"/>
                  </a:cubicBezTo>
                  <a:lnTo>
                    <a:pt x="0" y="12897"/>
                  </a:lnTo>
                  <a:cubicBezTo>
                    <a:pt x="0" y="12918"/>
                    <a:pt x="21" y="12929"/>
                    <a:pt x="42" y="12929"/>
                  </a:cubicBezTo>
                  <a:cubicBezTo>
                    <a:pt x="64" y="12929"/>
                    <a:pt x="85" y="12918"/>
                    <a:pt x="85" y="12897"/>
                  </a:cubicBezTo>
                  <a:lnTo>
                    <a:pt x="85" y="12812"/>
                  </a:lnTo>
                  <a:cubicBezTo>
                    <a:pt x="85" y="12790"/>
                    <a:pt x="64" y="12769"/>
                    <a:pt x="42" y="12769"/>
                  </a:cubicBezTo>
                  <a:close/>
                  <a:moveTo>
                    <a:pt x="42" y="13183"/>
                  </a:moveTo>
                  <a:cubicBezTo>
                    <a:pt x="21" y="13183"/>
                    <a:pt x="0" y="13193"/>
                    <a:pt x="0" y="13226"/>
                  </a:cubicBezTo>
                  <a:lnTo>
                    <a:pt x="0" y="13300"/>
                  </a:lnTo>
                  <a:cubicBezTo>
                    <a:pt x="0" y="13321"/>
                    <a:pt x="21" y="13342"/>
                    <a:pt x="42" y="13342"/>
                  </a:cubicBezTo>
                  <a:cubicBezTo>
                    <a:pt x="64" y="13342"/>
                    <a:pt x="85" y="13321"/>
                    <a:pt x="85" y="13300"/>
                  </a:cubicBezTo>
                  <a:lnTo>
                    <a:pt x="85" y="13226"/>
                  </a:lnTo>
                  <a:cubicBezTo>
                    <a:pt x="85" y="13193"/>
                    <a:pt x="64" y="13183"/>
                    <a:pt x="42" y="13183"/>
                  </a:cubicBezTo>
                  <a:close/>
                  <a:moveTo>
                    <a:pt x="42" y="13596"/>
                  </a:moveTo>
                  <a:cubicBezTo>
                    <a:pt x="21" y="13596"/>
                    <a:pt x="0" y="13608"/>
                    <a:pt x="0" y="13629"/>
                  </a:cubicBezTo>
                  <a:lnTo>
                    <a:pt x="0" y="13714"/>
                  </a:lnTo>
                  <a:cubicBezTo>
                    <a:pt x="0" y="13735"/>
                    <a:pt x="21" y="13756"/>
                    <a:pt x="42" y="13756"/>
                  </a:cubicBezTo>
                  <a:cubicBezTo>
                    <a:pt x="64" y="13756"/>
                    <a:pt x="85" y="13735"/>
                    <a:pt x="85" y="13714"/>
                  </a:cubicBezTo>
                  <a:lnTo>
                    <a:pt x="85" y="13629"/>
                  </a:lnTo>
                  <a:cubicBezTo>
                    <a:pt x="85" y="13608"/>
                    <a:pt x="64" y="13596"/>
                    <a:pt x="42" y="135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6"/>
            <p:cNvSpPr/>
            <p:nvPr/>
          </p:nvSpPr>
          <p:spPr>
            <a:xfrm>
              <a:off x="3878550" y="238125"/>
              <a:ext cx="2125" cy="2950"/>
            </a:xfrm>
            <a:custGeom>
              <a:rect b="b" l="l" r="r" t="t"/>
              <a:pathLst>
                <a:path extrusionOk="0" h="118" w="85">
                  <a:moveTo>
                    <a:pt x="42" y="0"/>
                  </a:moveTo>
                  <a:cubicBezTo>
                    <a:pt x="21" y="0"/>
                    <a:pt x="0" y="11"/>
                    <a:pt x="0" y="32"/>
                  </a:cubicBezTo>
                  <a:lnTo>
                    <a:pt x="0" y="75"/>
                  </a:lnTo>
                  <a:cubicBezTo>
                    <a:pt x="0" y="96"/>
                    <a:pt x="21" y="117"/>
                    <a:pt x="42" y="117"/>
                  </a:cubicBezTo>
                  <a:cubicBezTo>
                    <a:pt x="64" y="117"/>
                    <a:pt x="85" y="96"/>
                    <a:pt x="85" y="75"/>
                  </a:cubicBezTo>
                  <a:lnTo>
                    <a:pt x="85" y="32"/>
                  </a:lnTo>
                  <a:cubicBezTo>
                    <a:pt x="85" y="11"/>
                    <a:pt x="64" y="0"/>
                    <a:pt x="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6"/>
            <p:cNvSpPr/>
            <p:nvPr/>
          </p:nvSpPr>
          <p:spPr>
            <a:xfrm>
              <a:off x="3631425" y="981000"/>
              <a:ext cx="1875" cy="218250"/>
            </a:xfrm>
            <a:custGeom>
              <a:rect b="b" l="l" r="r" t="t"/>
              <a:pathLst>
                <a:path extrusionOk="0" h="8730" w="75">
                  <a:moveTo>
                    <a:pt x="43" y="1"/>
                  </a:moveTo>
                  <a:cubicBezTo>
                    <a:pt x="11" y="1"/>
                    <a:pt x="1" y="22"/>
                    <a:pt x="1" y="43"/>
                  </a:cubicBezTo>
                  <a:lnTo>
                    <a:pt x="1" y="128"/>
                  </a:lnTo>
                  <a:cubicBezTo>
                    <a:pt x="1" y="149"/>
                    <a:pt x="11" y="171"/>
                    <a:pt x="43" y="171"/>
                  </a:cubicBezTo>
                  <a:cubicBezTo>
                    <a:pt x="65" y="171"/>
                    <a:pt x="75" y="149"/>
                    <a:pt x="75" y="128"/>
                  </a:cubicBezTo>
                  <a:lnTo>
                    <a:pt x="75" y="43"/>
                  </a:lnTo>
                  <a:cubicBezTo>
                    <a:pt x="75" y="22"/>
                    <a:pt x="65" y="1"/>
                    <a:pt x="43" y="1"/>
                  </a:cubicBezTo>
                  <a:close/>
                  <a:moveTo>
                    <a:pt x="43" y="415"/>
                  </a:moveTo>
                  <a:cubicBezTo>
                    <a:pt x="11" y="415"/>
                    <a:pt x="1" y="425"/>
                    <a:pt x="1" y="457"/>
                  </a:cubicBezTo>
                  <a:lnTo>
                    <a:pt x="1" y="531"/>
                  </a:lnTo>
                  <a:cubicBezTo>
                    <a:pt x="1" y="552"/>
                    <a:pt x="11" y="574"/>
                    <a:pt x="43" y="574"/>
                  </a:cubicBezTo>
                  <a:cubicBezTo>
                    <a:pt x="65" y="574"/>
                    <a:pt x="75" y="552"/>
                    <a:pt x="75" y="531"/>
                  </a:cubicBezTo>
                  <a:lnTo>
                    <a:pt x="75" y="457"/>
                  </a:lnTo>
                  <a:cubicBezTo>
                    <a:pt x="75" y="425"/>
                    <a:pt x="65" y="415"/>
                    <a:pt x="43" y="415"/>
                  </a:cubicBezTo>
                  <a:close/>
                  <a:moveTo>
                    <a:pt x="43" y="818"/>
                  </a:moveTo>
                  <a:cubicBezTo>
                    <a:pt x="11" y="818"/>
                    <a:pt x="1" y="839"/>
                    <a:pt x="1" y="860"/>
                  </a:cubicBezTo>
                  <a:lnTo>
                    <a:pt x="1" y="945"/>
                  </a:lnTo>
                  <a:cubicBezTo>
                    <a:pt x="1" y="966"/>
                    <a:pt x="11" y="988"/>
                    <a:pt x="43" y="988"/>
                  </a:cubicBezTo>
                  <a:cubicBezTo>
                    <a:pt x="65" y="988"/>
                    <a:pt x="75" y="966"/>
                    <a:pt x="75" y="945"/>
                  </a:cubicBezTo>
                  <a:lnTo>
                    <a:pt x="75" y="860"/>
                  </a:lnTo>
                  <a:cubicBezTo>
                    <a:pt x="75" y="839"/>
                    <a:pt x="65" y="818"/>
                    <a:pt x="43" y="818"/>
                  </a:cubicBezTo>
                  <a:close/>
                  <a:moveTo>
                    <a:pt x="43" y="1231"/>
                  </a:moveTo>
                  <a:cubicBezTo>
                    <a:pt x="11" y="1231"/>
                    <a:pt x="1" y="1242"/>
                    <a:pt x="1" y="1273"/>
                  </a:cubicBezTo>
                  <a:lnTo>
                    <a:pt x="1" y="1348"/>
                  </a:lnTo>
                  <a:cubicBezTo>
                    <a:pt x="1" y="1369"/>
                    <a:pt x="11" y="1391"/>
                    <a:pt x="43" y="1391"/>
                  </a:cubicBezTo>
                  <a:cubicBezTo>
                    <a:pt x="65" y="1391"/>
                    <a:pt x="75" y="1369"/>
                    <a:pt x="75" y="1348"/>
                  </a:cubicBezTo>
                  <a:lnTo>
                    <a:pt x="75" y="1273"/>
                  </a:lnTo>
                  <a:cubicBezTo>
                    <a:pt x="75" y="1242"/>
                    <a:pt x="65" y="1231"/>
                    <a:pt x="43" y="1231"/>
                  </a:cubicBezTo>
                  <a:close/>
                  <a:moveTo>
                    <a:pt x="43" y="1634"/>
                  </a:moveTo>
                  <a:cubicBezTo>
                    <a:pt x="11" y="1634"/>
                    <a:pt x="1" y="1655"/>
                    <a:pt x="1" y="1676"/>
                  </a:cubicBezTo>
                  <a:lnTo>
                    <a:pt x="1" y="1761"/>
                  </a:lnTo>
                  <a:cubicBezTo>
                    <a:pt x="1" y="1783"/>
                    <a:pt x="11" y="1804"/>
                    <a:pt x="43" y="1804"/>
                  </a:cubicBezTo>
                  <a:cubicBezTo>
                    <a:pt x="65" y="1804"/>
                    <a:pt x="75" y="1783"/>
                    <a:pt x="75" y="1761"/>
                  </a:cubicBezTo>
                  <a:lnTo>
                    <a:pt x="75" y="1676"/>
                  </a:lnTo>
                  <a:cubicBezTo>
                    <a:pt x="75" y="1655"/>
                    <a:pt x="65" y="1634"/>
                    <a:pt x="43" y="1634"/>
                  </a:cubicBezTo>
                  <a:close/>
                  <a:moveTo>
                    <a:pt x="43" y="2048"/>
                  </a:moveTo>
                  <a:cubicBezTo>
                    <a:pt x="11" y="2048"/>
                    <a:pt x="1" y="2058"/>
                    <a:pt x="1" y="2079"/>
                  </a:cubicBezTo>
                  <a:lnTo>
                    <a:pt x="1" y="2164"/>
                  </a:lnTo>
                  <a:cubicBezTo>
                    <a:pt x="1" y="2186"/>
                    <a:pt x="11" y="2207"/>
                    <a:pt x="43" y="2207"/>
                  </a:cubicBezTo>
                  <a:cubicBezTo>
                    <a:pt x="65" y="2207"/>
                    <a:pt x="75" y="2186"/>
                    <a:pt x="75" y="2164"/>
                  </a:cubicBezTo>
                  <a:lnTo>
                    <a:pt x="75" y="2079"/>
                  </a:lnTo>
                  <a:cubicBezTo>
                    <a:pt x="75" y="2058"/>
                    <a:pt x="65" y="2048"/>
                    <a:pt x="43" y="2048"/>
                  </a:cubicBezTo>
                  <a:close/>
                  <a:moveTo>
                    <a:pt x="43" y="2451"/>
                  </a:moveTo>
                  <a:cubicBezTo>
                    <a:pt x="11" y="2451"/>
                    <a:pt x="1" y="2472"/>
                    <a:pt x="1" y="2494"/>
                  </a:cubicBezTo>
                  <a:lnTo>
                    <a:pt x="1" y="2578"/>
                  </a:lnTo>
                  <a:cubicBezTo>
                    <a:pt x="1" y="2600"/>
                    <a:pt x="11" y="2610"/>
                    <a:pt x="43" y="2610"/>
                  </a:cubicBezTo>
                  <a:cubicBezTo>
                    <a:pt x="65" y="2610"/>
                    <a:pt x="75" y="2600"/>
                    <a:pt x="75" y="2578"/>
                  </a:cubicBezTo>
                  <a:lnTo>
                    <a:pt x="75" y="2494"/>
                  </a:lnTo>
                  <a:cubicBezTo>
                    <a:pt x="75" y="2472"/>
                    <a:pt x="65" y="2451"/>
                    <a:pt x="43" y="2451"/>
                  </a:cubicBezTo>
                  <a:close/>
                  <a:moveTo>
                    <a:pt x="43" y="2864"/>
                  </a:moveTo>
                  <a:cubicBezTo>
                    <a:pt x="11" y="2864"/>
                    <a:pt x="1" y="2875"/>
                    <a:pt x="1" y="2897"/>
                  </a:cubicBezTo>
                  <a:lnTo>
                    <a:pt x="1" y="2981"/>
                  </a:lnTo>
                  <a:cubicBezTo>
                    <a:pt x="1" y="3003"/>
                    <a:pt x="11" y="3024"/>
                    <a:pt x="43" y="3024"/>
                  </a:cubicBezTo>
                  <a:cubicBezTo>
                    <a:pt x="65" y="3024"/>
                    <a:pt x="75" y="3003"/>
                    <a:pt x="75" y="2981"/>
                  </a:cubicBezTo>
                  <a:lnTo>
                    <a:pt x="75" y="2897"/>
                  </a:lnTo>
                  <a:cubicBezTo>
                    <a:pt x="75" y="2875"/>
                    <a:pt x="65" y="2864"/>
                    <a:pt x="43" y="2864"/>
                  </a:cubicBezTo>
                  <a:close/>
                  <a:moveTo>
                    <a:pt x="43" y="3267"/>
                  </a:moveTo>
                  <a:cubicBezTo>
                    <a:pt x="11" y="3267"/>
                    <a:pt x="1" y="3288"/>
                    <a:pt x="1" y="3310"/>
                  </a:cubicBezTo>
                  <a:lnTo>
                    <a:pt x="1" y="3395"/>
                  </a:lnTo>
                  <a:cubicBezTo>
                    <a:pt x="1" y="3416"/>
                    <a:pt x="11" y="3427"/>
                    <a:pt x="43" y="3427"/>
                  </a:cubicBezTo>
                  <a:cubicBezTo>
                    <a:pt x="65" y="3427"/>
                    <a:pt x="75" y="3416"/>
                    <a:pt x="75" y="3395"/>
                  </a:cubicBezTo>
                  <a:lnTo>
                    <a:pt x="75" y="3310"/>
                  </a:lnTo>
                  <a:cubicBezTo>
                    <a:pt x="75" y="3288"/>
                    <a:pt x="65" y="3267"/>
                    <a:pt x="43" y="3267"/>
                  </a:cubicBezTo>
                  <a:close/>
                  <a:moveTo>
                    <a:pt x="43" y="3670"/>
                  </a:moveTo>
                  <a:cubicBezTo>
                    <a:pt x="11" y="3670"/>
                    <a:pt x="1" y="3691"/>
                    <a:pt x="1" y="3713"/>
                  </a:cubicBezTo>
                  <a:lnTo>
                    <a:pt x="1" y="3798"/>
                  </a:lnTo>
                  <a:cubicBezTo>
                    <a:pt x="1" y="3819"/>
                    <a:pt x="11" y="3840"/>
                    <a:pt x="43" y="3840"/>
                  </a:cubicBezTo>
                  <a:cubicBezTo>
                    <a:pt x="65" y="3840"/>
                    <a:pt x="75" y="3819"/>
                    <a:pt x="75" y="3798"/>
                  </a:cubicBezTo>
                  <a:lnTo>
                    <a:pt x="75" y="3713"/>
                  </a:lnTo>
                  <a:cubicBezTo>
                    <a:pt x="75" y="3691"/>
                    <a:pt x="65" y="3670"/>
                    <a:pt x="43" y="3670"/>
                  </a:cubicBezTo>
                  <a:close/>
                  <a:moveTo>
                    <a:pt x="43" y="4084"/>
                  </a:moveTo>
                  <a:cubicBezTo>
                    <a:pt x="11" y="4084"/>
                    <a:pt x="1" y="4106"/>
                    <a:pt x="1" y="4127"/>
                  </a:cubicBezTo>
                  <a:lnTo>
                    <a:pt x="1" y="4201"/>
                  </a:lnTo>
                  <a:cubicBezTo>
                    <a:pt x="1" y="4233"/>
                    <a:pt x="11" y="4243"/>
                    <a:pt x="43" y="4243"/>
                  </a:cubicBezTo>
                  <a:cubicBezTo>
                    <a:pt x="65" y="4243"/>
                    <a:pt x="75" y="4233"/>
                    <a:pt x="75" y="4201"/>
                  </a:cubicBezTo>
                  <a:lnTo>
                    <a:pt x="75" y="4127"/>
                  </a:lnTo>
                  <a:cubicBezTo>
                    <a:pt x="75" y="4106"/>
                    <a:pt x="65" y="4084"/>
                    <a:pt x="43" y="4084"/>
                  </a:cubicBezTo>
                  <a:close/>
                  <a:moveTo>
                    <a:pt x="43" y="4487"/>
                  </a:moveTo>
                  <a:cubicBezTo>
                    <a:pt x="11" y="4487"/>
                    <a:pt x="1" y="4509"/>
                    <a:pt x="1" y="4530"/>
                  </a:cubicBezTo>
                  <a:lnTo>
                    <a:pt x="1" y="4615"/>
                  </a:lnTo>
                  <a:cubicBezTo>
                    <a:pt x="1" y="4636"/>
                    <a:pt x="11" y="4657"/>
                    <a:pt x="43" y="4657"/>
                  </a:cubicBezTo>
                  <a:cubicBezTo>
                    <a:pt x="65" y="4657"/>
                    <a:pt x="75" y="4636"/>
                    <a:pt x="75" y="4615"/>
                  </a:cubicBezTo>
                  <a:lnTo>
                    <a:pt x="75" y="4530"/>
                  </a:lnTo>
                  <a:cubicBezTo>
                    <a:pt x="75" y="4509"/>
                    <a:pt x="65" y="4487"/>
                    <a:pt x="43" y="4487"/>
                  </a:cubicBezTo>
                  <a:close/>
                  <a:moveTo>
                    <a:pt x="43" y="4900"/>
                  </a:moveTo>
                  <a:cubicBezTo>
                    <a:pt x="11" y="4900"/>
                    <a:pt x="1" y="4922"/>
                    <a:pt x="1" y="4943"/>
                  </a:cubicBezTo>
                  <a:lnTo>
                    <a:pt x="1" y="5018"/>
                  </a:lnTo>
                  <a:cubicBezTo>
                    <a:pt x="1" y="5049"/>
                    <a:pt x="11" y="5060"/>
                    <a:pt x="43" y="5060"/>
                  </a:cubicBezTo>
                  <a:cubicBezTo>
                    <a:pt x="65" y="5060"/>
                    <a:pt x="75" y="5049"/>
                    <a:pt x="75" y="5018"/>
                  </a:cubicBezTo>
                  <a:lnTo>
                    <a:pt x="75" y="4943"/>
                  </a:lnTo>
                  <a:cubicBezTo>
                    <a:pt x="75" y="4922"/>
                    <a:pt x="65" y="4900"/>
                    <a:pt x="43" y="4900"/>
                  </a:cubicBezTo>
                  <a:close/>
                  <a:moveTo>
                    <a:pt x="43" y="5303"/>
                  </a:moveTo>
                  <a:cubicBezTo>
                    <a:pt x="11" y="5303"/>
                    <a:pt x="1" y="5325"/>
                    <a:pt x="1" y="5346"/>
                  </a:cubicBezTo>
                  <a:lnTo>
                    <a:pt x="1" y="5431"/>
                  </a:lnTo>
                  <a:cubicBezTo>
                    <a:pt x="1" y="5452"/>
                    <a:pt x="11" y="5473"/>
                    <a:pt x="43" y="5473"/>
                  </a:cubicBezTo>
                  <a:cubicBezTo>
                    <a:pt x="65" y="5473"/>
                    <a:pt x="75" y="5452"/>
                    <a:pt x="75" y="5431"/>
                  </a:cubicBezTo>
                  <a:lnTo>
                    <a:pt x="75" y="5346"/>
                  </a:lnTo>
                  <a:cubicBezTo>
                    <a:pt x="75" y="5325"/>
                    <a:pt x="65" y="5303"/>
                    <a:pt x="43" y="5303"/>
                  </a:cubicBezTo>
                  <a:close/>
                  <a:moveTo>
                    <a:pt x="43" y="5717"/>
                  </a:moveTo>
                  <a:cubicBezTo>
                    <a:pt x="11" y="5717"/>
                    <a:pt x="1" y="5739"/>
                    <a:pt x="1" y="5760"/>
                  </a:cubicBezTo>
                  <a:lnTo>
                    <a:pt x="1" y="5834"/>
                  </a:lnTo>
                  <a:cubicBezTo>
                    <a:pt x="1" y="5855"/>
                    <a:pt x="11" y="5876"/>
                    <a:pt x="43" y="5876"/>
                  </a:cubicBezTo>
                  <a:cubicBezTo>
                    <a:pt x="65" y="5876"/>
                    <a:pt x="75" y="5855"/>
                    <a:pt x="75" y="5834"/>
                  </a:cubicBezTo>
                  <a:lnTo>
                    <a:pt x="75" y="5760"/>
                  </a:lnTo>
                  <a:cubicBezTo>
                    <a:pt x="75" y="5739"/>
                    <a:pt x="65" y="5717"/>
                    <a:pt x="43" y="5717"/>
                  </a:cubicBezTo>
                  <a:close/>
                  <a:moveTo>
                    <a:pt x="43" y="6120"/>
                  </a:moveTo>
                  <a:cubicBezTo>
                    <a:pt x="11" y="6120"/>
                    <a:pt x="1" y="6142"/>
                    <a:pt x="1" y="6163"/>
                  </a:cubicBezTo>
                  <a:lnTo>
                    <a:pt x="1" y="6248"/>
                  </a:lnTo>
                  <a:cubicBezTo>
                    <a:pt x="1" y="6269"/>
                    <a:pt x="11" y="6290"/>
                    <a:pt x="43" y="6290"/>
                  </a:cubicBezTo>
                  <a:cubicBezTo>
                    <a:pt x="65" y="6290"/>
                    <a:pt x="75" y="6269"/>
                    <a:pt x="75" y="6248"/>
                  </a:cubicBezTo>
                  <a:lnTo>
                    <a:pt x="75" y="6163"/>
                  </a:lnTo>
                  <a:cubicBezTo>
                    <a:pt x="75" y="6142"/>
                    <a:pt x="65" y="6120"/>
                    <a:pt x="43" y="6120"/>
                  </a:cubicBezTo>
                  <a:close/>
                  <a:moveTo>
                    <a:pt x="43" y="6534"/>
                  </a:moveTo>
                  <a:cubicBezTo>
                    <a:pt x="11" y="6534"/>
                    <a:pt x="1" y="6545"/>
                    <a:pt x="1" y="6576"/>
                  </a:cubicBezTo>
                  <a:lnTo>
                    <a:pt x="1" y="6651"/>
                  </a:lnTo>
                  <a:cubicBezTo>
                    <a:pt x="1" y="6672"/>
                    <a:pt x="11" y="6693"/>
                    <a:pt x="43" y="6693"/>
                  </a:cubicBezTo>
                  <a:cubicBezTo>
                    <a:pt x="65" y="6693"/>
                    <a:pt x="75" y="6672"/>
                    <a:pt x="75" y="6651"/>
                  </a:cubicBezTo>
                  <a:lnTo>
                    <a:pt x="75" y="6576"/>
                  </a:lnTo>
                  <a:cubicBezTo>
                    <a:pt x="75" y="6545"/>
                    <a:pt x="65" y="6534"/>
                    <a:pt x="43" y="6534"/>
                  </a:cubicBezTo>
                  <a:close/>
                  <a:moveTo>
                    <a:pt x="43" y="6937"/>
                  </a:moveTo>
                  <a:cubicBezTo>
                    <a:pt x="11" y="6937"/>
                    <a:pt x="1" y="6958"/>
                    <a:pt x="1" y="6979"/>
                  </a:cubicBezTo>
                  <a:lnTo>
                    <a:pt x="1" y="7064"/>
                  </a:lnTo>
                  <a:cubicBezTo>
                    <a:pt x="1" y="7085"/>
                    <a:pt x="11" y="7106"/>
                    <a:pt x="43" y="7106"/>
                  </a:cubicBezTo>
                  <a:cubicBezTo>
                    <a:pt x="65" y="7106"/>
                    <a:pt x="75" y="7085"/>
                    <a:pt x="75" y="7064"/>
                  </a:cubicBezTo>
                  <a:lnTo>
                    <a:pt x="75" y="6979"/>
                  </a:lnTo>
                  <a:cubicBezTo>
                    <a:pt x="75" y="6958"/>
                    <a:pt x="65" y="6937"/>
                    <a:pt x="43" y="6937"/>
                  </a:cubicBezTo>
                  <a:close/>
                  <a:moveTo>
                    <a:pt x="43" y="7351"/>
                  </a:moveTo>
                  <a:cubicBezTo>
                    <a:pt x="11" y="7351"/>
                    <a:pt x="1" y="7361"/>
                    <a:pt x="1" y="7382"/>
                  </a:cubicBezTo>
                  <a:lnTo>
                    <a:pt x="1" y="7467"/>
                  </a:lnTo>
                  <a:cubicBezTo>
                    <a:pt x="1" y="7488"/>
                    <a:pt x="11" y="7509"/>
                    <a:pt x="43" y="7509"/>
                  </a:cubicBezTo>
                  <a:cubicBezTo>
                    <a:pt x="65" y="7509"/>
                    <a:pt x="75" y="7488"/>
                    <a:pt x="75" y="7467"/>
                  </a:cubicBezTo>
                  <a:lnTo>
                    <a:pt x="75" y="7382"/>
                  </a:lnTo>
                  <a:cubicBezTo>
                    <a:pt x="75" y="7361"/>
                    <a:pt x="65" y="7351"/>
                    <a:pt x="43" y="7351"/>
                  </a:cubicBezTo>
                  <a:close/>
                  <a:moveTo>
                    <a:pt x="43" y="7754"/>
                  </a:moveTo>
                  <a:cubicBezTo>
                    <a:pt x="11" y="7754"/>
                    <a:pt x="1" y="7775"/>
                    <a:pt x="1" y="7796"/>
                  </a:cubicBezTo>
                  <a:lnTo>
                    <a:pt x="1" y="7881"/>
                  </a:lnTo>
                  <a:cubicBezTo>
                    <a:pt x="1" y="7902"/>
                    <a:pt x="11" y="7912"/>
                    <a:pt x="43" y="7912"/>
                  </a:cubicBezTo>
                  <a:cubicBezTo>
                    <a:pt x="65" y="7912"/>
                    <a:pt x="75" y="7902"/>
                    <a:pt x="75" y="7881"/>
                  </a:cubicBezTo>
                  <a:lnTo>
                    <a:pt x="75" y="7796"/>
                  </a:lnTo>
                  <a:cubicBezTo>
                    <a:pt x="75" y="7775"/>
                    <a:pt x="65" y="7754"/>
                    <a:pt x="43" y="7754"/>
                  </a:cubicBezTo>
                  <a:close/>
                  <a:moveTo>
                    <a:pt x="43" y="8167"/>
                  </a:moveTo>
                  <a:cubicBezTo>
                    <a:pt x="11" y="8167"/>
                    <a:pt x="1" y="8178"/>
                    <a:pt x="1" y="8199"/>
                  </a:cubicBezTo>
                  <a:lnTo>
                    <a:pt x="1" y="8284"/>
                  </a:lnTo>
                  <a:cubicBezTo>
                    <a:pt x="1" y="8305"/>
                    <a:pt x="11" y="8326"/>
                    <a:pt x="43" y="8326"/>
                  </a:cubicBezTo>
                  <a:cubicBezTo>
                    <a:pt x="65" y="8326"/>
                    <a:pt x="75" y="8305"/>
                    <a:pt x="75" y="8284"/>
                  </a:cubicBezTo>
                  <a:lnTo>
                    <a:pt x="75" y="8199"/>
                  </a:lnTo>
                  <a:cubicBezTo>
                    <a:pt x="75" y="8178"/>
                    <a:pt x="65" y="8167"/>
                    <a:pt x="43" y="8167"/>
                  </a:cubicBezTo>
                  <a:close/>
                  <a:moveTo>
                    <a:pt x="43" y="8570"/>
                  </a:moveTo>
                  <a:cubicBezTo>
                    <a:pt x="11" y="8570"/>
                    <a:pt x="1" y="8591"/>
                    <a:pt x="1" y="8612"/>
                  </a:cubicBezTo>
                  <a:lnTo>
                    <a:pt x="1" y="8697"/>
                  </a:lnTo>
                  <a:cubicBezTo>
                    <a:pt x="1" y="8718"/>
                    <a:pt x="11" y="8729"/>
                    <a:pt x="43" y="8729"/>
                  </a:cubicBezTo>
                  <a:cubicBezTo>
                    <a:pt x="65" y="8729"/>
                    <a:pt x="75" y="8718"/>
                    <a:pt x="75" y="8697"/>
                  </a:cubicBezTo>
                  <a:lnTo>
                    <a:pt x="75" y="8612"/>
                  </a:lnTo>
                  <a:cubicBezTo>
                    <a:pt x="75" y="8591"/>
                    <a:pt x="65" y="8570"/>
                    <a:pt x="43" y="857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6"/>
            <p:cNvSpPr/>
            <p:nvPr/>
          </p:nvSpPr>
          <p:spPr>
            <a:xfrm>
              <a:off x="3763725" y="981000"/>
              <a:ext cx="2150" cy="218250"/>
            </a:xfrm>
            <a:custGeom>
              <a:rect b="b" l="l" r="r" t="t"/>
              <a:pathLst>
                <a:path extrusionOk="0" h="8730" w="86">
                  <a:moveTo>
                    <a:pt x="43" y="1"/>
                  </a:moveTo>
                  <a:cubicBezTo>
                    <a:pt x="22" y="1"/>
                    <a:pt x="1" y="22"/>
                    <a:pt x="1" y="43"/>
                  </a:cubicBezTo>
                  <a:lnTo>
                    <a:pt x="1" y="128"/>
                  </a:lnTo>
                  <a:cubicBezTo>
                    <a:pt x="1" y="149"/>
                    <a:pt x="22" y="171"/>
                    <a:pt x="43" y="171"/>
                  </a:cubicBezTo>
                  <a:cubicBezTo>
                    <a:pt x="64" y="171"/>
                    <a:pt x="85" y="149"/>
                    <a:pt x="85" y="128"/>
                  </a:cubicBezTo>
                  <a:lnTo>
                    <a:pt x="85" y="43"/>
                  </a:lnTo>
                  <a:cubicBezTo>
                    <a:pt x="85" y="22"/>
                    <a:pt x="64" y="1"/>
                    <a:pt x="43" y="1"/>
                  </a:cubicBezTo>
                  <a:close/>
                  <a:moveTo>
                    <a:pt x="43" y="415"/>
                  </a:moveTo>
                  <a:cubicBezTo>
                    <a:pt x="22" y="415"/>
                    <a:pt x="1" y="425"/>
                    <a:pt x="1" y="457"/>
                  </a:cubicBezTo>
                  <a:lnTo>
                    <a:pt x="1" y="531"/>
                  </a:lnTo>
                  <a:cubicBezTo>
                    <a:pt x="1" y="552"/>
                    <a:pt x="22" y="574"/>
                    <a:pt x="43" y="574"/>
                  </a:cubicBezTo>
                  <a:cubicBezTo>
                    <a:pt x="64" y="574"/>
                    <a:pt x="85" y="552"/>
                    <a:pt x="85" y="531"/>
                  </a:cubicBezTo>
                  <a:lnTo>
                    <a:pt x="85" y="457"/>
                  </a:lnTo>
                  <a:cubicBezTo>
                    <a:pt x="85" y="425"/>
                    <a:pt x="64" y="415"/>
                    <a:pt x="43" y="415"/>
                  </a:cubicBezTo>
                  <a:close/>
                  <a:moveTo>
                    <a:pt x="43" y="818"/>
                  </a:moveTo>
                  <a:cubicBezTo>
                    <a:pt x="22" y="818"/>
                    <a:pt x="1" y="839"/>
                    <a:pt x="1" y="860"/>
                  </a:cubicBezTo>
                  <a:lnTo>
                    <a:pt x="1" y="945"/>
                  </a:lnTo>
                  <a:cubicBezTo>
                    <a:pt x="1" y="966"/>
                    <a:pt x="22" y="988"/>
                    <a:pt x="43" y="988"/>
                  </a:cubicBezTo>
                  <a:cubicBezTo>
                    <a:pt x="64" y="988"/>
                    <a:pt x="85" y="966"/>
                    <a:pt x="85" y="945"/>
                  </a:cubicBezTo>
                  <a:lnTo>
                    <a:pt x="85" y="860"/>
                  </a:lnTo>
                  <a:cubicBezTo>
                    <a:pt x="85" y="839"/>
                    <a:pt x="64" y="818"/>
                    <a:pt x="43" y="818"/>
                  </a:cubicBezTo>
                  <a:close/>
                  <a:moveTo>
                    <a:pt x="43" y="1231"/>
                  </a:moveTo>
                  <a:cubicBezTo>
                    <a:pt x="22" y="1231"/>
                    <a:pt x="1" y="1242"/>
                    <a:pt x="1" y="1273"/>
                  </a:cubicBezTo>
                  <a:lnTo>
                    <a:pt x="1" y="1348"/>
                  </a:lnTo>
                  <a:cubicBezTo>
                    <a:pt x="1" y="1369"/>
                    <a:pt x="22" y="1391"/>
                    <a:pt x="43" y="1391"/>
                  </a:cubicBezTo>
                  <a:cubicBezTo>
                    <a:pt x="64" y="1391"/>
                    <a:pt x="85" y="1369"/>
                    <a:pt x="85" y="1348"/>
                  </a:cubicBezTo>
                  <a:lnTo>
                    <a:pt x="85" y="1273"/>
                  </a:lnTo>
                  <a:cubicBezTo>
                    <a:pt x="85" y="1242"/>
                    <a:pt x="64" y="1231"/>
                    <a:pt x="43" y="1231"/>
                  </a:cubicBezTo>
                  <a:close/>
                  <a:moveTo>
                    <a:pt x="43" y="1634"/>
                  </a:moveTo>
                  <a:cubicBezTo>
                    <a:pt x="22" y="1634"/>
                    <a:pt x="1" y="1655"/>
                    <a:pt x="1" y="1676"/>
                  </a:cubicBezTo>
                  <a:lnTo>
                    <a:pt x="1" y="1761"/>
                  </a:lnTo>
                  <a:cubicBezTo>
                    <a:pt x="1" y="1783"/>
                    <a:pt x="22" y="1804"/>
                    <a:pt x="43" y="1804"/>
                  </a:cubicBezTo>
                  <a:cubicBezTo>
                    <a:pt x="64" y="1804"/>
                    <a:pt x="85" y="1783"/>
                    <a:pt x="85" y="1761"/>
                  </a:cubicBezTo>
                  <a:lnTo>
                    <a:pt x="85" y="1676"/>
                  </a:lnTo>
                  <a:cubicBezTo>
                    <a:pt x="85" y="1655"/>
                    <a:pt x="64" y="1634"/>
                    <a:pt x="43" y="1634"/>
                  </a:cubicBezTo>
                  <a:close/>
                  <a:moveTo>
                    <a:pt x="43" y="2048"/>
                  </a:moveTo>
                  <a:cubicBezTo>
                    <a:pt x="22" y="2048"/>
                    <a:pt x="1" y="2058"/>
                    <a:pt x="1" y="2079"/>
                  </a:cubicBezTo>
                  <a:lnTo>
                    <a:pt x="1" y="2164"/>
                  </a:lnTo>
                  <a:cubicBezTo>
                    <a:pt x="1" y="2186"/>
                    <a:pt x="22" y="2207"/>
                    <a:pt x="43" y="2207"/>
                  </a:cubicBezTo>
                  <a:cubicBezTo>
                    <a:pt x="64" y="2207"/>
                    <a:pt x="85" y="2186"/>
                    <a:pt x="85" y="2164"/>
                  </a:cubicBezTo>
                  <a:lnTo>
                    <a:pt x="85" y="2079"/>
                  </a:lnTo>
                  <a:cubicBezTo>
                    <a:pt x="85" y="2058"/>
                    <a:pt x="64" y="2048"/>
                    <a:pt x="43" y="2048"/>
                  </a:cubicBezTo>
                  <a:close/>
                  <a:moveTo>
                    <a:pt x="43" y="2451"/>
                  </a:moveTo>
                  <a:cubicBezTo>
                    <a:pt x="22" y="2451"/>
                    <a:pt x="1" y="2472"/>
                    <a:pt x="1" y="2494"/>
                  </a:cubicBezTo>
                  <a:lnTo>
                    <a:pt x="1" y="2578"/>
                  </a:lnTo>
                  <a:cubicBezTo>
                    <a:pt x="1" y="2600"/>
                    <a:pt x="22" y="2610"/>
                    <a:pt x="43" y="2610"/>
                  </a:cubicBezTo>
                  <a:cubicBezTo>
                    <a:pt x="64" y="2610"/>
                    <a:pt x="85" y="2600"/>
                    <a:pt x="85" y="2578"/>
                  </a:cubicBezTo>
                  <a:lnTo>
                    <a:pt x="85" y="2494"/>
                  </a:lnTo>
                  <a:cubicBezTo>
                    <a:pt x="85" y="2472"/>
                    <a:pt x="64" y="2451"/>
                    <a:pt x="43" y="2451"/>
                  </a:cubicBezTo>
                  <a:close/>
                  <a:moveTo>
                    <a:pt x="43" y="2864"/>
                  </a:moveTo>
                  <a:cubicBezTo>
                    <a:pt x="22" y="2864"/>
                    <a:pt x="1" y="2875"/>
                    <a:pt x="1" y="2897"/>
                  </a:cubicBezTo>
                  <a:lnTo>
                    <a:pt x="1" y="2981"/>
                  </a:lnTo>
                  <a:cubicBezTo>
                    <a:pt x="1" y="3003"/>
                    <a:pt x="22" y="3024"/>
                    <a:pt x="43" y="3024"/>
                  </a:cubicBezTo>
                  <a:cubicBezTo>
                    <a:pt x="64" y="3024"/>
                    <a:pt x="85" y="3003"/>
                    <a:pt x="85" y="2981"/>
                  </a:cubicBezTo>
                  <a:lnTo>
                    <a:pt x="85" y="2897"/>
                  </a:lnTo>
                  <a:cubicBezTo>
                    <a:pt x="85" y="2875"/>
                    <a:pt x="64" y="2864"/>
                    <a:pt x="43" y="2864"/>
                  </a:cubicBezTo>
                  <a:close/>
                  <a:moveTo>
                    <a:pt x="43" y="3267"/>
                  </a:moveTo>
                  <a:cubicBezTo>
                    <a:pt x="22" y="3267"/>
                    <a:pt x="1" y="3288"/>
                    <a:pt x="1" y="3310"/>
                  </a:cubicBezTo>
                  <a:lnTo>
                    <a:pt x="1" y="3395"/>
                  </a:lnTo>
                  <a:cubicBezTo>
                    <a:pt x="1" y="3416"/>
                    <a:pt x="22" y="3427"/>
                    <a:pt x="43" y="3427"/>
                  </a:cubicBezTo>
                  <a:cubicBezTo>
                    <a:pt x="64" y="3427"/>
                    <a:pt x="85" y="3416"/>
                    <a:pt x="85" y="3395"/>
                  </a:cubicBezTo>
                  <a:lnTo>
                    <a:pt x="85" y="3310"/>
                  </a:lnTo>
                  <a:cubicBezTo>
                    <a:pt x="85" y="3288"/>
                    <a:pt x="64" y="3267"/>
                    <a:pt x="43" y="3267"/>
                  </a:cubicBezTo>
                  <a:close/>
                  <a:moveTo>
                    <a:pt x="43" y="3670"/>
                  </a:moveTo>
                  <a:cubicBezTo>
                    <a:pt x="22" y="3670"/>
                    <a:pt x="1" y="3691"/>
                    <a:pt x="1" y="3713"/>
                  </a:cubicBezTo>
                  <a:lnTo>
                    <a:pt x="1" y="3798"/>
                  </a:lnTo>
                  <a:cubicBezTo>
                    <a:pt x="1" y="3819"/>
                    <a:pt x="22" y="3840"/>
                    <a:pt x="43" y="3840"/>
                  </a:cubicBezTo>
                  <a:cubicBezTo>
                    <a:pt x="64" y="3840"/>
                    <a:pt x="85" y="3819"/>
                    <a:pt x="85" y="3798"/>
                  </a:cubicBezTo>
                  <a:lnTo>
                    <a:pt x="85" y="3713"/>
                  </a:lnTo>
                  <a:cubicBezTo>
                    <a:pt x="85" y="3691"/>
                    <a:pt x="64" y="3670"/>
                    <a:pt x="43" y="3670"/>
                  </a:cubicBezTo>
                  <a:close/>
                  <a:moveTo>
                    <a:pt x="43" y="4084"/>
                  </a:moveTo>
                  <a:cubicBezTo>
                    <a:pt x="22" y="4084"/>
                    <a:pt x="1" y="4106"/>
                    <a:pt x="1" y="4127"/>
                  </a:cubicBezTo>
                  <a:lnTo>
                    <a:pt x="1" y="4201"/>
                  </a:lnTo>
                  <a:cubicBezTo>
                    <a:pt x="1" y="4233"/>
                    <a:pt x="22" y="4243"/>
                    <a:pt x="43" y="4243"/>
                  </a:cubicBezTo>
                  <a:cubicBezTo>
                    <a:pt x="64" y="4243"/>
                    <a:pt x="85" y="4233"/>
                    <a:pt x="85" y="4201"/>
                  </a:cubicBezTo>
                  <a:lnTo>
                    <a:pt x="85" y="4127"/>
                  </a:lnTo>
                  <a:cubicBezTo>
                    <a:pt x="85" y="4106"/>
                    <a:pt x="64" y="4084"/>
                    <a:pt x="43" y="4084"/>
                  </a:cubicBezTo>
                  <a:close/>
                  <a:moveTo>
                    <a:pt x="43" y="4487"/>
                  </a:moveTo>
                  <a:cubicBezTo>
                    <a:pt x="22" y="4487"/>
                    <a:pt x="1" y="4509"/>
                    <a:pt x="1" y="4530"/>
                  </a:cubicBezTo>
                  <a:lnTo>
                    <a:pt x="1" y="4615"/>
                  </a:lnTo>
                  <a:cubicBezTo>
                    <a:pt x="1" y="4636"/>
                    <a:pt x="22" y="4657"/>
                    <a:pt x="43" y="4657"/>
                  </a:cubicBezTo>
                  <a:cubicBezTo>
                    <a:pt x="64" y="4657"/>
                    <a:pt x="85" y="4636"/>
                    <a:pt x="85" y="4615"/>
                  </a:cubicBezTo>
                  <a:lnTo>
                    <a:pt x="85" y="4530"/>
                  </a:lnTo>
                  <a:cubicBezTo>
                    <a:pt x="85" y="4509"/>
                    <a:pt x="64" y="4487"/>
                    <a:pt x="43" y="4487"/>
                  </a:cubicBezTo>
                  <a:close/>
                  <a:moveTo>
                    <a:pt x="43" y="4900"/>
                  </a:moveTo>
                  <a:cubicBezTo>
                    <a:pt x="22" y="4900"/>
                    <a:pt x="1" y="4922"/>
                    <a:pt x="1" y="4943"/>
                  </a:cubicBezTo>
                  <a:lnTo>
                    <a:pt x="1" y="5018"/>
                  </a:lnTo>
                  <a:cubicBezTo>
                    <a:pt x="1" y="5049"/>
                    <a:pt x="22" y="5060"/>
                    <a:pt x="43" y="5060"/>
                  </a:cubicBezTo>
                  <a:cubicBezTo>
                    <a:pt x="64" y="5060"/>
                    <a:pt x="85" y="5049"/>
                    <a:pt x="85" y="5018"/>
                  </a:cubicBezTo>
                  <a:lnTo>
                    <a:pt x="85" y="4943"/>
                  </a:lnTo>
                  <a:cubicBezTo>
                    <a:pt x="85" y="4922"/>
                    <a:pt x="64" y="4900"/>
                    <a:pt x="43" y="4900"/>
                  </a:cubicBezTo>
                  <a:close/>
                  <a:moveTo>
                    <a:pt x="43" y="5303"/>
                  </a:moveTo>
                  <a:cubicBezTo>
                    <a:pt x="22" y="5303"/>
                    <a:pt x="1" y="5325"/>
                    <a:pt x="1" y="5346"/>
                  </a:cubicBezTo>
                  <a:lnTo>
                    <a:pt x="1" y="5431"/>
                  </a:lnTo>
                  <a:cubicBezTo>
                    <a:pt x="1" y="5452"/>
                    <a:pt x="22" y="5473"/>
                    <a:pt x="43" y="5473"/>
                  </a:cubicBezTo>
                  <a:cubicBezTo>
                    <a:pt x="64" y="5473"/>
                    <a:pt x="85" y="5452"/>
                    <a:pt x="85" y="5431"/>
                  </a:cubicBezTo>
                  <a:lnTo>
                    <a:pt x="85" y="5346"/>
                  </a:lnTo>
                  <a:cubicBezTo>
                    <a:pt x="85" y="5325"/>
                    <a:pt x="64" y="5303"/>
                    <a:pt x="43" y="5303"/>
                  </a:cubicBezTo>
                  <a:close/>
                  <a:moveTo>
                    <a:pt x="43" y="5717"/>
                  </a:moveTo>
                  <a:cubicBezTo>
                    <a:pt x="22" y="5717"/>
                    <a:pt x="1" y="5739"/>
                    <a:pt x="1" y="5760"/>
                  </a:cubicBezTo>
                  <a:lnTo>
                    <a:pt x="1" y="5834"/>
                  </a:lnTo>
                  <a:cubicBezTo>
                    <a:pt x="1" y="5855"/>
                    <a:pt x="22" y="5876"/>
                    <a:pt x="43" y="5876"/>
                  </a:cubicBezTo>
                  <a:cubicBezTo>
                    <a:pt x="64" y="5876"/>
                    <a:pt x="85" y="5855"/>
                    <a:pt x="85" y="5834"/>
                  </a:cubicBezTo>
                  <a:lnTo>
                    <a:pt x="85" y="5760"/>
                  </a:lnTo>
                  <a:cubicBezTo>
                    <a:pt x="85" y="5739"/>
                    <a:pt x="64" y="5717"/>
                    <a:pt x="43" y="5717"/>
                  </a:cubicBezTo>
                  <a:close/>
                  <a:moveTo>
                    <a:pt x="43" y="6120"/>
                  </a:moveTo>
                  <a:cubicBezTo>
                    <a:pt x="22" y="6120"/>
                    <a:pt x="1" y="6142"/>
                    <a:pt x="1" y="6163"/>
                  </a:cubicBezTo>
                  <a:lnTo>
                    <a:pt x="1" y="6248"/>
                  </a:lnTo>
                  <a:cubicBezTo>
                    <a:pt x="1" y="6269"/>
                    <a:pt x="22" y="6290"/>
                    <a:pt x="43" y="6290"/>
                  </a:cubicBezTo>
                  <a:cubicBezTo>
                    <a:pt x="64" y="6290"/>
                    <a:pt x="85" y="6269"/>
                    <a:pt x="85" y="6248"/>
                  </a:cubicBezTo>
                  <a:lnTo>
                    <a:pt x="85" y="6163"/>
                  </a:lnTo>
                  <a:cubicBezTo>
                    <a:pt x="85" y="6142"/>
                    <a:pt x="64" y="6120"/>
                    <a:pt x="43" y="6120"/>
                  </a:cubicBezTo>
                  <a:close/>
                  <a:moveTo>
                    <a:pt x="43" y="6534"/>
                  </a:moveTo>
                  <a:cubicBezTo>
                    <a:pt x="22" y="6534"/>
                    <a:pt x="1" y="6545"/>
                    <a:pt x="1" y="6576"/>
                  </a:cubicBezTo>
                  <a:lnTo>
                    <a:pt x="1" y="6651"/>
                  </a:lnTo>
                  <a:cubicBezTo>
                    <a:pt x="1" y="6672"/>
                    <a:pt x="22" y="6693"/>
                    <a:pt x="43" y="6693"/>
                  </a:cubicBezTo>
                  <a:cubicBezTo>
                    <a:pt x="64" y="6693"/>
                    <a:pt x="85" y="6672"/>
                    <a:pt x="85" y="6651"/>
                  </a:cubicBezTo>
                  <a:lnTo>
                    <a:pt x="85" y="6576"/>
                  </a:lnTo>
                  <a:cubicBezTo>
                    <a:pt x="85" y="6545"/>
                    <a:pt x="64" y="6534"/>
                    <a:pt x="43" y="6534"/>
                  </a:cubicBezTo>
                  <a:close/>
                  <a:moveTo>
                    <a:pt x="43" y="6937"/>
                  </a:moveTo>
                  <a:cubicBezTo>
                    <a:pt x="22" y="6937"/>
                    <a:pt x="1" y="6958"/>
                    <a:pt x="1" y="6979"/>
                  </a:cubicBezTo>
                  <a:lnTo>
                    <a:pt x="1" y="7064"/>
                  </a:lnTo>
                  <a:cubicBezTo>
                    <a:pt x="1" y="7085"/>
                    <a:pt x="22" y="7106"/>
                    <a:pt x="43" y="7106"/>
                  </a:cubicBezTo>
                  <a:cubicBezTo>
                    <a:pt x="64" y="7106"/>
                    <a:pt x="85" y="7085"/>
                    <a:pt x="85" y="7064"/>
                  </a:cubicBezTo>
                  <a:lnTo>
                    <a:pt x="85" y="6979"/>
                  </a:lnTo>
                  <a:cubicBezTo>
                    <a:pt x="85" y="6958"/>
                    <a:pt x="64" y="6937"/>
                    <a:pt x="43" y="6937"/>
                  </a:cubicBezTo>
                  <a:close/>
                  <a:moveTo>
                    <a:pt x="43" y="7351"/>
                  </a:moveTo>
                  <a:cubicBezTo>
                    <a:pt x="22" y="7351"/>
                    <a:pt x="1" y="7361"/>
                    <a:pt x="1" y="7382"/>
                  </a:cubicBezTo>
                  <a:lnTo>
                    <a:pt x="1" y="7467"/>
                  </a:lnTo>
                  <a:cubicBezTo>
                    <a:pt x="1" y="7488"/>
                    <a:pt x="22" y="7509"/>
                    <a:pt x="43" y="7509"/>
                  </a:cubicBezTo>
                  <a:cubicBezTo>
                    <a:pt x="64" y="7509"/>
                    <a:pt x="85" y="7488"/>
                    <a:pt x="85" y="7467"/>
                  </a:cubicBezTo>
                  <a:lnTo>
                    <a:pt x="85" y="7382"/>
                  </a:lnTo>
                  <a:cubicBezTo>
                    <a:pt x="85" y="7361"/>
                    <a:pt x="64" y="7351"/>
                    <a:pt x="43" y="7351"/>
                  </a:cubicBezTo>
                  <a:close/>
                  <a:moveTo>
                    <a:pt x="43" y="7754"/>
                  </a:moveTo>
                  <a:cubicBezTo>
                    <a:pt x="22" y="7754"/>
                    <a:pt x="1" y="7775"/>
                    <a:pt x="1" y="7796"/>
                  </a:cubicBezTo>
                  <a:lnTo>
                    <a:pt x="1" y="7881"/>
                  </a:lnTo>
                  <a:cubicBezTo>
                    <a:pt x="1" y="7902"/>
                    <a:pt x="22" y="7912"/>
                    <a:pt x="43" y="7912"/>
                  </a:cubicBezTo>
                  <a:cubicBezTo>
                    <a:pt x="64" y="7912"/>
                    <a:pt x="85" y="7902"/>
                    <a:pt x="85" y="7881"/>
                  </a:cubicBezTo>
                  <a:lnTo>
                    <a:pt x="85" y="7796"/>
                  </a:lnTo>
                  <a:cubicBezTo>
                    <a:pt x="85" y="7775"/>
                    <a:pt x="64" y="7754"/>
                    <a:pt x="43" y="7754"/>
                  </a:cubicBezTo>
                  <a:close/>
                  <a:moveTo>
                    <a:pt x="43" y="8167"/>
                  </a:moveTo>
                  <a:cubicBezTo>
                    <a:pt x="22" y="8167"/>
                    <a:pt x="1" y="8178"/>
                    <a:pt x="1" y="8199"/>
                  </a:cubicBezTo>
                  <a:lnTo>
                    <a:pt x="1" y="8284"/>
                  </a:lnTo>
                  <a:cubicBezTo>
                    <a:pt x="1" y="8305"/>
                    <a:pt x="22" y="8326"/>
                    <a:pt x="43" y="8326"/>
                  </a:cubicBezTo>
                  <a:cubicBezTo>
                    <a:pt x="64" y="8326"/>
                    <a:pt x="85" y="8305"/>
                    <a:pt x="85" y="8284"/>
                  </a:cubicBezTo>
                  <a:lnTo>
                    <a:pt x="85" y="8199"/>
                  </a:lnTo>
                  <a:cubicBezTo>
                    <a:pt x="85" y="8178"/>
                    <a:pt x="64" y="8167"/>
                    <a:pt x="43" y="8167"/>
                  </a:cubicBezTo>
                  <a:close/>
                  <a:moveTo>
                    <a:pt x="43" y="8570"/>
                  </a:moveTo>
                  <a:cubicBezTo>
                    <a:pt x="22" y="8570"/>
                    <a:pt x="1" y="8591"/>
                    <a:pt x="1" y="8612"/>
                  </a:cubicBezTo>
                  <a:lnTo>
                    <a:pt x="1" y="8697"/>
                  </a:lnTo>
                  <a:cubicBezTo>
                    <a:pt x="1" y="8718"/>
                    <a:pt x="22" y="8729"/>
                    <a:pt x="43" y="8729"/>
                  </a:cubicBezTo>
                  <a:cubicBezTo>
                    <a:pt x="64" y="8729"/>
                    <a:pt x="85" y="8718"/>
                    <a:pt x="85" y="8697"/>
                  </a:cubicBezTo>
                  <a:lnTo>
                    <a:pt x="85" y="8612"/>
                  </a:lnTo>
                  <a:cubicBezTo>
                    <a:pt x="85" y="8591"/>
                    <a:pt x="64" y="8570"/>
                    <a:pt x="43" y="857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6"/>
            <p:cNvSpPr/>
            <p:nvPr/>
          </p:nvSpPr>
          <p:spPr>
            <a:xfrm>
              <a:off x="3809075" y="1171125"/>
              <a:ext cx="200175" cy="2150"/>
            </a:xfrm>
            <a:custGeom>
              <a:rect b="b" l="l" r="r" t="t"/>
              <a:pathLst>
                <a:path extrusionOk="0" h="86" w="8007">
                  <a:moveTo>
                    <a:pt x="43" y="0"/>
                  </a:moveTo>
                  <a:cubicBezTo>
                    <a:pt x="22" y="0"/>
                    <a:pt x="0" y="21"/>
                    <a:pt x="0" y="43"/>
                  </a:cubicBezTo>
                  <a:cubicBezTo>
                    <a:pt x="0" y="64"/>
                    <a:pt x="22" y="85"/>
                    <a:pt x="43" y="85"/>
                  </a:cubicBezTo>
                  <a:lnTo>
                    <a:pt x="7965" y="85"/>
                  </a:lnTo>
                  <a:cubicBezTo>
                    <a:pt x="7986" y="85"/>
                    <a:pt x="8007" y="64"/>
                    <a:pt x="8007" y="43"/>
                  </a:cubicBezTo>
                  <a:cubicBezTo>
                    <a:pt x="8007" y="21"/>
                    <a:pt x="7986" y="0"/>
                    <a:pt x="79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6"/>
            <p:cNvSpPr/>
            <p:nvPr/>
          </p:nvSpPr>
          <p:spPr>
            <a:xfrm>
              <a:off x="4006325" y="1158925"/>
              <a:ext cx="8250" cy="26250"/>
            </a:xfrm>
            <a:custGeom>
              <a:rect b="b" l="l" r="r" t="t"/>
              <a:pathLst>
                <a:path extrusionOk="0" h="1050" w="330">
                  <a:moveTo>
                    <a:pt x="1" y="0"/>
                  </a:moveTo>
                  <a:lnTo>
                    <a:pt x="1" y="1050"/>
                  </a:lnTo>
                  <a:lnTo>
                    <a:pt x="329" y="53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6"/>
            <p:cNvSpPr/>
            <p:nvPr/>
          </p:nvSpPr>
          <p:spPr>
            <a:xfrm>
              <a:off x="3803775" y="1158925"/>
              <a:ext cx="8225" cy="26250"/>
            </a:xfrm>
            <a:custGeom>
              <a:rect b="b" l="l" r="r" t="t"/>
              <a:pathLst>
                <a:path extrusionOk="0" h="1050" w="329">
                  <a:moveTo>
                    <a:pt x="329" y="0"/>
                  </a:moveTo>
                  <a:lnTo>
                    <a:pt x="0" y="531"/>
                  </a:lnTo>
                  <a:lnTo>
                    <a:pt x="329" y="1050"/>
                  </a:lnTo>
                  <a:lnTo>
                    <a:pt x="3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6"/>
            <p:cNvSpPr/>
            <p:nvPr/>
          </p:nvSpPr>
          <p:spPr>
            <a:xfrm>
              <a:off x="3801375" y="966700"/>
              <a:ext cx="1900" cy="228550"/>
            </a:xfrm>
            <a:custGeom>
              <a:rect b="b" l="l" r="r" t="t"/>
              <a:pathLst>
                <a:path extrusionOk="0" h="9142" w="76">
                  <a:moveTo>
                    <a:pt x="43" y="0"/>
                  </a:moveTo>
                  <a:cubicBezTo>
                    <a:pt x="12" y="0"/>
                    <a:pt x="0" y="21"/>
                    <a:pt x="0" y="43"/>
                  </a:cubicBezTo>
                  <a:lnTo>
                    <a:pt x="0" y="127"/>
                  </a:lnTo>
                  <a:cubicBezTo>
                    <a:pt x="0" y="149"/>
                    <a:pt x="12" y="170"/>
                    <a:pt x="43" y="170"/>
                  </a:cubicBezTo>
                  <a:cubicBezTo>
                    <a:pt x="64" y="170"/>
                    <a:pt x="75" y="149"/>
                    <a:pt x="75" y="127"/>
                  </a:cubicBezTo>
                  <a:lnTo>
                    <a:pt x="75" y="43"/>
                  </a:lnTo>
                  <a:cubicBezTo>
                    <a:pt x="75" y="21"/>
                    <a:pt x="64" y="0"/>
                    <a:pt x="43" y="0"/>
                  </a:cubicBezTo>
                  <a:close/>
                  <a:moveTo>
                    <a:pt x="43" y="414"/>
                  </a:moveTo>
                  <a:cubicBezTo>
                    <a:pt x="12" y="414"/>
                    <a:pt x="0" y="435"/>
                    <a:pt x="0" y="457"/>
                  </a:cubicBezTo>
                  <a:lnTo>
                    <a:pt x="0" y="530"/>
                  </a:lnTo>
                  <a:cubicBezTo>
                    <a:pt x="0" y="563"/>
                    <a:pt x="12" y="573"/>
                    <a:pt x="43" y="573"/>
                  </a:cubicBezTo>
                  <a:cubicBezTo>
                    <a:pt x="64" y="573"/>
                    <a:pt x="75" y="563"/>
                    <a:pt x="75" y="530"/>
                  </a:cubicBezTo>
                  <a:lnTo>
                    <a:pt x="75" y="457"/>
                  </a:lnTo>
                  <a:cubicBezTo>
                    <a:pt x="75" y="435"/>
                    <a:pt x="64" y="414"/>
                    <a:pt x="43" y="414"/>
                  </a:cubicBezTo>
                  <a:close/>
                  <a:moveTo>
                    <a:pt x="43" y="817"/>
                  </a:moveTo>
                  <a:cubicBezTo>
                    <a:pt x="12" y="817"/>
                    <a:pt x="0" y="838"/>
                    <a:pt x="0" y="860"/>
                  </a:cubicBezTo>
                  <a:lnTo>
                    <a:pt x="0" y="944"/>
                  </a:lnTo>
                  <a:cubicBezTo>
                    <a:pt x="0" y="966"/>
                    <a:pt x="12" y="987"/>
                    <a:pt x="43" y="987"/>
                  </a:cubicBezTo>
                  <a:cubicBezTo>
                    <a:pt x="64" y="987"/>
                    <a:pt x="75" y="966"/>
                    <a:pt x="75" y="944"/>
                  </a:cubicBezTo>
                  <a:lnTo>
                    <a:pt x="75" y="860"/>
                  </a:lnTo>
                  <a:cubicBezTo>
                    <a:pt x="75" y="838"/>
                    <a:pt x="64" y="817"/>
                    <a:pt x="43" y="817"/>
                  </a:cubicBezTo>
                  <a:close/>
                  <a:moveTo>
                    <a:pt x="43" y="1230"/>
                  </a:moveTo>
                  <a:cubicBezTo>
                    <a:pt x="12" y="1230"/>
                    <a:pt x="0" y="1252"/>
                    <a:pt x="0" y="1273"/>
                  </a:cubicBezTo>
                  <a:lnTo>
                    <a:pt x="0" y="1347"/>
                  </a:lnTo>
                  <a:cubicBezTo>
                    <a:pt x="0" y="1369"/>
                    <a:pt x="12" y="1390"/>
                    <a:pt x="43" y="1390"/>
                  </a:cubicBezTo>
                  <a:cubicBezTo>
                    <a:pt x="64" y="1390"/>
                    <a:pt x="75" y="1369"/>
                    <a:pt x="75" y="1347"/>
                  </a:cubicBezTo>
                  <a:lnTo>
                    <a:pt x="75" y="1273"/>
                  </a:lnTo>
                  <a:cubicBezTo>
                    <a:pt x="75" y="1252"/>
                    <a:pt x="64" y="1230"/>
                    <a:pt x="43" y="1230"/>
                  </a:cubicBezTo>
                  <a:close/>
                  <a:moveTo>
                    <a:pt x="43" y="1633"/>
                  </a:moveTo>
                  <a:cubicBezTo>
                    <a:pt x="12" y="1633"/>
                    <a:pt x="0" y="1655"/>
                    <a:pt x="0" y="1676"/>
                  </a:cubicBezTo>
                  <a:lnTo>
                    <a:pt x="0" y="1761"/>
                  </a:lnTo>
                  <a:cubicBezTo>
                    <a:pt x="0" y="1782"/>
                    <a:pt x="12" y="1803"/>
                    <a:pt x="43" y="1803"/>
                  </a:cubicBezTo>
                  <a:cubicBezTo>
                    <a:pt x="64" y="1803"/>
                    <a:pt x="75" y="1782"/>
                    <a:pt x="75" y="1761"/>
                  </a:cubicBezTo>
                  <a:lnTo>
                    <a:pt x="75" y="1676"/>
                  </a:lnTo>
                  <a:cubicBezTo>
                    <a:pt x="75" y="1655"/>
                    <a:pt x="64" y="1633"/>
                    <a:pt x="43" y="1633"/>
                  </a:cubicBezTo>
                  <a:close/>
                  <a:moveTo>
                    <a:pt x="43" y="2047"/>
                  </a:moveTo>
                  <a:cubicBezTo>
                    <a:pt x="12" y="2047"/>
                    <a:pt x="0" y="2058"/>
                    <a:pt x="0" y="2090"/>
                  </a:cubicBezTo>
                  <a:lnTo>
                    <a:pt x="0" y="2164"/>
                  </a:lnTo>
                  <a:cubicBezTo>
                    <a:pt x="0" y="2185"/>
                    <a:pt x="12" y="2206"/>
                    <a:pt x="43" y="2206"/>
                  </a:cubicBezTo>
                  <a:cubicBezTo>
                    <a:pt x="64" y="2206"/>
                    <a:pt x="75" y="2185"/>
                    <a:pt x="75" y="2164"/>
                  </a:cubicBezTo>
                  <a:lnTo>
                    <a:pt x="75" y="2090"/>
                  </a:lnTo>
                  <a:cubicBezTo>
                    <a:pt x="75" y="2058"/>
                    <a:pt x="64" y="2047"/>
                    <a:pt x="43" y="2047"/>
                  </a:cubicBezTo>
                  <a:close/>
                  <a:moveTo>
                    <a:pt x="43" y="2450"/>
                  </a:moveTo>
                  <a:cubicBezTo>
                    <a:pt x="12" y="2450"/>
                    <a:pt x="0" y="2472"/>
                    <a:pt x="0" y="2493"/>
                  </a:cubicBezTo>
                  <a:lnTo>
                    <a:pt x="0" y="2578"/>
                  </a:lnTo>
                  <a:cubicBezTo>
                    <a:pt x="0" y="2599"/>
                    <a:pt x="12" y="2620"/>
                    <a:pt x="43" y="2620"/>
                  </a:cubicBezTo>
                  <a:cubicBezTo>
                    <a:pt x="64" y="2620"/>
                    <a:pt x="75" y="2599"/>
                    <a:pt x="75" y="2578"/>
                  </a:cubicBezTo>
                  <a:lnTo>
                    <a:pt x="75" y="2493"/>
                  </a:lnTo>
                  <a:cubicBezTo>
                    <a:pt x="75" y="2472"/>
                    <a:pt x="64" y="2450"/>
                    <a:pt x="43" y="2450"/>
                  </a:cubicBezTo>
                  <a:close/>
                  <a:moveTo>
                    <a:pt x="43" y="2864"/>
                  </a:moveTo>
                  <a:cubicBezTo>
                    <a:pt x="12" y="2864"/>
                    <a:pt x="0" y="2875"/>
                    <a:pt x="0" y="2906"/>
                  </a:cubicBezTo>
                  <a:lnTo>
                    <a:pt x="0" y="2981"/>
                  </a:lnTo>
                  <a:cubicBezTo>
                    <a:pt x="0" y="3002"/>
                    <a:pt x="12" y="3023"/>
                    <a:pt x="43" y="3023"/>
                  </a:cubicBezTo>
                  <a:cubicBezTo>
                    <a:pt x="64" y="3023"/>
                    <a:pt x="75" y="3002"/>
                    <a:pt x="75" y="2981"/>
                  </a:cubicBezTo>
                  <a:lnTo>
                    <a:pt x="75" y="2906"/>
                  </a:lnTo>
                  <a:cubicBezTo>
                    <a:pt x="75" y="2875"/>
                    <a:pt x="64" y="2864"/>
                    <a:pt x="43" y="2864"/>
                  </a:cubicBezTo>
                  <a:close/>
                  <a:moveTo>
                    <a:pt x="43" y="3267"/>
                  </a:moveTo>
                  <a:cubicBezTo>
                    <a:pt x="12" y="3267"/>
                    <a:pt x="0" y="3288"/>
                    <a:pt x="0" y="3309"/>
                  </a:cubicBezTo>
                  <a:lnTo>
                    <a:pt x="0" y="3394"/>
                  </a:lnTo>
                  <a:cubicBezTo>
                    <a:pt x="0" y="3415"/>
                    <a:pt x="12" y="3436"/>
                    <a:pt x="43" y="3436"/>
                  </a:cubicBezTo>
                  <a:cubicBezTo>
                    <a:pt x="64" y="3436"/>
                    <a:pt x="75" y="3415"/>
                    <a:pt x="75" y="3394"/>
                  </a:cubicBezTo>
                  <a:lnTo>
                    <a:pt x="75" y="3309"/>
                  </a:lnTo>
                  <a:cubicBezTo>
                    <a:pt x="75" y="3288"/>
                    <a:pt x="64" y="3267"/>
                    <a:pt x="43" y="3267"/>
                  </a:cubicBezTo>
                  <a:close/>
                  <a:moveTo>
                    <a:pt x="43" y="3681"/>
                  </a:moveTo>
                  <a:cubicBezTo>
                    <a:pt x="12" y="3681"/>
                    <a:pt x="0" y="3691"/>
                    <a:pt x="0" y="3712"/>
                  </a:cubicBezTo>
                  <a:lnTo>
                    <a:pt x="0" y="3797"/>
                  </a:lnTo>
                  <a:cubicBezTo>
                    <a:pt x="0" y="3818"/>
                    <a:pt x="12" y="3839"/>
                    <a:pt x="43" y="3839"/>
                  </a:cubicBezTo>
                  <a:cubicBezTo>
                    <a:pt x="64" y="3839"/>
                    <a:pt x="75" y="3818"/>
                    <a:pt x="75" y="3797"/>
                  </a:cubicBezTo>
                  <a:lnTo>
                    <a:pt x="75" y="3712"/>
                  </a:lnTo>
                  <a:cubicBezTo>
                    <a:pt x="75" y="3691"/>
                    <a:pt x="64" y="3681"/>
                    <a:pt x="43" y="3681"/>
                  </a:cubicBezTo>
                  <a:close/>
                  <a:moveTo>
                    <a:pt x="43" y="4084"/>
                  </a:moveTo>
                  <a:cubicBezTo>
                    <a:pt x="12" y="4084"/>
                    <a:pt x="0" y="4105"/>
                    <a:pt x="0" y="4126"/>
                  </a:cubicBezTo>
                  <a:lnTo>
                    <a:pt x="0" y="4211"/>
                  </a:lnTo>
                  <a:cubicBezTo>
                    <a:pt x="0" y="4232"/>
                    <a:pt x="12" y="4242"/>
                    <a:pt x="43" y="4242"/>
                  </a:cubicBezTo>
                  <a:cubicBezTo>
                    <a:pt x="64" y="4242"/>
                    <a:pt x="75" y="4232"/>
                    <a:pt x="75" y="4211"/>
                  </a:cubicBezTo>
                  <a:lnTo>
                    <a:pt x="75" y="4126"/>
                  </a:lnTo>
                  <a:cubicBezTo>
                    <a:pt x="75" y="4105"/>
                    <a:pt x="64" y="4084"/>
                    <a:pt x="43" y="4084"/>
                  </a:cubicBezTo>
                  <a:close/>
                  <a:moveTo>
                    <a:pt x="43" y="4497"/>
                  </a:moveTo>
                  <a:cubicBezTo>
                    <a:pt x="12" y="4497"/>
                    <a:pt x="0" y="4508"/>
                    <a:pt x="0" y="4529"/>
                  </a:cubicBezTo>
                  <a:lnTo>
                    <a:pt x="0" y="4614"/>
                  </a:lnTo>
                  <a:cubicBezTo>
                    <a:pt x="0" y="4635"/>
                    <a:pt x="12" y="4656"/>
                    <a:pt x="43" y="4656"/>
                  </a:cubicBezTo>
                  <a:cubicBezTo>
                    <a:pt x="64" y="4656"/>
                    <a:pt x="75" y="4635"/>
                    <a:pt x="75" y="4614"/>
                  </a:cubicBezTo>
                  <a:lnTo>
                    <a:pt x="75" y="4529"/>
                  </a:lnTo>
                  <a:cubicBezTo>
                    <a:pt x="75" y="4508"/>
                    <a:pt x="64" y="4497"/>
                    <a:pt x="43" y="4497"/>
                  </a:cubicBezTo>
                  <a:close/>
                  <a:moveTo>
                    <a:pt x="43" y="4900"/>
                  </a:moveTo>
                  <a:cubicBezTo>
                    <a:pt x="12" y="4900"/>
                    <a:pt x="0" y="4921"/>
                    <a:pt x="0" y="4942"/>
                  </a:cubicBezTo>
                  <a:lnTo>
                    <a:pt x="0" y="5027"/>
                  </a:lnTo>
                  <a:cubicBezTo>
                    <a:pt x="0" y="5048"/>
                    <a:pt x="12" y="5059"/>
                    <a:pt x="43" y="5059"/>
                  </a:cubicBezTo>
                  <a:cubicBezTo>
                    <a:pt x="64" y="5059"/>
                    <a:pt x="75" y="5048"/>
                    <a:pt x="75" y="5027"/>
                  </a:cubicBezTo>
                  <a:lnTo>
                    <a:pt x="75" y="4942"/>
                  </a:lnTo>
                  <a:cubicBezTo>
                    <a:pt x="75" y="4921"/>
                    <a:pt x="64" y="4900"/>
                    <a:pt x="43" y="4900"/>
                  </a:cubicBezTo>
                  <a:close/>
                  <a:moveTo>
                    <a:pt x="43" y="5303"/>
                  </a:moveTo>
                  <a:cubicBezTo>
                    <a:pt x="12" y="5303"/>
                    <a:pt x="0" y="5324"/>
                    <a:pt x="0" y="5345"/>
                  </a:cubicBezTo>
                  <a:lnTo>
                    <a:pt x="0" y="5430"/>
                  </a:lnTo>
                  <a:cubicBezTo>
                    <a:pt x="0" y="5451"/>
                    <a:pt x="12" y="5472"/>
                    <a:pt x="43" y="5472"/>
                  </a:cubicBezTo>
                  <a:cubicBezTo>
                    <a:pt x="64" y="5472"/>
                    <a:pt x="75" y="5451"/>
                    <a:pt x="75" y="5430"/>
                  </a:cubicBezTo>
                  <a:lnTo>
                    <a:pt x="75" y="5345"/>
                  </a:lnTo>
                  <a:cubicBezTo>
                    <a:pt x="75" y="5324"/>
                    <a:pt x="64" y="5303"/>
                    <a:pt x="43" y="5303"/>
                  </a:cubicBezTo>
                  <a:close/>
                  <a:moveTo>
                    <a:pt x="43" y="5717"/>
                  </a:moveTo>
                  <a:cubicBezTo>
                    <a:pt x="12" y="5717"/>
                    <a:pt x="0" y="5738"/>
                    <a:pt x="0" y="5759"/>
                  </a:cubicBezTo>
                  <a:lnTo>
                    <a:pt x="0" y="5833"/>
                  </a:lnTo>
                  <a:cubicBezTo>
                    <a:pt x="0" y="5865"/>
                    <a:pt x="12" y="5875"/>
                    <a:pt x="43" y="5875"/>
                  </a:cubicBezTo>
                  <a:cubicBezTo>
                    <a:pt x="64" y="5875"/>
                    <a:pt x="75" y="5865"/>
                    <a:pt x="75" y="5833"/>
                  </a:cubicBezTo>
                  <a:lnTo>
                    <a:pt x="75" y="5759"/>
                  </a:lnTo>
                  <a:cubicBezTo>
                    <a:pt x="75" y="5738"/>
                    <a:pt x="64" y="5717"/>
                    <a:pt x="43" y="5717"/>
                  </a:cubicBezTo>
                  <a:close/>
                  <a:moveTo>
                    <a:pt x="43" y="6120"/>
                  </a:moveTo>
                  <a:cubicBezTo>
                    <a:pt x="12" y="6120"/>
                    <a:pt x="0" y="6141"/>
                    <a:pt x="0" y="6162"/>
                  </a:cubicBezTo>
                  <a:lnTo>
                    <a:pt x="0" y="6247"/>
                  </a:lnTo>
                  <a:cubicBezTo>
                    <a:pt x="0" y="6268"/>
                    <a:pt x="12" y="6289"/>
                    <a:pt x="43" y="6289"/>
                  </a:cubicBezTo>
                  <a:cubicBezTo>
                    <a:pt x="64" y="6289"/>
                    <a:pt x="75" y="6268"/>
                    <a:pt x="75" y="6247"/>
                  </a:cubicBezTo>
                  <a:lnTo>
                    <a:pt x="75" y="6162"/>
                  </a:lnTo>
                  <a:cubicBezTo>
                    <a:pt x="75" y="6141"/>
                    <a:pt x="64" y="6120"/>
                    <a:pt x="43" y="6120"/>
                  </a:cubicBezTo>
                  <a:close/>
                  <a:moveTo>
                    <a:pt x="43" y="6533"/>
                  </a:moveTo>
                  <a:cubicBezTo>
                    <a:pt x="12" y="6533"/>
                    <a:pt x="0" y="6554"/>
                    <a:pt x="0" y="6575"/>
                  </a:cubicBezTo>
                  <a:lnTo>
                    <a:pt x="0" y="6650"/>
                  </a:lnTo>
                  <a:cubicBezTo>
                    <a:pt x="0" y="6681"/>
                    <a:pt x="12" y="6692"/>
                    <a:pt x="43" y="6692"/>
                  </a:cubicBezTo>
                  <a:cubicBezTo>
                    <a:pt x="64" y="6692"/>
                    <a:pt x="75" y="6681"/>
                    <a:pt x="75" y="6650"/>
                  </a:cubicBezTo>
                  <a:lnTo>
                    <a:pt x="75" y="6575"/>
                  </a:lnTo>
                  <a:cubicBezTo>
                    <a:pt x="75" y="6554"/>
                    <a:pt x="64" y="6533"/>
                    <a:pt x="43" y="6533"/>
                  </a:cubicBezTo>
                  <a:close/>
                  <a:moveTo>
                    <a:pt x="43" y="6936"/>
                  </a:moveTo>
                  <a:cubicBezTo>
                    <a:pt x="12" y="6936"/>
                    <a:pt x="0" y="6957"/>
                    <a:pt x="0" y="6978"/>
                  </a:cubicBezTo>
                  <a:lnTo>
                    <a:pt x="0" y="7063"/>
                  </a:lnTo>
                  <a:cubicBezTo>
                    <a:pt x="0" y="7084"/>
                    <a:pt x="12" y="7106"/>
                    <a:pt x="43" y="7106"/>
                  </a:cubicBezTo>
                  <a:cubicBezTo>
                    <a:pt x="64" y="7106"/>
                    <a:pt x="75" y="7084"/>
                    <a:pt x="75" y="7063"/>
                  </a:cubicBezTo>
                  <a:lnTo>
                    <a:pt x="75" y="6978"/>
                  </a:lnTo>
                  <a:cubicBezTo>
                    <a:pt x="75" y="6957"/>
                    <a:pt x="64" y="6936"/>
                    <a:pt x="43" y="6936"/>
                  </a:cubicBezTo>
                  <a:close/>
                  <a:moveTo>
                    <a:pt x="43" y="7350"/>
                  </a:moveTo>
                  <a:cubicBezTo>
                    <a:pt x="12" y="7350"/>
                    <a:pt x="0" y="7360"/>
                    <a:pt x="0" y="7392"/>
                  </a:cubicBezTo>
                  <a:lnTo>
                    <a:pt x="0" y="7466"/>
                  </a:lnTo>
                  <a:cubicBezTo>
                    <a:pt x="0" y="7487"/>
                    <a:pt x="12" y="7509"/>
                    <a:pt x="43" y="7509"/>
                  </a:cubicBezTo>
                  <a:cubicBezTo>
                    <a:pt x="64" y="7509"/>
                    <a:pt x="75" y="7487"/>
                    <a:pt x="75" y="7466"/>
                  </a:cubicBezTo>
                  <a:lnTo>
                    <a:pt x="75" y="7392"/>
                  </a:lnTo>
                  <a:cubicBezTo>
                    <a:pt x="75" y="7360"/>
                    <a:pt x="64" y="7350"/>
                    <a:pt x="43" y="7350"/>
                  </a:cubicBezTo>
                  <a:close/>
                  <a:moveTo>
                    <a:pt x="43" y="7753"/>
                  </a:moveTo>
                  <a:cubicBezTo>
                    <a:pt x="12" y="7753"/>
                    <a:pt x="0" y="7774"/>
                    <a:pt x="0" y="7795"/>
                  </a:cubicBezTo>
                  <a:lnTo>
                    <a:pt x="0" y="7880"/>
                  </a:lnTo>
                  <a:cubicBezTo>
                    <a:pt x="0" y="7901"/>
                    <a:pt x="12" y="7923"/>
                    <a:pt x="43" y="7923"/>
                  </a:cubicBezTo>
                  <a:cubicBezTo>
                    <a:pt x="64" y="7923"/>
                    <a:pt x="75" y="7901"/>
                    <a:pt x="75" y="7880"/>
                  </a:cubicBezTo>
                  <a:lnTo>
                    <a:pt x="75" y="7795"/>
                  </a:lnTo>
                  <a:cubicBezTo>
                    <a:pt x="75" y="7774"/>
                    <a:pt x="64" y="7753"/>
                    <a:pt x="43" y="7753"/>
                  </a:cubicBezTo>
                  <a:close/>
                  <a:moveTo>
                    <a:pt x="43" y="8166"/>
                  </a:moveTo>
                  <a:cubicBezTo>
                    <a:pt x="12" y="8166"/>
                    <a:pt x="0" y="8177"/>
                    <a:pt x="0" y="8209"/>
                  </a:cubicBezTo>
                  <a:lnTo>
                    <a:pt x="0" y="8283"/>
                  </a:lnTo>
                  <a:cubicBezTo>
                    <a:pt x="0" y="8304"/>
                    <a:pt x="12" y="8326"/>
                    <a:pt x="43" y="8326"/>
                  </a:cubicBezTo>
                  <a:cubicBezTo>
                    <a:pt x="64" y="8326"/>
                    <a:pt x="75" y="8304"/>
                    <a:pt x="75" y="8283"/>
                  </a:cubicBezTo>
                  <a:lnTo>
                    <a:pt x="75" y="8209"/>
                  </a:lnTo>
                  <a:cubicBezTo>
                    <a:pt x="75" y="8177"/>
                    <a:pt x="64" y="8166"/>
                    <a:pt x="43" y="8166"/>
                  </a:cubicBezTo>
                  <a:close/>
                  <a:moveTo>
                    <a:pt x="43" y="8569"/>
                  </a:moveTo>
                  <a:cubicBezTo>
                    <a:pt x="12" y="8569"/>
                    <a:pt x="0" y="8590"/>
                    <a:pt x="0" y="8612"/>
                  </a:cubicBezTo>
                  <a:lnTo>
                    <a:pt x="0" y="8696"/>
                  </a:lnTo>
                  <a:cubicBezTo>
                    <a:pt x="0" y="8718"/>
                    <a:pt x="12" y="8739"/>
                    <a:pt x="43" y="8739"/>
                  </a:cubicBezTo>
                  <a:cubicBezTo>
                    <a:pt x="64" y="8739"/>
                    <a:pt x="75" y="8718"/>
                    <a:pt x="75" y="8696"/>
                  </a:cubicBezTo>
                  <a:lnTo>
                    <a:pt x="75" y="8612"/>
                  </a:lnTo>
                  <a:cubicBezTo>
                    <a:pt x="75" y="8590"/>
                    <a:pt x="64" y="8569"/>
                    <a:pt x="43" y="8569"/>
                  </a:cubicBezTo>
                  <a:close/>
                  <a:moveTo>
                    <a:pt x="43" y="8983"/>
                  </a:moveTo>
                  <a:cubicBezTo>
                    <a:pt x="12" y="8983"/>
                    <a:pt x="0" y="8993"/>
                    <a:pt x="0" y="9015"/>
                  </a:cubicBezTo>
                  <a:lnTo>
                    <a:pt x="0" y="9099"/>
                  </a:lnTo>
                  <a:cubicBezTo>
                    <a:pt x="0" y="9121"/>
                    <a:pt x="12" y="9142"/>
                    <a:pt x="43" y="9142"/>
                  </a:cubicBezTo>
                  <a:cubicBezTo>
                    <a:pt x="64" y="9142"/>
                    <a:pt x="75" y="9121"/>
                    <a:pt x="75" y="9099"/>
                  </a:cubicBezTo>
                  <a:lnTo>
                    <a:pt x="75" y="9015"/>
                  </a:lnTo>
                  <a:cubicBezTo>
                    <a:pt x="75" y="8993"/>
                    <a:pt x="64" y="8983"/>
                    <a:pt x="43" y="898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6"/>
            <p:cNvSpPr/>
            <p:nvPr/>
          </p:nvSpPr>
          <p:spPr>
            <a:xfrm>
              <a:off x="4013475" y="966700"/>
              <a:ext cx="2150" cy="228550"/>
            </a:xfrm>
            <a:custGeom>
              <a:rect b="b" l="l" r="r" t="t"/>
              <a:pathLst>
                <a:path extrusionOk="0" h="9142" w="86">
                  <a:moveTo>
                    <a:pt x="43" y="0"/>
                  </a:moveTo>
                  <a:cubicBezTo>
                    <a:pt x="22" y="0"/>
                    <a:pt x="1" y="21"/>
                    <a:pt x="1" y="43"/>
                  </a:cubicBezTo>
                  <a:lnTo>
                    <a:pt x="1" y="127"/>
                  </a:lnTo>
                  <a:cubicBezTo>
                    <a:pt x="1" y="149"/>
                    <a:pt x="22" y="170"/>
                    <a:pt x="43" y="170"/>
                  </a:cubicBezTo>
                  <a:cubicBezTo>
                    <a:pt x="64" y="170"/>
                    <a:pt x="85" y="149"/>
                    <a:pt x="85" y="127"/>
                  </a:cubicBezTo>
                  <a:lnTo>
                    <a:pt x="85" y="43"/>
                  </a:lnTo>
                  <a:cubicBezTo>
                    <a:pt x="85" y="21"/>
                    <a:pt x="64" y="0"/>
                    <a:pt x="43" y="0"/>
                  </a:cubicBezTo>
                  <a:close/>
                  <a:moveTo>
                    <a:pt x="43" y="414"/>
                  </a:moveTo>
                  <a:cubicBezTo>
                    <a:pt x="22" y="414"/>
                    <a:pt x="1" y="435"/>
                    <a:pt x="1" y="457"/>
                  </a:cubicBezTo>
                  <a:lnTo>
                    <a:pt x="1" y="530"/>
                  </a:lnTo>
                  <a:cubicBezTo>
                    <a:pt x="1" y="563"/>
                    <a:pt x="22" y="573"/>
                    <a:pt x="43" y="573"/>
                  </a:cubicBezTo>
                  <a:cubicBezTo>
                    <a:pt x="64" y="573"/>
                    <a:pt x="85" y="563"/>
                    <a:pt x="85" y="530"/>
                  </a:cubicBezTo>
                  <a:lnTo>
                    <a:pt x="85" y="457"/>
                  </a:lnTo>
                  <a:cubicBezTo>
                    <a:pt x="85" y="435"/>
                    <a:pt x="64" y="414"/>
                    <a:pt x="43" y="414"/>
                  </a:cubicBezTo>
                  <a:close/>
                  <a:moveTo>
                    <a:pt x="43" y="817"/>
                  </a:moveTo>
                  <a:cubicBezTo>
                    <a:pt x="22" y="817"/>
                    <a:pt x="1" y="838"/>
                    <a:pt x="1" y="860"/>
                  </a:cubicBezTo>
                  <a:lnTo>
                    <a:pt x="1" y="944"/>
                  </a:lnTo>
                  <a:cubicBezTo>
                    <a:pt x="1" y="966"/>
                    <a:pt x="22" y="987"/>
                    <a:pt x="43" y="987"/>
                  </a:cubicBezTo>
                  <a:cubicBezTo>
                    <a:pt x="64" y="987"/>
                    <a:pt x="85" y="966"/>
                    <a:pt x="85" y="944"/>
                  </a:cubicBezTo>
                  <a:lnTo>
                    <a:pt x="85" y="860"/>
                  </a:lnTo>
                  <a:cubicBezTo>
                    <a:pt x="85" y="838"/>
                    <a:pt x="64" y="817"/>
                    <a:pt x="43" y="817"/>
                  </a:cubicBezTo>
                  <a:close/>
                  <a:moveTo>
                    <a:pt x="43" y="1230"/>
                  </a:moveTo>
                  <a:cubicBezTo>
                    <a:pt x="22" y="1230"/>
                    <a:pt x="1" y="1252"/>
                    <a:pt x="1" y="1273"/>
                  </a:cubicBezTo>
                  <a:lnTo>
                    <a:pt x="1" y="1347"/>
                  </a:lnTo>
                  <a:cubicBezTo>
                    <a:pt x="1" y="1369"/>
                    <a:pt x="22" y="1390"/>
                    <a:pt x="43" y="1390"/>
                  </a:cubicBezTo>
                  <a:cubicBezTo>
                    <a:pt x="64" y="1390"/>
                    <a:pt x="85" y="1369"/>
                    <a:pt x="85" y="1347"/>
                  </a:cubicBezTo>
                  <a:lnTo>
                    <a:pt x="85" y="1273"/>
                  </a:lnTo>
                  <a:cubicBezTo>
                    <a:pt x="85" y="1252"/>
                    <a:pt x="64" y="1230"/>
                    <a:pt x="43" y="1230"/>
                  </a:cubicBezTo>
                  <a:close/>
                  <a:moveTo>
                    <a:pt x="43" y="1633"/>
                  </a:moveTo>
                  <a:cubicBezTo>
                    <a:pt x="22" y="1633"/>
                    <a:pt x="1" y="1655"/>
                    <a:pt x="1" y="1676"/>
                  </a:cubicBezTo>
                  <a:lnTo>
                    <a:pt x="1" y="1761"/>
                  </a:lnTo>
                  <a:cubicBezTo>
                    <a:pt x="1" y="1782"/>
                    <a:pt x="22" y="1803"/>
                    <a:pt x="43" y="1803"/>
                  </a:cubicBezTo>
                  <a:cubicBezTo>
                    <a:pt x="64" y="1803"/>
                    <a:pt x="85" y="1782"/>
                    <a:pt x="85" y="1761"/>
                  </a:cubicBezTo>
                  <a:lnTo>
                    <a:pt x="85" y="1676"/>
                  </a:lnTo>
                  <a:cubicBezTo>
                    <a:pt x="85" y="1655"/>
                    <a:pt x="64" y="1633"/>
                    <a:pt x="43" y="1633"/>
                  </a:cubicBezTo>
                  <a:close/>
                  <a:moveTo>
                    <a:pt x="43" y="2047"/>
                  </a:moveTo>
                  <a:cubicBezTo>
                    <a:pt x="22" y="2047"/>
                    <a:pt x="1" y="2058"/>
                    <a:pt x="1" y="2090"/>
                  </a:cubicBezTo>
                  <a:lnTo>
                    <a:pt x="1" y="2164"/>
                  </a:lnTo>
                  <a:cubicBezTo>
                    <a:pt x="1" y="2185"/>
                    <a:pt x="22" y="2206"/>
                    <a:pt x="43" y="2206"/>
                  </a:cubicBezTo>
                  <a:cubicBezTo>
                    <a:pt x="64" y="2206"/>
                    <a:pt x="85" y="2185"/>
                    <a:pt x="85" y="2164"/>
                  </a:cubicBezTo>
                  <a:lnTo>
                    <a:pt x="85" y="2090"/>
                  </a:lnTo>
                  <a:cubicBezTo>
                    <a:pt x="85" y="2058"/>
                    <a:pt x="64" y="2047"/>
                    <a:pt x="43" y="2047"/>
                  </a:cubicBezTo>
                  <a:close/>
                  <a:moveTo>
                    <a:pt x="43" y="2450"/>
                  </a:moveTo>
                  <a:cubicBezTo>
                    <a:pt x="22" y="2450"/>
                    <a:pt x="1" y="2472"/>
                    <a:pt x="1" y="2493"/>
                  </a:cubicBezTo>
                  <a:lnTo>
                    <a:pt x="1" y="2578"/>
                  </a:lnTo>
                  <a:cubicBezTo>
                    <a:pt x="1" y="2599"/>
                    <a:pt x="22" y="2620"/>
                    <a:pt x="43" y="2620"/>
                  </a:cubicBezTo>
                  <a:cubicBezTo>
                    <a:pt x="64" y="2620"/>
                    <a:pt x="85" y="2599"/>
                    <a:pt x="85" y="2578"/>
                  </a:cubicBezTo>
                  <a:lnTo>
                    <a:pt x="85" y="2493"/>
                  </a:lnTo>
                  <a:cubicBezTo>
                    <a:pt x="85" y="2472"/>
                    <a:pt x="64" y="2450"/>
                    <a:pt x="43" y="2450"/>
                  </a:cubicBezTo>
                  <a:close/>
                  <a:moveTo>
                    <a:pt x="43" y="2864"/>
                  </a:moveTo>
                  <a:cubicBezTo>
                    <a:pt x="22" y="2864"/>
                    <a:pt x="1" y="2875"/>
                    <a:pt x="1" y="2906"/>
                  </a:cubicBezTo>
                  <a:lnTo>
                    <a:pt x="1" y="2981"/>
                  </a:lnTo>
                  <a:cubicBezTo>
                    <a:pt x="1" y="3002"/>
                    <a:pt x="22" y="3023"/>
                    <a:pt x="43" y="3023"/>
                  </a:cubicBezTo>
                  <a:cubicBezTo>
                    <a:pt x="64" y="3023"/>
                    <a:pt x="85" y="3002"/>
                    <a:pt x="85" y="2981"/>
                  </a:cubicBezTo>
                  <a:lnTo>
                    <a:pt x="85" y="2906"/>
                  </a:lnTo>
                  <a:cubicBezTo>
                    <a:pt x="85" y="2875"/>
                    <a:pt x="64" y="2864"/>
                    <a:pt x="43" y="2864"/>
                  </a:cubicBezTo>
                  <a:close/>
                  <a:moveTo>
                    <a:pt x="43" y="3267"/>
                  </a:moveTo>
                  <a:cubicBezTo>
                    <a:pt x="22" y="3267"/>
                    <a:pt x="1" y="3288"/>
                    <a:pt x="1" y="3309"/>
                  </a:cubicBezTo>
                  <a:lnTo>
                    <a:pt x="1" y="3394"/>
                  </a:lnTo>
                  <a:cubicBezTo>
                    <a:pt x="1" y="3415"/>
                    <a:pt x="22" y="3436"/>
                    <a:pt x="43" y="3436"/>
                  </a:cubicBezTo>
                  <a:cubicBezTo>
                    <a:pt x="64" y="3436"/>
                    <a:pt x="85" y="3415"/>
                    <a:pt x="85" y="3394"/>
                  </a:cubicBezTo>
                  <a:lnTo>
                    <a:pt x="85" y="3309"/>
                  </a:lnTo>
                  <a:cubicBezTo>
                    <a:pt x="85" y="3288"/>
                    <a:pt x="64" y="3267"/>
                    <a:pt x="43" y="3267"/>
                  </a:cubicBezTo>
                  <a:close/>
                  <a:moveTo>
                    <a:pt x="43" y="3681"/>
                  </a:moveTo>
                  <a:cubicBezTo>
                    <a:pt x="22" y="3681"/>
                    <a:pt x="1" y="3691"/>
                    <a:pt x="1" y="3712"/>
                  </a:cubicBezTo>
                  <a:lnTo>
                    <a:pt x="1" y="3797"/>
                  </a:lnTo>
                  <a:cubicBezTo>
                    <a:pt x="1" y="3818"/>
                    <a:pt x="22" y="3839"/>
                    <a:pt x="43" y="3839"/>
                  </a:cubicBezTo>
                  <a:cubicBezTo>
                    <a:pt x="64" y="3839"/>
                    <a:pt x="85" y="3818"/>
                    <a:pt x="85" y="3797"/>
                  </a:cubicBezTo>
                  <a:lnTo>
                    <a:pt x="85" y="3712"/>
                  </a:lnTo>
                  <a:cubicBezTo>
                    <a:pt x="85" y="3691"/>
                    <a:pt x="64" y="3681"/>
                    <a:pt x="43" y="3681"/>
                  </a:cubicBezTo>
                  <a:close/>
                  <a:moveTo>
                    <a:pt x="43" y="4084"/>
                  </a:moveTo>
                  <a:cubicBezTo>
                    <a:pt x="22" y="4084"/>
                    <a:pt x="1" y="4105"/>
                    <a:pt x="1" y="4126"/>
                  </a:cubicBezTo>
                  <a:lnTo>
                    <a:pt x="1" y="4211"/>
                  </a:lnTo>
                  <a:cubicBezTo>
                    <a:pt x="1" y="4232"/>
                    <a:pt x="22" y="4242"/>
                    <a:pt x="43" y="4242"/>
                  </a:cubicBezTo>
                  <a:cubicBezTo>
                    <a:pt x="64" y="4242"/>
                    <a:pt x="85" y="4232"/>
                    <a:pt x="85" y="4211"/>
                  </a:cubicBezTo>
                  <a:lnTo>
                    <a:pt x="85" y="4126"/>
                  </a:lnTo>
                  <a:cubicBezTo>
                    <a:pt x="85" y="4105"/>
                    <a:pt x="64" y="4084"/>
                    <a:pt x="43" y="4084"/>
                  </a:cubicBezTo>
                  <a:close/>
                  <a:moveTo>
                    <a:pt x="43" y="4497"/>
                  </a:moveTo>
                  <a:cubicBezTo>
                    <a:pt x="22" y="4497"/>
                    <a:pt x="1" y="4508"/>
                    <a:pt x="1" y="4529"/>
                  </a:cubicBezTo>
                  <a:lnTo>
                    <a:pt x="1" y="4614"/>
                  </a:lnTo>
                  <a:cubicBezTo>
                    <a:pt x="1" y="4635"/>
                    <a:pt x="22" y="4656"/>
                    <a:pt x="43" y="4656"/>
                  </a:cubicBezTo>
                  <a:cubicBezTo>
                    <a:pt x="64" y="4656"/>
                    <a:pt x="85" y="4635"/>
                    <a:pt x="85" y="4614"/>
                  </a:cubicBezTo>
                  <a:lnTo>
                    <a:pt x="85" y="4529"/>
                  </a:lnTo>
                  <a:cubicBezTo>
                    <a:pt x="85" y="4508"/>
                    <a:pt x="64" y="4497"/>
                    <a:pt x="43" y="4497"/>
                  </a:cubicBezTo>
                  <a:close/>
                  <a:moveTo>
                    <a:pt x="43" y="4900"/>
                  </a:moveTo>
                  <a:cubicBezTo>
                    <a:pt x="22" y="4900"/>
                    <a:pt x="1" y="4921"/>
                    <a:pt x="1" y="4942"/>
                  </a:cubicBezTo>
                  <a:lnTo>
                    <a:pt x="1" y="5027"/>
                  </a:lnTo>
                  <a:cubicBezTo>
                    <a:pt x="1" y="5048"/>
                    <a:pt x="22" y="5059"/>
                    <a:pt x="43" y="5059"/>
                  </a:cubicBezTo>
                  <a:cubicBezTo>
                    <a:pt x="64" y="5059"/>
                    <a:pt x="85" y="5048"/>
                    <a:pt x="85" y="5027"/>
                  </a:cubicBezTo>
                  <a:lnTo>
                    <a:pt x="85" y="4942"/>
                  </a:lnTo>
                  <a:cubicBezTo>
                    <a:pt x="85" y="4921"/>
                    <a:pt x="64" y="4900"/>
                    <a:pt x="43" y="4900"/>
                  </a:cubicBezTo>
                  <a:close/>
                  <a:moveTo>
                    <a:pt x="43" y="5303"/>
                  </a:moveTo>
                  <a:cubicBezTo>
                    <a:pt x="22" y="5303"/>
                    <a:pt x="1" y="5324"/>
                    <a:pt x="1" y="5345"/>
                  </a:cubicBezTo>
                  <a:lnTo>
                    <a:pt x="1" y="5430"/>
                  </a:lnTo>
                  <a:cubicBezTo>
                    <a:pt x="1" y="5451"/>
                    <a:pt x="22" y="5472"/>
                    <a:pt x="43" y="5472"/>
                  </a:cubicBezTo>
                  <a:cubicBezTo>
                    <a:pt x="64" y="5472"/>
                    <a:pt x="85" y="5451"/>
                    <a:pt x="85" y="5430"/>
                  </a:cubicBezTo>
                  <a:lnTo>
                    <a:pt x="85" y="5345"/>
                  </a:lnTo>
                  <a:cubicBezTo>
                    <a:pt x="85" y="5324"/>
                    <a:pt x="64" y="5303"/>
                    <a:pt x="43" y="5303"/>
                  </a:cubicBezTo>
                  <a:close/>
                  <a:moveTo>
                    <a:pt x="43" y="5717"/>
                  </a:moveTo>
                  <a:cubicBezTo>
                    <a:pt x="22" y="5717"/>
                    <a:pt x="1" y="5738"/>
                    <a:pt x="1" y="5759"/>
                  </a:cubicBezTo>
                  <a:lnTo>
                    <a:pt x="1" y="5833"/>
                  </a:lnTo>
                  <a:cubicBezTo>
                    <a:pt x="1" y="5865"/>
                    <a:pt x="22" y="5875"/>
                    <a:pt x="43" y="5875"/>
                  </a:cubicBezTo>
                  <a:cubicBezTo>
                    <a:pt x="64" y="5875"/>
                    <a:pt x="85" y="5865"/>
                    <a:pt x="85" y="5833"/>
                  </a:cubicBezTo>
                  <a:lnTo>
                    <a:pt x="85" y="5759"/>
                  </a:lnTo>
                  <a:cubicBezTo>
                    <a:pt x="85" y="5738"/>
                    <a:pt x="64" y="5717"/>
                    <a:pt x="43" y="5717"/>
                  </a:cubicBezTo>
                  <a:close/>
                  <a:moveTo>
                    <a:pt x="43" y="6120"/>
                  </a:moveTo>
                  <a:cubicBezTo>
                    <a:pt x="22" y="6120"/>
                    <a:pt x="1" y="6141"/>
                    <a:pt x="1" y="6162"/>
                  </a:cubicBezTo>
                  <a:lnTo>
                    <a:pt x="1" y="6247"/>
                  </a:lnTo>
                  <a:cubicBezTo>
                    <a:pt x="1" y="6268"/>
                    <a:pt x="22" y="6289"/>
                    <a:pt x="43" y="6289"/>
                  </a:cubicBezTo>
                  <a:cubicBezTo>
                    <a:pt x="64" y="6289"/>
                    <a:pt x="85" y="6268"/>
                    <a:pt x="85" y="6247"/>
                  </a:cubicBezTo>
                  <a:lnTo>
                    <a:pt x="85" y="6162"/>
                  </a:lnTo>
                  <a:cubicBezTo>
                    <a:pt x="85" y="6141"/>
                    <a:pt x="64" y="6120"/>
                    <a:pt x="43" y="6120"/>
                  </a:cubicBezTo>
                  <a:close/>
                  <a:moveTo>
                    <a:pt x="43" y="6533"/>
                  </a:moveTo>
                  <a:cubicBezTo>
                    <a:pt x="22" y="6533"/>
                    <a:pt x="1" y="6554"/>
                    <a:pt x="1" y="6575"/>
                  </a:cubicBezTo>
                  <a:lnTo>
                    <a:pt x="1" y="6650"/>
                  </a:lnTo>
                  <a:cubicBezTo>
                    <a:pt x="1" y="6681"/>
                    <a:pt x="22" y="6692"/>
                    <a:pt x="43" y="6692"/>
                  </a:cubicBezTo>
                  <a:cubicBezTo>
                    <a:pt x="64" y="6692"/>
                    <a:pt x="85" y="6681"/>
                    <a:pt x="85" y="6650"/>
                  </a:cubicBezTo>
                  <a:lnTo>
                    <a:pt x="85" y="6575"/>
                  </a:lnTo>
                  <a:cubicBezTo>
                    <a:pt x="85" y="6554"/>
                    <a:pt x="64" y="6533"/>
                    <a:pt x="43" y="6533"/>
                  </a:cubicBezTo>
                  <a:close/>
                  <a:moveTo>
                    <a:pt x="43" y="6936"/>
                  </a:moveTo>
                  <a:cubicBezTo>
                    <a:pt x="22" y="6936"/>
                    <a:pt x="1" y="6957"/>
                    <a:pt x="1" y="6978"/>
                  </a:cubicBezTo>
                  <a:lnTo>
                    <a:pt x="1" y="7063"/>
                  </a:lnTo>
                  <a:cubicBezTo>
                    <a:pt x="1" y="7084"/>
                    <a:pt x="22" y="7106"/>
                    <a:pt x="43" y="7106"/>
                  </a:cubicBezTo>
                  <a:cubicBezTo>
                    <a:pt x="64" y="7106"/>
                    <a:pt x="85" y="7084"/>
                    <a:pt x="85" y="7063"/>
                  </a:cubicBezTo>
                  <a:lnTo>
                    <a:pt x="85" y="6978"/>
                  </a:lnTo>
                  <a:cubicBezTo>
                    <a:pt x="85" y="6957"/>
                    <a:pt x="64" y="6936"/>
                    <a:pt x="43" y="6936"/>
                  </a:cubicBezTo>
                  <a:close/>
                  <a:moveTo>
                    <a:pt x="43" y="7350"/>
                  </a:moveTo>
                  <a:cubicBezTo>
                    <a:pt x="22" y="7350"/>
                    <a:pt x="1" y="7360"/>
                    <a:pt x="1" y="7392"/>
                  </a:cubicBezTo>
                  <a:lnTo>
                    <a:pt x="1" y="7466"/>
                  </a:lnTo>
                  <a:cubicBezTo>
                    <a:pt x="1" y="7487"/>
                    <a:pt x="22" y="7509"/>
                    <a:pt x="43" y="7509"/>
                  </a:cubicBezTo>
                  <a:cubicBezTo>
                    <a:pt x="64" y="7509"/>
                    <a:pt x="85" y="7487"/>
                    <a:pt x="85" y="7466"/>
                  </a:cubicBezTo>
                  <a:lnTo>
                    <a:pt x="85" y="7392"/>
                  </a:lnTo>
                  <a:cubicBezTo>
                    <a:pt x="85" y="7360"/>
                    <a:pt x="64" y="7350"/>
                    <a:pt x="43" y="7350"/>
                  </a:cubicBezTo>
                  <a:close/>
                  <a:moveTo>
                    <a:pt x="43" y="7753"/>
                  </a:moveTo>
                  <a:cubicBezTo>
                    <a:pt x="22" y="7753"/>
                    <a:pt x="1" y="7774"/>
                    <a:pt x="1" y="7795"/>
                  </a:cubicBezTo>
                  <a:lnTo>
                    <a:pt x="1" y="7880"/>
                  </a:lnTo>
                  <a:cubicBezTo>
                    <a:pt x="1" y="7901"/>
                    <a:pt x="22" y="7923"/>
                    <a:pt x="43" y="7923"/>
                  </a:cubicBezTo>
                  <a:cubicBezTo>
                    <a:pt x="64" y="7923"/>
                    <a:pt x="85" y="7901"/>
                    <a:pt x="85" y="7880"/>
                  </a:cubicBezTo>
                  <a:lnTo>
                    <a:pt x="85" y="7795"/>
                  </a:lnTo>
                  <a:cubicBezTo>
                    <a:pt x="85" y="7774"/>
                    <a:pt x="64" y="7753"/>
                    <a:pt x="43" y="7753"/>
                  </a:cubicBezTo>
                  <a:close/>
                  <a:moveTo>
                    <a:pt x="43" y="8166"/>
                  </a:moveTo>
                  <a:cubicBezTo>
                    <a:pt x="22" y="8166"/>
                    <a:pt x="1" y="8177"/>
                    <a:pt x="1" y="8209"/>
                  </a:cubicBezTo>
                  <a:lnTo>
                    <a:pt x="1" y="8283"/>
                  </a:lnTo>
                  <a:cubicBezTo>
                    <a:pt x="1" y="8304"/>
                    <a:pt x="22" y="8326"/>
                    <a:pt x="43" y="8326"/>
                  </a:cubicBezTo>
                  <a:cubicBezTo>
                    <a:pt x="64" y="8326"/>
                    <a:pt x="85" y="8304"/>
                    <a:pt x="85" y="8283"/>
                  </a:cubicBezTo>
                  <a:lnTo>
                    <a:pt x="85" y="8209"/>
                  </a:lnTo>
                  <a:cubicBezTo>
                    <a:pt x="85" y="8177"/>
                    <a:pt x="64" y="8166"/>
                    <a:pt x="43" y="8166"/>
                  </a:cubicBezTo>
                  <a:close/>
                  <a:moveTo>
                    <a:pt x="43" y="8569"/>
                  </a:moveTo>
                  <a:cubicBezTo>
                    <a:pt x="22" y="8569"/>
                    <a:pt x="1" y="8590"/>
                    <a:pt x="1" y="8612"/>
                  </a:cubicBezTo>
                  <a:lnTo>
                    <a:pt x="1" y="8696"/>
                  </a:lnTo>
                  <a:cubicBezTo>
                    <a:pt x="1" y="8718"/>
                    <a:pt x="22" y="8739"/>
                    <a:pt x="43" y="8739"/>
                  </a:cubicBezTo>
                  <a:cubicBezTo>
                    <a:pt x="64" y="8739"/>
                    <a:pt x="85" y="8718"/>
                    <a:pt x="85" y="8696"/>
                  </a:cubicBezTo>
                  <a:lnTo>
                    <a:pt x="85" y="8612"/>
                  </a:lnTo>
                  <a:cubicBezTo>
                    <a:pt x="85" y="8590"/>
                    <a:pt x="64" y="8569"/>
                    <a:pt x="43" y="8569"/>
                  </a:cubicBezTo>
                  <a:close/>
                  <a:moveTo>
                    <a:pt x="43" y="8983"/>
                  </a:moveTo>
                  <a:cubicBezTo>
                    <a:pt x="22" y="8983"/>
                    <a:pt x="1" y="8993"/>
                    <a:pt x="1" y="9015"/>
                  </a:cubicBezTo>
                  <a:lnTo>
                    <a:pt x="1" y="9099"/>
                  </a:lnTo>
                  <a:cubicBezTo>
                    <a:pt x="1" y="9121"/>
                    <a:pt x="22" y="9142"/>
                    <a:pt x="43" y="9142"/>
                  </a:cubicBezTo>
                  <a:cubicBezTo>
                    <a:pt x="64" y="9142"/>
                    <a:pt x="85" y="9121"/>
                    <a:pt x="85" y="9099"/>
                  </a:cubicBezTo>
                  <a:lnTo>
                    <a:pt x="85" y="9015"/>
                  </a:lnTo>
                  <a:cubicBezTo>
                    <a:pt x="85" y="8993"/>
                    <a:pt x="64" y="8983"/>
                    <a:pt x="43" y="898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6"/>
            <p:cNvSpPr/>
            <p:nvPr/>
          </p:nvSpPr>
          <p:spPr>
            <a:xfrm>
              <a:off x="3206700" y="394675"/>
              <a:ext cx="62600" cy="26925"/>
            </a:xfrm>
            <a:custGeom>
              <a:rect b="b" l="l" r="r" t="t"/>
              <a:pathLst>
                <a:path extrusionOk="0" h="1077" w="2504">
                  <a:moveTo>
                    <a:pt x="42" y="0"/>
                  </a:moveTo>
                  <a:cubicBezTo>
                    <a:pt x="32" y="0"/>
                    <a:pt x="21" y="6"/>
                    <a:pt x="11" y="16"/>
                  </a:cubicBezTo>
                  <a:cubicBezTo>
                    <a:pt x="0" y="27"/>
                    <a:pt x="0" y="49"/>
                    <a:pt x="11" y="70"/>
                  </a:cubicBezTo>
                  <a:cubicBezTo>
                    <a:pt x="668" y="727"/>
                    <a:pt x="1538" y="1077"/>
                    <a:pt x="2461" y="1077"/>
                  </a:cubicBezTo>
                  <a:cubicBezTo>
                    <a:pt x="2482" y="1077"/>
                    <a:pt x="2503" y="1067"/>
                    <a:pt x="2503" y="1045"/>
                  </a:cubicBezTo>
                  <a:cubicBezTo>
                    <a:pt x="2503" y="1013"/>
                    <a:pt x="2482" y="1003"/>
                    <a:pt x="2461" y="1003"/>
                  </a:cubicBezTo>
                  <a:cubicBezTo>
                    <a:pt x="1559" y="1003"/>
                    <a:pt x="711" y="653"/>
                    <a:pt x="74" y="16"/>
                  </a:cubicBezTo>
                  <a:cubicBezTo>
                    <a:pt x="64" y="6"/>
                    <a:pt x="53" y="0"/>
                    <a:pt x="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1" name="Google Shape;4121;p1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17_1">
    <p:bg>
      <p:bgPr>
        <a:noFill/>
      </p:bgPr>
    </p:bg>
    <p:spTree>
      <p:nvGrpSpPr>
        <p:cNvPr id="4122" name="Shape 4122"/>
        <p:cNvGrpSpPr/>
        <p:nvPr/>
      </p:nvGrpSpPr>
      <p:grpSpPr>
        <a:xfrm>
          <a:off x="0" y="0"/>
          <a:ext cx="0" cy="0"/>
          <a:chOff x="0" y="0"/>
          <a:chExt cx="0" cy="0"/>
        </a:xfrm>
      </p:grpSpPr>
      <p:sp>
        <p:nvSpPr>
          <p:cNvPr id="4123" name="Google Shape;4123;p17"/>
          <p:cNvSpPr/>
          <p:nvPr/>
        </p:nvSpPr>
        <p:spPr>
          <a:xfrm>
            <a:off x="2546400" y="0"/>
            <a:ext cx="4025400" cy="2512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7"/>
          <p:cNvSpPr txBox="1"/>
          <p:nvPr>
            <p:ph idx="1" type="subTitle"/>
          </p:nvPr>
        </p:nvSpPr>
        <p:spPr>
          <a:xfrm>
            <a:off x="2201175" y="1156612"/>
            <a:ext cx="4741500" cy="6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3"/>
              </a:buClr>
              <a:buSzPts val="3300"/>
              <a:buNone/>
              <a:defRPr sz="3300">
                <a:latin typeface="Poppins"/>
                <a:ea typeface="Poppins"/>
                <a:cs typeface="Poppins"/>
                <a:sym typeface="Poppins"/>
              </a:defRPr>
            </a:lvl1pPr>
            <a:lvl2pPr lvl="1" rtl="0" algn="ctr">
              <a:spcBef>
                <a:spcPts val="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2pPr>
            <a:lvl3pPr lvl="2" rtl="0"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3pPr>
            <a:lvl4pPr lvl="3" rtl="0"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4pPr>
            <a:lvl5pPr lvl="4" rtl="0"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5pPr>
            <a:lvl6pPr lvl="5" rtl="0"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6pPr>
            <a:lvl7pPr lvl="6" rtl="0"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7pPr>
            <a:lvl8pPr lvl="7" rtl="0" algn="ctr">
              <a:spcBef>
                <a:spcPts val="1600"/>
              </a:spcBef>
              <a:spcAft>
                <a:spcPts val="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8pPr>
            <a:lvl9pPr lvl="8" rtl="0" algn="ctr">
              <a:spcBef>
                <a:spcPts val="1600"/>
              </a:spcBef>
              <a:spcAft>
                <a:spcPts val="1600"/>
              </a:spcAft>
              <a:buClr>
                <a:schemeClr val="accent3"/>
              </a:buClr>
              <a:buSzPts val="3300"/>
              <a:buFont typeface="Poppins Light"/>
              <a:buNone/>
              <a:defRPr sz="3300">
                <a:solidFill>
                  <a:schemeClr val="accent3"/>
                </a:solidFill>
                <a:latin typeface="Poppins Light"/>
                <a:ea typeface="Poppins Light"/>
                <a:cs typeface="Poppins Light"/>
                <a:sym typeface="Poppins Light"/>
              </a:defRPr>
            </a:lvl9pPr>
          </a:lstStyle>
          <a:p/>
        </p:txBody>
      </p:sp>
      <p:sp>
        <p:nvSpPr>
          <p:cNvPr id="4125" name="Google Shape;4125;p17"/>
          <p:cNvSpPr txBox="1"/>
          <p:nvPr>
            <p:ph idx="2" type="subTitle"/>
          </p:nvPr>
        </p:nvSpPr>
        <p:spPr>
          <a:xfrm>
            <a:off x="3012500" y="1797662"/>
            <a:ext cx="3119100" cy="561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1">
                <a:solidFill>
                  <a:schemeClr val="dk2"/>
                </a:solidFill>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126" name="Google Shape;4126;p17"/>
          <p:cNvSpPr txBox="1"/>
          <p:nvPr>
            <p:ph hasCustomPrompt="1" type="title"/>
          </p:nvPr>
        </p:nvSpPr>
        <p:spPr>
          <a:xfrm>
            <a:off x="2758700" y="454527"/>
            <a:ext cx="3626700" cy="22143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2000"/>
              <a:buFont typeface="Poppins SemiBold"/>
              <a:buNone/>
              <a:defRPr b="0" sz="15000">
                <a:solidFill>
                  <a:schemeClr val="accent3"/>
                </a:solidFill>
                <a:latin typeface="Poppins SemiBold"/>
                <a:ea typeface="Poppins SemiBold"/>
                <a:cs typeface="Poppins SemiBold"/>
                <a:sym typeface="Poppins SemiBold"/>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127" name="Google Shape;4127;p1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1">
    <p:spTree>
      <p:nvGrpSpPr>
        <p:cNvPr id="4128" name="Shape 4128"/>
        <p:cNvGrpSpPr/>
        <p:nvPr/>
      </p:nvGrpSpPr>
      <p:grpSpPr>
        <a:xfrm>
          <a:off x="0" y="0"/>
          <a:ext cx="0" cy="0"/>
          <a:chOff x="0" y="0"/>
          <a:chExt cx="0" cy="0"/>
        </a:xfrm>
      </p:grpSpPr>
      <p:sp>
        <p:nvSpPr>
          <p:cNvPr id="4129" name="Google Shape;4129;p18"/>
          <p:cNvSpPr txBox="1"/>
          <p:nvPr>
            <p:ph type="title"/>
          </p:nvPr>
        </p:nvSpPr>
        <p:spPr>
          <a:xfrm>
            <a:off x="5668725" y="1576900"/>
            <a:ext cx="2675700" cy="4782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a:lvl1pPr>
            <a:lvl2pPr lvl="1" rtl="0">
              <a:spcBef>
                <a:spcPts val="0"/>
              </a:spcBef>
              <a:spcAft>
                <a:spcPts val="0"/>
              </a:spcAft>
              <a:buSzPts val="1800"/>
              <a:buNone/>
              <a:defRPr>
                <a:latin typeface="Poppins Light"/>
                <a:ea typeface="Poppins Light"/>
                <a:cs typeface="Poppins Light"/>
                <a:sym typeface="Poppins Light"/>
              </a:defRPr>
            </a:lvl2pPr>
            <a:lvl3pPr lvl="2" rtl="0">
              <a:spcBef>
                <a:spcPts val="0"/>
              </a:spcBef>
              <a:spcAft>
                <a:spcPts val="0"/>
              </a:spcAft>
              <a:buSzPts val="1800"/>
              <a:buNone/>
              <a:defRPr>
                <a:latin typeface="Poppins Light"/>
                <a:ea typeface="Poppins Light"/>
                <a:cs typeface="Poppins Light"/>
                <a:sym typeface="Poppins Light"/>
              </a:defRPr>
            </a:lvl3pPr>
            <a:lvl4pPr lvl="3" rtl="0">
              <a:spcBef>
                <a:spcPts val="0"/>
              </a:spcBef>
              <a:spcAft>
                <a:spcPts val="0"/>
              </a:spcAft>
              <a:buSzPts val="1800"/>
              <a:buNone/>
              <a:defRPr>
                <a:latin typeface="Poppins Light"/>
                <a:ea typeface="Poppins Light"/>
                <a:cs typeface="Poppins Light"/>
                <a:sym typeface="Poppins Light"/>
              </a:defRPr>
            </a:lvl4pPr>
            <a:lvl5pPr lvl="4" rtl="0">
              <a:spcBef>
                <a:spcPts val="0"/>
              </a:spcBef>
              <a:spcAft>
                <a:spcPts val="0"/>
              </a:spcAft>
              <a:buSzPts val="1800"/>
              <a:buNone/>
              <a:defRPr>
                <a:latin typeface="Poppins Light"/>
                <a:ea typeface="Poppins Light"/>
                <a:cs typeface="Poppins Light"/>
                <a:sym typeface="Poppins Light"/>
              </a:defRPr>
            </a:lvl5pPr>
            <a:lvl6pPr lvl="5" rtl="0">
              <a:spcBef>
                <a:spcPts val="0"/>
              </a:spcBef>
              <a:spcAft>
                <a:spcPts val="0"/>
              </a:spcAft>
              <a:buSzPts val="1800"/>
              <a:buNone/>
              <a:defRPr>
                <a:latin typeface="Poppins Light"/>
                <a:ea typeface="Poppins Light"/>
                <a:cs typeface="Poppins Light"/>
                <a:sym typeface="Poppins Light"/>
              </a:defRPr>
            </a:lvl6pPr>
            <a:lvl7pPr lvl="6" rtl="0">
              <a:spcBef>
                <a:spcPts val="0"/>
              </a:spcBef>
              <a:spcAft>
                <a:spcPts val="0"/>
              </a:spcAft>
              <a:buSzPts val="1800"/>
              <a:buNone/>
              <a:defRPr>
                <a:latin typeface="Poppins Light"/>
                <a:ea typeface="Poppins Light"/>
                <a:cs typeface="Poppins Light"/>
                <a:sym typeface="Poppins Light"/>
              </a:defRPr>
            </a:lvl7pPr>
            <a:lvl8pPr lvl="7" rtl="0">
              <a:spcBef>
                <a:spcPts val="0"/>
              </a:spcBef>
              <a:spcAft>
                <a:spcPts val="0"/>
              </a:spcAft>
              <a:buSzPts val="1800"/>
              <a:buNone/>
              <a:defRPr>
                <a:latin typeface="Poppins Light"/>
                <a:ea typeface="Poppins Light"/>
                <a:cs typeface="Poppins Light"/>
                <a:sym typeface="Poppins Light"/>
              </a:defRPr>
            </a:lvl8pPr>
            <a:lvl9pPr lvl="8" rtl="0">
              <a:spcBef>
                <a:spcPts val="0"/>
              </a:spcBef>
              <a:spcAft>
                <a:spcPts val="0"/>
              </a:spcAft>
              <a:buSzPts val="1800"/>
              <a:buNone/>
              <a:defRPr>
                <a:latin typeface="Poppins Light"/>
                <a:ea typeface="Poppins Light"/>
                <a:cs typeface="Poppins Light"/>
                <a:sym typeface="Poppins Light"/>
              </a:defRPr>
            </a:lvl9pPr>
          </a:lstStyle>
          <a:p/>
        </p:txBody>
      </p:sp>
      <p:sp>
        <p:nvSpPr>
          <p:cNvPr id="4130" name="Google Shape;4130;p18"/>
          <p:cNvSpPr txBox="1"/>
          <p:nvPr>
            <p:ph idx="1" type="body"/>
          </p:nvPr>
        </p:nvSpPr>
        <p:spPr>
          <a:xfrm>
            <a:off x="5220025" y="2261099"/>
            <a:ext cx="3200700" cy="1450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Char char="●"/>
              <a:defRPr/>
            </a:lvl1pPr>
            <a:lvl2pPr indent="-304800" lvl="1" marL="914400" rtl="0" algn="ctr">
              <a:spcBef>
                <a:spcPts val="0"/>
              </a:spcBef>
              <a:spcAft>
                <a:spcPts val="0"/>
              </a:spcAft>
              <a:buSzPts val="1200"/>
              <a:buChar char="○"/>
              <a:defRPr sz="1200"/>
            </a:lvl2pPr>
            <a:lvl3pPr indent="-304800" lvl="2" marL="1371600" rtl="0" algn="ctr">
              <a:spcBef>
                <a:spcPts val="1600"/>
              </a:spcBef>
              <a:spcAft>
                <a:spcPts val="0"/>
              </a:spcAft>
              <a:buSzPts val="1200"/>
              <a:buChar char="■"/>
              <a:defRPr sz="1200"/>
            </a:lvl3pPr>
            <a:lvl4pPr indent="-304800" lvl="3" marL="1828800" rtl="0" algn="ctr">
              <a:spcBef>
                <a:spcPts val="1600"/>
              </a:spcBef>
              <a:spcAft>
                <a:spcPts val="0"/>
              </a:spcAft>
              <a:buSzPts val="1200"/>
              <a:buChar char="●"/>
              <a:defRPr sz="1200"/>
            </a:lvl4pPr>
            <a:lvl5pPr indent="-304800" lvl="4" marL="2286000" rtl="0" algn="ctr">
              <a:spcBef>
                <a:spcPts val="1600"/>
              </a:spcBef>
              <a:spcAft>
                <a:spcPts val="0"/>
              </a:spcAft>
              <a:buSzPts val="1200"/>
              <a:buChar char="○"/>
              <a:defRPr sz="1200"/>
            </a:lvl5pPr>
            <a:lvl6pPr indent="-304800" lvl="5" marL="2743200" rtl="0" algn="ctr">
              <a:spcBef>
                <a:spcPts val="1600"/>
              </a:spcBef>
              <a:spcAft>
                <a:spcPts val="0"/>
              </a:spcAft>
              <a:buSzPts val="1200"/>
              <a:buChar char="■"/>
              <a:defRPr sz="1200"/>
            </a:lvl6pPr>
            <a:lvl7pPr indent="-304800" lvl="6" marL="3200400" rtl="0" algn="ctr">
              <a:spcBef>
                <a:spcPts val="1600"/>
              </a:spcBef>
              <a:spcAft>
                <a:spcPts val="0"/>
              </a:spcAft>
              <a:buSzPts val="1200"/>
              <a:buChar char="●"/>
              <a:defRPr sz="1200"/>
            </a:lvl7pPr>
            <a:lvl8pPr indent="-304800" lvl="7" marL="3657600" rtl="0" algn="ctr">
              <a:spcBef>
                <a:spcPts val="1600"/>
              </a:spcBef>
              <a:spcAft>
                <a:spcPts val="0"/>
              </a:spcAft>
              <a:buSzPts val="1200"/>
              <a:buChar char="○"/>
              <a:defRPr sz="1200"/>
            </a:lvl8pPr>
            <a:lvl9pPr indent="-304800" lvl="8" marL="4114800" rtl="0" algn="ctr">
              <a:spcBef>
                <a:spcPts val="1600"/>
              </a:spcBef>
              <a:spcAft>
                <a:spcPts val="1600"/>
              </a:spcAft>
              <a:buSzPts val="1200"/>
              <a:buChar char="■"/>
              <a:defRPr sz="1200"/>
            </a:lvl9pPr>
          </a:lstStyle>
          <a:p/>
        </p:txBody>
      </p:sp>
      <p:sp>
        <p:nvSpPr>
          <p:cNvPr id="4131" name="Google Shape;4131;p18"/>
          <p:cNvSpPr/>
          <p:nvPr/>
        </p:nvSpPr>
        <p:spPr>
          <a:xfrm>
            <a:off x="1712100" y="-150"/>
            <a:ext cx="3403200" cy="514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6">
    <p:spTree>
      <p:nvGrpSpPr>
        <p:cNvPr id="4133" name="Shape 4133"/>
        <p:cNvGrpSpPr/>
        <p:nvPr/>
      </p:nvGrpSpPr>
      <p:grpSpPr>
        <a:xfrm>
          <a:off x="0" y="0"/>
          <a:ext cx="0" cy="0"/>
          <a:chOff x="0" y="0"/>
          <a:chExt cx="0" cy="0"/>
        </a:xfrm>
      </p:grpSpPr>
      <p:sp>
        <p:nvSpPr>
          <p:cNvPr id="4134" name="Google Shape;4134;p19"/>
          <p:cNvSpPr txBox="1"/>
          <p:nvPr>
            <p:ph idx="1" type="subTitle"/>
          </p:nvPr>
        </p:nvSpPr>
        <p:spPr>
          <a:xfrm>
            <a:off x="723025" y="1782275"/>
            <a:ext cx="3680400" cy="488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a:spcBef>
                <a:spcPts val="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p:txBody>
      </p:sp>
      <p:sp>
        <p:nvSpPr>
          <p:cNvPr id="4135" name="Google Shape;4135;p19"/>
          <p:cNvSpPr txBox="1"/>
          <p:nvPr>
            <p:ph idx="2" type="subTitle"/>
          </p:nvPr>
        </p:nvSpPr>
        <p:spPr>
          <a:xfrm>
            <a:off x="723025" y="2080359"/>
            <a:ext cx="3680400" cy="76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160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4136" name="Google Shape;4136;p19"/>
          <p:cNvSpPr txBox="1"/>
          <p:nvPr>
            <p:ph type="title"/>
          </p:nvPr>
        </p:nvSpPr>
        <p:spPr>
          <a:xfrm>
            <a:off x="723400" y="1124100"/>
            <a:ext cx="38487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a:lvl1pPr>
            <a:lvl2pPr lvl="1" rtl="0">
              <a:spcBef>
                <a:spcPts val="0"/>
              </a:spcBef>
              <a:spcAft>
                <a:spcPts val="0"/>
              </a:spcAft>
              <a:buSzPts val="1800"/>
              <a:buNone/>
              <a:defRPr>
                <a:latin typeface="Poppins Light"/>
                <a:ea typeface="Poppins Light"/>
                <a:cs typeface="Poppins Light"/>
                <a:sym typeface="Poppins Light"/>
              </a:defRPr>
            </a:lvl2pPr>
            <a:lvl3pPr lvl="2" rtl="0">
              <a:spcBef>
                <a:spcPts val="0"/>
              </a:spcBef>
              <a:spcAft>
                <a:spcPts val="0"/>
              </a:spcAft>
              <a:buSzPts val="1800"/>
              <a:buNone/>
              <a:defRPr>
                <a:latin typeface="Poppins Light"/>
                <a:ea typeface="Poppins Light"/>
                <a:cs typeface="Poppins Light"/>
                <a:sym typeface="Poppins Light"/>
              </a:defRPr>
            </a:lvl3pPr>
            <a:lvl4pPr lvl="3" rtl="0">
              <a:spcBef>
                <a:spcPts val="0"/>
              </a:spcBef>
              <a:spcAft>
                <a:spcPts val="0"/>
              </a:spcAft>
              <a:buSzPts val="1800"/>
              <a:buNone/>
              <a:defRPr>
                <a:latin typeface="Poppins Light"/>
                <a:ea typeface="Poppins Light"/>
                <a:cs typeface="Poppins Light"/>
                <a:sym typeface="Poppins Light"/>
              </a:defRPr>
            </a:lvl4pPr>
            <a:lvl5pPr lvl="4" rtl="0">
              <a:spcBef>
                <a:spcPts val="0"/>
              </a:spcBef>
              <a:spcAft>
                <a:spcPts val="0"/>
              </a:spcAft>
              <a:buSzPts val="1800"/>
              <a:buNone/>
              <a:defRPr>
                <a:latin typeface="Poppins Light"/>
                <a:ea typeface="Poppins Light"/>
                <a:cs typeface="Poppins Light"/>
                <a:sym typeface="Poppins Light"/>
              </a:defRPr>
            </a:lvl5pPr>
            <a:lvl6pPr lvl="5" rtl="0">
              <a:spcBef>
                <a:spcPts val="0"/>
              </a:spcBef>
              <a:spcAft>
                <a:spcPts val="0"/>
              </a:spcAft>
              <a:buSzPts val="1800"/>
              <a:buNone/>
              <a:defRPr>
                <a:latin typeface="Poppins Light"/>
                <a:ea typeface="Poppins Light"/>
                <a:cs typeface="Poppins Light"/>
                <a:sym typeface="Poppins Light"/>
              </a:defRPr>
            </a:lvl6pPr>
            <a:lvl7pPr lvl="6" rtl="0">
              <a:spcBef>
                <a:spcPts val="0"/>
              </a:spcBef>
              <a:spcAft>
                <a:spcPts val="0"/>
              </a:spcAft>
              <a:buSzPts val="1800"/>
              <a:buNone/>
              <a:defRPr>
                <a:latin typeface="Poppins Light"/>
                <a:ea typeface="Poppins Light"/>
                <a:cs typeface="Poppins Light"/>
                <a:sym typeface="Poppins Light"/>
              </a:defRPr>
            </a:lvl7pPr>
            <a:lvl8pPr lvl="7" rtl="0">
              <a:spcBef>
                <a:spcPts val="0"/>
              </a:spcBef>
              <a:spcAft>
                <a:spcPts val="0"/>
              </a:spcAft>
              <a:buSzPts val="1800"/>
              <a:buNone/>
              <a:defRPr>
                <a:latin typeface="Poppins Light"/>
                <a:ea typeface="Poppins Light"/>
                <a:cs typeface="Poppins Light"/>
                <a:sym typeface="Poppins Light"/>
              </a:defRPr>
            </a:lvl8pPr>
            <a:lvl9pPr lvl="8" rtl="0">
              <a:spcBef>
                <a:spcPts val="0"/>
              </a:spcBef>
              <a:spcAft>
                <a:spcPts val="0"/>
              </a:spcAft>
              <a:buSzPts val="1800"/>
              <a:buNone/>
              <a:defRPr>
                <a:latin typeface="Poppins Light"/>
                <a:ea typeface="Poppins Light"/>
                <a:cs typeface="Poppins Light"/>
                <a:sym typeface="Poppins Light"/>
              </a:defRPr>
            </a:lvl9pPr>
          </a:lstStyle>
          <a:p/>
        </p:txBody>
      </p:sp>
      <p:sp>
        <p:nvSpPr>
          <p:cNvPr id="4137" name="Google Shape;4137;p19"/>
          <p:cNvSpPr txBox="1"/>
          <p:nvPr>
            <p:ph idx="3" type="subTitle"/>
          </p:nvPr>
        </p:nvSpPr>
        <p:spPr>
          <a:xfrm>
            <a:off x="723025" y="3067775"/>
            <a:ext cx="3680400" cy="488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138" name="Google Shape;4138;p19"/>
          <p:cNvSpPr txBox="1"/>
          <p:nvPr>
            <p:ph idx="4" type="subTitle"/>
          </p:nvPr>
        </p:nvSpPr>
        <p:spPr>
          <a:xfrm>
            <a:off x="723025" y="3365859"/>
            <a:ext cx="3680400" cy="76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4139" name="Google Shape;4139;p1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22">
    <p:spTree>
      <p:nvGrpSpPr>
        <p:cNvPr id="4140" name="Shape 4140"/>
        <p:cNvGrpSpPr/>
        <p:nvPr/>
      </p:nvGrpSpPr>
      <p:grpSpPr>
        <a:xfrm>
          <a:off x="0" y="0"/>
          <a:ext cx="0" cy="0"/>
          <a:chOff x="0" y="0"/>
          <a:chExt cx="0" cy="0"/>
        </a:xfrm>
      </p:grpSpPr>
      <p:sp>
        <p:nvSpPr>
          <p:cNvPr id="4141" name="Google Shape;4141;p20"/>
          <p:cNvSpPr txBox="1"/>
          <p:nvPr>
            <p:ph idx="1" type="subTitle"/>
          </p:nvPr>
        </p:nvSpPr>
        <p:spPr>
          <a:xfrm>
            <a:off x="733650" y="1158950"/>
            <a:ext cx="3593700" cy="3449700"/>
          </a:xfrm>
          <a:prstGeom prst="rect">
            <a:avLst/>
          </a:prstGeom>
        </p:spPr>
        <p:txBody>
          <a:bodyPr anchorCtr="0" anchor="t" bIns="91425" lIns="91425" spcFirstLastPara="1" rIns="91425" wrap="square" tIns="91425">
            <a:noAutofit/>
          </a:bodyPr>
          <a:lstStyle>
            <a:lvl1pPr lvl="0" rtl="0">
              <a:spcBef>
                <a:spcPts val="0"/>
              </a:spcBef>
              <a:spcAft>
                <a:spcPts val="0"/>
              </a:spcAft>
              <a:buSzPts val="1100"/>
              <a:buChar char="●"/>
              <a:defRPr sz="1100"/>
            </a:lvl1pPr>
            <a:lvl2pPr lvl="1" rtl="0">
              <a:spcBef>
                <a:spcPts val="1600"/>
              </a:spcBef>
              <a:spcAft>
                <a:spcPts val="0"/>
              </a:spcAft>
              <a:buSzPts val="1100"/>
              <a:buFont typeface="Poppins Light"/>
              <a:buChar char="○"/>
              <a:defRPr/>
            </a:lvl2pPr>
            <a:lvl3pPr lvl="2" rtl="0">
              <a:spcBef>
                <a:spcPts val="1600"/>
              </a:spcBef>
              <a:spcAft>
                <a:spcPts val="0"/>
              </a:spcAft>
              <a:buSzPts val="1100"/>
              <a:buFont typeface="Poppins Light"/>
              <a:buChar char="■"/>
              <a:defRPr/>
            </a:lvl3pPr>
            <a:lvl4pPr lvl="3" rtl="0">
              <a:spcBef>
                <a:spcPts val="1600"/>
              </a:spcBef>
              <a:spcAft>
                <a:spcPts val="0"/>
              </a:spcAft>
              <a:buSzPts val="1100"/>
              <a:buFont typeface="Poppins Light"/>
              <a:buChar char="●"/>
              <a:defRPr/>
            </a:lvl4pPr>
            <a:lvl5pPr lvl="4" rtl="0">
              <a:spcBef>
                <a:spcPts val="1600"/>
              </a:spcBef>
              <a:spcAft>
                <a:spcPts val="0"/>
              </a:spcAft>
              <a:buSzPts val="1100"/>
              <a:buFont typeface="Poppins Light"/>
              <a:buChar char="○"/>
              <a:defRPr/>
            </a:lvl5pPr>
            <a:lvl6pPr lvl="5" rtl="0">
              <a:spcBef>
                <a:spcPts val="1600"/>
              </a:spcBef>
              <a:spcAft>
                <a:spcPts val="0"/>
              </a:spcAft>
              <a:buSzPts val="1100"/>
              <a:buFont typeface="Poppins Light"/>
              <a:buChar char="■"/>
              <a:defRPr/>
            </a:lvl6pPr>
            <a:lvl7pPr lvl="6" rtl="0">
              <a:spcBef>
                <a:spcPts val="1600"/>
              </a:spcBef>
              <a:spcAft>
                <a:spcPts val="0"/>
              </a:spcAft>
              <a:buSzPts val="1100"/>
              <a:buFont typeface="Poppins Light"/>
              <a:buChar char="●"/>
              <a:defRPr/>
            </a:lvl7pPr>
            <a:lvl8pPr lvl="7" rtl="0">
              <a:spcBef>
                <a:spcPts val="1600"/>
              </a:spcBef>
              <a:spcAft>
                <a:spcPts val="0"/>
              </a:spcAft>
              <a:buSzPts val="1100"/>
              <a:buFont typeface="Poppins Light"/>
              <a:buChar char="○"/>
              <a:defRPr/>
            </a:lvl8pPr>
            <a:lvl9pPr lvl="8" rtl="0">
              <a:spcBef>
                <a:spcPts val="1600"/>
              </a:spcBef>
              <a:spcAft>
                <a:spcPts val="1600"/>
              </a:spcAft>
              <a:buSzPts val="1100"/>
              <a:buFont typeface="Poppins Light"/>
              <a:buChar char="■"/>
              <a:defRPr/>
            </a:lvl9pPr>
          </a:lstStyle>
          <a:p/>
        </p:txBody>
      </p:sp>
      <p:sp>
        <p:nvSpPr>
          <p:cNvPr id="4142" name="Google Shape;4142;p20"/>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atin typeface="Poppins Light"/>
                <a:ea typeface="Poppins Light"/>
                <a:cs typeface="Poppins Light"/>
                <a:sym typeface="Poppins Light"/>
              </a:defRPr>
            </a:lvl2pPr>
            <a:lvl3pPr lvl="2" rtl="0">
              <a:spcBef>
                <a:spcPts val="0"/>
              </a:spcBef>
              <a:spcAft>
                <a:spcPts val="0"/>
              </a:spcAft>
              <a:buSzPts val="1800"/>
              <a:buNone/>
              <a:defRPr>
                <a:latin typeface="Poppins Light"/>
                <a:ea typeface="Poppins Light"/>
                <a:cs typeface="Poppins Light"/>
                <a:sym typeface="Poppins Light"/>
              </a:defRPr>
            </a:lvl3pPr>
            <a:lvl4pPr lvl="3" rtl="0">
              <a:spcBef>
                <a:spcPts val="0"/>
              </a:spcBef>
              <a:spcAft>
                <a:spcPts val="0"/>
              </a:spcAft>
              <a:buSzPts val="1800"/>
              <a:buNone/>
              <a:defRPr>
                <a:latin typeface="Poppins Light"/>
                <a:ea typeface="Poppins Light"/>
                <a:cs typeface="Poppins Light"/>
                <a:sym typeface="Poppins Light"/>
              </a:defRPr>
            </a:lvl4pPr>
            <a:lvl5pPr lvl="4" rtl="0">
              <a:spcBef>
                <a:spcPts val="0"/>
              </a:spcBef>
              <a:spcAft>
                <a:spcPts val="0"/>
              </a:spcAft>
              <a:buSzPts val="1800"/>
              <a:buNone/>
              <a:defRPr>
                <a:latin typeface="Poppins Light"/>
                <a:ea typeface="Poppins Light"/>
                <a:cs typeface="Poppins Light"/>
                <a:sym typeface="Poppins Light"/>
              </a:defRPr>
            </a:lvl5pPr>
            <a:lvl6pPr lvl="5" rtl="0">
              <a:spcBef>
                <a:spcPts val="0"/>
              </a:spcBef>
              <a:spcAft>
                <a:spcPts val="0"/>
              </a:spcAft>
              <a:buSzPts val="1800"/>
              <a:buNone/>
              <a:defRPr>
                <a:latin typeface="Poppins Light"/>
                <a:ea typeface="Poppins Light"/>
                <a:cs typeface="Poppins Light"/>
                <a:sym typeface="Poppins Light"/>
              </a:defRPr>
            </a:lvl6pPr>
            <a:lvl7pPr lvl="6" rtl="0">
              <a:spcBef>
                <a:spcPts val="0"/>
              </a:spcBef>
              <a:spcAft>
                <a:spcPts val="0"/>
              </a:spcAft>
              <a:buSzPts val="1800"/>
              <a:buNone/>
              <a:defRPr>
                <a:latin typeface="Poppins Light"/>
                <a:ea typeface="Poppins Light"/>
                <a:cs typeface="Poppins Light"/>
                <a:sym typeface="Poppins Light"/>
              </a:defRPr>
            </a:lvl7pPr>
            <a:lvl8pPr lvl="7" rtl="0">
              <a:spcBef>
                <a:spcPts val="0"/>
              </a:spcBef>
              <a:spcAft>
                <a:spcPts val="0"/>
              </a:spcAft>
              <a:buSzPts val="1800"/>
              <a:buNone/>
              <a:defRPr>
                <a:latin typeface="Poppins Light"/>
                <a:ea typeface="Poppins Light"/>
                <a:cs typeface="Poppins Light"/>
                <a:sym typeface="Poppins Light"/>
              </a:defRPr>
            </a:lvl8pPr>
            <a:lvl9pPr lvl="8" rtl="0">
              <a:spcBef>
                <a:spcPts val="0"/>
              </a:spcBef>
              <a:spcAft>
                <a:spcPts val="0"/>
              </a:spcAft>
              <a:buSzPts val="1800"/>
              <a:buNone/>
              <a:defRPr>
                <a:latin typeface="Poppins Light"/>
                <a:ea typeface="Poppins Light"/>
                <a:cs typeface="Poppins Light"/>
                <a:sym typeface="Poppins Light"/>
              </a:defRPr>
            </a:lvl9pPr>
          </a:lstStyle>
          <a:p/>
        </p:txBody>
      </p:sp>
      <p:sp>
        <p:nvSpPr>
          <p:cNvPr id="4143" name="Google Shape;4143;p20"/>
          <p:cNvSpPr txBox="1"/>
          <p:nvPr>
            <p:ph idx="2" type="subTitle"/>
          </p:nvPr>
        </p:nvSpPr>
        <p:spPr>
          <a:xfrm>
            <a:off x="4827925" y="1158950"/>
            <a:ext cx="3593700" cy="344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Char char="●"/>
              <a:defRPr sz="1100"/>
            </a:lvl1pPr>
            <a:lvl2pPr lvl="1" rtl="0">
              <a:spcBef>
                <a:spcPts val="1600"/>
              </a:spcBef>
              <a:spcAft>
                <a:spcPts val="0"/>
              </a:spcAft>
              <a:buSzPts val="1100"/>
              <a:buFont typeface="Poppins Light"/>
              <a:buChar char="○"/>
              <a:defRPr/>
            </a:lvl2pPr>
            <a:lvl3pPr lvl="2" rtl="0">
              <a:spcBef>
                <a:spcPts val="1600"/>
              </a:spcBef>
              <a:spcAft>
                <a:spcPts val="0"/>
              </a:spcAft>
              <a:buSzPts val="1100"/>
              <a:buFont typeface="Poppins Light"/>
              <a:buChar char="■"/>
              <a:defRPr/>
            </a:lvl3pPr>
            <a:lvl4pPr lvl="3" rtl="0">
              <a:spcBef>
                <a:spcPts val="1600"/>
              </a:spcBef>
              <a:spcAft>
                <a:spcPts val="0"/>
              </a:spcAft>
              <a:buSzPts val="1100"/>
              <a:buFont typeface="Poppins Light"/>
              <a:buChar char="●"/>
              <a:defRPr/>
            </a:lvl4pPr>
            <a:lvl5pPr lvl="4" rtl="0">
              <a:spcBef>
                <a:spcPts val="1600"/>
              </a:spcBef>
              <a:spcAft>
                <a:spcPts val="0"/>
              </a:spcAft>
              <a:buSzPts val="1100"/>
              <a:buFont typeface="Poppins Light"/>
              <a:buChar char="○"/>
              <a:defRPr/>
            </a:lvl5pPr>
            <a:lvl6pPr lvl="5" rtl="0">
              <a:spcBef>
                <a:spcPts val="1600"/>
              </a:spcBef>
              <a:spcAft>
                <a:spcPts val="0"/>
              </a:spcAft>
              <a:buSzPts val="1100"/>
              <a:buFont typeface="Poppins Light"/>
              <a:buChar char="■"/>
              <a:defRPr/>
            </a:lvl6pPr>
            <a:lvl7pPr lvl="6" rtl="0">
              <a:spcBef>
                <a:spcPts val="1600"/>
              </a:spcBef>
              <a:spcAft>
                <a:spcPts val="0"/>
              </a:spcAft>
              <a:buSzPts val="1100"/>
              <a:buFont typeface="Poppins Light"/>
              <a:buChar char="●"/>
              <a:defRPr/>
            </a:lvl7pPr>
            <a:lvl8pPr lvl="7" rtl="0">
              <a:spcBef>
                <a:spcPts val="1600"/>
              </a:spcBef>
              <a:spcAft>
                <a:spcPts val="0"/>
              </a:spcAft>
              <a:buSzPts val="1100"/>
              <a:buFont typeface="Poppins Light"/>
              <a:buChar char="○"/>
              <a:defRPr/>
            </a:lvl8pPr>
            <a:lvl9pPr lvl="8" rtl="0">
              <a:spcBef>
                <a:spcPts val="1600"/>
              </a:spcBef>
              <a:spcAft>
                <a:spcPts val="1600"/>
              </a:spcAft>
              <a:buSzPts val="1100"/>
              <a:buFont typeface="Poppins Light"/>
              <a:buChar char="■"/>
              <a:defRPr/>
            </a:lvl9pPr>
          </a:lstStyle>
          <a:p/>
        </p:txBody>
      </p:sp>
      <p:sp>
        <p:nvSpPr>
          <p:cNvPr id="4144" name="Google Shape;4144;p2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
    <p:bg>
      <p:bgPr>
        <a:solidFill>
          <a:schemeClr val="accent1"/>
        </a:solidFill>
      </p:bgPr>
    </p:bg>
    <p:spTree>
      <p:nvGrpSpPr>
        <p:cNvPr id="4145" name="Shape 4145"/>
        <p:cNvGrpSpPr/>
        <p:nvPr/>
      </p:nvGrpSpPr>
      <p:grpSpPr>
        <a:xfrm>
          <a:off x="0" y="0"/>
          <a:ext cx="0" cy="0"/>
          <a:chOff x="0" y="0"/>
          <a:chExt cx="0" cy="0"/>
        </a:xfrm>
      </p:grpSpPr>
      <p:grpSp>
        <p:nvGrpSpPr>
          <p:cNvPr id="4146" name="Google Shape;4146;p21"/>
          <p:cNvGrpSpPr/>
          <p:nvPr/>
        </p:nvGrpSpPr>
        <p:grpSpPr>
          <a:xfrm>
            <a:off x="787213" y="130520"/>
            <a:ext cx="8163193" cy="5012975"/>
            <a:chOff x="787213" y="130520"/>
            <a:chExt cx="8163193" cy="5012975"/>
          </a:xfrm>
        </p:grpSpPr>
        <p:sp>
          <p:nvSpPr>
            <p:cNvPr id="4147" name="Google Shape;4147;p21"/>
            <p:cNvSpPr/>
            <p:nvPr/>
          </p:nvSpPr>
          <p:spPr>
            <a:xfrm rot="-5400000">
              <a:off x="7089981" y="4079075"/>
              <a:ext cx="445241" cy="385621"/>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21"/>
            <p:cNvSpPr/>
            <p:nvPr/>
          </p:nvSpPr>
          <p:spPr>
            <a:xfrm>
              <a:off x="7050408" y="3650816"/>
              <a:ext cx="1247936" cy="1094228"/>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21"/>
            <p:cNvSpPr/>
            <p:nvPr/>
          </p:nvSpPr>
          <p:spPr>
            <a:xfrm>
              <a:off x="7702470" y="4049266"/>
              <a:ext cx="1247936" cy="1094228"/>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21"/>
            <p:cNvSpPr/>
            <p:nvPr/>
          </p:nvSpPr>
          <p:spPr>
            <a:xfrm rot="-5400000">
              <a:off x="844168" y="4109299"/>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21"/>
            <p:cNvSpPr/>
            <p:nvPr/>
          </p:nvSpPr>
          <p:spPr>
            <a:xfrm rot="-5400000">
              <a:off x="5857144" y="802969"/>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2" name="Google Shape;4152;p21"/>
            <p:cNvGrpSpPr/>
            <p:nvPr/>
          </p:nvGrpSpPr>
          <p:grpSpPr>
            <a:xfrm rot="-5400000">
              <a:off x="3654410" y="3725785"/>
              <a:ext cx="1019815" cy="944312"/>
              <a:chOff x="2113525" y="2880575"/>
              <a:chExt cx="609500" cy="564375"/>
            </a:xfrm>
          </p:grpSpPr>
          <p:sp>
            <p:nvSpPr>
              <p:cNvPr id="4153" name="Google Shape;4153;p21"/>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21"/>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21"/>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21"/>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21"/>
            <p:cNvGrpSpPr/>
            <p:nvPr/>
          </p:nvGrpSpPr>
          <p:grpSpPr>
            <a:xfrm rot="-5400000">
              <a:off x="7372398" y="-410563"/>
              <a:ext cx="349968" cy="2052568"/>
              <a:chOff x="1037125" y="2236325"/>
              <a:chExt cx="149100" cy="874475"/>
            </a:xfrm>
          </p:grpSpPr>
          <p:sp>
            <p:nvSpPr>
              <p:cNvPr id="4158" name="Google Shape;4158;p21"/>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21"/>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21"/>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21"/>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21"/>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21"/>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21"/>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21"/>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21"/>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21"/>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21"/>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21"/>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21"/>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21"/>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21"/>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21"/>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21"/>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21"/>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21"/>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21"/>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21"/>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21"/>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21"/>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1"/>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21"/>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21"/>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21"/>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21"/>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21"/>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21"/>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21"/>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21"/>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21"/>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21"/>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21"/>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21"/>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21"/>
            <p:cNvGrpSpPr/>
            <p:nvPr/>
          </p:nvGrpSpPr>
          <p:grpSpPr>
            <a:xfrm>
              <a:off x="787213" y="130520"/>
              <a:ext cx="1908398" cy="2002309"/>
              <a:chOff x="1978188" y="2669545"/>
              <a:chExt cx="1908398" cy="2002309"/>
            </a:xfrm>
          </p:grpSpPr>
          <p:sp>
            <p:nvSpPr>
              <p:cNvPr id="4195" name="Google Shape;4195;p21"/>
              <p:cNvSpPr/>
              <p:nvPr/>
            </p:nvSpPr>
            <p:spPr>
              <a:xfrm rot="-5400000">
                <a:off x="1995503" y="2780771"/>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21"/>
              <p:cNvSpPr/>
              <p:nvPr/>
            </p:nvSpPr>
            <p:spPr>
              <a:xfrm rot="-5400000">
                <a:off x="1931235" y="2716498"/>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7" name="Google Shape;4197;p21"/>
              <p:cNvGrpSpPr/>
              <p:nvPr/>
            </p:nvGrpSpPr>
            <p:grpSpPr>
              <a:xfrm rot="-5400000">
                <a:off x="2322724" y="3120894"/>
                <a:ext cx="1236640" cy="1210852"/>
                <a:chOff x="236475" y="527300"/>
                <a:chExt cx="1124525" cy="1101075"/>
              </a:xfrm>
            </p:grpSpPr>
            <p:sp>
              <p:nvSpPr>
                <p:cNvPr id="4198" name="Google Shape;4198;p21"/>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21"/>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21"/>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21"/>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21"/>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21"/>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21"/>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21"/>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21"/>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21"/>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21"/>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21"/>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21"/>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21"/>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21"/>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21"/>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21"/>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21"/>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21"/>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21"/>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21"/>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21"/>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21"/>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21"/>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21"/>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21"/>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21"/>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21"/>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21"/>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21"/>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21"/>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21"/>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21"/>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21"/>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21"/>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21"/>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21"/>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21"/>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21"/>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21"/>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21"/>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21"/>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21"/>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21"/>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21"/>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21"/>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21"/>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21"/>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21"/>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21"/>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21"/>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21"/>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21"/>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21"/>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21"/>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21"/>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21"/>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21"/>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21"/>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21"/>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21"/>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21"/>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21"/>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21"/>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21"/>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21"/>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21"/>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21"/>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21"/>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21"/>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21"/>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21"/>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21"/>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21"/>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21"/>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21"/>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21"/>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21"/>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21"/>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21"/>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21"/>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21"/>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21"/>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21"/>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21"/>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21"/>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21"/>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21"/>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21"/>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21"/>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21"/>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21"/>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21"/>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21"/>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21"/>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21"/>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21"/>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21"/>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21"/>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21"/>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21"/>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21"/>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21"/>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21"/>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21"/>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21"/>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21"/>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21"/>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21"/>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21"/>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21"/>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21"/>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21"/>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21"/>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21"/>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21"/>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21"/>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21"/>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21"/>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21"/>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21"/>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21"/>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21"/>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21"/>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21"/>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21"/>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21"/>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21"/>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21"/>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21"/>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21"/>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21"/>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21"/>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21"/>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21"/>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21"/>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21"/>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21"/>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21"/>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21"/>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21"/>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21"/>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21"/>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21"/>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21"/>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21"/>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21"/>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21"/>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21"/>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21"/>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21"/>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21"/>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21"/>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21"/>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21"/>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21"/>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21"/>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21"/>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21"/>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21"/>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21"/>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21"/>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21"/>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21"/>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21"/>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21"/>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21"/>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21"/>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21"/>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21"/>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21"/>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21"/>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21"/>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21"/>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21"/>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21"/>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21"/>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21"/>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21"/>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21"/>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21"/>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21"/>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21"/>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21"/>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21"/>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21"/>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21"/>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21"/>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21"/>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21"/>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21"/>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21"/>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21"/>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21"/>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21"/>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21"/>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21"/>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21"/>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21"/>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21"/>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21"/>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21"/>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21"/>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21"/>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21"/>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21"/>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21"/>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21"/>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21"/>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21"/>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21"/>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21"/>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21"/>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21"/>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21"/>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21"/>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21"/>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21"/>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21"/>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21"/>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21"/>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21"/>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21"/>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21"/>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21"/>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21"/>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21"/>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21"/>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21"/>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21"/>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21"/>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21"/>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21"/>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21"/>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21"/>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21"/>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21"/>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21"/>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21"/>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21"/>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21"/>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21"/>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21"/>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21"/>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21"/>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21"/>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21"/>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21"/>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21"/>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21"/>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21"/>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21"/>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21"/>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21"/>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21"/>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21"/>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21"/>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21"/>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21"/>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21"/>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21"/>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21"/>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21"/>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21"/>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21"/>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21"/>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21"/>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21"/>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21"/>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21"/>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21"/>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21"/>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21"/>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21"/>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21"/>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21"/>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21"/>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21"/>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21"/>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21"/>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21"/>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21"/>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21"/>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21"/>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21"/>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21"/>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21"/>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21"/>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21"/>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21"/>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21"/>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21"/>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21"/>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21"/>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21"/>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21"/>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21"/>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21"/>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21"/>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21"/>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21"/>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21"/>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21"/>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21"/>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21"/>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21"/>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21"/>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21"/>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21"/>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21"/>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21"/>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21"/>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21"/>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21"/>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21"/>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21"/>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21"/>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21"/>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21"/>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21"/>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21"/>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21"/>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21"/>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21"/>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21"/>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21"/>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21"/>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21"/>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21"/>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21"/>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21"/>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21"/>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21"/>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21"/>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21"/>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21"/>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21"/>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21"/>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21"/>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21"/>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21"/>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21"/>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21"/>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21"/>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21"/>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21"/>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21"/>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21"/>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21"/>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21"/>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21"/>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21"/>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21"/>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21"/>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21"/>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21"/>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21"/>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21"/>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21"/>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21"/>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21"/>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21"/>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21"/>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21"/>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21"/>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21"/>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21"/>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21"/>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21"/>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21"/>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21"/>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21"/>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21"/>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21"/>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21"/>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21"/>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21"/>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21"/>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21"/>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21"/>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21"/>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21"/>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21"/>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21"/>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21"/>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21"/>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21"/>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21"/>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21"/>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21"/>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21"/>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21"/>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21"/>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21"/>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21"/>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21"/>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21"/>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21"/>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21"/>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21"/>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21"/>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21"/>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21"/>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21"/>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21"/>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21"/>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21"/>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21"/>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21"/>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21"/>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21"/>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21"/>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21"/>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21"/>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21"/>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21"/>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21"/>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21"/>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21"/>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21"/>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21"/>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21"/>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21"/>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21"/>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21"/>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21"/>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21"/>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21"/>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21"/>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21"/>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21"/>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21"/>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21"/>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21"/>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21"/>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21"/>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21"/>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21"/>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21"/>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21"/>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21"/>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21"/>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21"/>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21"/>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21"/>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21"/>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21"/>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21"/>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21"/>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21"/>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21"/>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21"/>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21"/>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21"/>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21"/>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21"/>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21"/>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21"/>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21"/>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21"/>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21"/>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21"/>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21"/>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21"/>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21"/>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21"/>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21"/>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21"/>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21"/>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21"/>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21"/>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21"/>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21"/>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21"/>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21"/>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21"/>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21"/>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21"/>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21"/>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21"/>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21"/>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21"/>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21"/>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21"/>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21"/>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21"/>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21"/>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21"/>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21"/>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21"/>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21"/>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21"/>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21"/>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21"/>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21"/>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21"/>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21"/>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21"/>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21"/>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21"/>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21"/>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21"/>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21"/>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21"/>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21"/>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21"/>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21"/>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21"/>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21"/>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21"/>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21"/>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21"/>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21"/>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21"/>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21"/>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21"/>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21"/>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21"/>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21"/>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21"/>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21"/>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21"/>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21"/>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21"/>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21"/>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21"/>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21"/>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21"/>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21"/>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21"/>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21"/>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21"/>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21"/>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21"/>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21"/>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21"/>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21"/>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21"/>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21"/>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21"/>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21"/>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21"/>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21"/>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21"/>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21"/>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21"/>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21"/>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21"/>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21"/>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21"/>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21"/>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21"/>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21"/>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21"/>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21"/>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21"/>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21"/>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21"/>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21"/>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21"/>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21"/>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21"/>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21"/>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21"/>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21"/>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21"/>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21"/>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21"/>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21"/>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21"/>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21"/>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21"/>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21"/>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21"/>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21"/>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21"/>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21"/>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21"/>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21"/>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21"/>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21"/>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21"/>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21"/>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21"/>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21"/>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21"/>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21"/>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21"/>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21"/>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21"/>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21"/>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21"/>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21"/>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21"/>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21"/>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21"/>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21"/>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21"/>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21"/>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21"/>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21"/>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21"/>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21"/>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21"/>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21"/>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21"/>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21"/>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21"/>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21"/>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21"/>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21"/>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21"/>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21"/>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21"/>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21"/>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21"/>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21"/>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21"/>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21"/>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21"/>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21"/>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21"/>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21"/>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21"/>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21"/>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21"/>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21"/>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21"/>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21"/>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21"/>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21"/>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21"/>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21"/>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21"/>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21"/>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21"/>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21"/>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21"/>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21"/>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21"/>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21"/>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21"/>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21"/>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21"/>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21"/>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21"/>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21"/>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21"/>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21"/>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21"/>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21"/>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21"/>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21"/>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21"/>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21"/>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21"/>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21"/>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21"/>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21"/>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21"/>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21"/>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21"/>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21"/>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21"/>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21"/>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21"/>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21"/>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21"/>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21"/>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21"/>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21"/>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21"/>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21"/>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21"/>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21"/>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21"/>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21"/>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21"/>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21"/>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21"/>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21"/>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21"/>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21"/>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21"/>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21"/>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21"/>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21"/>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21"/>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21"/>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21"/>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21"/>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21"/>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21"/>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21"/>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21"/>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21"/>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21"/>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21"/>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21"/>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21"/>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21"/>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21"/>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21"/>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21"/>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21"/>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21"/>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21"/>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21"/>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21"/>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21"/>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21"/>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21"/>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21"/>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21"/>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21"/>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21"/>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21"/>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21"/>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21"/>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21"/>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21"/>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21"/>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21"/>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21"/>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21"/>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21"/>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21"/>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21"/>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21"/>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21"/>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21"/>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21"/>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21"/>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21"/>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932" name="Google Shape;4932;p21"/>
          <p:cNvSpPr/>
          <p:nvPr/>
        </p:nvSpPr>
        <p:spPr>
          <a:xfrm>
            <a:off x="-13350" y="1275750"/>
            <a:ext cx="9170700" cy="2592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21"/>
          <p:cNvSpPr txBox="1"/>
          <p:nvPr>
            <p:ph type="title"/>
          </p:nvPr>
        </p:nvSpPr>
        <p:spPr>
          <a:xfrm>
            <a:off x="1700775" y="1876642"/>
            <a:ext cx="5742600" cy="980700"/>
          </a:xfrm>
          <a:prstGeom prst="rect">
            <a:avLst/>
          </a:prstGeom>
        </p:spPr>
        <p:txBody>
          <a:bodyPr anchorCtr="0" anchor="t" bIns="91425" lIns="91425" spcFirstLastPara="1" rIns="91425" wrap="square" tIns="91425">
            <a:noAutofit/>
          </a:bodyPr>
          <a:lstStyle>
            <a:lvl1pPr lvl="0">
              <a:spcBef>
                <a:spcPts val="0"/>
              </a:spcBef>
              <a:spcAft>
                <a:spcPts val="0"/>
              </a:spcAft>
              <a:buClr>
                <a:schemeClr val="accent3"/>
              </a:buClr>
              <a:buSzPts val="1800"/>
              <a:buNone/>
              <a:defRPr b="0">
                <a:solidFill>
                  <a:schemeClr val="lt1"/>
                </a:solidFill>
                <a:latin typeface="Poppins ExtraBold"/>
                <a:ea typeface="Poppins ExtraBold"/>
                <a:cs typeface="Poppins ExtraBold"/>
                <a:sym typeface="Poppins ExtraBold"/>
              </a:defRPr>
            </a:lvl1pPr>
            <a:lvl2pPr lvl="1">
              <a:spcBef>
                <a:spcPts val="0"/>
              </a:spcBef>
              <a:spcAft>
                <a:spcPts val="0"/>
              </a:spcAft>
              <a:buSzPts val="1800"/>
              <a:buNone/>
              <a:defRPr>
                <a:latin typeface="Poppins Light"/>
                <a:ea typeface="Poppins Light"/>
                <a:cs typeface="Poppins Light"/>
                <a:sym typeface="Poppins Light"/>
              </a:defRPr>
            </a:lvl2pPr>
            <a:lvl3pPr lvl="2">
              <a:spcBef>
                <a:spcPts val="0"/>
              </a:spcBef>
              <a:spcAft>
                <a:spcPts val="0"/>
              </a:spcAft>
              <a:buSzPts val="1800"/>
              <a:buNone/>
              <a:defRPr>
                <a:latin typeface="Poppins Light"/>
                <a:ea typeface="Poppins Light"/>
                <a:cs typeface="Poppins Light"/>
                <a:sym typeface="Poppins Light"/>
              </a:defRPr>
            </a:lvl3pPr>
            <a:lvl4pPr lvl="3">
              <a:spcBef>
                <a:spcPts val="0"/>
              </a:spcBef>
              <a:spcAft>
                <a:spcPts val="0"/>
              </a:spcAft>
              <a:buSzPts val="1800"/>
              <a:buNone/>
              <a:defRPr>
                <a:latin typeface="Poppins Light"/>
                <a:ea typeface="Poppins Light"/>
                <a:cs typeface="Poppins Light"/>
                <a:sym typeface="Poppins Light"/>
              </a:defRPr>
            </a:lvl4pPr>
            <a:lvl5pPr lvl="4">
              <a:spcBef>
                <a:spcPts val="0"/>
              </a:spcBef>
              <a:spcAft>
                <a:spcPts val="0"/>
              </a:spcAft>
              <a:buSzPts val="1800"/>
              <a:buNone/>
              <a:defRPr>
                <a:latin typeface="Poppins Light"/>
                <a:ea typeface="Poppins Light"/>
                <a:cs typeface="Poppins Light"/>
                <a:sym typeface="Poppins Light"/>
              </a:defRPr>
            </a:lvl5pPr>
            <a:lvl6pPr lvl="5">
              <a:spcBef>
                <a:spcPts val="0"/>
              </a:spcBef>
              <a:spcAft>
                <a:spcPts val="0"/>
              </a:spcAft>
              <a:buSzPts val="1800"/>
              <a:buNone/>
              <a:defRPr>
                <a:latin typeface="Poppins Light"/>
                <a:ea typeface="Poppins Light"/>
                <a:cs typeface="Poppins Light"/>
                <a:sym typeface="Poppins Light"/>
              </a:defRPr>
            </a:lvl6pPr>
            <a:lvl7pPr lvl="6">
              <a:spcBef>
                <a:spcPts val="0"/>
              </a:spcBef>
              <a:spcAft>
                <a:spcPts val="0"/>
              </a:spcAft>
              <a:buSzPts val="1800"/>
              <a:buNone/>
              <a:defRPr>
                <a:latin typeface="Poppins Light"/>
                <a:ea typeface="Poppins Light"/>
                <a:cs typeface="Poppins Light"/>
                <a:sym typeface="Poppins Light"/>
              </a:defRPr>
            </a:lvl7pPr>
            <a:lvl8pPr lvl="7">
              <a:spcBef>
                <a:spcPts val="0"/>
              </a:spcBef>
              <a:spcAft>
                <a:spcPts val="0"/>
              </a:spcAft>
              <a:buSzPts val="1800"/>
              <a:buNone/>
              <a:defRPr>
                <a:latin typeface="Poppins Light"/>
                <a:ea typeface="Poppins Light"/>
                <a:cs typeface="Poppins Light"/>
                <a:sym typeface="Poppins Light"/>
              </a:defRPr>
            </a:lvl8pPr>
            <a:lvl9pPr lvl="8">
              <a:spcBef>
                <a:spcPts val="0"/>
              </a:spcBef>
              <a:spcAft>
                <a:spcPts val="0"/>
              </a:spcAft>
              <a:buSzPts val="1800"/>
              <a:buNone/>
              <a:defRPr>
                <a:latin typeface="Poppins Light"/>
                <a:ea typeface="Poppins Light"/>
                <a:cs typeface="Poppins Light"/>
                <a:sym typeface="Poppins Light"/>
              </a:defRPr>
            </a:lvl9pPr>
          </a:lstStyle>
          <a:p/>
        </p:txBody>
      </p:sp>
      <p:sp>
        <p:nvSpPr>
          <p:cNvPr id="4934" name="Google Shape;4934;p21"/>
          <p:cNvSpPr txBox="1"/>
          <p:nvPr>
            <p:ph idx="1" type="subTitle"/>
          </p:nvPr>
        </p:nvSpPr>
        <p:spPr>
          <a:xfrm>
            <a:off x="1711850" y="2899103"/>
            <a:ext cx="5742600" cy="423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Poppins"/>
              <a:buNone/>
              <a:defRPr>
                <a:solidFill>
                  <a:schemeClr val="lt1"/>
                </a:solidFill>
                <a:latin typeface="Poppins"/>
                <a:ea typeface="Poppins"/>
                <a:cs typeface="Poppins"/>
                <a:sym typeface="Poppins"/>
              </a:defRPr>
            </a:lvl1pPr>
            <a:lvl2pPr lvl="1" algn="ctr">
              <a:spcBef>
                <a:spcPts val="0"/>
              </a:spcBef>
              <a:spcAft>
                <a:spcPts val="0"/>
              </a:spcAft>
              <a:buClr>
                <a:schemeClr val="lt1"/>
              </a:buClr>
              <a:buSzPts val="1400"/>
              <a:buNone/>
              <a:defRPr>
                <a:solidFill>
                  <a:schemeClr val="lt1"/>
                </a:solidFill>
              </a:defRPr>
            </a:lvl2pPr>
            <a:lvl3pPr lvl="2" algn="ctr">
              <a:spcBef>
                <a:spcPts val="1600"/>
              </a:spcBef>
              <a:spcAft>
                <a:spcPts val="0"/>
              </a:spcAft>
              <a:buClr>
                <a:schemeClr val="lt1"/>
              </a:buClr>
              <a:buSzPts val="1400"/>
              <a:buNone/>
              <a:defRPr>
                <a:solidFill>
                  <a:schemeClr val="lt1"/>
                </a:solidFill>
              </a:defRPr>
            </a:lvl3pPr>
            <a:lvl4pPr lvl="3" algn="ctr">
              <a:spcBef>
                <a:spcPts val="1600"/>
              </a:spcBef>
              <a:spcAft>
                <a:spcPts val="0"/>
              </a:spcAft>
              <a:buClr>
                <a:schemeClr val="lt1"/>
              </a:buClr>
              <a:buSzPts val="1400"/>
              <a:buNone/>
              <a:defRPr>
                <a:solidFill>
                  <a:schemeClr val="lt1"/>
                </a:solidFill>
              </a:defRPr>
            </a:lvl4pPr>
            <a:lvl5pPr lvl="4" algn="ctr">
              <a:spcBef>
                <a:spcPts val="1600"/>
              </a:spcBef>
              <a:spcAft>
                <a:spcPts val="0"/>
              </a:spcAft>
              <a:buClr>
                <a:schemeClr val="lt1"/>
              </a:buClr>
              <a:buSzPts val="1400"/>
              <a:buNone/>
              <a:defRPr>
                <a:solidFill>
                  <a:schemeClr val="lt1"/>
                </a:solidFill>
              </a:defRPr>
            </a:lvl5pPr>
            <a:lvl6pPr lvl="5" algn="ctr">
              <a:spcBef>
                <a:spcPts val="1600"/>
              </a:spcBef>
              <a:spcAft>
                <a:spcPts val="0"/>
              </a:spcAft>
              <a:buClr>
                <a:schemeClr val="lt1"/>
              </a:buClr>
              <a:buSzPts val="1400"/>
              <a:buNone/>
              <a:defRPr>
                <a:solidFill>
                  <a:schemeClr val="lt1"/>
                </a:solidFill>
              </a:defRPr>
            </a:lvl6pPr>
            <a:lvl7pPr lvl="6" algn="ctr">
              <a:spcBef>
                <a:spcPts val="1600"/>
              </a:spcBef>
              <a:spcAft>
                <a:spcPts val="0"/>
              </a:spcAft>
              <a:buClr>
                <a:schemeClr val="lt1"/>
              </a:buClr>
              <a:buSzPts val="1400"/>
              <a:buNone/>
              <a:defRPr>
                <a:solidFill>
                  <a:schemeClr val="lt1"/>
                </a:solidFill>
              </a:defRPr>
            </a:lvl7pPr>
            <a:lvl8pPr lvl="7" algn="ctr">
              <a:spcBef>
                <a:spcPts val="1600"/>
              </a:spcBef>
              <a:spcAft>
                <a:spcPts val="0"/>
              </a:spcAft>
              <a:buClr>
                <a:schemeClr val="lt1"/>
              </a:buClr>
              <a:buSzPts val="1400"/>
              <a:buNone/>
              <a:defRPr>
                <a:solidFill>
                  <a:schemeClr val="lt1"/>
                </a:solidFill>
              </a:defRPr>
            </a:lvl8pPr>
            <a:lvl9pPr lvl="8" algn="ctr">
              <a:spcBef>
                <a:spcPts val="1600"/>
              </a:spcBef>
              <a:spcAft>
                <a:spcPts val="1600"/>
              </a:spcAft>
              <a:buClr>
                <a:schemeClr val="lt1"/>
              </a:buClr>
              <a:buSzPts val="1400"/>
              <a:buNone/>
              <a:defRPr>
                <a:solidFill>
                  <a:schemeClr val="lt1"/>
                </a:solidFill>
              </a:defRPr>
            </a:lvl9pPr>
          </a:lstStyle>
          <a:p/>
        </p:txBody>
      </p:sp>
      <p:sp>
        <p:nvSpPr>
          <p:cNvPr id="4935" name="Google Shape;4935;p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2_1">
    <p:bg>
      <p:bgPr>
        <a:solidFill>
          <a:schemeClr val="accent1"/>
        </a:solidFill>
      </p:bgPr>
    </p:bg>
    <p:spTree>
      <p:nvGrpSpPr>
        <p:cNvPr id="4936" name="Shape 4936"/>
        <p:cNvGrpSpPr/>
        <p:nvPr/>
      </p:nvGrpSpPr>
      <p:grpSpPr>
        <a:xfrm>
          <a:off x="0" y="0"/>
          <a:ext cx="0" cy="0"/>
          <a:chOff x="0" y="0"/>
          <a:chExt cx="0" cy="0"/>
        </a:xfrm>
      </p:grpSpPr>
      <p:sp>
        <p:nvSpPr>
          <p:cNvPr id="4937" name="Google Shape;4937;p22"/>
          <p:cNvSpPr/>
          <p:nvPr/>
        </p:nvSpPr>
        <p:spPr>
          <a:xfrm>
            <a:off x="0" y="1806925"/>
            <a:ext cx="6929400" cy="2658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22"/>
          <p:cNvSpPr txBox="1"/>
          <p:nvPr>
            <p:ph type="title"/>
          </p:nvPr>
        </p:nvSpPr>
        <p:spPr>
          <a:xfrm>
            <a:off x="710100" y="1910100"/>
            <a:ext cx="6022200" cy="1789800"/>
          </a:xfrm>
          <a:prstGeom prst="rect">
            <a:avLst/>
          </a:prstGeom>
        </p:spPr>
        <p:txBody>
          <a:bodyPr anchorCtr="0" anchor="t" bIns="91425" lIns="91425" spcFirstLastPara="1" rIns="91425" wrap="square" tIns="91425">
            <a:noAutofit/>
          </a:bodyPr>
          <a:lstStyle>
            <a:lvl1pPr lvl="0" rtl="0" algn="l">
              <a:spcBef>
                <a:spcPts val="0"/>
              </a:spcBef>
              <a:spcAft>
                <a:spcPts val="0"/>
              </a:spcAft>
              <a:buClr>
                <a:schemeClr val="accent3"/>
              </a:buClr>
              <a:buSzPts val="1800"/>
              <a:buNone/>
              <a:defRPr b="0" sz="3000">
                <a:solidFill>
                  <a:schemeClr val="accent1"/>
                </a:solidFill>
              </a:defRPr>
            </a:lvl1pPr>
            <a:lvl2pPr lvl="1" rtl="0">
              <a:spcBef>
                <a:spcPts val="0"/>
              </a:spcBef>
              <a:spcAft>
                <a:spcPts val="0"/>
              </a:spcAft>
              <a:buSzPts val="1800"/>
              <a:buNone/>
              <a:defRPr>
                <a:latin typeface="Poppins Light"/>
                <a:ea typeface="Poppins Light"/>
                <a:cs typeface="Poppins Light"/>
                <a:sym typeface="Poppins Light"/>
              </a:defRPr>
            </a:lvl2pPr>
            <a:lvl3pPr lvl="2" rtl="0">
              <a:spcBef>
                <a:spcPts val="0"/>
              </a:spcBef>
              <a:spcAft>
                <a:spcPts val="0"/>
              </a:spcAft>
              <a:buSzPts val="1800"/>
              <a:buNone/>
              <a:defRPr>
                <a:latin typeface="Poppins Light"/>
                <a:ea typeface="Poppins Light"/>
                <a:cs typeface="Poppins Light"/>
                <a:sym typeface="Poppins Light"/>
              </a:defRPr>
            </a:lvl3pPr>
            <a:lvl4pPr lvl="3" rtl="0">
              <a:spcBef>
                <a:spcPts val="0"/>
              </a:spcBef>
              <a:spcAft>
                <a:spcPts val="0"/>
              </a:spcAft>
              <a:buSzPts val="1800"/>
              <a:buNone/>
              <a:defRPr>
                <a:latin typeface="Poppins Light"/>
                <a:ea typeface="Poppins Light"/>
                <a:cs typeface="Poppins Light"/>
                <a:sym typeface="Poppins Light"/>
              </a:defRPr>
            </a:lvl4pPr>
            <a:lvl5pPr lvl="4" rtl="0">
              <a:spcBef>
                <a:spcPts val="0"/>
              </a:spcBef>
              <a:spcAft>
                <a:spcPts val="0"/>
              </a:spcAft>
              <a:buSzPts val="1800"/>
              <a:buNone/>
              <a:defRPr>
                <a:latin typeface="Poppins Light"/>
                <a:ea typeface="Poppins Light"/>
                <a:cs typeface="Poppins Light"/>
                <a:sym typeface="Poppins Light"/>
              </a:defRPr>
            </a:lvl5pPr>
            <a:lvl6pPr lvl="5" rtl="0">
              <a:spcBef>
                <a:spcPts val="0"/>
              </a:spcBef>
              <a:spcAft>
                <a:spcPts val="0"/>
              </a:spcAft>
              <a:buSzPts val="1800"/>
              <a:buNone/>
              <a:defRPr>
                <a:latin typeface="Poppins Light"/>
                <a:ea typeface="Poppins Light"/>
                <a:cs typeface="Poppins Light"/>
                <a:sym typeface="Poppins Light"/>
              </a:defRPr>
            </a:lvl6pPr>
            <a:lvl7pPr lvl="6" rtl="0">
              <a:spcBef>
                <a:spcPts val="0"/>
              </a:spcBef>
              <a:spcAft>
                <a:spcPts val="0"/>
              </a:spcAft>
              <a:buSzPts val="1800"/>
              <a:buNone/>
              <a:defRPr>
                <a:latin typeface="Poppins Light"/>
                <a:ea typeface="Poppins Light"/>
                <a:cs typeface="Poppins Light"/>
                <a:sym typeface="Poppins Light"/>
              </a:defRPr>
            </a:lvl7pPr>
            <a:lvl8pPr lvl="7" rtl="0">
              <a:spcBef>
                <a:spcPts val="0"/>
              </a:spcBef>
              <a:spcAft>
                <a:spcPts val="0"/>
              </a:spcAft>
              <a:buSzPts val="1800"/>
              <a:buNone/>
              <a:defRPr>
                <a:latin typeface="Poppins Light"/>
                <a:ea typeface="Poppins Light"/>
                <a:cs typeface="Poppins Light"/>
                <a:sym typeface="Poppins Light"/>
              </a:defRPr>
            </a:lvl8pPr>
            <a:lvl9pPr lvl="8" rtl="0">
              <a:spcBef>
                <a:spcPts val="0"/>
              </a:spcBef>
              <a:spcAft>
                <a:spcPts val="0"/>
              </a:spcAft>
              <a:buSzPts val="1800"/>
              <a:buNone/>
              <a:defRPr>
                <a:latin typeface="Poppins Light"/>
                <a:ea typeface="Poppins Light"/>
                <a:cs typeface="Poppins Light"/>
                <a:sym typeface="Poppins Light"/>
              </a:defRPr>
            </a:lvl9pPr>
          </a:lstStyle>
          <a:p/>
        </p:txBody>
      </p:sp>
      <p:sp>
        <p:nvSpPr>
          <p:cNvPr id="4939" name="Google Shape;4939;p22"/>
          <p:cNvSpPr txBox="1"/>
          <p:nvPr>
            <p:ph idx="1" type="subTitle"/>
          </p:nvPr>
        </p:nvSpPr>
        <p:spPr>
          <a:xfrm>
            <a:off x="721250" y="3965903"/>
            <a:ext cx="5742600" cy="42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400"/>
              <a:buFont typeface="Poppins"/>
              <a:buNone/>
              <a:defRPr>
                <a:solidFill>
                  <a:schemeClr val="accent1"/>
                </a:solidFill>
                <a:latin typeface="Poppins"/>
                <a:ea typeface="Poppins"/>
                <a:cs typeface="Poppins"/>
                <a:sym typeface="Poppins"/>
              </a:defRPr>
            </a:lvl1pPr>
            <a:lvl2pPr lvl="1" rtl="0" algn="ctr">
              <a:spcBef>
                <a:spcPts val="0"/>
              </a:spcBef>
              <a:spcAft>
                <a:spcPts val="0"/>
              </a:spcAft>
              <a:buClr>
                <a:schemeClr val="lt1"/>
              </a:buClr>
              <a:buSzPts val="1400"/>
              <a:buNone/>
              <a:defRPr>
                <a:solidFill>
                  <a:schemeClr val="lt1"/>
                </a:solidFill>
              </a:defRPr>
            </a:lvl2pPr>
            <a:lvl3pPr lvl="2" rtl="0" algn="ctr">
              <a:spcBef>
                <a:spcPts val="1600"/>
              </a:spcBef>
              <a:spcAft>
                <a:spcPts val="0"/>
              </a:spcAft>
              <a:buClr>
                <a:schemeClr val="lt1"/>
              </a:buClr>
              <a:buSzPts val="1400"/>
              <a:buNone/>
              <a:defRPr>
                <a:solidFill>
                  <a:schemeClr val="lt1"/>
                </a:solidFill>
              </a:defRPr>
            </a:lvl3pPr>
            <a:lvl4pPr lvl="3" rtl="0" algn="ctr">
              <a:spcBef>
                <a:spcPts val="1600"/>
              </a:spcBef>
              <a:spcAft>
                <a:spcPts val="0"/>
              </a:spcAft>
              <a:buClr>
                <a:schemeClr val="lt1"/>
              </a:buClr>
              <a:buSzPts val="1400"/>
              <a:buNone/>
              <a:defRPr>
                <a:solidFill>
                  <a:schemeClr val="lt1"/>
                </a:solidFill>
              </a:defRPr>
            </a:lvl4pPr>
            <a:lvl5pPr lvl="4" rtl="0" algn="ctr">
              <a:spcBef>
                <a:spcPts val="1600"/>
              </a:spcBef>
              <a:spcAft>
                <a:spcPts val="0"/>
              </a:spcAft>
              <a:buClr>
                <a:schemeClr val="lt1"/>
              </a:buClr>
              <a:buSzPts val="1400"/>
              <a:buNone/>
              <a:defRPr>
                <a:solidFill>
                  <a:schemeClr val="lt1"/>
                </a:solidFill>
              </a:defRPr>
            </a:lvl5pPr>
            <a:lvl6pPr lvl="5" rtl="0" algn="ctr">
              <a:spcBef>
                <a:spcPts val="1600"/>
              </a:spcBef>
              <a:spcAft>
                <a:spcPts val="0"/>
              </a:spcAft>
              <a:buClr>
                <a:schemeClr val="lt1"/>
              </a:buClr>
              <a:buSzPts val="1400"/>
              <a:buNone/>
              <a:defRPr>
                <a:solidFill>
                  <a:schemeClr val="lt1"/>
                </a:solidFill>
              </a:defRPr>
            </a:lvl6pPr>
            <a:lvl7pPr lvl="6" rtl="0" algn="ctr">
              <a:spcBef>
                <a:spcPts val="1600"/>
              </a:spcBef>
              <a:spcAft>
                <a:spcPts val="0"/>
              </a:spcAft>
              <a:buClr>
                <a:schemeClr val="lt1"/>
              </a:buClr>
              <a:buSzPts val="1400"/>
              <a:buNone/>
              <a:defRPr>
                <a:solidFill>
                  <a:schemeClr val="lt1"/>
                </a:solidFill>
              </a:defRPr>
            </a:lvl7pPr>
            <a:lvl8pPr lvl="7" rtl="0" algn="ctr">
              <a:spcBef>
                <a:spcPts val="1600"/>
              </a:spcBef>
              <a:spcAft>
                <a:spcPts val="0"/>
              </a:spcAft>
              <a:buClr>
                <a:schemeClr val="lt1"/>
              </a:buClr>
              <a:buSzPts val="1400"/>
              <a:buNone/>
              <a:defRPr>
                <a:solidFill>
                  <a:schemeClr val="lt1"/>
                </a:solidFill>
              </a:defRPr>
            </a:lvl8pPr>
            <a:lvl9pPr lvl="8" rtl="0" algn="ctr">
              <a:spcBef>
                <a:spcPts val="1600"/>
              </a:spcBef>
              <a:spcAft>
                <a:spcPts val="1600"/>
              </a:spcAft>
              <a:buClr>
                <a:schemeClr val="lt1"/>
              </a:buClr>
              <a:buSzPts val="1400"/>
              <a:buNone/>
              <a:defRPr>
                <a:solidFill>
                  <a:schemeClr val="lt1"/>
                </a:solidFill>
              </a:defRPr>
            </a:lvl9pPr>
          </a:lstStyle>
          <a:p/>
        </p:txBody>
      </p:sp>
      <p:sp>
        <p:nvSpPr>
          <p:cNvPr id="4940" name="Google Shape;4940;p22"/>
          <p:cNvSpPr/>
          <p:nvPr/>
        </p:nvSpPr>
        <p:spPr>
          <a:xfrm>
            <a:off x="8051123" y="4308011"/>
            <a:ext cx="445241" cy="385621"/>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22"/>
          <p:cNvSpPr/>
          <p:nvPr/>
        </p:nvSpPr>
        <p:spPr>
          <a:xfrm>
            <a:off x="7461175" y="3719350"/>
            <a:ext cx="1247936" cy="1094228"/>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22"/>
          <p:cNvSpPr/>
          <p:nvPr/>
        </p:nvSpPr>
        <p:spPr>
          <a:xfrm>
            <a:off x="8134137" y="4117800"/>
            <a:ext cx="1247936" cy="1094228"/>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22"/>
          <p:cNvSpPr/>
          <p:nvPr/>
        </p:nvSpPr>
        <p:spPr>
          <a:xfrm>
            <a:off x="6834100" y="336464"/>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22"/>
          <p:cNvSpPr/>
          <p:nvPr/>
        </p:nvSpPr>
        <p:spPr>
          <a:xfrm>
            <a:off x="8594997" y="2213741"/>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5" name="Google Shape;4945;p22"/>
          <p:cNvGrpSpPr/>
          <p:nvPr/>
        </p:nvGrpSpPr>
        <p:grpSpPr>
          <a:xfrm>
            <a:off x="8309355" y="1921156"/>
            <a:ext cx="1019815" cy="944312"/>
            <a:chOff x="2113525" y="2880575"/>
            <a:chExt cx="609500" cy="564375"/>
          </a:xfrm>
        </p:grpSpPr>
        <p:sp>
          <p:nvSpPr>
            <p:cNvPr id="4946" name="Google Shape;4946;p22"/>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22"/>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22"/>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22"/>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22"/>
          <p:cNvGrpSpPr/>
          <p:nvPr/>
        </p:nvGrpSpPr>
        <p:grpSpPr>
          <a:xfrm>
            <a:off x="7260574" y="905792"/>
            <a:ext cx="349968" cy="2052568"/>
            <a:chOff x="1037125" y="2236325"/>
            <a:chExt cx="149100" cy="874475"/>
          </a:xfrm>
        </p:grpSpPr>
        <p:sp>
          <p:nvSpPr>
            <p:cNvPr id="4951" name="Google Shape;4951;p22"/>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22"/>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22"/>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22"/>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22"/>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22"/>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22"/>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22"/>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22"/>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22"/>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22"/>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22"/>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22"/>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22"/>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22"/>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22"/>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22"/>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22"/>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22"/>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22"/>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22"/>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22"/>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22"/>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22"/>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22"/>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22"/>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22"/>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22"/>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22"/>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22"/>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22"/>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22"/>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22"/>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22"/>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22"/>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22"/>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7" name="Google Shape;4987;p22"/>
          <p:cNvSpPr/>
          <p:nvPr/>
        </p:nvSpPr>
        <p:spPr>
          <a:xfrm>
            <a:off x="-392825" y="-622827"/>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22"/>
          <p:cNvSpPr/>
          <p:nvPr/>
        </p:nvSpPr>
        <p:spPr>
          <a:xfrm>
            <a:off x="-128450" y="-640142"/>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9" name="Google Shape;4989;p22"/>
          <p:cNvGrpSpPr/>
          <p:nvPr/>
        </p:nvGrpSpPr>
        <p:grpSpPr>
          <a:xfrm>
            <a:off x="-65611" y="-282712"/>
            <a:ext cx="1236640" cy="1210852"/>
            <a:chOff x="236475" y="527300"/>
            <a:chExt cx="1124525" cy="1101075"/>
          </a:xfrm>
        </p:grpSpPr>
        <p:sp>
          <p:nvSpPr>
            <p:cNvPr id="4990" name="Google Shape;4990;p22"/>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22"/>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22"/>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22"/>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22"/>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22"/>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22"/>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22"/>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22"/>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22"/>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22"/>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22"/>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22"/>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22"/>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22"/>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22"/>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22"/>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22"/>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22"/>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22"/>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22"/>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22"/>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22"/>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22"/>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22"/>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22"/>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22"/>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22"/>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22"/>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22"/>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22"/>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22"/>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22"/>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22"/>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22"/>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22"/>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22"/>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22"/>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22"/>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22"/>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22"/>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22"/>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22"/>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22"/>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22"/>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22"/>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22"/>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22"/>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22"/>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22"/>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22"/>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22"/>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22"/>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22"/>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22"/>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22"/>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22"/>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22"/>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22"/>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22"/>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22"/>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22"/>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22"/>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22"/>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22"/>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22"/>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22"/>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22"/>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22"/>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22"/>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22"/>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22"/>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22"/>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22"/>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22"/>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22"/>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22"/>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22"/>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22"/>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22"/>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22"/>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22"/>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22"/>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22"/>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22"/>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22"/>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22"/>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22"/>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22"/>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22"/>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22"/>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22"/>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22"/>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22"/>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22"/>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22"/>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22"/>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22"/>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22"/>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22"/>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22"/>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22"/>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22"/>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22"/>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22"/>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22"/>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22"/>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22"/>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22"/>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22"/>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22"/>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22"/>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22"/>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22"/>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22"/>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22"/>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22"/>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22"/>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22"/>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22"/>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22"/>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22"/>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22"/>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22"/>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22"/>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22"/>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22"/>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22"/>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22"/>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22"/>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22"/>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22"/>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22"/>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22"/>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22"/>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22"/>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22"/>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22"/>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22"/>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22"/>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22"/>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22"/>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22"/>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22"/>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22"/>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22"/>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22"/>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22"/>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22"/>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22"/>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22"/>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22"/>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22"/>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22"/>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22"/>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22"/>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22"/>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2"/>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2"/>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22"/>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22"/>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22"/>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2"/>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22"/>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22"/>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22"/>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2"/>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22"/>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22"/>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2"/>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22"/>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22"/>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22"/>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22"/>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2"/>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2"/>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2"/>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2"/>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2"/>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2"/>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22"/>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22"/>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22"/>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22"/>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2"/>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2"/>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2"/>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2"/>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2"/>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2"/>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2"/>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22"/>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22"/>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22"/>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22"/>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2"/>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2"/>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22"/>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22"/>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22"/>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22"/>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22"/>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22"/>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22"/>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22"/>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22"/>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22"/>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2"/>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2"/>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2"/>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2"/>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2"/>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2"/>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2"/>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2"/>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22"/>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22"/>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2"/>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2"/>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2"/>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2"/>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2"/>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2"/>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2"/>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22"/>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22"/>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22"/>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22"/>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2"/>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2"/>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2"/>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2"/>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2"/>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2"/>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2"/>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2"/>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2"/>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22"/>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22"/>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2"/>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2"/>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2"/>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2"/>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2"/>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2"/>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2"/>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2"/>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2"/>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22"/>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22"/>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22"/>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22"/>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22"/>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22"/>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2"/>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2"/>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2"/>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2"/>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2"/>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2"/>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2"/>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2"/>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22"/>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22"/>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2"/>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2"/>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2"/>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2"/>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2"/>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2"/>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2"/>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22"/>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22"/>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22"/>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2"/>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2"/>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2"/>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22"/>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22"/>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2"/>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22"/>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22"/>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22"/>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2"/>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2"/>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22"/>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22"/>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2"/>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2"/>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2"/>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2"/>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22"/>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22"/>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22"/>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22"/>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22"/>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22"/>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2"/>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2"/>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2"/>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2"/>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22"/>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22"/>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2"/>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2"/>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2"/>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2"/>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22"/>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22"/>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22"/>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2"/>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2"/>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2"/>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2"/>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2"/>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2"/>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2"/>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22"/>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22"/>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22"/>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2"/>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2"/>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2"/>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2"/>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2"/>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2"/>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2"/>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2"/>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2"/>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2"/>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2"/>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22"/>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22"/>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2"/>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2"/>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2"/>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2"/>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2"/>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2"/>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2"/>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22"/>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22"/>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22"/>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2"/>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2"/>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2"/>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2"/>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22"/>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22"/>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2"/>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2"/>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2"/>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2"/>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2"/>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2"/>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2"/>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2"/>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2"/>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22"/>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2"/>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2"/>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22"/>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22"/>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2"/>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2"/>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2"/>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2"/>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2"/>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2"/>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2"/>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2"/>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2"/>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2"/>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2"/>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2"/>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2"/>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2"/>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2"/>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2"/>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2"/>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2"/>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2"/>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2"/>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2"/>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2"/>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2"/>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2"/>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2"/>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2"/>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2"/>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2"/>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22"/>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22"/>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22"/>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22"/>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22"/>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2"/>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2"/>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22"/>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22"/>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22"/>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2"/>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2"/>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2"/>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2"/>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2"/>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2"/>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2"/>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2"/>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2"/>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22"/>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22"/>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2"/>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2"/>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2"/>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2"/>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2"/>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22"/>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22"/>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2"/>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2"/>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22"/>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22"/>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2"/>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2"/>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22"/>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2"/>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2"/>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2"/>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2"/>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2"/>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2"/>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22"/>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22"/>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2"/>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2"/>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2"/>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2"/>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2"/>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2"/>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2"/>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2"/>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2"/>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22"/>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22"/>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2"/>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2"/>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2"/>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2"/>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2"/>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2"/>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2"/>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2"/>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2"/>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22"/>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22"/>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22"/>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2"/>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2"/>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2"/>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2"/>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2"/>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2"/>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2"/>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2"/>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2"/>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2"/>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2"/>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2"/>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2"/>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2"/>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2"/>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22"/>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2"/>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2"/>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22"/>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22"/>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2"/>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2"/>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2"/>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2"/>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2"/>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2"/>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2"/>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2"/>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2"/>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2"/>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2"/>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2"/>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2"/>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2"/>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2"/>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2"/>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2"/>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2"/>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2"/>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2"/>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2"/>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2"/>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2"/>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2"/>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2"/>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2"/>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2"/>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2"/>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22"/>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2"/>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2"/>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2"/>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2"/>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2"/>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22"/>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22"/>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22"/>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22"/>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22"/>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22"/>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2"/>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2"/>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2"/>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2"/>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2"/>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2"/>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2"/>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2"/>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2"/>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2"/>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2"/>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2"/>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2"/>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22"/>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2"/>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2"/>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22"/>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22"/>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22"/>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22"/>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22"/>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2"/>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2"/>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2"/>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2"/>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2"/>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2"/>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2"/>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2"/>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22"/>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2"/>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2"/>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2"/>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2"/>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2"/>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2"/>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2"/>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22"/>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22"/>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22"/>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22"/>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22"/>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22"/>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22"/>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22"/>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2"/>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22"/>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22"/>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22"/>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22"/>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2"/>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2"/>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2"/>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22"/>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22"/>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22"/>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2"/>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2"/>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2"/>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2"/>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2"/>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2"/>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2"/>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2"/>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22"/>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22"/>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22"/>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22"/>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22"/>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2"/>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2"/>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2"/>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22"/>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22"/>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22"/>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22"/>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22"/>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2"/>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2"/>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2"/>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22"/>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22"/>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2"/>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22"/>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22"/>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2"/>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22"/>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22"/>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22"/>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2"/>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22"/>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22"/>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2"/>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2"/>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2"/>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2"/>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2"/>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2"/>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2"/>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22"/>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22"/>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22"/>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2"/>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2"/>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2"/>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2"/>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2"/>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2"/>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2"/>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2"/>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2"/>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22"/>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22"/>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22"/>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22"/>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2"/>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2"/>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2"/>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2"/>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2"/>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2"/>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2"/>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2"/>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2"/>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22"/>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22"/>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22"/>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22"/>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22"/>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22"/>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2"/>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2"/>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2"/>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22"/>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2"/>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22"/>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22"/>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2"/>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2"/>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2"/>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2"/>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2"/>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2"/>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2"/>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2"/>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2"/>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22"/>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22"/>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2"/>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2"/>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2"/>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2"/>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2"/>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2"/>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2"/>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2"/>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2"/>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22"/>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22"/>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2"/>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2"/>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2"/>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2"/>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2"/>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2"/>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2"/>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2"/>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2"/>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22"/>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22"/>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22"/>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2"/>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2"/>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2"/>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2"/>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2"/>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2"/>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2"/>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2"/>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2"/>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2"/>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2"/>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22"/>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22"/>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2"/>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2"/>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22"/>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2"/>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2"/>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2"/>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2"/>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22"/>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22"/>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22"/>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2"/>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2"/>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2"/>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2"/>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2"/>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2"/>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2"/>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2"/>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2"/>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2"/>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2"/>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22"/>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22"/>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2"/>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2"/>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2"/>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2"/>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2"/>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2"/>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2"/>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22"/>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22"/>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22"/>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4" name="Google Shape;5724;p2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3">
    <p:spTree>
      <p:nvGrpSpPr>
        <p:cNvPr id="5725" name="Shape 5725"/>
        <p:cNvGrpSpPr/>
        <p:nvPr/>
      </p:nvGrpSpPr>
      <p:grpSpPr>
        <a:xfrm>
          <a:off x="0" y="0"/>
          <a:ext cx="0" cy="0"/>
          <a:chOff x="0" y="0"/>
          <a:chExt cx="0" cy="0"/>
        </a:xfrm>
      </p:grpSpPr>
      <p:sp>
        <p:nvSpPr>
          <p:cNvPr id="5726" name="Google Shape;5726;p23"/>
          <p:cNvSpPr txBox="1"/>
          <p:nvPr>
            <p:ph type="title"/>
          </p:nvPr>
        </p:nvSpPr>
        <p:spPr>
          <a:xfrm>
            <a:off x="722375" y="2275075"/>
            <a:ext cx="2860800" cy="472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800"/>
              <a:buFont typeface="Poppins SemiBold"/>
              <a:buNone/>
              <a:defRPr b="0">
                <a:solidFill>
                  <a:schemeClr val="accent1"/>
                </a:solidFill>
                <a:latin typeface="Poppins SemiBold"/>
                <a:ea typeface="Poppins SemiBold"/>
                <a:cs typeface="Poppins SemiBold"/>
                <a:sym typeface="Poppins SemiBold"/>
              </a:defRPr>
            </a:lvl1pPr>
            <a:lvl2pPr lvl="1" rtl="0">
              <a:spcBef>
                <a:spcPts val="0"/>
              </a:spcBef>
              <a:spcAft>
                <a:spcPts val="0"/>
              </a:spcAft>
              <a:buSzPts val="1600"/>
              <a:buFont typeface="Poppins SemiBold"/>
              <a:buNone/>
              <a:defRPr b="0" sz="1600">
                <a:latin typeface="Poppins SemiBold"/>
                <a:ea typeface="Poppins SemiBold"/>
                <a:cs typeface="Poppins SemiBold"/>
                <a:sym typeface="Poppins SemiBold"/>
              </a:defRPr>
            </a:lvl2pPr>
            <a:lvl3pPr lvl="2" rtl="0">
              <a:spcBef>
                <a:spcPts val="0"/>
              </a:spcBef>
              <a:spcAft>
                <a:spcPts val="0"/>
              </a:spcAft>
              <a:buSzPts val="1600"/>
              <a:buFont typeface="Poppins SemiBold"/>
              <a:buNone/>
              <a:defRPr b="0" sz="1600">
                <a:latin typeface="Poppins SemiBold"/>
                <a:ea typeface="Poppins SemiBold"/>
                <a:cs typeface="Poppins SemiBold"/>
                <a:sym typeface="Poppins SemiBold"/>
              </a:defRPr>
            </a:lvl3pPr>
            <a:lvl4pPr lvl="3" rtl="0">
              <a:spcBef>
                <a:spcPts val="0"/>
              </a:spcBef>
              <a:spcAft>
                <a:spcPts val="0"/>
              </a:spcAft>
              <a:buSzPts val="1600"/>
              <a:buFont typeface="Poppins SemiBold"/>
              <a:buNone/>
              <a:defRPr b="0" sz="1600">
                <a:latin typeface="Poppins SemiBold"/>
                <a:ea typeface="Poppins SemiBold"/>
                <a:cs typeface="Poppins SemiBold"/>
                <a:sym typeface="Poppins SemiBold"/>
              </a:defRPr>
            </a:lvl4pPr>
            <a:lvl5pPr lvl="4" rtl="0">
              <a:spcBef>
                <a:spcPts val="0"/>
              </a:spcBef>
              <a:spcAft>
                <a:spcPts val="0"/>
              </a:spcAft>
              <a:buSzPts val="1600"/>
              <a:buFont typeface="Poppins SemiBold"/>
              <a:buNone/>
              <a:defRPr b="0" sz="1600">
                <a:latin typeface="Poppins SemiBold"/>
                <a:ea typeface="Poppins SemiBold"/>
                <a:cs typeface="Poppins SemiBold"/>
                <a:sym typeface="Poppins SemiBold"/>
              </a:defRPr>
            </a:lvl5pPr>
            <a:lvl6pPr lvl="5" rtl="0">
              <a:spcBef>
                <a:spcPts val="0"/>
              </a:spcBef>
              <a:spcAft>
                <a:spcPts val="0"/>
              </a:spcAft>
              <a:buSzPts val="1600"/>
              <a:buFont typeface="Poppins SemiBold"/>
              <a:buNone/>
              <a:defRPr b="0" sz="1600">
                <a:latin typeface="Poppins SemiBold"/>
                <a:ea typeface="Poppins SemiBold"/>
                <a:cs typeface="Poppins SemiBold"/>
                <a:sym typeface="Poppins SemiBold"/>
              </a:defRPr>
            </a:lvl6pPr>
            <a:lvl7pPr lvl="6" rtl="0">
              <a:spcBef>
                <a:spcPts val="0"/>
              </a:spcBef>
              <a:spcAft>
                <a:spcPts val="0"/>
              </a:spcAft>
              <a:buSzPts val="1600"/>
              <a:buFont typeface="Poppins SemiBold"/>
              <a:buNone/>
              <a:defRPr b="0" sz="1600">
                <a:latin typeface="Poppins SemiBold"/>
                <a:ea typeface="Poppins SemiBold"/>
                <a:cs typeface="Poppins SemiBold"/>
                <a:sym typeface="Poppins SemiBold"/>
              </a:defRPr>
            </a:lvl7pPr>
            <a:lvl8pPr lvl="7" rtl="0">
              <a:spcBef>
                <a:spcPts val="0"/>
              </a:spcBef>
              <a:spcAft>
                <a:spcPts val="0"/>
              </a:spcAft>
              <a:buSzPts val="1600"/>
              <a:buFont typeface="Poppins SemiBold"/>
              <a:buNone/>
              <a:defRPr b="0" sz="1600">
                <a:latin typeface="Poppins SemiBold"/>
                <a:ea typeface="Poppins SemiBold"/>
                <a:cs typeface="Poppins SemiBold"/>
                <a:sym typeface="Poppins SemiBold"/>
              </a:defRPr>
            </a:lvl8pPr>
            <a:lvl9pPr lvl="8" rtl="0">
              <a:spcBef>
                <a:spcPts val="0"/>
              </a:spcBef>
              <a:spcAft>
                <a:spcPts val="0"/>
              </a:spcAft>
              <a:buSzPts val="1600"/>
              <a:buFont typeface="Poppins SemiBold"/>
              <a:buNone/>
              <a:defRPr b="0" sz="1600">
                <a:latin typeface="Poppins SemiBold"/>
                <a:ea typeface="Poppins SemiBold"/>
                <a:cs typeface="Poppins SemiBold"/>
                <a:sym typeface="Poppins SemiBold"/>
              </a:defRPr>
            </a:lvl9pPr>
          </a:lstStyle>
          <a:p/>
        </p:txBody>
      </p:sp>
      <p:sp>
        <p:nvSpPr>
          <p:cNvPr id="5727" name="Google Shape;5727;p23"/>
          <p:cNvSpPr txBox="1"/>
          <p:nvPr>
            <p:ph idx="1" type="subTitle"/>
          </p:nvPr>
        </p:nvSpPr>
        <p:spPr>
          <a:xfrm>
            <a:off x="733000" y="2989158"/>
            <a:ext cx="2838000" cy="10956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SzPts val="1400"/>
              <a:buNone/>
              <a:defRPr/>
            </a:lvl1pPr>
            <a:lvl2pPr lvl="1">
              <a:spcBef>
                <a:spcPts val="1600"/>
              </a:spcBef>
              <a:spcAft>
                <a:spcPts val="0"/>
              </a:spcAft>
              <a:buSzPts val="1400"/>
              <a:buFont typeface="Poppins Light"/>
              <a:buNone/>
              <a:defRPr>
                <a:latin typeface="Poppins Light"/>
                <a:ea typeface="Poppins Light"/>
                <a:cs typeface="Poppins Light"/>
                <a:sym typeface="Poppins Light"/>
              </a:defRPr>
            </a:lvl2pPr>
            <a:lvl3pPr lvl="2">
              <a:spcBef>
                <a:spcPts val="1600"/>
              </a:spcBef>
              <a:spcAft>
                <a:spcPts val="0"/>
              </a:spcAft>
              <a:buSzPts val="1400"/>
              <a:buFont typeface="Poppins Light"/>
              <a:buNone/>
              <a:defRPr>
                <a:latin typeface="Poppins Light"/>
                <a:ea typeface="Poppins Light"/>
                <a:cs typeface="Poppins Light"/>
                <a:sym typeface="Poppins Light"/>
              </a:defRPr>
            </a:lvl3pPr>
            <a:lvl4pPr lvl="3">
              <a:spcBef>
                <a:spcPts val="1600"/>
              </a:spcBef>
              <a:spcAft>
                <a:spcPts val="0"/>
              </a:spcAft>
              <a:buSzPts val="1400"/>
              <a:buFont typeface="Poppins Light"/>
              <a:buNone/>
              <a:defRPr>
                <a:latin typeface="Poppins Light"/>
                <a:ea typeface="Poppins Light"/>
                <a:cs typeface="Poppins Light"/>
                <a:sym typeface="Poppins Light"/>
              </a:defRPr>
            </a:lvl4pPr>
            <a:lvl5pPr lvl="4">
              <a:spcBef>
                <a:spcPts val="1600"/>
              </a:spcBef>
              <a:spcAft>
                <a:spcPts val="0"/>
              </a:spcAft>
              <a:buSzPts val="1400"/>
              <a:buFont typeface="Poppins Light"/>
              <a:buNone/>
              <a:defRPr>
                <a:latin typeface="Poppins Light"/>
                <a:ea typeface="Poppins Light"/>
                <a:cs typeface="Poppins Light"/>
                <a:sym typeface="Poppins Light"/>
              </a:defRPr>
            </a:lvl5pPr>
            <a:lvl6pPr lvl="5">
              <a:spcBef>
                <a:spcPts val="1600"/>
              </a:spcBef>
              <a:spcAft>
                <a:spcPts val="0"/>
              </a:spcAft>
              <a:buSzPts val="1400"/>
              <a:buFont typeface="Poppins Light"/>
              <a:buNone/>
              <a:defRPr>
                <a:latin typeface="Poppins Light"/>
                <a:ea typeface="Poppins Light"/>
                <a:cs typeface="Poppins Light"/>
                <a:sym typeface="Poppins Light"/>
              </a:defRPr>
            </a:lvl6pPr>
            <a:lvl7pPr lvl="6">
              <a:spcBef>
                <a:spcPts val="1600"/>
              </a:spcBef>
              <a:spcAft>
                <a:spcPts val="0"/>
              </a:spcAft>
              <a:buSzPts val="1400"/>
              <a:buFont typeface="Poppins Light"/>
              <a:buNone/>
              <a:defRPr>
                <a:latin typeface="Poppins Light"/>
                <a:ea typeface="Poppins Light"/>
                <a:cs typeface="Poppins Light"/>
                <a:sym typeface="Poppins Light"/>
              </a:defRPr>
            </a:lvl7pPr>
            <a:lvl8pPr lvl="7">
              <a:spcBef>
                <a:spcPts val="1600"/>
              </a:spcBef>
              <a:spcAft>
                <a:spcPts val="0"/>
              </a:spcAft>
              <a:buSzPts val="1400"/>
              <a:buFont typeface="Poppins Light"/>
              <a:buNone/>
              <a:defRPr>
                <a:latin typeface="Poppins Light"/>
                <a:ea typeface="Poppins Light"/>
                <a:cs typeface="Poppins Light"/>
                <a:sym typeface="Poppins Light"/>
              </a:defRPr>
            </a:lvl8pPr>
            <a:lvl9pPr lvl="8">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5728" name="Google Shape;5728;p23"/>
          <p:cNvSpPr/>
          <p:nvPr/>
        </p:nvSpPr>
        <p:spPr>
          <a:xfrm>
            <a:off x="4572000" y="0"/>
            <a:ext cx="4572000" cy="514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9" name="Google Shape;5729;p23"/>
          <p:cNvGrpSpPr/>
          <p:nvPr/>
        </p:nvGrpSpPr>
        <p:grpSpPr>
          <a:xfrm>
            <a:off x="221321" y="388388"/>
            <a:ext cx="2765100" cy="4490882"/>
            <a:chOff x="221321" y="388388"/>
            <a:chExt cx="2765100" cy="4490882"/>
          </a:xfrm>
        </p:grpSpPr>
        <p:grpSp>
          <p:nvGrpSpPr>
            <p:cNvPr id="5730" name="Google Shape;5730;p23"/>
            <p:cNvGrpSpPr/>
            <p:nvPr/>
          </p:nvGrpSpPr>
          <p:grpSpPr>
            <a:xfrm rot="-5400000">
              <a:off x="1072622" y="3678002"/>
              <a:ext cx="349968" cy="2052568"/>
              <a:chOff x="1037125" y="2236325"/>
              <a:chExt cx="149100" cy="874475"/>
            </a:xfrm>
          </p:grpSpPr>
          <p:sp>
            <p:nvSpPr>
              <p:cNvPr id="5731" name="Google Shape;5731;p23"/>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3"/>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3"/>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3"/>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23"/>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23"/>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3"/>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3"/>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3"/>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3"/>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3"/>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3"/>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3"/>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23"/>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23"/>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23"/>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3"/>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3"/>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3"/>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3"/>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3"/>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3"/>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3"/>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23"/>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23"/>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3"/>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3"/>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23"/>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23"/>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3"/>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3"/>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3"/>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3"/>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3"/>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3"/>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3"/>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7" name="Google Shape;5767;p23"/>
            <p:cNvSpPr/>
            <p:nvPr/>
          </p:nvSpPr>
          <p:spPr>
            <a:xfrm>
              <a:off x="425571" y="388388"/>
              <a:ext cx="954308" cy="836766"/>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8" name="Google Shape;5768;p23"/>
            <p:cNvGrpSpPr/>
            <p:nvPr/>
          </p:nvGrpSpPr>
          <p:grpSpPr>
            <a:xfrm>
              <a:off x="1957599" y="769090"/>
              <a:ext cx="1028823" cy="1316910"/>
              <a:chOff x="1843774" y="541440"/>
              <a:chExt cx="1028823" cy="1316910"/>
            </a:xfrm>
          </p:grpSpPr>
          <p:sp>
            <p:nvSpPr>
              <p:cNvPr id="5769" name="Google Shape;5769;p23"/>
              <p:cNvSpPr/>
              <p:nvPr/>
            </p:nvSpPr>
            <p:spPr>
              <a:xfrm>
                <a:off x="2150448" y="1225148"/>
                <a:ext cx="722148" cy="633202"/>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0" name="Google Shape;5770;p23"/>
              <p:cNvGrpSpPr/>
              <p:nvPr/>
            </p:nvGrpSpPr>
            <p:grpSpPr>
              <a:xfrm rot="-5400000">
                <a:off x="1806022" y="579191"/>
                <a:ext cx="1019815" cy="944312"/>
                <a:chOff x="2113525" y="2880575"/>
                <a:chExt cx="609500" cy="564375"/>
              </a:xfrm>
            </p:grpSpPr>
            <p:sp>
              <p:nvSpPr>
                <p:cNvPr id="5771" name="Google Shape;5771;p23"/>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23"/>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3"/>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3"/>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775" name="Google Shape;5775;p2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9">
    <p:spTree>
      <p:nvGrpSpPr>
        <p:cNvPr id="5776" name="Shape 5776"/>
        <p:cNvGrpSpPr/>
        <p:nvPr/>
      </p:nvGrpSpPr>
      <p:grpSpPr>
        <a:xfrm>
          <a:off x="0" y="0"/>
          <a:ext cx="0" cy="0"/>
          <a:chOff x="0" y="0"/>
          <a:chExt cx="0" cy="0"/>
        </a:xfrm>
      </p:grpSpPr>
      <p:sp>
        <p:nvSpPr>
          <p:cNvPr id="5777" name="Google Shape;5777;p24"/>
          <p:cNvSpPr txBox="1"/>
          <p:nvPr>
            <p:ph idx="1" type="body"/>
          </p:nvPr>
        </p:nvSpPr>
        <p:spPr>
          <a:xfrm>
            <a:off x="5560800" y="3189071"/>
            <a:ext cx="2860800" cy="1235700"/>
          </a:xfrm>
          <a:prstGeom prst="rect">
            <a:avLst/>
          </a:prstGeom>
        </p:spPr>
        <p:txBody>
          <a:bodyPr anchorCtr="0" anchor="ctr" bIns="91425" lIns="91425" spcFirstLastPara="1" rIns="91425" wrap="square" tIns="91425">
            <a:noAutofit/>
          </a:bodyPr>
          <a:lstStyle>
            <a:lvl1pPr indent="-317500" lvl="0" marL="457200" rtl="0">
              <a:lnSpc>
                <a:spcPct val="100000"/>
              </a:lnSpc>
              <a:spcBef>
                <a:spcPts val="0"/>
              </a:spcBef>
              <a:spcAft>
                <a:spcPts val="0"/>
              </a:spcAft>
              <a:buSzPts val="1400"/>
              <a:buChar char="●"/>
              <a:defRPr/>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sp>
        <p:nvSpPr>
          <p:cNvPr id="5778" name="Google Shape;5778;p24"/>
          <p:cNvSpPr txBox="1"/>
          <p:nvPr>
            <p:ph type="title"/>
          </p:nvPr>
        </p:nvSpPr>
        <p:spPr>
          <a:xfrm>
            <a:off x="5560825" y="2579179"/>
            <a:ext cx="2860800" cy="6372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rtl="0">
              <a:spcBef>
                <a:spcPts val="0"/>
              </a:spcBef>
              <a:spcAft>
                <a:spcPts val="0"/>
              </a:spcAft>
              <a:buSzPts val="1800"/>
              <a:buFont typeface="Poppins SemiBold"/>
              <a:buNone/>
              <a:defRPr b="0">
                <a:latin typeface="Poppins SemiBold"/>
                <a:ea typeface="Poppins SemiBold"/>
                <a:cs typeface="Poppins SemiBold"/>
                <a:sym typeface="Poppins SemiBold"/>
              </a:defRPr>
            </a:lvl2pPr>
            <a:lvl3pPr lvl="2" rtl="0">
              <a:spcBef>
                <a:spcPts val="0"/>
              </a:spcBef>
              <a:spcAft>
                <a:spcPts val="0"/>
              </a:spcAft>
              <a:buSzPts val="1800"/>
              <a:buFont typeface="Poppins SemiBold"/>
              <a:buNone/>
              <a:defRPr b="0">
                <a:latin typeface="Poppins SemiBold"/>
                <a:ea typeface="Poppins SemiBold"/>
                <a:cs typeface="Poppins SemiBold"/>
                <a:sym typeface="Poppins SemiBold"/>
              </a:defRPr>
            </a:lvl3pPr>
            <a:lvl4pPr lvl="3" rtl="0">
              <a:spcBef>
                <a:spcPts val="0"/>
              </a:spcBef>
              <a:spcAft>
                <a:spcPts val="0"/>
              </a:spcAft>
              <a:buSzPts val="1800"/>
              <a:buFont typeface="Poppins SemiBold"/>
              <a:buNone/>
              <a:defRPr b="0">
                <a:latin typeface="Poppins SemiBold"/>
                <a:ea typeface="Poppins SemiBold"/>
                <a:cs typeface="Poppins SemiBold"/>
                <a:sym typeface="Poppins SemiBold"/>
              </a:defRPr>
            </a:lvl4pPr>
            <a:lvl5pPr lvl="4" rtl="0">
              <a:spcBef>
                <a:spcPts val="0"/>
              </a:spcBef>
              <a:spcAft>
                <a:spcPts val="0"/>
              </a:spcAft>
              <a:buSzPts val="1800"/>
              <a:buFont typeface="Poppins SemiBold"/>
              <a:buNone/>
              <a:defRPr b="0">
                <a:latin typeface="Poppins SemiBold"/>
                <a:ea typeface="Poppins SemiBold"/>
                <a:cs typeface="Poppins SemiBold"/>
                <a:sym typeface="Poppins SemiBold"/>
              </a:defRPr>
            </a:lvl5pPr>
            <a:lvl6pPr lvl="5" rtl="0">
              <a:spcBef>
                <a:spcPts val="0"/>
              </a:spcBef>
              <a:spcAft>
                <a:spcPts val="0"/>
              </a:spcAft>
              <a:buSzPts val="1800"/>
              <a:buFont typeface="Poppins SemiBold"/>
              <a:buNone/>
              <a:defRPr b="0">
                <a:latin typeface="Poppins SemiBold"/>
                <a:ea typeface="Poppins SemiBold"/>
                <a:cs typeface="Poppins SemiBold"/>
                <a:sym typeface="Poppins SemiBold"/>
              </a:defRPr>
            </a:lvl6pPr>
            <a:lvl7pPr lvl="6" rtl="0">
              <a:spcBef>
                <a:spcPts val="0"/>
              </a:spcBef>
              <a:spcAft>
                <a:spcPts val="0"/>
              </a:spcAft>
              <a:buSzPts val="1800"/>
              <a:buFont typeface="Poppins SemiBold"/>
              <a:buNone/>
              <a:defRPr b="0">
                <a:latin typeface="Poppins SemiBold"/>
                <a:ea typeface="Poppins SemiBold"/>
                <a:cs typeface="Poppins SemiBold"/>
                <a:sym typeface="Poppins SemiBold"/>
              </a:defRPr>
            </a:lvl7pPr>
            <a:lvl8pPr lvl="7" rtl="0">
              <a:spcBef>
                <a:spcPts val="0"/>
              </a:spcBef>
              <a:spcAft>
                <a:spcPts val="0"/>
              </a:spcAft>
              <a:buSzPts val="1800"/>
              <a:buFont typeface="Poppins SemiBold"/>
              <a:buNone/>
              <a:defRPr b="0">
                <a:latin typeface="Poppins SemiBold"/>
                <a:ea typeface="Poppins SemiBold"/>
                <a:cs typeface="Poppins SemiBold"/>
                <a:sym typeface="Poppins SemiBold"/>
              </a:defRPr>
            </a:lvl8pPr>
            <a:lvl9pPr lvl="8" rtl="0">
              <a:spcBef>
                <a:spcPts val="0"/>
              </a:spcBef>
              <a:spcAft>
                <a:spcPts val="0"/>
              </a:spcAft>
              <a:buSzPts val="1800"/>
              <a:buFont typeface="Poppins SemiBold"/>
              <a:buNone/>
              <a:defRPr b="0">
                <a:latin typeface="Poppins SemiBold"/>
                <a:ea typeface="Poppins SemiBold"/>
                <a:cs typeface="Poppins SemiBold"/>
                <a:sym typeface="Poppins SemiBold"/>
              </a:defRPr>
            </a:lvl9pPr>
          </a:lstStyle>
          <a:p/>
        </p:txBody>
      </p:sp>
      <p:sp>
        <p:nvSpPr>
          <p:cNvPr id="5779" name="Google Shape;5779;p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3_1">
    <p:spTree>
      <p:nvGrpSpPr>
        <p:cNvPr id="5780" name="Shape 5780"/>
        <p:cNvGrpSpPr/>
        <p:nvPr/>
      </p:nvGrpSpPr>
      <p:grpSpPr>
        <a:xfrm>
          <a:off x="0" y="0"/>
          <a:ext cx="0" cy="0"/>
          <a:chOff x="0" y="0"/>
          <a:chExt cx="0" cy="0"/>
        </a:xfrm>
      </p:grpSpPr>
      <p:sp>
        <p:nvSpPr>
          <p:cNvPr id="5781" name="Google Shape;5781;p25"/>
          <p:cNvSpPr txBox="1"/>
          <p:nvPr>
            <p:ph type="title"/>
          </p:nvPr>
        </p:nvSpPr>
        <p:spPr>
          <a:xfrm>
            <a:off x="722375" y="2656075"/>
            <a:ext cx="2860800" cy="472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800"/>
              <a:buFont typeface="Poppins SemiBold"/>
              <a:buNone/>
              <a:defRPr b="0">
                <a:solidFill>
                  <a:schemeClr val="accent1"/>
                </a:solidFill>
                <a:latin typeface="Poppins SemiBold"/>
                <a:ea typeface="Poppins SemiBold"/>
                <a:cs typeface="Poppins SemiBold"/>
                <a:sym typeface="Poppins SemiBold"/>
              </a:defRPr>
            </a:lvl1pPr>
            <a:lvl2pPr lvl="1" rtl="0">
              <a:spcBef>
                <a:spcPts val="0"/>
              </a:spcBef>
              <a:spcAft>
                <a:spcPts val="0"/>
              </a:spcAft>
              <a:buSzPts val="1600"/>
              <a:buFont typeface="Poppins SemiBold"/>
              <a:buNone/>
              <a:defRPr b="0" sz="1600">
                <a:latin typeface="Poppins SemiBold"/>
                <a:ea typeface="Poppins SemiBold"/>
                <a:cs typeface="Poppins SemiBold"/>
                <a:sym typeface="Poppins SemiBold"/>
              </a:defRPr>
            </a:lvl2pPr>
            <a:lvl3pPr lvl="2" rtl="0">
              <a:spcBef>
                <a:spcPts val="0"/>
              </a:spcBef>
              <a:spcAft>
                <a:spcPts val="0"/>
              </a:spcAft>
              <a:buSzPts val="1600"/>
              <a:buFont typeface="Poppins SemiBold"/>
              <a:buNone/>
              <a:defRPr b="0" sz="1600">
                <a:latin typeface="Poppins SemiBold"/>
                <a:ea typeface="Poppins SemiBold"/>
                <a:cs typeface="Poppins SemiBold"/>
                <a:sym typeface="Poppins SemiBold"/>
              </a:defRPr>
            </a:lvl3pPr>
            <a:lvl4pPr lvl="3" rtl="0">
              <a:spcBef>
                <a:spcPts val="0"/>
              </a:spcBef>
              <a:spcAft>
                <a:spcPts val="0"/>
              </a:spcAft>
              <a:buSzPts val="1600"/>
              <a:buFont typeface="Poppins SemiBold"/>
              <a:buNone/>
              <a:defRPr b="0" sz="1600">
                <a:latin typeface="Poppins SemiBold"/>
                <a:ea typeface="Poppins SemiBold"/>
                <a:cs typeface="Poppins SemiBold"/>
                <a:sym typeface="Poppins SemiBold"/>
              </a:defRPr>
            </a:lvl4pPr>
            <a:lvl5pPr lvl="4" rtl="0">
              <a:spcBef>
                <a:spcPts val="0"/>
              </a:spcBef>
              <a:spcAft>
                <a:spcPts val="0"/>
              </a:spcAft>
              <a:buSzPts val="1600"/>
              <a:buFont typeface="Poppins SemiBold"/>
              <a:buNone/>
              <a:defRPr b="0" sz="1600">
                <a:latin typeface="Poppins SemiBold"/>
                <a:ea typeface="Poppins SemiBold"/>
                <a:cs typeface="Poppins SemiBold"/>
                <a:sym typeface="Poppins SemiBold"/>
              </a:defRPr>
            </a:lvl5pPr>
            <a:lvl6pPr lvl="5" rtl="0">
              <a:spcBef>
                <a:spcPts val="0"/>
              </a:spcBef>
              <a:spcAft>
                <a:spcPts val="0"/>
              </a:spcAft>
              <a:buSzPts val="1600"/>
              <a:buFont typeface="Poppins SemiBold"/>
              <a:buNone/>
              <a:defRPr b="0" sz="1600">
                <a:latin typeface="Poppins SemiBold"/>
                <a:ea typeface="Poppins SemiBold"/>
                <a:cs typeface="Poppins SemiBold"/>
                <a:sym typeface="Poppins SemiBold"/>
              </a:defRPr>
            </a:lvl6pPr>
            <a:lvl7pPr lvl="6" rtl="0">
              <a:spcBef>
                <a:spcPts val="0"/>
              </a:spcBef>
              <a:spcAft>
                <a:spcPts val="0"/>
              </a:spcAft>
              <a:buSzPts val="1600"/>
              <a:buFont typeface="Poppins SemiBold"/>
              <a:buNone/>
              <a:defRPr b="0" sz="1600">
                <a:latin typeface="Poppins SemiBold"/>
                <a:ea typeface="Poppins SemiBold"/>
                <a:cs typeface="Poppins SemiBold"/>
                <a:sym typeface="Poppins SemiBold"/>
              </a:defRPr>
            </a:lvl7pPr>
            <a:lvl8pPr lvl="7" rtl="0">
              <a:spcBef>
                <a:spcPts val="0"/>
              </a:spcBef>
              <a:spcAft>
                <a:spcPts val="0"/>
              </a:spcAft>
              <a:buSzPts val="1600"/>
              <a:buFont typeface="Poppins SemiBold"/>
              <a:buNone/>
              <a:defRPr b="0" sz="1600">
                <a:latin typeface="Poppins SemiBold"/>
                <a:ea typeface="Poppins SemiBold"/>
                <a:cs typeface="Poppins SemiBold"/>
                <a:sym typeface="Poppins SemiBold"/>
              </a:defRPr>
            </a:lvl8pPr>
            <a:lvl9pPr lvl="8" rtl="0">
              <a:spcBef>
                <a:spcPts val="0"/>
              </a:spcBef>
              <a:spcAft>
                <a:spcPts val="0"/>
              </a:spcAft>
              <a:buSzPts val="1600"/>
              <a:buFont typeface="Poppins SemiBold"/>
              <a:buNone/>
              <a:defRPr b="0" sz="1600">
                <a:latin typeface="Poppins SemiBold"/>
                <a:ea typeface="Poppins SemiBold"/>
                <a:cs typeface="Poppins SemiBold"/>
                <a:sym typeface="Poppins SemiBold"/>
              </a:defRPr>
            </a:lvl9pPr>
          </a:lstStyle>
          <a:p/>
        </p:txBody>
      </p:sp>
      <p:sp>
        <p:nvSpPr>
          <p:cNvPr id="5782" name="Google Shape;5782;p25"/>
          <p:cNvSpPr txBox="1"/>
          <p:nvPr>
            <p:ph idx="1" type="subTitle"/>
          </p:nvPr>
        </p:nvSpPr>
        <p:spPr>
          <a:xfrm>
            <a:off x="733000" y="3370158"/>
            <a:ext cx="2838000" cy="1095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solidFill>
                  <a:schemeClr val="accent1"/>
                </a:solidFill>
              </a:defRPr>
            </a:lvl1pPr>
            <a:lvl2pPr lvl="1" rtl="0">
              <a:spcBef>
                <a:spcPts val="160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5783" name="Google Shape;5783;p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3_2">
    <p:spTree>
      <p:nvGrpSpPr>
        <p:cNvPr id="5784" name="Shape 5784"/>
        <p:cNvGrpSpPr/>
        <p:nvPr/>
      </p:nvGrpSpPr>
      <p:grpSpPr>
        <a:xfrm>
          <a:off x="0" y="0"/>
          <a:ext cx="0" cy="0"/>
          <a:chOff x="0" y="0"/>
          <a:chExt cx="0" cy="0"/>
        </a:xfrm>
      </p:grpSpPr>
      <p:grpSp>
        <p:nvGrpSpPr>
          <p:cNvPr id="5785" name="Google Shape;5785;p26"/>
          <p:cNvGrpSpPr/>
          <p:nvPr/>
        </p:nvGrpSpPr>
        <p:grpSpPr>
          <a:xfrm>
            <a:off x="5920234" y="278227"/>
            <a:ext cx="2842361" cy="4554169"/>
            <a:chOff x="5920234" y="278227"/>
            <a:chExt cx="2842361" cy="4554169"/>
          </a:xfrm>
        </p:grpSpPr>
        <p:grpSp>
          <p:nvGrpSpPr>
            <p:cNvPr id="5786" name="Google Shape;5786;p26"/>
            <p:cNvGrpSpPr/>
            <p:nvPr/>
          </p:nvGrpSpPr>
          <p:grpSpPr>
            <a:xfrm flipH="1" rot="5400000">
              <a:off x="7557130" y="3626931"/>
              <a:ext cx="349968" cy="2060963"/>
              <a:chOff x="1037125" y="2236325"/>
              <a:chExt cx="149100" cy="874475"/>
            </a:xfrm>
          </p:grpSpPr>
          <p:sp>
            <p:nvSpPr>
              <p:cNvPr id="5787" name="Google Shape;5787;p26"/>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26"/>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26"/>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6"/>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6"/>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6"/>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6"/>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6"/>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6"/>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6"/>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6"/>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6"/>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6"/>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6"/>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6"/>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6"/>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6"/>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6"/>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6"/>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6"/>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6"/>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6"/>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6"/>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6"/>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6"/>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6"/>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6"/>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6"/>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6"/>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6"/>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6"/>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26"/>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6"/>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6"/>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6"/>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6"/>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3" name="Google Shape;5823;p26"/>
            <p:cNvSpPr/>
            <p:nvPr/>
          </p:nvSpPr>
          <p:spPr>
            <a:xfrm flipH="1">
              <a:off x="5920234" y="621800"/>
              <a:ext cx="958246" cy="836766"/>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4" name="Google Shape;5824;p26"/>
            <p:cNvGrpSpPr/>
            <p:nvPr/>
          </p:nvGrpSpPr>
          <p:grpSpPr>
            <a:xfrm flipH="1">
              <a:off x="7632631" y="278227"/>
              <a:ext cx="1033041" cy="1316910"/>
              <a:chOff x="1843774" y="541440"/>
              <a:chExt cx="1028823" cy="1316910"/>
            </a:xfrm>
          </p:grpSpPr>
          <p:sp>
            <p:nvSpPr>
              <p:cNvPr id="5825" name="Google Shape;5825;p26"/>
              <p:cNvSpPr/>
              <p:nvPr/>
            </p:nvSpPr>
            <p:spPr>
              <a:xfrm>
                <a:off x="2150448" y="1225148"/>
                <a:ext cx="722148" cy="633202"/>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6" name="Google Shape;5826;p26"/>
              <p:cNvGrpSpPr/>
              <p:nvPr/>
            </p:nvGrpSpPr>
            <p:grpSpPr>
              <a:xfrm rot="-5400000">
                <a:off x="1806022" y="579191"/>
                <a:ext cx="1019815" cy="944312"/>
                <a:chOff x="2113525" y="2880575"/>
                <a:chExt cx="609500" cy="564375"/>
              </a:xfrm>
            </p:grpSpPr>
            <p:sp>
              <p:nvSpPr>
                <p:cNvPr id="5827" name="Google Shape;5827;p26"/>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6"/>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6"/>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6"/>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831" name="Google Shape;5831;p26"/>
          <p:cNvSpPr/>
          <p:nvPr/>
        </p:nvSpPr>
        <p:spPr>
          <a:xfrm>
            <a:off x="0" y="0"/>
            <a:ext cx="45720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6"/>
          <p:cNvSpPr txBox="1"/>
          <p:nvPr>
            <p:ph type="title"/>
          </p:nvPr>
        </p:nvSpPr>
        <p:spPr>
          <a:xfrm>
            <a:off x="5560825" y="2275075"/>
            <a:ext cx="2860800" cy="4725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1800"/>
              <a:buFont typeface="Poppins SemiBold"/>
              <a:buNone/>
              <a:defRPr b="0">
                <a:latin typeface="Poppins SemiBold"/>
                <a:ea typeface="Poppins SemiBold"/>
                <a:cs typeface="Poppins SemiBold"/>
                <a:sym typeface="Poppins SemiBold"/>
              </a:defRPr>
            </a:lvl1pPr>
            <a:lvl2pPr lvl="1" rtl="0" algn="l">
              <a:spcBef>
                <a:spcPts val="0"/>
              </a:spcBef>
              <a:spcAft>
                <a:spcPts val="0"/>
              </a:spcAft>
              <a:buSzPts val="1600"/>
              <a:buFont typeface="Poppins SemiBold"/>
              <a:buNone/>
              <a:defRPr b="0" sz="1600">
                <a:latin typeface="Poppins SemiBold"/>
                <a:ea typeface="Poppins SemiBold"/>
                <a:cs typeface="Poppins SemiBold"/>
                <a:sym typeface="Poppins SemiBold"/>
              </a:defRPr>
            </a:lvl2pPr>
            <a:lvl3pPr lvl="2" rtl="0" algn="l">
              <a:spcBef>
                <a:spcPts val="0"/>
              </a:spcBef>
              <a:spcAft>
                <a:spcPts val="0"/>
              </a:spcAft>
              <a:buSzPts val="1600"/>
              <a:buFont typeface="Poppins SemiBold"/>
              <a:buNone/>
              <a:defRPr b="0" sz="1600">
                <a:latin typeface="Poppins SemiBold"/>
                <a:ea typeface="Poppins SemiBold"/>
                <a:cs typeface="Poppins SemiBold"/>
                <a:sym typeface="Poppins SemiBold"/>
              </a:defRPr>
            </a:lvl3pPr>
            <a:lvl4pPr lvl="3" rtl="0" algn="l">
              <a:spcBef>
                <a:spcPts val="0"/>
              </a:spcBef>
              <a:spcAft>
                <a:spcPts val="0"/>
              </a:spcAft>
              <a:buSzPts val="1600"/>
              <a:buFont typeface="Poppins SemiBold"/>
              <a:buNone/>
              <a:defRPr b="0" sz="1600">
                <a:latin typeface="Poppins SemiBold"/>
                <a:ea typeface="Poppins SemiBold"/>
                <a:cs typeface="Poppins SemiBold"/>
                <a:sym typeface="Poppins SemiBold"/>
              </a:defRPr>
            </a:lvl4pPr>
            <a:lvl5pPr lvl="4" rtl="0" algn="l">
              <a:spcBef>
                <a:spcPts val="0"/>
              </a:spcBef>
              <a:spcAft>
                <a:spcPts val="0"/>
              </a:spcAft>
              <a:buSzPts val="1600"/>
              <a:buFont typeface="Poppins SemiBold"/>
              <a:buNone/>
              <a:defRPr b="0" sz="1600">
                <a:latin typeface="Poppins SemiBold"/>
                <a:ea typeface="Poppins SemiBold"/>
                <a:cs typeface="Poppins SemiBold"/>
                <a:sym typeface="Poppins SemiBold"/>
              </a:defRPr>
            </a:lvl5pPr>
            <a:lvl6pPr lvl="5" rtl="0" algn="l">
              <a:spcBef>
                <a:spcPts val="0"/>
              </a:spcBef>
              <a:spcAft>
                <a:spcPts val="0"/>
              </a:spcAft>
              <a:buSzPts val="1600"/>
              <a:buFont typeface="Poppins SemiBold"/>
              <a:buNone/>
              <a:defRPr b="0" sz="1600">
                <a:latin typeface="Poppins SemiBold"/>
                <a:ea typeface="Poppins SemiBold"/>
                <a:cs typeface="Poppins SemiBold"/>
                <a:sym typeface="Poppins SemiBold"/>
              </a:defRPr>
            </a:lvl6pPr>
            <a:lvl7pPr lvl="6" rtl="0" algn="l">
              <a:spcBef>
                <a:spcPts val="0"/>
              </a:spcBef>
              <a:spcAft>
                <a:spcPts val="0"/>
              </a:spcAft>
              <a:buSzPts val="1600"/>
              <a:buFont typeface="Poppins SemiBold"/>
              <a:buNone/>
              <a:defRPr b="0" sz="1600">
                <a:latin typeface="Poppins SemiBold"/>
                <a:ea typeface="Poppins SemiBold"/>
                <a:cs typeface="Poppins SemiBold"/>
                <a:sym typeface="Poppins SemiBold"/>
              </a:defRPr>
            </a:lvl7pPr>
            <a:lvl8pPr lvl="7" rtl="0" algn="l">
              <a:spcBef>
                <a:spcPts val="0"/>
              </a:spcBef>
              <a:spcAft>
                <a:spcPts val="0"/>
              </a:spcAft>
              <a:buSzPts val="1600"/>
              <a:buFont typeface="Poppins SemiBold"/>
              <a:buNone/>
              <a:defRPr b="0" sz="1600">
                <a:latin typeface="Poppins SemiBold"/>
                <a:ea typeface="Poppins SemiBold"/>
                <a:cs typeface="Poppins SemiBold"/>
                <a:sym typeface="Poppins SemiBold"/>
              </a:defRPr>
            </a:lvl8pPr>
            <a:lvl9pPr lvl="8" rtl="0" algn="l">
              <a:spcBef>
                <a:spcPts val="0"/>
              </a:spcBef>
              <a:spcAft>
                <a:spcPts val="0"/>
              </a:spcAft>
              <a:buSzPts val="1600"/>
              <a:buFont typeface="Poppins SemiBold"/>
              <a:buNone/>
              <a:defRPr b="0" sz="1600">
                <a:latin typeface="Poppins SemiBold"/>
                <a:ea typeface="Poppins SemiBold"/>
                <a:cs typeface="Poppins SemiBold"/>
                <a:sym typeface="Poppins SemiBold"/>
              </a:defRPr>
            </a:lvl9pPr>
          </a:lstStyle>
          <a:p/>
        </p:txBody>
      </p:sp>
      <p:sp>
        <p:nvSpPr>
          <p:cNvPr id="5833" name="Google Shape;5833;p26"/>
          <p:cNvSpPr txBox="1"/>
          <p:nvPr>
            <p:ph idx="1" type="subTitle"/>
          </p:nvPr>
        </p:nvSpPr>
        <p:spPr>
          <a:xfrm>
            <a:off x="5571450" y="2989158"/>
            <a:ext cx="2838000" cy="1095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160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5834" name="Google Shape;5834;p2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4">
    <p:spTree>
      <p:nvGrpSpPr>
        <p:cNvPr id="5835" name="Shape 5835"/>
        <p:cNvGrpSpPr/>
        <p:nvPr/>
      </p:nvGrpSpPr>
      <p:grpSpPr>
        <a:xfrm>
          <a:off x="0" y="0"/>
          <a:ext cx="0" cy="0"/>
          <a:chOff x="0" y="0"/>
          <a:chExt cx="0" cy="0"/>
        </a:xfrm>
      </p:grpSpPr>
      <p:sp>
        <p:nvSpPr>
          <p:cNvPr id="5836" name="Google Shape;5836;p27"/>
          <p:cNvSpPr txBox="1"/>
          <p:nvPr>
            <p:ph idx="1" type="subTitle"/>
          </p:nvPr>
        </p:nvSpPr>
        <p:spPr>
          <a:xfrm>
            <a:off x="988725" y="2768289"/>
            <a:ext cx="1962300" cy="469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5837" name="Google Shape;5837;p27"/>
          <p:cNvSpPr txBox="1"/>
          <p:nvPr>
            <p:ph idx="2" type="subTitle"/>
          </p:nvPr>
        </p:nvSpPr>
        <p:spPr>
          <a:xfrm>
            <a:off x="3591575" y="2768289"/>
            <a:ext cx="1962300" cy="46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5838" name="Google Shape;5838;p27"/>
          <p:cNvSpPr txBox="1"/>
          <p:nvPr>
            <p:ph idx="3" type="subTitle"/>
          </p:nvPr>
        </p:nvSpPr>
        <p:spPr>
          <a:xfrm>
            <a:off x="6194425" y="2768289"/>
            <a:ext cx="1962300" cy="46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5839" name="Google Shape;5839;p27"/>
          <p:cNvSpPr txBox="1"/>
          <p:nvPr>
            <p:ph idx="4" type="subTitle"/>
          </p:nvPr>
        </p:nvSpPr>
        <p:spPr>
          <a:xfrm>
            <a:off x="988725" y="3104907"/>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5840" name="Google Shape;5840;p27"/>
          <p:cNvSpPr txBox="1"/>
          <p:nvPr>
            <p:ph idx="5" type="subTitle"/>
          </p:nvPr>
        </p:nvSpPr>
        <p:spPr>
          <a:xfrm>
            <a:off x="3591575" y="3104907"/>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5841" name="Google Shape;5841;p27"/>
          <p:cNvSpPr txBox="1"/>
          <p:nvPr>
            <p:ph idx="6" type="subTitle"/>
          </p:nvPr>
        </p:nvSpPr>
        <p:spPr>
          <a:xfrm>
            <a:off x="6194425" y="3104907"/>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5842" name="Google Shape;5842;p27"/>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800"/>
              <a:buNone/>
              <a:defRPr>
                <a:latin typeface="Poppins Light"/>
                <a:ea typeface="Poppins Light"/>
                <a:cs typeface="Poppins Light"/>
                <a:sym typeface="Poppins Light"/>
              </a:defRPr>
            </a:lvl2pPr>
            <a:lvl3pPr lvl="2">
              <a:spcBef>
                <a:spcPts val="0"/>
              </a:spcBef>
              <a:spcAft>
                <a:spcPts val="0"/>
              </a:spcAft>
              <a:buSzPts val="1800"/>
              <a:buNone/>
              <a:defRPr>
                <a:latin typeface="Poppins Light"/>
                <a:ea typeface="Poppins Light"/>
                <a:cs typeface="Poppins Light"/>
                <a:sym typeface="Poppins Light"/>
              </a:defRPr>
            </a:lvl3pPr>
            <a:lvl4pPr lvl="3">
              <a:spcBef>
                <a:spcPts val="0"/>
              </a:spcBef>
              <a:spcAft>
                <a:spcPts val="0"/>
              </a:spcAft>
              <a:buSzPts val="1800"/>
              <a:buNone/>
              <a:defRPr>
                <a:latin typeface="Poppins Light"/>
                <a:ea typeface="Poppins Light"/>
                <a:cs typeface="Poppins Light"/>
                <a:sym typeface="Poppins Light"/>
              </a:defRPr>
            </a:lvl4pPr>
            <a:lvl5pPr lvl="4">
              <a:spcBef>
                <a:spcPts val="0"/>
              </a:spcBef>
              <a:spcAft>
                <a:spcPts val="0"/>
              </a:spcAft>
              <a:buSzPts val="1800"/>
              <a:buNone/>
              <a:defRPr>
                <a:latin typeface="Poppins Light"/>
                <a:ea typeface="Poppins Light"/>
                <a:cs typeface="Poppins Light"/>
                <a:sym typeface="Poppins Light"/>
              </a:defRPr>
            </a:lvl5pPr>
            <a:lvl6pPr lvl="5">
              <a:spcBef>
                <a:spcPts val="0"/>
              </a:spcBef>
              <a:spcAft>
                <a:spcPts val="0"/>
              </a:spcAft>
              <a:buSzPts val="1800"/>
              <a:buNone/>
              <a:defRPr>
                <a:latin typeface="Poppins Light"/>
                <a:ea typeface="Poppins Light"/>
                <a:cs typeface="Poppins Light"/>
                <a:sym typeface="Poppins Light"/>
              </a:defRPr>
            </a:lvl6pPr>
            <a:lvl7pPr lvl="6">
              <a:spcBef>
                <a:spcPts val="0"/>
              </a:spcBef>
              <a:spcAft>
                <a:spcPts val="0"/>
              </a:spcAft>
              <a:buSzPts val="1800"/>
              <a:buNone/>
              <a:defRPr>
                <a:latin typeface="Poppins Light"/>
                <a:ea typeface="Poppins Light"/>
                <a:cs typeface="Poppins Light"/>
                <a:sym typeface="Poppins Light"/>
              </a:defRPr>
            </a:lvl7pPr>
            <a:lvl8pPr lvl="7">
              <a:spcBef>
                <a:spcPts val="0"/>
              </a:spcBef>
              <a:spcAft>
                <a:spcPts val="0"/>
              </a:spcAft>
              <a:buSzPts val="1800"/>
              <a:buNone/>
              <a:defRPr>
                <a:latin typeface="Poppins Light"/>
                <a:ea typeface="Poppins Light"/>
                <a:cs typeface="Poppins Light"/>
                <a:sym typeface="Poppins Light"/>
              </a:defRPr>
            </a:lvl8pPr>
            <a:lvl9pPr lvl="8">
              <a:spcBef>
                <a:spcPts val="0"/>
              </a:spcBef>
              <a:spcAft>
                <a:spcPts val="0"/>
              </a:spcAft>
              <a:buSzPts val="1800"/>
              <a:buNone/>
              <a:defRPr>
                <a:latin typeface="Poppins Light"/>
                <a:ea typeface="Poppins Light"/>
                <a:cs typeface="Poppins Light"/>
                <a:sym typeface="Poppins Light"/>
              </a:defRPr>
            </a:lvl9pPr>
          </a:lstStyle>
          <a:p/>
        </p:txBody>
      </p:sp>
      <p:sp>
        <p:nvSpPr>
          <p:cNvPr id="5843" name="Google Shape;5843;p27"/>
          <p:cNvSpPr/>
          <p:nvPr/>
        </p:nvSpPr>
        <p:spPr>
          <a:xfrm>
            <a:off x="1016400" y="4158216"/>
            <a:ext cx="8127600" cy="220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4" name="Google Shape;5844;p27"/>
          <p:cNvGrpSpPr/>
          <p:nvPr/>
        </p:nvGrpSpPr>
        <p:grpSpPr>
          <a:xfrm rot="5400000">
            <a:off x="1867712" y="3618267"/>
            <a:ext cx="349968" cy="2052568"/>
            <a:chOff x="1037125" y="2236325"/>
            <a:chExt cx="149100" cy="874475"/>
          </a:xfrm>
        </p:grpSpPr>
        <p:sp>
          <p:nvSpPr>
            <p:cNvPr id="5845" name="Google Shape;5845;p27"/>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7"/>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7"/>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27"/>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27"/>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7"/>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7"/>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7"/>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7"/>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7"/>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7"/>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7"/>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7"/>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7"/>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27"/>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27"/>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7"/>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7"/>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7"/>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7"/>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7"/>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7"/>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7"/>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7"/>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7"/>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27"/>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27"/>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7"/>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7"/>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7"/>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7"/>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7"/>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7"/>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27"/>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7"/>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7"/>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27"/>
          <p:cNvGrpSpPr/>
          <p:nvPr/>
        </p:nvGrpSpPr>
        <p:grpSpPr>
          <a:xfrm rot="1396384">
            <a:off x="8222288" y="-600066"/>
            <a:ext cx="1908331" cy="2002239"/>
            <a:chOff x="1978188" y="2669545"/>
            <a:chExt cx="1908398" cy="2002309"/>
          </a:xfrm>
        </p:grpSpPr>
        <p:sp>
          <p:nvSpPr>
            <p:cNvPr id="5882" name="Google Shape;5882;p27"/>
            <p:cNvSpPr/>
            <p:nvPr/>
          </p:nvSpPr>
          <p:spPr>
            <a:xfrm rot="-5400000">
              <a:off x="1995503" y="2780771"/>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27"/>
            <p:cNvSpPr/>
            <p:nvPr/>
          </p:nvSpPr>
          <p:spPr>
            <a:xfrm rot="-5400000">
              <a:off x="1931235" y="2716498"/>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4" name="Google Shape;5884;p27"/>
          <p:cNvSpPr/>
          <p:nvPr/>
        </p:nvSpPr>
        <p:spPr>
          <a:xfrm>
            <a:off x="0" y="1697725"/>
            <a:ext cx="8062500" cy="852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2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5">
    <p:spTree>
      <p:nvGrpSpPr>
        <p:cNvPr id="5886" name="Shape 5886"/>
        <p:cNvGrpSpPr/>
        <p:nvPr/>
      </p:nvGrpSpPr>
      <p:grpSpPr>
        <a:xfrm>
          <a:off x="0" y="0"/>
          <a:ext cx="0" cy="0"/>
          <a:chOff x="0" y="0"/>
          <a:chExt cx="0" cy="0"/>
        </a:xfrm>
      </p:grpSpPr>
      <p:sp>
        <p:nvSpPr>
          <p:cNvPr id="5887" name="Google Shape;5887;p28"/>
          <p:cNvSpPr/>
          <p:nvPr/>
        </p:nvSpPr>
        <p:spPr>
          <a:xfrm>
            <a:off x="8379876" y="-128525"/>
            <a:ext cx="1036481" cy="897580"/>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nvGrpSpPr>
          <p:cNvPr id="5888" name="Google Shape;5888;p28"/>
          <p:cNvGrpSpPr/>
          <p:nvPr/>
        </p:nvGrpSpPr>
        <p:grpSpPr>
          <a:xfrm>
            <a:off x="8470732" y="2729482"/>
            <a:ext cx="349968" cy="2052568"/>
            <a:chOff x="1037125" y="2236325"/>
            <a:chExt cx="149100" cy="874475"/>
          </a:xfrm>
        </p:grpSpPr>
        <p:sp>
          <p:nvSpPr>
            <p:cNvPr id="5889" name="Google Shape;5889;p28"/>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890" name="Google Shape;5890;p28"/>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891" name="Google Shape;5891;p28"/>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892" name="Google Shape;5892;p28"/>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893" name="Google Shape;5893;p28"/>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894" name="Google Shape;5894;p28"/>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895" name="Google Shape;5895;p28"/>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896" name="Google Shape;5896;p28"/>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897" name="Google Shape;5897;p28"/>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898" name="Google Shape;5898;p28"/>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899" name="Google Shape;5899;p28"/>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00" name="Google Shape;5900;p28"/>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01" name="Google Shape;5901;p28"/>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02" name="Google Shape;5902;p28"/>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03" name="Google Shape;5903;p28"/>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04" name="Google Shape;5904;p28"/>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05" name="Google Shape;5905;p28"/>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06" name="Google Shape;5906;p28"/>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07" name="Google Shape;5907;p28"/>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08" name="Google Shape;5908;p28"/>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09" name="Google Shape;5909;p28"/>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10" name="Google Shape;5910;p28"/>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11" name="Google Shape;5911;p28"/>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12" name="Google Shape;5912;p28"/>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13" name="Google Shape;5913;p28"/>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14" name="Google Shape;5914;p28"/>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15" name="Google Shape;5915;p28"/>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16" name="Google Shape;5916;p28"/>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17" name="Google Shape;5917;p28"/>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18" name="Google Shape;5918;p28"/>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19" name="Google Shape;5919;p28"/>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20" name="Google Shape;5920;p28"/>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21" name="Google Shape;5921;p28"/>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22" name="Google Shape;5922;p28"/>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23" name="Google Shape;5923;p28"/>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924" name="Google Shape;5924;p28"/>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sp>
        <p:nvSpPr>
          <p:cNvPr id="5925" name="Google Shape;5925;p28"/>
          <p:cNvSpPr txBox="1"/>
          <p:nvPr>
            <p:ph idx="1" type="subTitle"/>
          </p:nvPr>
        </p:nvSpPr>
        <p:spPr>
          <a:xfrm>
            <a:off x="5762725" y="1149675"/>
            <a:ext cx="2670600" cy="541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5926" name="Google Shape;5926;p28"/>
          <p:cNvSpPr txBox="1"/>
          <p:nvPr>
            <p:ph idx="2" type="subTitle"/>
          </p:nvPr>
        </p:nvSpPr>
        <p:spPr>
          <a:xfrm>
            <a:off x="5762725" y="2562463"/>
            <a:ext cx="2670600" cy="541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5927" name="Google Shape;5927;p28"/>
          <p:cNvSpPr txBox="1"/>
          <p:nvPr>
            <p:ph idx="3" type="subTitle"/>
          </p:nvPr>
        </p:nvSpPr>
        <p:spPr>
          <a:xfrm>
            <a:off x="5762725" y="3985613"/>
            <a:ext cx="2670600" cy="541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160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5928" name="Google Shape;5928;p28"/>
          <p:cNvSpPr txBox="1"/>
          <p:nvPr>
            <p:ph idx="4" type="subTitle"/>
          </p:nvPr>
        </p:nvSpPr>
        <p:spPr>
          <a:xfrm>
            <a:off x="5762725" y="797525"/>
            <a:ext cx="2670600" cy="431700"/>
          </a:xfrm>
          <a:prstGeom prst="rect">
            <a:avLst/>
          </a:prstGeom>
        </p:spPr>
        <p:txBody>
          <a:bodyPr anchorCtr="0" anchor="t" bIns="91425" lIns="91425" spcFirstLastPara="1" rIns="91425" wrap="square" tIns="91425">
            <a:noAutofit/>
          </a:bodyPr>
          <a:lstStyle>
            <a:lvl1pPr lvl="0">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5929" name="Google Shape;5929;p28"/>
          <p:cNvSpPr txBox="1"/>
          <p:nvPr>
            <p:ph idx="5" type="subTitle"/>
          </p:nvPr>
        </p:nvSpPr>
        <p:spPr>
          <a:xfrm>
            <a:off x="5762725" y="2204525"/>
            <a:ext cx="2670600" cy="4317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5930" name="Google Shape;5930;p28"/>
          <p:cNvSpPr txBox="1"/>
          <p:nvPr>
            <p:ph idx="6" type="subTitle"/>
          </p:nvPr>
        </p:nvSpPr>
        <p:spPr>
          <a:xfrm>
            <a:off x="5762725" y="3611525"/>
            <a:ext cx="2670600" cy="4317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5931" name="Google Shape;5931;p28"/>
          <p:cNvSpPr txBox="1"/>
          <p:nvPr>
            <p:ph type="title"/>
          </p:nvPr>
        </p:nvSpPr>
        <p:spPr>
          <a:xfrm>
            <a:off x="722375" y="431402"/>
            <a:ext cx="5742600" cy="478200"/>
          </a:xfrm>
          <a:prstGeom prst="rect">
            <a:avLst/>
          </a:prstGeom>
        </p:spPr>
        <p:txBody>
          <a:bodyPr anchorCtr="0" anchor="t" bIns="91425" lIns="91425" spcFirstLastPara="1" rIns="91425" wrap="square" tIns="91425">
            <a:noAutofit/>
          </a:bodyPr>
          <a:lstStyle>
            <a:lvl1pPr lvl="0" algn="l">
              <a:spcBef>
                <a:spcPts val="0"/>
              </a:spcBef>
              <a:spcAft>
                <a:spcPts val="0"/>
              </a:spcAft>
              <a:buSzPts val="1800"/>
              <a:buNone/>
              <a:defRPr/>
            </a:lvl1pPr>
            <a:lvl2pPr lvl="1" algn="l">
              <a:spcBef>
                <a:spcPts val="0"/>
              </a:spcBef>
              <a:spcAft>
                <a:spcPts val="0"/>
              </a:spcAft>
              <a:buSzPts val="1800"/>
              <a:buNone/>
              <a:defRPr/>
            </a:lvl2pPr>
            <a:lvl3pPr lvl="2" algn="l">
              <a:spcBef>
                <a:spcPts val="0"/>
              </a:spcBef>
              <a:spcAft>
                <a:spcPts val="0"/>
              </a:spcAft>
              <a:buSzPts val="1800"/>
              <a:buNone/>
              <a:defRPr/>
            </a:lvl3pPr>
            <a:lvl4pPr lvl="3" algn="l">
              <a:spcBef>
                <a:spcPts val="0"/>
              </a:spcBef>
              <a:spcAft>
                <a:spcPts val="0"/>
              </a:spcAft>
              <a:buSzPts val="1800"/>
              <a:buNone/>
              <a:defRPr/>
            </a:lvl4pPr>
            <a:lvl5pPr lvl="4" algn="l">
              <a:spcBef>
                <a:spcPts val="0"/>
              </a:spcBef>
              <a:spcAft>
                <a:spcPts val="0"/>
              </a:spcAft>
              <a:buSzPts val="1800"/>
              <a:buNone/>
              <a:defRPr/>
            </a:lvl5pPr>
            <a:lvl6pPr lvl="5" algn="l">
              <a:spcBef>
                <a:spcPts val="0"/>
              </a:spcBef>
              <a:spcAft>
                <a:spcPts val="0"/>
              </a:spcAft>
              <a:buSzPts val="1800"/>
              <a:buNone/>
              <a:defRPr/>
            </a:lvl6pPr>
            <a:lvl7pPr lvl="6" algn="l">
              <a:spcBef>
                <a:spcPts val="0"/>
              </a:spcBef>
              <a:spcAft>
                <a:spcPts val="0"/>
              </a:spcAft>
              <a:buSzPts val="1800"/>
              <a:buNone/>
              <a:defRPr/>
            </a:lvl7pPr>
            <a:lvl8pPr lvl="7" algn="l">
              <a:spcBef>
                <a:spcPts val="0"/>
              </a:spcBef>
              <a:spcAft>
                <a:spcPts val="0"/>
              </a:spcAft>
              <a:buSzPts val="1800"/>
              <a:buNone/>
              <a:defRPr/>
            </a:lvl8pPr>
            <a:lvl9pPr lvl="8" algn="l">
              <a:spcBef>
                <a:spcPts val="0"/>
              </a:spcBef>
              <a:spcAft>
                <a:spcPts val="0"/>
              </a:spcAft>
              <a:buSzPts val="1800"/>
              <a:buNone/>
              <a:defRPr/>
            </a:lvl9pPr>
          </a:lstStyle>
          <a:p/>
        </p:txBody>
      </p:sp>
      <p:sp>
        <p:nvSpPr>
          <p:cNvPr id="5932" name="Google Shape;5932;p28"/>
          <p:cNvSpPr/>
          <p:nvPr/>
        </p:nvSpPr>
        <p:spPr>
          <a:xfrm>
            <a:off x="0" y="1285875"/>
            <a:ext cx="5076000" cy="3857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8"/>
          <p:cNvSpPr/>
          <p:nvPr/>
        </p:nvSpPr>
        <p:spPr>
          <a:xfrm>
            <a:off x="4572000" y="762205"/>
            <a:ext cx="1026600" cy="1026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8"/>
          <p:cNvSpPr/>
          <p:nvPr/>
        </p:nvSpPr>
        <p:spPr>
          <a:xfrm>
            <a:off x="4572000" y="2169805"/>
            <a:ext cx="1026600" cy="1026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8"/>
          <p:cNvSpPr/>
          <p:nvPr/>
        </p:nvSpPr>
        <p:spPr>
          <a:xfrm>
            <a:off x="4572000" y="3577405"/>
            <a:ext cx="1026600" cy="1026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BIG_NUMBER_1">
    <p:bg>
      <p:bgPr>
        <a:solidFill>
          <a:schemeClr val="accent1"/>
        </a:solidFill>
      </p:bgPr>
    </p:bg>
    <p:spTree>
      <p:nvGrpSpPr>
        <p:cNvPr id="5937" name="Shape 5937"/>
        <p:cNvGrpSpPr/>
        <p:nvPr/>
      </p:nvGrpSpPr>
      <p:grpSpPr>
        <a:xfrm>
          <a:off x="0" y="0"/>
          <a:ext cx="0" cy="0"/>
          <a:chOff x="0" y="0"/>
          <a:chExt cx="0" cy="0"/>
        </a:xfrm>
      </p:grpSpPr>
      <p:sp>
        <p:nvSpPr>
          <p:cNvPr id="5938" name="Google Shape;5938;p29"/>
          <p:cNvSpPr/>
          <p:nvPr/>
        </p:nvSpPr>
        <p:spPr>
          <a:xfrm>
            <a:off x="0" y="2570996"/>
            <a:ext cx="9144000" cy="2572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29"/>
          <p:cNvSpPr txBox="1"/>
          <p:nvPr>
            <p:ph hasCustomPrompt="1" type="title"/>
          </p:nvPr>
        </p:nvSpPr>
        <p:spPr>
          <a:xfrm>
            <a:off x="722375" y="860356"/>
            <a:ext cx="7699200" cy="118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Font typeface="Poppins SemiBold"/>
              <a:buNone/>
              <a:defRPr sz="7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940" name="Google Shape;5940;p29"/>
          <p:cNvSpPr txBox="1"/>
          <p:nvPr>
            <p:ph idx="1" type="body"/>
          </p:nvPr>
        </p:nvSpPr>
        <p:spPr>
          <a:xfrm>
            <a:off x="3227125" y="3358897"/>
            <a:ext cx="5190000" cy="868500"/>
          </a:xfrm>
          <a:prstGeom prst="rect">
            <a:avLst/>
          </a:prstGeom>
        </p:spPr>
        <p:txBody>
          <a:bodyPr anchorCtr="0" anchor="t" bIns="91425" lIns="91425" spcFirstLastPara="1" rIns="91425" wrap="square" tIns="91425">
            <a:noAutofit/>
          </a:bodyPr>
          <a:lstStyle>
            <a:lvl1pPr indent="-317500" lvl="0" marL="457200" rtl="0" algn="r">
              <a:lnSpc>
                <a:spcPct val="100000"/>
              </a:lnSpc>
              <a:spcBef>
                <a:spcPts val="0"/>
              </a:spcBef>
              <a:spcAft>
                <a:spcPts val="0"/>
              </a:spcAft>
              <a:buSzPts val="1400"/>
              <a:buChar char="●"/>
              <a:defRPr sz="2500">
                <a:solidFill>
                  <a:schemeClr val="accent1"/>
                </a:solidFill>
              </a:defRPr>
            </a:lvl1pPr>
            <a:lvl2pPr indent="-317500" lvl="1" marL="914400" rtl="0" algn="ctr">
              <a:spcBef>
                <a:spcPts val="1600"/>
              </a:spcBef>
              <a:spcAft>
                <a:spcPts val="0"/>
              </a:spcAft>
              <a:buSzPts val="1400"/>
              <a:buFont typeface="Poppins Light"/>
              <a:buChar char="○"/>
              <a:defRPr>
                <a:latin typeface="Poppins Light"/>
                <a:ea typeface="Poppins Light"/>
                <a:cs typeface="Poppins Light"/>
                <a:sym typeface="Poppins Light"/>
              </a:defRPr>
            </a:lvl2pPr>
            <a:lvl3pPr indent="-317500" lvl="2" marL="1371600" rtl="0" algn="ctr">
              <a:spcBef>
                <a:spcPts val="1600"/>
              </a:spcBef>
              <a:spcAft>
                <a:spcPts val="0"/>
              </a:spcAft>
              <a:buSzPts val="1400"/>
              <a:buFont typeface="Poppins Light"/>
              <a:buChar char="■"/>
              <a:defRPr>
                <a:latin typeface="Poppins Light"/>
                <a:ea typeface="Poppins Light"/>
                <a:cs typeface="Poppins Light"/>
                <a:sym typeface="Poppins Light"/>
              </a:defRPr>
            </a:lvl3pPr>
            <a:lvl4pPr indent="-317500" lvl="3" marL="1828800" rtl="0" algn="ctr">
              <a:spcBef>
                <a:spcPts val="1600"/>
              </a:spcBef>
              <a:spcAft>
                <a:spcPts val="0"/>
              </a:spcAft>
              <a:buSzPts val="1400"/>
              <a:buFont typeface="Poppins Light"/>
              <a:buChar char="●"/>
              <a:defRPr>
                <a:latin typeface="Poppins Light"/>
                <a:ea typeface="Poppins Light"/>
                <a:cs typeface="Poppins Light"/>
                <a:sym typeface="Poppins Light"/>
              </a:defRPr>
            </a:lvl4pPr>
            <a:lvl5pPr indent="-317500" lvl="4" marL="2286000" rtl="0" algn="ctr">
              <a:spcBef>
                <a:spcPts val="1600"/>
              </a:spcBef>
              <a:spcAft>
                <a:spcPts val="0"/>
              </a:spcAft>
              <a:buSzPts val="1400"/>
              <a:buFont typeface="Poppins Light"/>
              <a:buChar char="○"/>
              <a:defRPr>
                <a:latin typeface="Poppins Light"/>
                <a:ea typeface="Poppins Light"/>
                <a:cs typeface="Poppins Light"/>
                <a:sym typeface="Poppins Light"/>
              </a:defRPr>
            </a:lvl5pPr>
            <a:lvl6pPr indent="-317500" lvl="5" marL="2743200" rtl="0" algn="ctr">
              <a:spcBef>
                <a:spcPts val="1600"/>
              </a:spcBef>
              <a:spcAft>
                <a:spcPts val="0"/>
              </a:spcAft>
              <a:buSzPts val="1400"/>
              <a:buFont typeface="Poppins Light"/>
              <a:buChar char="■"/>
              <a:defRPr>
                <a:latin typeface="Poppins Light"/>
                <a:ea typeface="Poppins Light"/>
                <a:cs typeface="Poppins Light"/>
                <a:sym typeface="Poppins Light"/>
              </a:defRPr>
            </a:lvl6pPr>
            <a:lvl7pPr indent="-317500" lvl="6" marL="3200400" rtl="0" algn="ctr">
              <a:spcBef>
                <a:spcPts val="1600"/>
              </a:spcBef>
              <a:spcAft>
                <a:spcPts val="0"/>
              </a:spcAft>
              <a:buSzPts val="1400"/>
              <a:buFont typeface="Poppins Light"/>
              <a:buChar char="●"/>
              <a:defRPr>
                <a:latin typeface="Poppins Light"/>
                <a:ea typeface="Poppins Light"/>
                <a:cs typeface="Poppins Light"/>
                <a:sym typeface="Poppins Light"/>
              </a:defRPr>
            </a:lvl7pPr>
            <a:lvl8pPr indent="-317500" lvl="7" marL="3657600" rtl="0" algn="ctr">
              <a:spcBef>
                <a:spcPts val="1600"/>
              </a:spcBef>
              <a:spcAft>
                <a:spcPts val="0"/>
              </a:spcAft>
              <a:buSzPts val="1400"/>
              <a:buFont typeface="Poppins Light"/>
              <a:buChar char="○"/>
              <a:defRPr>
                <a:latin typeface="Poppins Light"/>
                <a:ea typeface="Poppins Light"/>
                <a:cs typeface="Poppins Light"/>
                <a:sym typeface="Poppins Light"/>
              </a:defRPr>
            </a:lvl8pPr>
            <a:lvl9pPr indent="-317500" lvl="8" marL="4114800" rtl="0" algn="ctr">
              <a:spcBef>
                <a:spcPts val="1600"/>
              </a:spcBef>
              <a:spcAft>
                <a:spcPts val="1600"/>
              </a:spcAft>
              <a:buSzPts val="1400"/>
              <a:buFont typeface="Poppins Light"/>
              <a:buChar char="■"/>
              <a:defRPr>
                <a:latin typeface="Poppins Light"/>
                <a:ea typeface="Poppins Light"/>
                <a:cs typeface="Poppins Light"/>
                <a:sym typeface="Poppins Light"/>
              </a:defRPr>
            </a:lvl9pPr>
          </a:lstStyle>
          <a:p/>
        </p:txBody>
      </p:sp>
      <p:sp>
        <p:nvSpPr>
          <p:cNvPr id="5941" name="Google Shape;5941;p29"/>
          <p:cNvSpPr/>
          <p:nvPr/>
        </p:nvSpPr>
        <p:spPr>
          <a:xfrm rot="10800000">
            <a:off x="8392684" y="798896"/>
            <a:ext cx="445241" cy="385621"/>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9"/>
          <p:cNvSpPr/>
          <p:nvPr/>
        </p:nvSpPr>
        <p:spPr>
          <a:xfrm rot="10800000">
            <a:off x="7724137" y="224038"/>
            <a:ext cx="1247936" cy="1094228"/>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29"/>
          <p:cNvSpPr/>
          <p:nvPr/>
        </p:nvSpPr>
        <p:spPr>
          <a:xfrm rot="10800000">
            <a:off x="7072075" y="-174412"/>
            <a:ext cx="1247936" cy="1094228"/>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9"/>
          <p:cNvSpPr/>
          <p:nvPr/>
        </p:nvSpPr>
        <p:spPr>
          <a:xfrm>
            <a:off x="2747875" y="503164"/>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9"/>
          <p:cNvSpPr/>
          <p:nvPr/>
        </p:nvSpPr>
        <p:spPr>
          <a:xfrm>
            <a:off x="365397" y="1394591"/>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6" name="Google Shape;5946;p29"/>
          <p:cNvGrpSpPr/>
          <p:nvPr/>
        </p:nvGrpSpPr>
        <p:grpSpPr>
          <a:xfrm>
            <a:off x="5580655" y="621156"/>
            <a:ext cx="1019815" cy="944312"/>
            <a:chOff x="2113525" y="2880575"/>
            <a:chExt cx="609500" cy="564375"/>
          </a:xfrm>
        </p:grpSpPr>
        <p:sp>
          <p:nvSpPr>
            <p:cNvPr id="5947" name="Google Shape;5947;p29"/>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9"/>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9"/>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9"/>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1" name="Google Shape;5951;p29"/>
          <p:cNvGrpSpPr/>
          <p:nvPr/>
        </p:nvGrpSpPr>
        <p:grpSpPr>
          <a:xfrm rot="5400000">
            <a:off x="3907774" y="-580108"/>
            <a:ext cx="349968" cy="2052568"/>
            <a:chOff x="1037125" y="2236325"/>
            <a:chExt cx="149100" cy="874475"/>
          </a:xfrm>
        </p:grpSpPr>
        <p:sp>
          <p:nvSpPr>
            <p:cNvPr id="5952" name="Google Shape;5952;p29"/>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9"/>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9"/>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9"/>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9"/>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29"/>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9"/>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9"/>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29"/>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29"/>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29"/>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29"/>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9"/>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9"/>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9"/>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9"/>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9"/>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9"/>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9"/>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9"/>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9"/>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9"/>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9"/>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9"/>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9"/>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9"/>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9"/>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9"/>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9"/>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9"/>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9"/>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9"/>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9"/>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9"/>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9"/>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9"/>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8" name="Google Shape;5988;p29"/>
          <p:cNvSpPr/>
          <p:nvPr/>
        </p:nvSpPr>
        <p:spPr>
          <a:xfrm>
            <a:off x="685875" y="-572802"/>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9"/>
          <p:cNvSpPr/>
          <p:nvPr/>
        </p:nvSpPr>
        <p:spPr>
          <a:xfrm>
            <a:off x="950250" y="-590117"/>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0" name="Google Shape;5990;p29"/>
          <p:cNvGrpSpPr/>
          <p:nvPr/>
        </p:nvGrpSpPr>
        <p:grpSpPr>
          <a:xfrm>
            <a:off x="1013089" y="-232687"/>
            <a:ext cx="1236640" cy="1210852"/>
            <a:chOff x="236475" y="527300"/>
            <a:chExt cx="1124525" cy="1101075"/>
          </a:xfrm>
        </p:grpSpPr>
        <p:sp>
          <p:nvSpPr>
            <p:cNvPr id="5991" name="Google Shape;5991;p29"/>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9"/>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9"/>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9"/>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9"/>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29"/>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29"/>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29"/>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29"/>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29"/>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29"/>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29"/>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29"/>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9"/>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9"/>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9"/>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9"/>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29"/>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29"/>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9"/>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9"/>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9"/>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9"/>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9"/>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9"/>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9"/>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9"/>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29"/>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29"/>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29"/>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9"/>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9"/>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9"/>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29"/>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29"/>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9"/>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9"/>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29"/>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29"/>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9"/>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9"/>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29"/>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9"/>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29"/>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29"/>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9"/>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9"/>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29"/>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9"/>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9"/>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9"/>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9"/>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9"/>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29"/>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29"/>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9"/>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9"/>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9"/>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9"/>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9"/>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9"/>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9"/>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9"/>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9"/>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29"/>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29"/>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29"/>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29"/>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9"/>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9"/>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9"/>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9"/>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9"/>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9"/>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9"/>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9"/>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9"/>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29"/>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29"/>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9"/>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9"/>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9"/>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9"/>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9"/>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9"/>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9"/>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9"/>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9"/>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29"/>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29"/>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9"/>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9"/>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9"/>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9"/>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9"/>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9"/>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9"/>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9"/>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29"/>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29"/>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29"/>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29"/>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29"/>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9"/>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9"/>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9"/>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9"/>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9"/>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9"/>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9"/>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29"/>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29"/>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29"/>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29"/>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29"/>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9"/>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9"/>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9"/>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9"/>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9"/>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9"/>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29"/>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29"/>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29"/>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9"/>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9"/>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9"/>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9"/>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9"/>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9"/>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9"/>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9"/>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9"/>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9"/>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9"/>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29"/>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29"/>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9"/>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9"/>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9"/>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9"/>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9"/>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9"/>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9"/>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29"/>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29"/>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29"/>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29"/>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9"/>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9"/>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9"/>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9"/>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9"/>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29"/>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29"/>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9"/>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9"/>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9"/>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29"/>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29"/>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9"/>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9"/>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9"/>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9"/>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9"/>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29"/>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29"/>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29"/>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29"/>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29"/>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9"/>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9"/>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9"/>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9"/>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9"/>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9"/>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9"/>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9"/>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9"/>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9"/>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9"/>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29"/>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29"/>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9"/>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9"/>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9"/>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9"/>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9"/>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9"/>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9"/>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29"/>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29"/>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29"/>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9"/>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9"/>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9"/>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9"/>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9"/>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9"/>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9"/>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9"/>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9"/>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9"/>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9"/>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29"/>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29"/>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9"/>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9"/>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9"/>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9"/>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29"/>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29"/>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9"/>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29"/>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29"/>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29"/>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9"/>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9"/>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9"/>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9"/>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9"/>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9"/>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9"/>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9"/>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9"/>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9"/>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9"/>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9"/>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9"/>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9"/>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9"/>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29"/>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9"/>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9"/>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29"/>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29"/>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9"/>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9"/>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9"/>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9"/>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9"/>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9"/>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9"/>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9"/>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9"/>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9"/>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9"/>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9"/>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9"/>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9"/>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9"/>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9"/>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9"/>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9"/>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9"/>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9"/>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9"/>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9"/>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9"/>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9"/>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9"/>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9"/>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9"/>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9"/>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29"/>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9"/>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9"/>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29"/>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29"/>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9"/>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9"/>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29"/>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29"/>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29"/>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9"/>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29"/>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9"/>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9"/>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9"/>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9"/>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9"/>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9"/>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9"/>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29"/>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29"/>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9"/>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9"/>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9"/>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9"/>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9"/>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9"/>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9"/>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9"/>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9"/>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29"/>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29"/>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9"/>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9"/>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9"/>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9"/>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9"/>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9"/>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9"/>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9"/>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9"/>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29"/>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29"/>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9"/>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9"/>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9"/>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9"/>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9"/>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9"/>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9"/>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9"/>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9"/>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29"/>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29"/>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9"/>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9"/>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9"/>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29"/>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9"/>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9"/>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9"/>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9"/>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9"/>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29"/>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29"/>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29"/>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9"/>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9"/>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9"/>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9"/>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9"/>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9"/>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9"/>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9"/>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9"/>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9"/>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9"/>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9"/>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9"/>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9"/>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9"/>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29"/>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9"/>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9"/>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29"/>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29"/>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9"/>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29"/>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9"/>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9"/>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9"/>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9"/>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9"/>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9"/>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9"/>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9"/>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9"/>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9"/>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9"/>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9"/>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9"/>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9"/>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9"/>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9"/>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9"/>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9"/>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9"/>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9"/>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9"/>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9"/>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9"/>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9"/>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9"/>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9"/>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29"/>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9"/>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9"/>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9"/>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9"/>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9"/>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9"/>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29"/>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29"/>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29"/>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9"/>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9"/>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9"/>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9"/>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9"/>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9"/>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9"/>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9"/>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9"/>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9"/>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9"/>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9"/>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9"/>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9"/>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9"/>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29"/>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9"/>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9"/>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29"/>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29"/>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9"/>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9"/>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9"/>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29"/>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9"/>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9"/>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9"/>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9"/>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9"/>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9"/>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9"/>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9"/>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9"/>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9"/>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9"/>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9"/>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9"/>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9"/>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9"/>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9"/>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9"/>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9"/>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9"/>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9"/>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9"/>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9"/>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9"/>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9"/>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29"/>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9"/>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9"/>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9"/>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29"/>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9"/>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29"/>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29"/>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29"/>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29"/>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29"/>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9"/>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9"/>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9"/>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9"/>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9"/>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9"/>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9"/>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29"/>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29"/>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9"/>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9"/>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29"/>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29"/>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9"/>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9"/>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9"/>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9"/>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9"/>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29"/>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29"/>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9"/>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9"/>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9"/>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29"/>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29"/>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9"/>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9"/>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29"/>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29"/>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9"/>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9"/>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9"/>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9"/>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29"/>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29"/>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9"/>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9"/>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9"/>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9"/>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9"/>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9"/>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9"/>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9"/>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29"/>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29"/>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9"/>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9"/>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9"/>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9"/>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9"/>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9"/>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9"/>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9"/>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9"/>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29"/>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29"/>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29"/>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29"/>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29"/>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29"/>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9"/>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9"/>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9"/>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9"/>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9"/>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9"/>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9"/>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29"/>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29"/>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9"/>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9"/>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9"/>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9"/>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9"/>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9"/>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9"/>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9"/>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9"/>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29"/>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29"/>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9"/>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9"/>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9"/>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9"/>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9"/>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9"/>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29"/>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9"/>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9"/>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29"/>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29"/>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9"/>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9"/>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9"/>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9"/>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9"/>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9"/>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9"/>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9"/>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9"/>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29"/>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29"/>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9"/>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9"/>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9"/>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9"/>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9"/>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9"/>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9"/>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9"/>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9"/>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29"/>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29"/>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29"/>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9"/>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9"/>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9"/>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9"/>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9"/>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9"/>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9"/>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9"/>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9"/>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9"/>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9"/>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29"/>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29"/>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9"/>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9"/>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9"/>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9"/>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9"/>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9"/>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9"/>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29"/>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29"/>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29"/>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29"/>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29"/>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29"/>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29"/>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29"/>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9"/>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9"/>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9"/>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9"/>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9"/>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9"/>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29"/>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29"/>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9"/>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9"/>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9"/>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9"/>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9"/>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9"/>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9"/>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29"/>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29"/>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29"/>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9"/>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9"/>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9"/>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9"/>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9"/>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9"/>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9"/>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9"/>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29"/>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29"/>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29"/>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29"/>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29"/>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9"/>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29"/>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29"/>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29"/>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29"/>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9"/>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9"/>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29"/>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29"/>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29"/>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9"/>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9"/>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9"/>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9"/>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9"/>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9"/>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29"/>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29"/>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9"/>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9"/>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9"/>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29"/>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29"/>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9"/>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9"/>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9"/>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9"/>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9"/>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9"/>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9"/>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29"/>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29"/>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29"/>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9"/>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9"/>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9"/>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9"/>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9"/>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9"/>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9"/>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29"/>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9"/>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9"/>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29"/>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29"/>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9"/>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9"/>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9"/>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29"/>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9"/>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9"/>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29"/>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29"/>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29"/>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29"/>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9"/>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9"/>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9"/>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9"/>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9"/>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9"/>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9"/>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9"/>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9"/>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9"/>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9"/>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9"/>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9"/>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9"/>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9"/>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9"/>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9"/>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9"/>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9"/>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29"/>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29"/>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9"/>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9"/>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9"/>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9"/>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9"/>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29"/>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9"/>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29"/>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29"/>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9"/>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9"/>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9"/>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29"/>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29"/>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29"/>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29"/>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29"/>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9"/>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9"/>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9"/>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9"/>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9"/>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9"/>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9"/>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29"/>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29"/>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9"/>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9"/>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9"/>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9"/>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9"/>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9"/>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9"/>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9"/>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9"/>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29"/>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29"/>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9"/>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29"/>
          <p:cNvGrpSpPr/>
          <p:nvPr/>
        </p:nvGrpSpPr>
        <p:grpSpPr>
          <a:xfrm rot="5400000">
            <a:off x="130203" y="3372459"/>
            <a:ext cx="3796697" cy="3515548"/>
            <a:chOff x="2113525" y="2880575"/>
            <a:chExt cx="609500" cy="564375"/>
          </a:xfrm>
        </p:grpSpPr>
        <p:sp>
          <p:nvSpPr>
            <p:cNvPr id="6726" name="Google Shape;6726;p29"/>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9"/>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9"/>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9"/>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0" name="Google Shape;6730;p2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solidFill>
                  <a:schemeClr val="accent1"/>
                </a:solidFill>
              </a:defRPr>
            </a:lvl1pPr>
            <a:lvl2pPr lvl="1">
              <a:buNone/>
              <a:defRPr>
                <a:solidFill>
                  <a:schemeClr val="accent1"/>
                </a:solidFill>
              </a:defRPr>
            </a:lvl2pPr>
            <a:lvl3pPr lvl="2">
              <a:buNone/>
              <a:defRPr>
                <a:solidFill>
                  <a:schemeClr val="accent1"/>
                </a:solidFill>
              </a:defRPr>
            </a:lvl3pPr>
            <a:lvl4pPr lvl="3">
              <a:buNone/>
              <a:defRPr>
                <a:solidFill>
                  <a:schemeClr val="accent1"/>
                </a:solidFill>
              </a:defRPr>
            </a:lvl4pPr>
            <a:lvl5pPr lvl="4">
              <a:buNone/>
              <a:defRPr>
                <a:solidFill>
                  <a:schemeClr val="accent1"/>
                </a:solidFill>
              </a:defRPr>
            </a:lvl5pPr>
            <a:lvl6pPr lvl="5">
              <a:buNone/>
              <a:defRPr>
                <a:solidFill>
                  <a:schemeClr val="accent1"/>
                </a:solidFill>
              </a:defRPr>
            </a:lvl6pPr>
            <a:lvl7pPr lvl="6">
              <a:buNone/>
              <a:defRPr>
                <a:solidFill>
                  <a:schemeClr val="accent1"/>
                </a:solidFill>
              </a:defRPr>
            </a:lvl7pPr>
            <a:lvl8pPr lvl="7">
              <a:buNone/>
              <a:defRPr>
                <a:solidFill>
                  <a:schemeClr val="accent1"/>
                </a:solidFill>
              </a:defRPr>
            </a:lvl8pPr>
            <a:lvl9pPr lvl="8">
              <a:buNone/>
              <a:defRPr>
                <a:solidFill>
                  <a:schemeClr val="accent1"/>
                </a:solidFil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24">
    <p:spTree>
      <p:nvGrpSpPr>
        <p:cNvPr id="6731" name="Shape 6731"/>
        <p:cNvGrpSpPr/>
        <p:nvPr/>
      </p:nvGrpSpPr>
      <p:grpSpPr>
        <a:xfrm>
          <a:off x="0" y="0"/>
          <a:ext cx="0" cy="0"/>
          <a:chOff x="0" y="0"/>
          <a:chExt cx="0" cy="0"/>
        </a:xfrm>
      </p:grpSpPr>
      <p:sp>
        <p:nvSpPr>
          <p:cNvPr id="6732" name="Google Shape;6732;p30"/>
          <p:cNvSpPr txBox="1"/>
          <p:nvPr>
            <p:ph hasCustomPrompt="1" type="title"/>
          </p:nvPr>
        </p:nvSpPr>
        <p:spPr>
          <a:xfrm>
            <a:off x="719375" y="1071750"/>
            <a:ext cx="2465100" cy="90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Font typeface="Poppins SemiBold"/>
              <a:buNone/>
              <a:defRPr sz="6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733" name="Google Shape;6733;p30"/>
          <p:cNvSpPr txBox="1"/>
          <p:nvPr>
            <p:ph idx="1" type="subTitle"/>
          </p:nvPr>
        </p:nvSpPr>
        <p:spPr>
          <a:xfrm>
            <a:off x="719375" y="1967825"/>
            <a:ext cx="2465100" cy="478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6734" name="Google Shape;6734;p30"/>
          <p:cNvSpPr txBox="1"/>
          <p:nvPr>
            <p:ph hasCustomPrompt="1" idx="2" type="title"/>
          </p:nvPr>
        </p:nvSpPr>
        <p:spPr>
          <a:xfrm>
            <a:off x="3339450" y="1071750"/>
            <a:ext cx="2465100" cy="90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Font typeface="Poppins SemiBold"/>
              <a:buNone/>
              <a:defRPr sz="6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735" name="Google Shape;6735;p30"/>
          <p:cNvSpPr txBox="1"/>
          <p:nvPr>
            <p:ph idx="3" type="subTitle"/>
          </p:nvPr>
        </p:nvSpPr>
        <p:spPr>
          <a:xfrm>
            <a:off x="3339450" y="1967825"/>
            <a:ext cx="2465100" cy="47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736" name="Google Shape;6736;p30"/>
          <p:cNvSpPr txBox="1"/>
          <p:nvPr>
            <p:ph hasCustomPrompt="1" idx="4" type="title"/>
          </p:nvPr>
        </p:nvSpPr>
        <p:spPr>
          <a:xfrm>
            <a:off x="5959525" y="1071750"/>
            <a:ext cx="2465100" cy="90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Font typeface="Poppins SemiBold"/>
              <a:buNone/>
              <a:defRPr sz="6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737" name="Google Shape;6737;p30"/>
          <p:cNvSpPr txBox="1"/>
          <p:nvPr>
            <p:ph idx="5" type="subTitle"/>
          </p:nvPr>
        </p:nvSpPr>
        <p:spPr>
          <a:xfrm>
            <a:off x="5959525" y="1967825"/>
            <a:ext cx="2465100" cy="47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738" name="Google Shape;6738;p30"/>
          <p:cNvSpPr txBox="1"/>
          <p:nvPr>
            <p:ph idx="6" type="title"/>
          </p:nvPr>
        </p:nvSpPr>
        <p:spPr>
          <a:xfrm>
            <a:off x="1700775" y="431402"/>
            <a:ext cx="57426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6739" name="Google Shape;6739;p3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24_1">
    <p:spTree>
      <p:nvGrpSpPr>
        <p:cNvPr id="6740" name="Shape 6740"/>
        <p:cNvGrpSpPr/>
        <p:nvPr/>
      </p:nvGrpSpPr>
      <p:grpSpPr>
        <a:xfrm>
          <a:off x="0" y="0"/>
          <a:ext cx="0" cy="0"/>
          <a:chOff x="0" y="0"/>
          <a:chExt cx="0" cy="0"/>
        </a:xfrm>
      </p:grpSpPr>
      <p:sp>
        <p:nvSpPr>
          <p:cNvPr id="6741" name="Google Shape;6741;p31"/>
          <p:cNvSpPr txBox="1"/>
          <p:nvPr>
            <p:ph hasCustomPrompt="1" type="title"/>
          </p:nvPr>
        </p:nvSpPr>
        <p:spPr>
          <a:xfrm>
            <a:off x="5457575" y="3467575"/>
            <a:ext cx="2465100" cy="627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Font typeface="Poppins SemiBold"/>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742" name="Google Shape;6742;p31"/>
          <p:cNvSpPr txBox="1"/>
          <p:nvPr>
            <p:ph idx="1" type="subTitle"/>
          </p:nvPr>
        </p:nvSpPr>
        <p:spPr>
          <a:xfrm>
            <a:off x="5457575" y="4098200"/>
            <a:ext cx="2465100" cy="47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743" name="Google Shape;6743;p31"/>
          <p:cNvSpPr txBox="1"/>
          <p:nvPr>
            <p:ph hasCustomPrompt="1" idx="2" type="title"/>
          </p:nvPr>
        </p:nvSpPr>
        <p:spPr>
          <a:xfrm>
            <a:off x="5457575" y="1157550"/>
            <a:ext cx="2465100" cy="627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Font typeface="Poppins SemiBold"/>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744" name="Google Shape;6744;p31"/>
          <p:cNvSpPr txBox="1"/>
          <p:nvPr>
            <p:ph idx="3" type="subTitle"/>
          </p:nvPr>
        </p:nvSpPr>
        <p:spPr>
          <a:xfrm>
            <a:off x="5457575" y="1753175"/>
            <a:ext cx="2465100" cy="47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745" name="Google Shape;6745;p31"/>
          <p:cNvSpPr txBox="1"/>
          <p:nvPr>
            <p:ph hasCustomPrompt="1" idx="4" type="title"/>
          </p:nvPr>
        </p:nvSpPr>
        <p:spPr>
          <a:xfrm>
            <a:off x="5457575" y="2312600"/>
            <a:ext cx="2465100" cy="627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Font typeface="Poppins SemiBold"/>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746" name="Google Shape;6746;p31"/>
          <p:cNvSpPr txBox="1"/>
          <p:nvPr>
            <p:ph idx="5" type="subTitle"/>
          </p:nvPr>
        </p:nvSpPr>
        <p:spPr>
          <a:xfrm>
            <a:off x="5457575" y="2939900"/>
            <a:ext cx="2465100" cy="47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747" name="Google Shape;6747;p31"/>
          <p:cNvSpPr txBox="1"/>
          <p:nvPr>
            <p:ph idx="6" type="title"/>
          </p:nvPr>
        </p:nvSpPr>
        <p:spPr>
          <a:xfrm>
            <a:off x="1700775" y="431402"/>
            <a:ext cx="57426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6748" name="Google Shape;6748;p3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6">
    <p:spTree>
      <p:nvGrpSpPr>
        <p:cNvPr id="6749" name="Shape 6749"/>
        <p:cNvGrpSpPr/>
        <p:nvPr/>
      </p:nvGrpSpPr>
      <p:grpSpPr>
        <a:xfrm>
          <a:off x="0" y="0"/>
          <a:ext cx="0" cy="0"/>
          <a:chOff x="0" y="0"/>
          <a:chExt cx="0" cy="0"/>
        </a:xfrm>
      </p:grpSpPr>
      <p:sp>
        <p:nvSpPr>
          <p:cNvPr id="6750" name="Google Shape;6750;p32"/>
          <p:cNvSpPr txBox="1"/>
          <p:nvPr>
            <p:ph idx="1" type="subTitle"/>
          </p:nvPr>
        </p:nvSpPr>
        <p:spPr>
          <a:xfrm>
            <a:off x="6677972" y="3440675"/>
            <a:ext cx="1743600" cy="102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6751" name="Google Shape;6751;p32"/>
          <p:cNvSpPr txBox="1"/>
          <p:nvPr>
            <p:ph idx="2" type="subTitle"/>
          </p:nvPr>
        </p:nvSpPr>
        <p:spPr>
          <a:xfrm>
            <a:off x="6677972" y="3045432"/>
            <a:ext cx="1743600" cy="410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6752" name="Google Shape;6752;p32"/>
          <p:cNvSpPr txBox="1"/>
          <p:nvPr>
            <p:ph idx="3" type="subTitle"/>
          </p:nvPr>
        </p:nvSpPr>
        <p:spPr>
          <a:xfrm>
            <a:off x="4692769" y="3440675"/>
            <a:ext cx="1743600" cy="102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6753" name="Google Shape;6753;p32"/>
          <p:cNvSpPr txBox="1"/>
          <p:nvPr>
            <p:ph idx="4" type="subTitle"/>
          </p:nvPr>
        </p:nvSpPr>
        <p:spPr>
          <a:xfrm>
            <a:off x="4692769" y="3045432"/>
            <a:ext cx="1743600" cy="410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6754" name="Google Shape;6754;p32"/>
          <p:cNvSpPr txBox="1"/>
          <p:nvPr>
            <p:ph idx="5" type="subTitle"/>
          </p:nvPr>
        </p:nvSpPr>
        <p:spPr>
          <a:xfrm>
            <a:off x="2707578" y="3440675"/>
            <a:ext cx="1743600" cy="102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6755" name="Google Shape;6755;p32"/>
          <p:cNvSpPr txBox="1"/>
          <p:nvPr>
            <p:ph idx="6" type="subTitle"/>
          </p:nvPr>
        </p:nvSpPr>
        <p:spPr>
          <a:xfrm>
            <a:off x="2707578" y="3045432"/>
            <a:ext cx="1743600" cy="410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6756" name="Google Shape;6756;p32"/>
          <p:cNvSpPr txBox="1"/>
          <p:nvPr>
            <p:ph idx="7" type="subTitle"/>
          </p:nvPr>
        </p:nvSpPr>
        <p:spPr>
          <a:xfrm>
            <a:off x="722375" y="3440675"/>
            <a:ext cx="1743600" cy="102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6757" name="Google Shape;6757;p32"/>
          <p:cNvSpPr txBox="1"/>
          <p:nvPr>
            <p:ph idx="8" type="subTitle"/>
          </p:nvPr>
        </p:nvSpPr>
        <p:spPr>
          <a:xfrm>
            <a:off x="722375" y="3045432"/>
            <a:ext cx="1743600" cy="410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6758" name="Google Shape;6758;p32"/>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800"/>
              <a:buNone/>
              <a:defRPr>
                <a:latin typeface="Poppins Light"/>
                <a:ea typeface="Poppins Light"/>
                <a:cs typeface="Poppins Light"/>
                <a:sym typeface="Poppins Light"/>
              </a:defRPr>
            </a:lvl2pPr>
            <a:lvl3pPr lvl="2">
              <a:spcBef>
                <a:spcPts val="0"/>
              </a:spcBef>
              <a:spcAft>
                <a:spcPts val="0"/>
              </a:spcAft>
              <a:buSzPts val="1800"/>
              <a:buNone/>
              <a:defRPr>
                <a:latin typeface="Poppins Light"/>
                <a:ea typeface="Poppins Light"/>
                <a:cs typeface="Poppins Light"/>
                <a:sym typeface="Poppins Light"/>
              </a:defRPr>
            </a:lvl3pPr>
            <a:lvl4pPr lvl="3">
              <a:spcBef>
                <a:spcPts val="0"/>
              </a:spcBef>
              <a:spcAft>
                <a:spcPts val="0"/>
              </a:spcAft>
              <a:buSzPts val="1800"/>
              <a:buNone/>
              <a:defRPr>
                <a:latin typeface="Poppins Light"/>
                <a:ea typeface="Poppins Light"/>
                <a:cs typeface="Poppins Light"/>
                <a:sym typeface="Poppins Light"/>
              </a:defRPr>
            </a:lvl4pPr>
            <a:lvl5pPr lvl="4">
              <a:spcBef>
                <a:spcPts val="0"/>
              </a:spcBef>
              <a:spcAft>
                <a:spcPts val="0"/>
              </a:spcAft>
              <a:buSzPts val="1800"/>
              <a:buNone/>
              <a:defRPr>
                <a:latin typeface="Poppins Light"/>
                <a:ea typeface="Poppins Light"/>
                <a:cs typeface="Poppins Light"/>
                <a:sym typeface="Poppins Light"/>
              </a:defRPr>
            </a:lvl5pPr>
            <a:lvl6pPr lvl="5">
              <a:spcBef>
                <a:spcPts val="0"/>
              </a:spcBef>
              <a:spcAft>
                <a:spcPts val="0"/>
              </a:spcAft>
              <a:buSzPts val="1800"/>
              <a:buNone/>
              <a:defRPr>
                <a:latin typeface="Poppins Light"/>
                <a:ea typeface="Poppins Light"/>
                <a:cs typeface="Poppins Light"/>
                <a:sym typeface="Poppins Light"/>
              </a:defRPr>
            </a:lvl6pPr>
            <a:lvl7pPr lvl="6">
              <a:spcBef>
                <a:spcPts val="0"/>
              </a:spcBef>
              <a:spcAft>
                <a:spcPts val="0"/>
              </a:spcAft>
              <a:buSzPts val="1800"/>
              <a:buNone/>
              <a:defRPr>
                <a:latin typeface="Poppins Light"/>
                <a:ea typeface="Poppins Light"/>
                <a:cs typeface="Poppins Light"/>
                <a:sym typeface="Poppins Light"/>
              </a:defRPr>
            </a:lvl7pPr>
            <a:lvl8pPr lvl="7">
              <a:spcBef>
                <a:spcPts val="0"/>
              </a:spcBef>
              <a:spcAft>
                <a:spcPts val="0"/>
              </a:spcAft>
              <a:buSzPts val="1800"/>
              <a:buNone/>
              <a:defRPr>
                <a:latin typeface="Poppins Light"/>
                <a:ea typeface="Poppins Light"/>
                <a:cs typeface="Poppins Light"/>
                <a:sym typeface="Poppins Light"/>
              </a:defRPr>
            </a:lvl8pPr>
            <a:lvl9pPr lvl="8">
              <a:spcBef>
                <a:spcPts val="0"/>
              </a:spcBef>
              <a:spcAft>
                <a:spcPts val="0"/>
              </a:spcAft>
              <a:buSzPts val="1800"/>
              <a:buNone/>
              <a:defRPr>
                <a:latin typeface="Poppins Light"/>
                <a:ea typeface="Poppins Light"/>
                <a:cs typeface="Poppins Light"/>
                <a:sym typeface="Poppins Light"/>
              </a:defRPr>
            </a:lvl9pPr>
          </a:lstStyle>
          <a:p/>
        </p:txBody>
      </p:sp>
      <p:grpSp>
        <p:nvGrpSpPr>
          <p:cNvPr id="6759" name="Google Shape;6759;p32"/>
          <p:cNvGrpSpPr/>
          <p:nvPr/>
        </p:nvGrpSpPr>
        <p:grpSpPr>
          <a:xfrm rot="1396384">
            <a:off x="-352462" y="-106016"/>
            <a:ext cx="1908331" cy="2002239"/>
            <a:chOff x="1978188" y="2669545"/>
            <a:chExt cx="1908398" cy="2002309"/>
          </a:xfrm>
        </p:grpSpPr>
        <p:sp>
          <p:nvSpPr>
            <p:cNvPr id="6760" name="Google Shape;6760;p32"/>
            <p:cNvSpPr/>
            <p:nvPr/>
          </p:nvSpPr>
          <p:spPr>
            <a:xfrm rot="-5400000">
              <a:off x="1995503" y="2780771"/>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32"/>
            <p:cNvSpPr/>
            <p:nvPr/>
          </p:nvSpPr>
          <p:spPr>
            <a:xfrm rot="-5400000">
              <a:off x="1931235" y="2716498"/>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32"/>
          <p:cNvGrpSpPr/>
          <p:nvPr/>
        </p:nvGrpSpPr>
        <p:grpSpPr>
          <a:xfrm rot="5400000">
            <a:off x="7942737" y="3821317"/>
            <a:ext cx="349968" cy="2052568"/>
            <a:chOff x="1037125" y="2236325"/>
            <a:chExt cx="149100" cy="874475"/>
          </a:xfrm>
        </p:grpSpPr>
        <p:sp>
          <p:nvSpPr>
            <p:cNvPr id="6763" name="Google Shape;6763;p32"/>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32"/>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32"/>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32"/>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32"/>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32"/>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32"/>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32"/>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32"/>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32"/>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32"/>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32"/>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32"/>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32"/>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32"/>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32"/>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32"/>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32"/>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32"/>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32"/>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32"/>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32"/>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32"/>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32"/>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32"/>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32"/>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32"/>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32"/>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32"/>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32"/>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32"/>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32"/>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32"/>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32"/>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32"/>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32"/>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9" name="Google Shape;6799;p3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_1">
    <p:spTree>
      <p:nvGrpSpPr>
        <p:cNvPr id="6800" name="Shape 6800"/>
        <p:cNvGrpSpPr/>
        <p:nvPr/>
      </p:nvGrpSpPr>
      <p:grpSpPr>
        <a:xfrm>
          <a:off x="0" y="0"/>
          <a:ext cx="0" cy="0"/>
          <a:chOff x="0" y="0"/>
          <a:chExt cx="0" cy="0"/>
        </a:xfrm>
      </p:grpSpPr>
      <p:sp>
        <p:nvSpPr>
          <p:cNvPr id="6801" name="Google Shape;6801;p33"/>
          <p:cNvSpPr/>
          <p:nvPr/>
        </p:nvSpPr>
        <p:spPr>
          <a:xfrm>
            <a:off x="4798369" y="1757189"/>
            <a:ext cx="960600" cy="960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33"/>
          <p:cNvSpPr/>
          <p:nvPr/>
        </p:nvSpPr>
        <p:spPr>
          <a:xfrm>
            <a:off x="4798369" y="3175114"/>
            <a:ext cx="960600" cy="960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33"/>
          <p:cNvSpPr/>
          <p:nvPr/>
        </p:nvSpPr>
        <p:spPr>
          <a:xfrm>
            <a:off x="728594" y="1757189"/>
            <a:ext cx="960600" cy="960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33"/>
          <p:cNvSpPr/>
          <p:nvPr/>
        </p:nvSpPr>
        <p:spPr>
          <a:xfrm>
            <a:off x="728594" y="3175114"/>
            <a:ext cx="960600" cy="960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33"/>
          <p:cNvSpPr txBox="1"/>
          <p:nvPr>
            <p:ph idx="1" type="subTitle"/>
          </p:nvPr>
        </p:nvSpPr>
        <p:spPr>
          <a:xfrm>
            <a:off x="6034529" y="3440675"/>
            <a:ext cx="2387100" cy="102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6806" name="Google Shape;6806;p33"/>
          <p:cNvSpPr txBox="1"/>
          <p:nvPr>
            <p:ph idx="2" type="subTitle"/>
          </p:nvPr>
        </p:nvSpPr>
        <p:spPr>
          <a:xfrm>
            <a:off x="6034529" y="3045430"/>
            <a:ext cx="2387100" cy="4101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6807" name="Google Shape;6807;p33"/>
          <p:cNvSpPr txBox="1"/>
          <p:nvPr>
            <p:ph idx="3" type="subTitle"/>
          </p:nvPr>
        </p:nvSpPr>
        <p:spPr>
          <a:xfrm>
            <a:off x="6034525" y="2022720"/>
            <a:ext cx="2387100" cy="102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6808" name="Google Shape;6808;p33"/>
          <p:cNvSpPr txBox="1"/>
          <p:nvPr>
            <p:ph idx="4" type="subTitle"/>
          </p:nvPr>
        </p:nvSpPr>
        <p:spPr>
          <a:xfrm>
            <a:off x="6034525" y="1627475"/>
            <a:ext cx="2387100" cy="4101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6809" name="Google Shape;6809;p33"/>
          <p:cNvSpPr txBox="1"/>
          <p:nvPr>
            <p:ph idx="5" type="subTitle"/>
          </p:nvPr>
        </p:nvSpPr>
        <p:spPr>
          <a:xfrm>
            <a:off x="1845729" y="3440675"/>
            <a:ext cx="2387100" cy="102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6810" name="Google Shape;6810;p33"/>
          <p:cNvSpPr txBox="1"/>
          <p:nvPr>
            <p:ph idx="6" type="subTitle"/>
          </p:nvPr>
        </p:nvSpPr>
        <p:spPr>
          <a:xfrm>
            <a:off x="1845729" y="3045430"/>
            <a:ext cx="2387100" cy="4101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6811" name="Google Shape;6811;p33"/>
          <p:cNvSpPr txBox="1"/>
          <p:nvPr>
            <p:ph idx="7" type="subTitle"/>
          </p:nvPr>
        </p:nvSpPr>
        <p:spPr>
          <a:xfrm>
            <a:off x="1845725" y="2022720"/>
            <a:ext cx="2387100" cy="102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6812" name="Google Shape;6812;p33"/>
          <p:cNvSpPr txBox="1"/>
          <p:nvPr>
            <p:ph idx="8" type="subTitle"/>
          </p:nvPr>
        </p:nvSpPr>
        <p:spPr>
          <a:xfrm>
            <a:off x="1845725" y="1627475"/>
            <a:ext cx="2387100" cy="4101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6813" name="Google Shape;6813;p33"/>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atin typeface="Poppins Light"/>
                <a:ea typeface="Poppins Light"/>
                <a:cs typeface="Poppins Light"/>
                <a:sym typeface="Poppins Light"/>
              </a:defRPr>
            </a:lvl2pPr>
            <a:lvl3pPr lvl="2" rtl="0">
              <a:spcBef>
                <a:spcPts val="0"/>
              </a:spcBef>
              <a:spcAft>
                <a:spcPts val="0"/>
              </a:spcAft>
              <a:buSzPts val="1800"/>
              <a:buNone/>
              <a:defRPr>
                <a:latin typeface="Poppins Light"/>
                <a:ea typeface="Poppins Light"/>
                <a:cs typeface="Poppins Light"/>
                <a:sym typeface="Poppins Light"/>
              </a:defRPr>
            </a:lvl3pPr>
            <a:lvl4pPr lvl="3" rtl="0">
              <a:spcBef>
                <a:spcPts val="0"/>
              </a:spcBef>
              <a:spcAft>
                <a:spcPts val="0"/>
              </a:spcAft>
              <a:buSzPts val="1800"/>
              <a:buNone/>
              <a:defRPr>
                <a:latin typeface="Poppins Light"/>
                <a:ea typeface="Poppins Light"/>
                <a:cs typeface="Poppins Light"/>
                <a:sym typeface="Poppins Light"/>
              </a:defRPr>
            </a:lvl4pPr>
            <a:lvl5pPr lvl="4" rtl="0">
              <a:spcBef>
                <a:spcPts val="0"/>
              </a:spcBef>
              <a:spcAft>
                <a:spcPts val="0"/>
              </a:spcAft>
              <a:buSzPts val="1800"/>
              <a:buNone/>
              <a:defRPr>
                <a:latin typeface="Poppins Light"/>
                <a:ea typeface="Poppins Light"/>
                <a:cs typeface="Poppins Light"/>
                <a:sym typeface="Poppins Light"/>
              </a:defRPr>
            </a:lvl5pPr>
            <a:lvl6pPr lvl="5" rtl="0">
              <a:spcBef>
                <a:spcPts val="0"/>
              </a:spcBef>
              <a:spcAft>
                <a:spcPts val="0"/>
              </a:spcAft>
              <a:buSzPts val="1800"/>
              <a:buNone/>
              <a:defRPr>
                <a:latin typeface="Poppins Light"/>
                <a:ea typeface="Poppins Light"/>
                <a:cs typeface="Poppins Light"/>
                <a:sym typeface="Poppins Light"/>
              </a:defRPr>
            </a:lvl6pPr>
            <a:lvl7pPr lvl="6" rtl="0">
              <a:spcBef>
                <a:spcPts val="0"/>
              </a:spcBef>
              <a:spcAft>
                <a:spcPts val="0"/>
              </a:spcAft>
              <a:buSzPts val="1800"/>
              <a:buNone/>
              <a:defRPr>
                <a:latin typeface="Poppins Light"/>
                <a:ea typeface="Poppins Light"/>
                <a:cs typeface="Poppins Light"/>
                <a:sym typeface="Poppins Light"/>
              </a:defRPr>
            </a:lvl7pPr>
            <a:lvl8pPr lvl="7" rtl="0">
              <a:spcBef>
                <a:spcPts val="0"/>
              </a:spcBef>
              <a:spcAft>
                <a:spcPts val="0"/>
              </a:spcAft>
              <a:buSzPts val="1800"/>
              <a:buNone/>
              <a:defRPr>
                <a:latin typeface="Poppins Light"/>
                <a:ea typeface="Poppins Light"/>
                <a:cs typeface="Poppins Light"/>
                <a:sym typeface="Poppins Light"/>
              </a:defRPr>
            </a:lvl8pPr>
            <a:lvl9pPr lvl="8" rtl="0">
              <a:spcBef>
                <a:spcPts val="0"/>
              </a:spcBef>
              <a:spcAft>
                <a:spcPts val="0"/>
              </a:spcAft>
              <a:buSzPts val="1800"/>
              <a:buNone/>
              <a:defRPr>
                <a:latin typeface="Poppins Light"/>
                <a:ea typeface="Poppins Light"/>
                <a:cs typeface="Poppins Light"/>
                <a:sym typeface="Poppins Light"/>
              </a:defRPr>
            </a:lvl9pPr>
          </a:lstStyle>
          <a:p/>
        </p:txBody>
      </p:sp>
      <p:grpSp>
        <p:nvGrpSpPr>
          <p:cNvPr id="6814" name="Google Shape;6814;p33"/>
          <p:cNvGrpSpPr/>
          <p:nvPr/>
        </p:nvGrpSpPr>
        <p:grpSpPr>
          <a:xfrm>
            <a:off x="184374" y="-608933"/>
            <a:ext cx="349968" cy="2052568"/>
            <a:chOff x="1037125" y="2236325"/>
            <a:chExt cx="149100" cy="874475"/>
          </a:xfrm>
        </p:grpSpPr>
        <p:sp>
          <p:nvSpPr>
            <p:cNvPr id="6815" name="Google Shape;6815;p33"/>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33"/>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33"/>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33"/>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33"/>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33"/>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33"/>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33"/>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33"/>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33"/>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33"/>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33"/>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33"/>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33"/>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33"/>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33"/>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33"/>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33"/>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33"/>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33"/>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33"/>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33"/>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33"/>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33"/>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33"/>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33"/>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33"/>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33"/>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33"/>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33"/>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33"/>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33"/>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33"/>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33"/>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33"/>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33"/>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1" name="Google Shape;6851;p33"/>
          <p:cNvSpPr/>
          <p:nvPr/>
        </p:nvSpPr>
        <p:spPr>
          <a:xfrm>
            <a:off x="8283110" y="431391"/>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33"/>
          <p:cNvSpPr/>
          <p:nvPr/>
        </p:nvSpPr>
        <p:spPr>
          <a:xfrm rot="-5400000">
            <a:off x="8437842" y="4436715"/>
            <a:ext cx="445241" cy="385621"/>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33"/>
          <p:cNvSpPr/>
          <p:nvPr/>
        </p:nvSpPr>
        <p:spPr>
          <a:xfrm rot="-5400000">
            <a:off x="8257050" y="3815213"/>
            <a:ext cx="1247936" cy="1094228"/>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3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MAIN_POINT_1">
    <p:spTree>
      <p:nvGrpSpPr>
        <p:cNvPr id="6855" name="Shape 6855"/>
        <p:cNvGrpSpPr/>
        <p:nvPr/>
      </p:nvGrpSpPr>
      <p:grpSpPr>
        <a:xfrm>
          <a:off x="0" y="0"/>
          <a:ext cx="0" cy="0"/>
          <a:chOff x="0" y="0"/>
          <a:chExt cx="0" cy="0"/>
        </a:xfrm>
      </p:grpSpPr>
      <p:sp>
        <p:nvSpPr>
          <p:cNvPr id="6856" name="Google Shape;6856;p34"/>
          <p:cNvSpPr txBox="1"/>
          <p:nvPr>
            <p:ph type="title"/>
          </p:nvPr>
        </p:nvSpPr>
        <p:spPr>
          <a:xfrm>
            <a:off x="3900125" y="580675"/>
            <a:ext cx="4521600" cy="1630800"/>
          </a:xfrm>
          <a:prstGeom prst="rect">
            <a:avLst/>
          </a:prstGeom>
        </p:spPr>
        <p:txBody>
          <a:bodyPr anchorCtr="0" anchor="ctr" bIns="91425" lIns="91425" spcFirstLastPara="1" rIns="91425" wrap="square" tIns="91425">
            <a:noAutofit/>
          </a:bodyPr>
          <a:lstStyle>
            <a:lvl1pPr lvl="0" rtl="0" algn="l">
              <a:spcBef>
                <a:spcPts val="0"/>
              </a:spcBef>
              <a:spcAft>
                <a:spcPts val="0"/>
              </a:spcAft>
              <a:buClr>
                <a:schemeClr val="accent1"/>
              </a:buClr>
              <a:buSzPts val="4800"/>
              <a:buFont typeface="Poppins SemiBold"/>
              <a:buNone/>
              <a:defRPr b="0" sz="3000">
                <a:latin typeface="Poppins SemiBold"/>
                <a:ea typeface="Poppins SemiBold"/>
                <a:cs typeface="Poppins SemiBold"/>
                <a:sym typeface="Poppins SemiBold"/>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6857" name="Google Shape;6857;p3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4_1">
    <p:spTree>
      <p:nvGrpSpPr>
        <p:cNvPr id="6858" name="Shape 6858"/>
        <p:cNvGrpSpPr/>
        <p:nvPr/>
      </p:nvGrpSpPr>
      <p:grpSpPr>
        <a:xfrm>
          <a:off x="0" y="0"/>
          <a:ext cx="0" cy="0"/>
          <a:chOff x="0" y="0"/>
          <a:chExt cx="0" cy="0"/>
        </a:xfrm>
      </p:grpSpPr>
      <p:sp>
        <p:nvSpPr>
          <p:cNvPr id="6859" name="Google Shape;6859;p35"/>
          <p:cNvSpPr/>
          <p:nvPr/>
        </p:nvSpPr>
        <p:spPr>
          <a:xfrm>
            <a:off x="0" y="1456075"/>
            <a:ext cx="8421600" cy="852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35"/>
          <p:cNvSpPr/>
          <p:nvPr/>
        </p:nvSpPr>
        <p:spPr>
          <a:xfrm>
            <a:off x="1064371" y="1750448"/>
            <a:ext cx="1296906" cy="1123223"/>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35"/>
          <p:cNvSpPr txBox="1"/>
          <p:nvPr>
            <p:ph hasCustomPrompt="1" type="title"/>
          </p:nvPr>
        </p:nvSpPr>
        <p:spPr>
          <a:xfrm>
            <a:off x="1064375" y="1969567"/>
            <a:ext cx="1296900" cy="698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3500"/>
              <a:buFont typeface="Poppins SemiBold"/>
              <a:buNone/>
              <a:defRPr b="0" sz="3500">
                <a:solidFill>
                  <a:schemeClr val="lt1"/>
                </a:solidFill>
                <a:latin typeface="Poppins SemiBold"/>
                <a:ea typeface="Poppins SemiBold"/>
                <a:cs typeface="Poppins SemiBold"/>
                <a:sym typeface="Poppins SemiBold"/>
              </a:defRPr>
            </a:lvl1pPr>
            <a:lvl2pPr lvl="1" rtl="0" algn="ctr">
              <a:spcBef>
                <a:spcPts val="0"/>
              </a:spcBef>
              <a:spcAft>
                <a:spcPts val="0"/>
              </a:spcAft>
              <a:buClr>
                <a:schemeClr val="accent3"/>
              </a:buClr>
              <a:buSzPts val="3500"/>
              <a:buNone/>
              <a:defRPr sz="3500">
                <a:solidFill>
                  <a:schemeClr val="accent3"/>
                </a:solidFill>
              </a:defRPr>
            </a:lvl2pPr>
            <a:lvl3pPr lvl="2" rtl="0" algn="ctr">
              <a:spcBef>
                <a:spcPts val="0"/>
              </a:spcBef>
              <a:spcAft>
                <a:spcPts val="0"/>
              </a:spcAft>
              <a:buClr>
                <a:schemeClr val="accent3"/>
              </a:buClr>
              <a:buSzPts val="3500"/>
              <a:buNone/>
              <a:defRPr sz="3500">
                <a:solidFill>
                  <a:schemeClr val="accent3"/>
                </a:solidFill>
              </a:defRPr>
            </a:lvl3pPr>
            <a:lvl4pPr lvl="3" rtl="0" algn="ctr">
              <a:spcBef>
                <a:spcPts val="0"/>
              </a:spcBef>
              <a:spcAft>
                <a:spcPts val="0"/>
              </a:spcAft>
              <a:buClr>
                <a:schemeClr val="accent3"/>
              </a:buClr>
              <a:buSzPts val="3500"/>
              <a:buNone/>
              <a:defRPr sz="3500">
                <a:solidFill>
                  <a:schemeClr val="accent3"/>
                </a:solidFill>
              </a:defRPr>
            </a:lvl4pPr>
            <a:lvl5pPr lvl="4" rtl="0" algn="ctr">
              <a:spcBef>
                <a:spcPts val="0"/>
              </a:spcBef>
              <a:spcAft>
                <a:spcPts val="0"/>
              </a:spcAft>
              <a:buClr>
                <a:schemeClr val="accent3"/>
              </a:buClr>
              <a:buSzPts val="3500"/>
              <a:buNone/>
              <a:defRPr sz="3500">
                <a:solidFill>
                  <a:schemeClr val="accent3"/>
                </a:solidFill>
              </a:defRPr>
            </a:lvl5pPr>
            <a:lvl6pPr lvl="5" rtl="0" algn="ctr">
              <a:spcBef>
                <a:spcPts val="0"/>
              </a:spcBef>
              <a:spcAft>
                <a:spcPts val="0"/>
              </a:spcAft>
              <a:buClr>
                <a:schemeClr val="accent3"/>
              </a:buClr>
              <a:buSzPts val="3500"/>
              <a:buNone/>
              <a:defRPr sz="3500">
                <a:solidFill>
                  <a:schemeClr val="accent3"/>
                </a:solidFill>
              </a:defRPr>
            </a:lvl6pPr>
            <a:lvl7pPr lvl="6" rtl="0" algn="ctr">
              <a:spcBef>
                <a:spcPts val="0"/>
              </a:spcBef>
              <a:spcAft>
                <a:spcPts val="0"/>
              </a:spcAft>
              <a:buClr>
                <a:schemeClr val="accent3"/>
              </a:buClr>
              <a:buSzPts val="3500"/>
              <a:buNone/>
              <a:defRPr sz="3500">
                <a:solidFill>
                  <a:schemeClr val="accent3"/>
                </a:solidFill>
              </a:defRPr>
            </a:lvl7pPr>
            <a:lvl8pPr lvl="7" rtl="0" algn="ctr">
              <a:spcBef>
                <a:spcPts val="0"/>
              </a:spcBef>
              <a:spcAft>
                <a:spcPts val="0"/>
              </a:spcAft>
              <a:buClr>
                <a:schemeClr val="accent3"/>
              </a:buClr>
              <a:buSzPts val="3500"/>
              <a:buNone/>
              <a:defRPr sz="3500">
                <a:solidFill>
                  <a:schemeClr val="accent3"/>
                </a:solidFill>
              </a:defRPr>
            </a:lvl8pPr>
            <a:lvl9pPr lvl="8" rtl="0" algn="ctr">
              <a:spcBef>
                <a:spcPts val="0"/>
              </a:spcBef>
              <a:spcAft>
                <a:spcPts val="0"/>
              </a:spcAft>
              <a:buClr>
                <a:schemeClr val="accent3"/>
              </a:buClr>
              <a:buSzPts val="3500"/>
              <a:buNone/>
              <a:defRPr sz="3500">
                <a:solidFill>
                  <a:schemeClr val="accent3"/>
                </a:solidFill>
              </a:defRPr>
            </a:lvl9pPr>
          </a:lstStyle>
          <a:p>
            <a:r>
              <a:t>xx%</a:t>
            </a:r>
          </a:p>
        </p:txBody>
      </p:sp>
      <p:sp>
        <p:nvSpPr>
          <p:cNvPr id="6862" name="Google Shape;6862;p35"/>
          <p:cNvSpPr/>
          <p:nvPr/>
        </p:nvSpPr>
        <p:spPr>
          <a:xfrm>
            <a:off x="3923546" y="1750448"/>
            <a:ext cx="1296906" cy="1123223"/>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35"/>
          <p:cNvSpPr/>
          <p:nvPr/>
        </p:nvSpPr>
        <p:spPr>
          <a:xfrm>
            <a:off x="6782721" y="1750448"/>
            <a:ext cx="1296906" cy="1123223"/>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35"/>
          <p:cNvSpPr/>
          <p:nvPr/>
        </p:nvSpPr>
        <p:spPr>
          <a:xfrm>
            <a:off x="4572000" y="4327724"/>
            <a:ext cx="4572000" cy="220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5" name="Google Shape;6865;p35"/>
          <p:cNvGrpSpPr/>
          <p:nvPr/>
        </p:nvGrpSpPr>
        <p:grpSpPr>
          <a:xfrm rot="5400000">
            <a:off x="5423312" y="3787766"/>
            <a:ext cx="349968" cy="2052568"/>
            <a:chOff x="1037125" y="2236325"/>
            <a:chExt cx="149100" cy="874475"/>
          </a:xfrm>
        </p:grpSpPr>
        <p:sp>
          <p:nvSpPr>
            <p:cNvPr id="6866" name="Google Shape;6866;p35"/>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35"/>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35"/>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35"/>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35"/>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35"/>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35"/>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35"/>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35"/>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35"/>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35"/>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35"/>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35"/>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35"/>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35"/>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35"/>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35"/>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35"/>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35"/>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35"/>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35"/>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35"/>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35"/>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35"/>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35"/>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35"/>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35"/>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35"/>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35"/>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35"/>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35"/>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35"/>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35"/>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35"/>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35"/>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35"/>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2" name="Google Shape;6902;p35"/>
          <p:cNvSpPr txBox="1"/>
          <p:nvPr>
            <p:ph idx="1" type="subTitle"/>
          </p:nvPr>
        </p:nvSpPr>
        <p:spPr>
          <a:xfrm>
            <a:off x="731669" y="2996889"/>
            <a:ext cx="1962300" cy="46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6903" name="Google Shape;6903;p35"/>
          <p:cNvSpPr txBox="1"/>
          <p:nvPr>
            <p:ph idx="2" type="subTitle"/>
          </p:nvPr>
        </p:nvSpPr>
        <p:spPr>
          <a:xfrm>
            <a:off x="3591575" y="2996889"/>
            <a:ext cx="1962300" cy="46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6904" name="Google Shape;6904;p35"/>
          <p:cNvSpPr txBox="1"/>
          <p:nvPr>
            <p:ph idx="3" type="subTitle"/>
          </p:nvPr>
        </p:nvSpPr>
        <p:spPr>
          <a:xfrm>
            <a:off x="6451481" y="2996889"/>
            <a:ext cx="1962300" cy="46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160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1600"/>
              </a:spcBef>
              <a:spcAft>
                <a:spcPts val="1600"/>
              </a:spcAft>
              <a:buSzPts val="1600"/>
              <a:buFont typeface="Poppins SemiBold"/>
              <a:buNone/>
              <a:defRPr sz="1600">
                <a:latin typeface="Poppins SemiBold"/>
                <a:ea typeface="Poppins SemiBold"/>
                <a:cs typeface="Poppins SemiBold"/>
                <a:sym typeface="Poppins SemiBold"/>
              </a:defRPr>
            </a:lvl9pPr>
          </a:lstStyle>
          <a:p/>
        </p:txBody>
      </p:sp>
      <p:sp>
        <p:nvSpPr>
          <p:cNvPr id="6905" name="Google Shape;6905;p35"/>
          <p:cNvSpPr txBox="1"/>
          <p:nvPr>
            <p:ph idx="4" type="subTitle"/>
          </p:nvPr>
        </p:nvSpPr>
        <p:spPr>
          <a:xfrm>
            <a:off x="731669" y="3333507"/>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6906" name="Google Shape;6906;p35"/>
          <p:cNvSpPr txBox="1"/>
          <p:nvPr>
            <p:ph idx="5" type="subTitle"/>
          </p:nvPr>
        </p:nvSpPr>
        <p:spPr>
          <a:xfrm>
            <a:off x="3591575" y="3333507"/>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6907" name="Google Shape;6907;p35"/>
          <p:cNvSpPr txBox="1"/>
          <p:nvPr>
            <p:ph idx="6" type="subTitle"/>
          </p:nvPr>
        </p:nvSpPr>
        <p:spPr>
          <a:xfrm>
            <a:off x="6451481" y="3333507"/>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6908" name="Google Shape;6908;p35"/>
          <p:cNvSpPr txBox="1"/>
          <p:nvPr>
            <p:ph idx="7" type="title"/>
          </p:nvPr>
        </p:nvSpPr>
        <p:spPr>
          <a:xfrm>
            <a:off x="731675" y="431400"/>
            <a:ext cx="3840300" cy="4782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a:lvl1pPr>
            <a:lvl2pPr lvl="1" rtl="0">
              <a:spcBef>
                <a:spcPts val="0"/>
              </a:spcBef>
              <a:spcAft>
                <a:spcPts val="0"/>
              </a:spcAft>
              <a:buSzPts val="1800"/>
              <a:buNone/>
              <a:defRPr>
                <a:latin typeface="Poppins Light"/>
                <a:ea typeface="Poppins Light"/>
                <a:cs typeface="Poppins Light"/>
                <a:sym typeface="Poppins Light"/>
              </a:defRPr>
            </a:lvl2pPr>
            <a:lvl3pPr lvl="2" rtl="0">
              <a:spcBef>
                <a:spcPts val="0"/>
              </a:spcBef>
              <a:spcAft>
                <a:spcPts val="0"/>
              </a:spcAft>
              <a:buSzPts val="1800"/>
              <a:buNone/>
              <a:defRPr>
                <a:latin typeface="Poppins Light"/>
                <a:ea typeface="Poppins Light"/>
                <a:cs typeface="Poppins Light"/>
                <a:sym typeface="Poppins Light"/>
              </a:defRPr>
            </a:lvl3pPr>
            <a:lvl4pPr lvl="3" rtl="0">
              <a:spcBef>
                <a:spcPts val="0"/>
              </a:spcBef>
              <a:spcAft>
                <a:spcPts val="0"/>
              </a:spcAft>
              <a:buSzPts val="1800"/>
              <a:buNone/>
              <a:defRPr>
                <a:latin typeface="Poppins Light"/>
                <a:ea typeface="Poppins Light"/>
                <a:cs typeface="Poppins Light"/>
                <a:sym typeface="Poppins Light"/>
              </a:defRPr>
            </a:lvl4pPr>
            <a:lvl5pPr lvl="4" rtl="0">
              <a:spcBef>
                <a:spcPts val="0"/>
              </a:spcBef>
              <a:spcAft>
                <a:spcPts val="0"/>
              </a:spcAft>
              <a:buSzPts val="1800"/>
              <a:buNone/>
              <a:defRPr>
                <a:latin typeface="Poppins Light"/>
                <a:ea typeface="Poppins Light"/>
                <a:cs typeface="Poppins Light"/>
                <a:sym typeface="Poppins Light"/>
              </a:defRPr>
            </a:lvl5pPr>
            <a:lvl6pPr lvl="5" rtl="0">
              <a:spcBef>
                <a:spcPts val="0"/>
              </a:spcBef>
              <a:spcAft>
                <a:spcPts val="0"/>
              </a:spcAft>
              <a:buSzPts val="1800"/>
              <a:buNone/>
              <a:defRPr>
                <a:latin typeface="Poppins Light"/>
                <a:ea typeface="Poppins Light"/>
                <a:cs typeface="Poppins Light"/>
                <a:sym typeface="Poppins Light"/>
              </a:defRPr>
            </a:lvl6pPr>
            <a:lvl7pPr lvl="6" rtl="0">
              <a:spcBef>
                <a:spcPts val="0"/>
              </a:spcBef>
              <a:spcAft>
                <a:spcPts val="0"/>
              </a:spcAft>
              <a:buSzPts val="1800"/>
              <a:buNone/>
              <a:defRPr>
                <a:latin typeface="Poppins Light"/>
                <a:ea typeface="Poppins Light"/>
                <a:cs typeface="Poppins Light"/>
                <a:sym typeface="Poppins Light"/>
              </a:defRPr>
            </a:lvl7pPr>
            <a:lvl8pPr lvl="7" rtl="0">
              <a:spcBef>
                <a:spcPts val="0"/>
              </a:spcBef>
              <a:spcAft>
                <a:spcPts val="0"/>
              </a:spcAft>
              <a:buSzPts val="1800"/>
              <a:buNone/>
              <a:defRPr>
                <a:latin typeface="Poppins Light"/>
                <a:ea typeface="Poppins Light"/>
                <a:cs typeface="Poppins Light"/>
                <a:sym typeface="Poppins Light"/>
              </a:defRPr>
            </a:lvl8pPr>
            <a:lvl9pPr lvl="8" rtl="0">
              <a:spcBef>
                <a:spcPts val="0"/>
              </a:spcBef>
              <a:spcAft>
                <a:spcPts val="0"/>
              </a:spcAft>
              <a:buSzPts val="1800"/>
              <a:buNone/>
              <a:defRPr>
                <a:latin typeface="Poppins Light"/>
                <a:ea typeface="Poppins Light"/>
                <a:cs typeface="Poppins Light"/>
                <a:sym typeface="Poppins Light"/>
              </a:defRPr>
            </a:lvl9pPr>
          </a:lstStyle>
          <a:p/>
        </p:txBody>
      </p:sp>
      <p:grpSp>
        <p:nvGrpSpPr>
          <p:cNvPr id="6909" name="Google Shape;6909;p35"/>
          <p:cNvGrpSpPr/>
          <p:nvPr/>
        </p:nvGrpSpPr>
        <p:grpSpPr>
          <a:xfrm>
            <a:off x="8096583" y="-871373"/>
            <a:ext cx="1908398" cy="2002309"/>
            <a:chOff x="1978188" y="2669545"/>
            <a:chExt cx="1908398" cy="2002309"/>
          </a:xfrm>
        </p:grpSpPr>
        <p:sp>
          <p:nvSpPr>
            <p:cNvPr id="6910" name="Google Shape;6910;p35"/>
            <p:cNvSpPr/>
            <p:nvPr/>
          </p:nvSpPr>
          <p:spPr>
            <a:xfrm rot="-5400000">
              <a:off x="1995503" y="2780771"/>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35"/>
            <p:cNvSpPr/>
            <p:nvPr/>
          </p:nvSpPr>
          <p:spPr>
            <a:xfrm rot="-5400000">
              <a:off x="1931235" y="2716498"/>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2" name="Google Shape;6912;p35"/>
          <p:cNvSpPr txBox="1"/>
          <p:nvPr>
            <p:ph hasCustomPrompt="1" idx="8" type="title"/>
          </p:nvPr>
        </p:nvSpPr>
        <p:spPr>
          <a:xfrm>
            <a:off x="3923550" y="1969567"/>
            <a:ext cx="1296900" cy="698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3500"/>
              <a:buFont typeface="Poppins SemiBold"/>
              <a:buNone/>
              <a:defRPr b="0" sz="3500">
                <a:solidFill>
                  <a:schemeClr val="lt1"/>
                </a:solidFill>
                <a:latin typeface="Poppins SemiBold"/>
                <a:ea typeface="Poppins SemiBold"/>
                <a:cs typeface="Poppins SemiBold"/>
                <a:sym typeface="Poppins SemiBold"/>
              </a:defRPr>
            </a:lvl1pPr>
            <a:lvl2pPr lvl="1" rtl="0" algn="ctr">
              <a:spcBef>
                <a:spcPts val="0"/>
              </a:spcBef>
              <a:spcAft>
                <a:spcPts val="0"/>
              </a:spcAft>
              <a:buClr>
                <a:schemeClr val="accent3"/>
              </a:buClr>
              <a:buSzPts val="3500"/>
              <a:buNone/>
              <a:defRPr sz="3500">
                <a:solidFill>
                  <a:schemeClr val="accent3"/>
                </a:solidFill>
              </a:defRPr>
            </a:lvl2pPr>
            <a:lvl3pPr lvl="2" rtl="0" algn="ctr">
              <a:spcBef>
                <a:spcPts val="0"/>
              </a:spcBef>
              <a:spcAft>
                <a:spcPts val="0"/>
              </a:spcAft>
              <a:buClr>
                <a:schemeClr val="accent3"/>
              </a:buClr>
              <a:buSzPts val="3500"/>
              <a:buNone/>
              <a:defRPr sz="3500">
                <a:solidFill>
                  <a:schemeClr val="accent3"/>
                </a:solidFill>
              </a:defRPr>
            </a:lvl3pPr>
            <a:lvl4pPr lvl="3" rtl="0" algn="ctr">
              <a:spcBef>
                <a:spcPts val="0"/>
              </a:spcBef>
              <a:spcAft>
                <a:spcPts val="0"/>
              </a:spcAft>
              <a:buClr>
                <a:schemeClr val="accent3"/>
              </a:buClr>
              <a:buSzPts val="3500"/>
              <a:buNone/>
              <a:defRPr sz="3500">
                <a:solidFill>
                  <a:schemeClr val="accent3"/>
                </a:solidFill>
              </a:defRPr>
            </a:lvl4pPr>
            <a:lvl5pPr lvl="4" rtl="0" algn="ctr">
              <a:spcBef>
                <a:spcPts val="0"/>
              </a:spcBef>
              <a:spcAft>
                <a:spcPts val="0"/>
              </a:spcAft>
              <a:buClr>
                <a:schemeClr val="accent3"/>
              </a:buClr>
              <a:buSzPts val="3500"/>
              <a:buNone/>
              <a:defRPr sz="3500">
                <a:solidFill>
                  <a:schemeClr val="accent3"/>
                </a:solidFill>
              </a:defRPr>
            </a:lvl5pPr>
            <a:lvl6pPr lvl="5" rtl="0" algn="ctr">
              <a:spcBef>
                <a:spcPts val="0"/>
              </a:spcBef>
              <a:spcAft>
                <a:spcPts val="0"/>
              </a:spcAft>
              <a:buClr>
                <a:schemeClr val="accent3"/>
              </a:buClr>
              <a:buSzPts val="3500"/>
              <a:buNone/>
              <a:defRPr sz="3500">
                <a:solidFill>
                  <a:schemeClr val="accent3"/>
                </a:solidFill>
              </a:defRPr>
            </a:lvl6pPr>
            <a:lvl7pPr lvl="6" rtl="0" algn="ctr">
              <a:spcBef>
                <a:spcPts val="0"/>
              </a:spcBef>
              <a:spcAft>
                <a:spcPts val="0"/>
              </a:spcAft>
              <a:buClr>
                <a:schemeClr val="accent3"/>
              </a:buClr>
              <a:buSzPts val="3500"/>
              <a:buNone/>
              <a:defRPr sz="3500">
                <a:solidFill>
                  <a:schemeClr val="accent3"/>
                </a:solidFill>
              </a:defRPr>
            </a:lvl7pPr>
            <a:lvl8pPr lvl="7" rtl="0" algn="ctr">
              <a:spcBef>
                <a:spcPts val="0"/>
              </a:spcBef>
              <a:spcAft>
                <a:spcPts val="0"/>
              </a:spcAft>
              <a:buClr>
                <a:schemeClr val="accent3"/>
              </a:buClr>
              <a:buSzPts val="3500"/>
              <a:buNone/>
              <a:defRPr sz="3500">
                <a:solidFill>
                  <a:schemeClr val="accent3"/>
                </a:solidFill>
              </a:defRPr>
            </a:lvl8pPr>
            <a:lvl9pPr lvl="8" rtl="0" algn="ctr">
              <a:spcBef>
                <a:spcPts val="0"/>
              </a:spcBef>
              <a:spcAft>
                <a:spcPts val="0"/>
              </a:spcAft>
              <a:buClr>
                <a:schemeClr val="accent3"/>
              </a:buClr>
              <a:buSzPts val="3500"/>
              <a:buNone/>
              <a:defRPr sz="3500">
                <a:solidFill>
                  <a:schemeClr val="accent3"/>
                </a:solidFill>
              </a:defRPr>
            </a:lvl9pPr>
          </a:lstStyle>
          <a:p>
            <a:r>
              <a:t>xx%</a:t>
            </a:r>
          </a:p>
        </p:txBody>
      </p:sp>
      <p:sp>
        <p:nvSpPr>
          <p:cNvPr id="6913" name="Google Shape;6913;p35"/>
          <p:cNvSpPr txBox="1"/>
          <p:nvPr>
            <p:ph hasCustomPrompt="1" idx="9" type="title"/>
          </p:nvPr>
        </p:nvSpPr>
        <p:spPr>
          <a:xfrm>
            <a:off x="6782725" y="1969567"/>
            <a:ext cx="1296900" cy="698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3500"/>
              <a:buFont typeface="Poppins SemiBold"/>
              <a:buNone/>
              <a:defRPr b="0" sz="3500">
                <a:solidFill>
                  <a:schemeClr val="lt1"/>
                </a:solidFill>
                <a:latin typeface="Poppins SemiBold"/>
                <a:ea typeface="Poppins SemiBold"/>
                <a:cs typeface="Poppins SemiBold"/>
                <a:sym typeface="Poppins SemiBold"/>
              </a:defRPr>
            </a:lvl1pPr>
            <a:lvl2pPr lvl="1" rtl="0" algn="ctr">
              <a:spcBef>
                <a:spcPts val="0"/>
              </a:spcBef>
              <a:spcAft>
                <a:spcPts val="0"/>
              </a:spcAft>
              <a:buClr>
                <a:schemeClr val="accent3"/>
              </a:buClr>
              <a:buSzPts val="3500"/>
              <a:buNone/>
              <a:defRPr sz="3500">
                <a:solidFill>
                  <a:schemeClr val="accent3"/>
                </a:solidFill>
              </a:defRPr>
            </a:lvl2pPr>
            <a:lvl3pPr lvl="2" rtl="0" algn="ctr">
              <a:spcBef>
                <a:spcPts val="0"/>
              </a:spcBef>
              <a:spcAft>
                <a:spcPts val="0"/>
              </a:spcAft>
              <a:buClr>
                <a:schemeClr val="accent3"/>
              </a:buClr>
              <a:buSzPts val="3500"/>
              <a:buNone/>
              <a:defRPr sz="3500">
                <a:solidFill>
                  <a:schemeClr val="accent3"/>
                </a:solidFill>
              </a:defRPr>
            </a:lvl3pPr>
            <a:lvl4pPr lvl="3" rtl="0" algn="ctr">
              <a:spcBef>
                <a:spcPts val="0"/>
              </a:spcBef>
              <a:spcAft>
                <a:spcPts val="0"/>
              </a:spcAft>
              <a:buClr>
                <a:schemeClr val="accent3"/>
              </a:buClr>
              <a:buSzPts val="3500"/>
              <a:buNone/>
              <a:defRPr sz="3500">
                <a:solidFill>
                  <a:schemeClr val="accent3"/>
                </a:solidFill>
              </a:defRPr>
            </a:lvl4pPr>
            <a:lvl5pPr lvl="4" rtl="0" algn="ctr">
              <a:spcBef>
                <a:spcPts val="0"/>
              </a:spcBef>
              <a:spcAft>
                <a:spcPts val="0"/>
              </a:spcAft>
              <a:buClr>
                <a:schemeClr val="accent3"/>
              </a:buClr>
              <a:buSzPts val="3500"/>
              <a:buNone/>
              <a:defRPr sz="3500">
                <a:solidFill>
                  <a:schemeClr val="accent3"/>
                </a:solidFill>
              </a:defRPr>
            </a:lvl5pPr>
            <a:lvl6pPr lvl="5" rtl="0" algn="ctr">
              <a:spcBef>
                <a:spcPts val="0"/>
              </a:spcBef>
              <a:spcAft>
                <a:spcPts val="0"/>
              </a:spcAft>
              <a:buClr>
                <a:schemeClr val="accent3"/>
              </a:buClr>
              <a:buSzPts val="3500"/>
              <a:buNone/>
              <a:defRPr sz="3500">
                <a:solidFill>
                  <a:schemeClr val="accent3"/>
                </a:solidFill>
              </a:defRPr>
            </a:lvl6pPr>
            <a:lvl7pPr lvl="6" rtl="0" algn="ctr">
              <a:spcBef>
                <a:spcPts val="0"/>
              </a:spcBef>
              <a:spcAft>
                <a:spcPts val="0"/>
              </a:spcAft>
              <a:buClr>
                <a:schemeClr val="accent3"/>
              </a:buClr>
              <a:buSzPts val="3500"/>
              <a:buNone/>
              <a:defRPr sz="3500">
                <a:solidFill>
                  <a:schemeClr val="accent3"/>
                </a:solidFill>
              </a:defRPr>
            </a:lvl7pPr>
            <a:lvl8pPr lvl="7" rtl="0" algn="ctr">
              <a:spcBef>
                <a:spcPts val="0"/>
              </a:spcBef>
              <a:spcAft>
                <a:spcPts val="0"/>
              </a:spcAft>
              <a:buClr>
                <a:schemeClr val="accent3"/>
              </a:buClr>
              <a:buSzPts val="3500"/>
              <a:buNone/>
              <a:defRPr sz="3500">
                <a:solidFill>
                  <a:schemeClr val="accent3"/>
                </a:solidFill>
              </a:defRPr>
            </a:lvl8pPr>
            <a:lvl9pPr lvl="8" rtl="0" algn="ctr">
              <a:spcBef>
                <a:spcPts val="0"/>
              </a:spcBef>
              <a:spcAft>
                <a:spcPts val="0"/>
              </a:spcAft>
              <a:buClr>
                <a:schemeClr val="accent3"/>
              </a:buClr>
              <a:buSzPts val="3500"/>
              <a:buNone/>
              <a:defRPr sz="3500">
                <a:solidFill>
                  <a:schemeClr val="accent3"/>
                </a:solidFill>
              </a:defRPr>
            </a:lvl9pPr>
          </a:lstStyle>
          <a:p>
            <a:r>
              <a:t>xx%</a:t>
            </a:r>
          </a:p>
        </p:txBody>
      </p:sp>
      <p:sp>
        <p:nvSpPr>
          <p:cNvPr id="6914" name="Google Shape;6914;p3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3_2_1">
    <p:spTree>
      <p:nvGrpSpPr>
        <p:cNvPr id="6915" name="Shape 6915"/>
        <p:cNvGrpSpPr/>
        <p:nvPr/>
      </p:nvGrpSpPr>
      <p:grpSpPr>
        <a:xfrm>
          <a:off x="0" y="0"/>
          <a:ext cx="0" cy="0"/>
          <a:chOff x="0" y="0"/>
          <a:chExt cx="0" cy="0"/>
        </a:xfrm>
      </p:grpSpPr>
      <p:sp>
        <p:nvSpPr>
          <p:cNvPr id="6916" name="Google Shape;6916;p36"/>
          <p:cNvSpPr txBox="1"/>
          <p:nvPr>
            <p:ph idx="1" type="subTitle"/>
          </p:nvPr>
        </p:nvSpPr>
        <p:spPr>
          <a:xfrm>
            <a:off x="4715350" y="1409500"/>
            <a:ext cx="3690900" cy="2589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accent1"/>
              </a:buClr>
              <a:buSzPts val="1800"/>
              <a:buChar char="●"/>
              <a:defRPr/>
            </a:lvl1pPr>
            <a:lvl2pPr lvl="1" rtl="0">
              <a:spcBef>
                <a:spcPts val="1600"/>
              </a:spcBef>
              <a:spcAft>
                <a:spcPts val="0"/>
              </a:spcAft>
              <a:buSzPts val="1400"/>
              <a:buFont typeface="Poppins Light"/>
              <a:buChar char="○"/>
              <a:defRPr>
                <a:latin typeface="Poppins Light"/>
                <a:ea typeface="Poppins Light"/>
                <a:cs typeface="Poppins Light"/>
                <a:sym typeface="Poppins Light"/>
              </a:defRPr>
            </a:lvl2pPr>
            <a:lvl3pPr lvl="2" rtl="0">
              <a:spcBef>
                <a:spcPts val="1600"/>
              </a:spcBef>
              <a:spcAft>
                <a:spcPts val="0"/>
              </a:spcAft>
              <a:buSzPts val="1400"/>
              <a:buFont typeface="Poppins Light"/>
              <a:buChar char="■"/>
              <a:defRPr>
                <a:latin typeface="Poppins Light"/>
                <a:ea typeface="Poppins Light"/>
                <a:cs typeface="Poppins Light"/>
                <a:sym typeface="Poppins Light"/>
              </a:defRPr>
            </a:lvl3pPr>
            <a:lvl4pPr lvl="3" rtl="0">
              <a:spcBef>
                <a:spcPts val="1600"/>
              </a:spcBef>
              <a:spcAft>
                <a:spcPts val="0"/>
              </a:spcAft>
              <a:buSzPts val="1400"/>
              <a:buFont typeface="Poppins Light"/>
              <a:buChar char="●"/>
              <a:defRPr>
                <a:latin typeface="Poppins Light"/>
                <a:ea typeface="Poppins Light"/>
                <a:cs typeface="Poppins Light"/>
                <a:sym typeface="Poppins Light"/>
              </a:defRPr>
            </a:lvl4pPr>
            <a:lvl5pPr lvl="4" rtl="0">
              <a:spcBef>
                <a:spcPts val="1600"/>
              </a:spcBef>
              <a:spcAft>
                <a:spcPts val="0"/>
              </a:spcAft>
              <a:buSzPts val="1400"/>
              <a:buFont typeface="Poppins Light"/>
              <a:buChar char="○"/>
              <a:defRPr>
                <a:latin typeface="Poppins Light"/>
                <a:ea typeface="Poppins Light"/>
                <a:cs typeface="Poppins Light"/>
                <a:sym typeface="Poppins Light"/>
              </a:defRPr>
            </a:lvl5pPr>
            <a:lvl6pPr lvl="5" rtl="0">
              <a:spcBef>
                <a:spcPts val="1600"/>
              </a:spcBef>
              <a:spcAft>
                <a:spcPts val="0"/>
              </a:spcAft>
              <a:buSzPts val="1400"/>
              <a:buFont typeface="Poppins Light"/>
              <a:buChar char="■"/>
              <a:defRPr>
                <a:latin typeface="Poppins Light"/>
                <a:ea typeface="Poppins Light"/>
                <a:cs typeface="Poppins Light"/>
                <a:sym typeface="Poppins Light"/>
              </a:defRPr>
            </a:lvl6pPr>
            <a:lvl7pPr lvl="6" rtl="0">
              <a:spcBef>
                <a:spcPts val="1600"/>
              </a:spcBef>
              <a:spcAft>
                <a:spcPts val="0"/>
              </a:spcAft>
              <a:buSzPts val="1400"/>
              <a:buFont typeface="Poppins Light"/>
              <a:buChar char="●"/>
              <a:defRPr>
                <a:latin typeface="Poppins Light"/>
                <a:ea typeface="Poppins Light"/>
                <a:cs typeface="Poppins Light"/>
                <a:sym typeface="Poppins Light"/>
              </a:defRPr>
            </a:lvl7pPr>
            <a:lvl8pPr lvl="7" rtl="0">
              <a:spcBef>
                <a:spcPts val="1600"/>
              </a:spcBef>
              <a:spcAft>
                <a:spcPts val="0"/>
              </a:spcAft>
              <a:buSzPts val="1400"/>
              <a:buFont typeface="Poppins Light"/>
              <a:buChar char="○"/>
              <a:defRPr>
                <a:latin typeface="Poppins Light"/>
                <a:ea typeface="Poppins Light"/>
                <a:cs typeface="Poppins Light"/>
                <a:sym typeface="Poppins Light"/>
              </a:defRPr>
            </a:lvl8pPr>
            <a:lvl9pPr lvl="8" rtl="0">
              <a:spcBef>
                <a:spcPts val="1600"/>
              </a:spcBef>
              <a:spcAft>
                <a:spcPts val="1600"/>
              </a:spcAft>
              <a:buSzPts val="1400"/>
              <a:buFont typeface="Poppins Light"/>
              <a:buChar char="■"/>
              <a:defRPr>
                <a:latin typeface="Poppins Light"/>
                <a:ea typeface="Poppins Light"/>
                <a:cs typeface="Poppins Light"/>
                <a:sym typeface="Poppins Light"/>
              </a:defRPr>
            </a:lvl9pPr>
          </a:lstStyle>
          <a:p/>
        </p:txBody>
      </p:sp>
      <p:sp>
        <p:nvSpPr>
          <p:cNvPr id="6917" name="Google Shape;6917;p36"/>
          <p:cNvSpPr/>
          <p:nvPr/>
        </p:nvSpPr>
        <p:spPr>
          <a:xfrm flipH="1" rot="4500117">
            <a:off x="787108" y="929270"/>
            <a:ext cx="958257" cy="836789"/>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6918" name="Google Shape;6918;p36"/>
          <p:cNvGrpSpPr/>
          <p:nvPr/>
        </p:nvGrpSpPr>
        <p:grpSpPr>
          <a:xfrm flipH="1" rot="5400000">
            <a:off x="588918" y="606393"/>
            <a:ext cx="349968" cy="2060963"/>
            <a:chOff x="1037125" y="2236325"/>
            <a:chExt cx="149100" cy="874475"/>
          </a:xfrm>
        </p:grpSpPr>
        <p:sp>
          <p:nvSpPr>
            <p:cNvPr id="6919" name="Google Shape;6919;p36"/>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36"/>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36"/>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36"/>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36"/>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36"/>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36"/>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36"/>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36"/>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36"/>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36"/>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36"/>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36"/>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36"/>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36"/>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36"/>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36"/>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36"/>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36"/>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36"/>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36"/>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36"/>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36"/>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36"/>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36"/>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36"/>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36"/>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36"/>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36"/>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36"/>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36"/>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36"/>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36"/>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36"/>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36"/>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36"/>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5" name="Google Shape;6955;p36"/>
          <p:cNvSpPr/>
          <p:nvPr/>
        </p:nvSpPr>
        <p:spPr>
          <a:xfrm flipH="1">
            <a:off x="8198788" y="222898"/>
            <a:ext cx="725102" cy="633202"/>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6" name="Google Shape;6956;p36"/>
          <p:cNvGrpSpPr/>
          <p:nvPr/>
        </p:nvGrpSpPr>
        <p:grpSpPr>
          <a:xfrm flipH="1" rot="5400000">
            <a:off x="8390322" y="4514432"/>
            <a:ext cx="1019815" cy="948206"/>
            <a:chOff x="2113525" y="2880575"/>
            <a:chExt cx="609500" cy="564375"/>
          </a:xfrm>
        </p:grpSpPr>
        <p:sp>
          <p:nvSpPr>
            <p:cNvPr id="6957" name="Google Shape;6957;p36"/>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36"/>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36"/>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36"/>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1" name="Google Shape;6961;p36"/>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atin typeface="Poppins Light"/>
                <a:ea typeface="Poppins Light"/>
                <a:cs typeface="Poppins Light"/>
                <a:sym typeface="Poppins Light"/>
              </a:defRPr>
            </a:lvl2pPr>
            <a:lvl3pPr lvl="2" rtl="0">
              <a:spcBef>
                <a:spcPts val="0"/>
              </a:spcBef>
              <a:spcAft>
                <a:spcPts val="0"/>
              </a:spcAft>
              <a:buSzPts val="1800"/>
              <a:buNone/>
              <a:defRPr>
                <a:latin typeface="Poppins Light"/>
                <a:ea typeface="Poppins Light"/>
                <a:cs typeface="Poppins Light"/>
                <a:sym typeface="Poppins Light"/>
              </a:defRPr>
            </a:lvl3pPr>
            <a:lvl4pPr lvl="3" rtl="0">
              <a:spcBef>
                <a:spcPts val="0"/>
              </a:spcBef>
              <a:spcAft>
                <a:spcPts val="0"/>
              </a:spcAft>
              <a:buSzPts val="1800"/>
              <a:buNone/>
              <a:defRPr>
                <a:latin typeface="Poppins Light"/>
                <a:ea typeface="Poppins Light"/>
                <a:cs typeface="Poppins Light"/>
                <a:sym typeface="Poppins Light"/>
              </a:defRPr>
            </a:lvl4pPr>
            <a:lvl5pPr lvl="4" rtl="0">
              <a:spcBef>
                <a:spcPts val="0"/>
              </a:spcBef>
              <a:spcAft>
                <a:spcPts val="0"/>
              </a:spcAft>
              <a:buSzPts val="1800"/>
              <a:buNone/>
              <a:defRPr>
                <a:latin typeface="Poppins Light"/>
                <a:ea typeface="Poppins Light"/>
                <a:cs typeface="Poppins Light"/>
                <a:sym typeface="Poppins Light"/>
              </a:defRPr>
            </a:lvl5pPr>
            <a:lvl6pPr lvl="5" rtl="0">
              <a:spcBef>
                <a:spcPts val="0"/>
              </a:spcBef>
              <a:spcAft>
                <a:spcPts val="0"/>
              </a:spcAft>
              <a:buSzPts val="1800"/>
              <a:buNone/>
              <a:defRPr>
                <a:latin typeface="Poppins Light"/>
                <a:ea typeface="Poppins Light"/>
                <a:cs typeface="Poppins Light"/>
                <a:sym typeface="Poppins Light"/>
              </a:defRPr>
            </a:lvl6pPr>
            <a:lvl7pPr lvl="6" rtl="0">
              <a:spcBef>
                <a:spcPts val="0"/>
              </a:spcBef>
              <a:spcAft>
                <a:spcPts val="0"/>
              </a:spcAft>
              <a:buSzPts val="1800"/>
              <a:buNone/>
              <a:defRPr>
                <a:latin typeface="Poppins Light"/>
                <a:ea typeface="Poppins Light"/>
                <a:cs typeface="Poppins Light"/>
                <a:sym typeface="Poppins Light"/>
              </a:defRPr>
            </a:lvl7pPr>
            <a:lvl8pPr lvl="7" rtl="0">
              <a:spcBef>
                <a:spcPts val="0"/>
              </a:spcBef>
              <a:spcAft>
                <a:spcPts val="0"/>
              </a:spcAft>
              <a:buSzPts val="1800"/>
              <a:buNone/>
              <a:defRPr>
                <a:latin typeface="Poppins Light"/>
                <a:ea typeface="Poppins Light"/>
                <a:cs typeface="Poppins Light"/>
                <a:sym typeface="Poppins Light"/>
              </a:defRPr>
            </a:lvl8pPr>
            <a:lvl9pPr lvl="8" rtl="0">
              <a:spcBef>
                <a:spcPts val="0"/>
              </a:spcBef>
              <a:spcAft>
                <a:spcPts val="0"/>
              </a:spcAft>
              <a:buSzPts val="1800"/>
              <a:buNone/>
              <a:defRPr>
                <a:latin typeface="Poppins Light"/>
                <a:ea typeface="Poppins Light"/>
                <a:cs typeface="Poppins Light"/>
                <a:sym typeface="Poppins Light"/>
              </a:defRPr>
            </a:lvl9pPr>
          </a:lstStyle>
          <a:p/>
        </p:txBody>
      </p:sp>
      <p:sp>
        <p:nvSpPr>
          <p:cNvPr id="6962" name="Google Shape;6962;p3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6_1">
    <p:spTree>
      <p:nvGrpSpPr>
        <p:cNvPr id="6963" name="Shape 6963"/>
        <p:cNvGrpSpPr/>
        <p:nvPr/>
      </p:nvGrpSpPr>
      <p:grpSpPr>
        <a:xfrm>
          <a:off x="0" y="0"/>
          <a:ext cx="0" cy="0"/>
          <a:chOff x="0" y="0"/>
          <a:chExt cx="0" cy="0"/>
        </a:xfrm>
      </p:grpSpPr>
      <p:grpSp>
        <p:nvGrpSpPr>
          <p:cNvPr id="6964" name="Google Shape;6964;p37"/>
          <p:cNvGrpSpPr/>
          <p:nvPr/>
        </p:nvGrpSpPr>
        <p:grpSpPr>
          <a:xfrm flipH="1" rot="5400000">
            <a:off x="792893" y="4003981"/>
            <a:ext cx="349968" cy="2060963"/>
            <a:chOff x="1037125" y="2236325"/>
            <a:chExt cx="149100" cy="874475"/>
          </a:xfrm>
        </p:grpSpPr>
        <p:sp>
          <p:nvSpPr>
            <p:cNvPr id="6965" name="Google Shape;6965;p37"/>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37"/>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37"/>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37"/>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37"/>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37"/>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37"/>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37"/>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37"/>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37"/>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37"/>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37"/>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37"/>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37"/>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37"/>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37"/>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37"/>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37"/>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37"/>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37"/>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37"/>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37"/>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37"/>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37"/>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37"/>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37"/>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37"/>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37"/>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37"/>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37"/>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37"/>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37"/>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37"/>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37"/>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37"/>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37"/>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37"/>
          <p:cNvGrpSpPr/>
          <p:nvPr/>
        </p:nvGrpSpPr>
        <p:grpSpPr>
          <a:xfrm flipH="1">
            <a:off x="3951806" y="-304464"/>
            <a:ext cx="1327016" cy="1143257"/>
            <a:chOff x="1247631" y="417998"/>
            <a:chExt cx="1321597" cy="1143257"/>
          </a:xfrm>
        </p:grpSpPr>
        <p:sp>
          <p:nvSpPr>
            <p:cNvPr id="7002" name="Google Shape;7002;p37"/>
            <p:cNvSpPr/>
            <p:nvPr/>
          </p:nvSpPr>
          <p:spPr>
            <a:xfrm>
              <a:off x="1847080" y="417998"/>
              <a:ext cx="722148" cy="633202"/>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3" name="Google Shape;7003;p37"/>
            <p:cNvGrpSpPr/>
            <p:nvPr/>
          </p:nvGrpSpPr>
          <p:grpSpPr>
            <a:xfrm rot="-5400000">
              <a:off x="1236998" y="555923"/>
              <a:ext cx="1015965" cy="994700"/>
              <a:chOff x="2113525" y="2524286"/>
              <a:chExt cx="607199" cy="594489"/>
            </a:xfrm>
          </p:grpSpPr>
          <p:sp>
            <p:nvSpPr>
              <p:cNvPr id="7004" name="Google Shape;7004;p37"/>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37"/>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37"/>
              <p:cNvSpPr/>
              <p:nvPr/>
            </p:nvSpPr>
            <p:spPr>
              <a:xfrm>
                <a:off x="2156349" y="2524286"/>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37"/>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08" name="Google Shape;7008;p37"/>
          <p:cNvSpPr/>
          <p:nvPr/>
        </p:nvSpPr>
        <p:spPr>
          <a:xfrm>
            <a:off x="5022550" y="0"/>
            <a:ext cx="4121400" cy="1557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37"/>
          <p:cNvSpPr/>
          <p:nvPr/>
        </p:nvSpPr>
        <p:spPr>
          <a:xfrm>
            <a:off x="5022550" y="1792761"/>
            <a:ext cx="4121400" cy="1557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37"/>
          <p:cNvSpPr/>
          <p:nvPr/>
        </p:nvSpPr>
        <p:spPr>
          <a:xfrm>
            <a:off x="5022550" y="3585497"/>
            <a:ext cx="4121400" cy="1557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37"/>
          <p:cNvSpPr txBox="1"/>
          <p:nvPr>
            <p:ph idx="1" type="subTitle"/>
          </p:nvPr>
        </p:nvSpPr>
        <p:spPr>
          <a:xfrm>
            <a:off x="723400" y="1762397"/>
            <a:ext cx="1834800" cy="488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7012" name="Google Shape;7012;p37"/>
          <p:cNvSpPr txBox="1"/>
          <p:nvPr>
            <p:ph idx="2" type="subTitle"/>
          </p:nvPr>
        </p:nvSpPr>
        <p:spPr>
          <a:xfrm>
            <a:off x="723400" y="2070416"/>
            <a:ext cx="1834800" cy="131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2000"/>
              <a:buChar char="●"/>
              <a:defRPr/>
            </a:lvl1pPr>
            <a:lvl2pPr lvl="1" rtl="0">
              <a:spcBef>
                <a:spcPts val="1600"/>
              </a:spcBef>
              <a:spcAft>
                <a:spcPts val="0"/>
              </a:spcAft>
              <a:buSzPts val="1400"/>
              <a:buFont typeface="Poppins Light"/>
              <a:buChar char="○"/>
              <a:defRPr>
                <a:latin typeface="Poppins Light"/>
                <a:ea typeface="Poppins Light"/>
                <a:cs typeface="Poppins Light"/>
                <a:sym typeface="Poppins Light"/>
              </a:defRPr>
            </a:lvl2pPr>
            <a:lvl3pPr lvl="2" rtl="0">
              <a:spcBef>
                <a:spcPts val="1600"/>
              </a:spcBef>
              <a:spcAft>
                <a:spcPts val="0"/>
              </a:spcAft>
              <a:buSzPts val="1400"/>
              <a:buFont typeface="Poppins Light"/>
              <a:buChar char="■"/>
              <a:defRPr>
                <a:latin typeface="Poppins Light"/>
                <a:ea typeface="Poppins Light"/>
                <a:cs typeface="Poppins Light"/>
                <a:sym typeface="Poppins Light"/>
              </a:defRPr>
            </a:lvl3pPr>
            <a:lvl4pPr lvl="3" rtl="0">
              <a:spcBef>
                <a:spcPts val="1600"/>
              </a:spcBef>
              <a:spcAft>
                <a:spcPts val="0"/>
              </a:spcAft>
              <a:buSzPts val="1400"/>
              <a:buFont typeface="Poppins Light"/>
              <a:buChar char="●"/>
              <a:defRPr>
                <a:latin typeface="Poppins Light"/>
                <a:ea typeface="Poppins Light"/>
                <a:cs typeface="Poppins Light"/>
                <a:sym typeface="Poppins Light"/>
              </a:defRPr>
            </a:lvl4pPr>
            <a:lvl5pPr lvl="4" rtl="0">
              <a:spcBef>
                <a:spcPts val="1600"/>
              </a:spcBef>
              <a:spcAft>
                <a:spcPts val="0"/>
              </a:spcAft>
              <a:buSzPts val="1400"/>
              <a:buFont typeface="Poppins Light"/>
              <a:buChar char="○"/>
              <a:defRPr>
                <a:latin typeface="Poppins Light"/>
                <a:ea typeface="Poppins Light"/>
                <a:cs typeface="Poppins Light"/>
                <a:sym typeface="Poppins Light"/>
              </a:defRPr>
            </a:lvl5pPr>
            <a:lvl6pPr lvl="5" rtl="0">
              <a:spcBef>
                <a:spcPts val="1600"/>
              </a:spcBef>
              <a:spcAft>
                <a:spcPts val="0"/>
              </a:spcAft>
              <a:buSzPts val="1400"/>
              <a:buFont typeface="Poppins Light"/>
              <a:buChar char="■"/>
              <a:defRPr>
                <a:latin typeface="Poppins Light"/>
                <a:ea typeface="Poppins Light"/>
                <a:cs typeface="Poppins Light"/>
                <a:sym typeface="Poppins Light"/>
              </a:defRPr>
            </a:lvl6pPr>
            <a:lvl7pPr lvl="6" rtl="0">
              <a:spcBef>
                <a:spcPts val="1600"/>
              </a:spcBef>
              <a:spcAft>
                <a:spcPts val="0"/>
              </a:spcAft>
              <a:buSzPts val="1400"/>
              <a:buFont typeface="Poppins Light"/>
              <a:buChar char="●"/>
              <a:defRPr>
                <a:latin typeface="Poppins Light"/>
                <a:ea typeface="Poppins Light"/>
                <a:cs typeface="Poppins Light"/>
                <a:sym typeface="Poppins Light"/>
              </a:defRPr>
            </a:lvl7pPr>
            <a:lvl8pPr lvl="7" rtl="0">
              <a:spcBef>
                <a:spcPts val="1600"/>
              </a:spcBef>
              <a:spcAft>
                <a:spcPts val="0"/>
              </a:spcAft>
              <a:buSzPts val="1400"/>
              <a:buFont typeface="Poppins Light"/>
              <a:buChar char="○"/>
              <a:defRPr>
                <a:latin typeface="Poppins Light"/>
                <a:ea typeface="Poppins Light"/>
                <a:cs typeface="Poppins Light"/>
                <a:sym typeface="Poppins Light"/>
              </a:defRPr>
            </a:lvl8pPr>
            <a:lvl9pPr lvl="8" rtl="0">
              <a:spcBef>
                <a:spcPts val="1600"/>
              </a:spcBef>
              <a:spcAft>
                <a:spcPts val="1600"/>
              </a:spcAft>
              <a:buSzPts val="1400"/>
              <a:buFont typeface="Poppins Light"/>
              <a:buChar char="■"/>
              <a:defRPr>
                <a:latin typeface="Poppins Light"/>
                <a:ea typeface="Poppins Light"/>
                <a:cs typeface="Poppins Light"/>
                <a:sym typeface="Poppins Light"/>
              </a:defRPr>
            </a:lvl9pPr>
          </a:lstStyle>
          <a:p/>
        </p:txBody>
      </p:sp>
      <p:sp>
        <p:nvSpPr>
          <p:cNvPr id="7013" name="Google Shape;7013;p37"/>
          <p:cNvSpPr txBox="1"/>
          <p:nvPr>
            <p:ph type="title"/>
          </p:nvPr>
        </p:nvSpPr>
        <p:spPr>
          <a:xfrm>
            <a:off x="723400" y="895500"/>
            <a:ext cx="38487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a:lvl1pPr>
            <a:lvl2pPr lvl="1" rtl="0">
              <a:spcBef>
                <a:spcPts val="0"/>
              </a:spcBef>
              <a:spcAft>
                <a:spcPts val="0"/>
              </a:spcAft>
              <a:buSzPts val="1800"/>
              <a:buNone/>
              <a:defRPr>
                <a:latin typeface="Poppins Light"/>
                <a:ea typeface="Poppins Light"/>
                <a:cs typeface="Poppins Light"/>
                <a:sym typeface="Poppins Light"/>
              </a:defRPr>
            </a:lvl2pPr>
            <a:lvl3pPr lvl="2" rtl="0">
              <a:spcBef>
                <a:spcPts val="0"/>
              </a:spcBef>
              <a:spcAft>
                <a:spcPts val="0"/>
              </a:spcAft>
              <a:buSzPts val="1800"/>
              <a:buNone/>
              <a:defRPr>
                <a:latin typeface="Poppins Light"/>
                <a:ea typeface="Poppins Light"/>
                <a:cs typeface="Poppins Light"/>
                <a:sym typeface="Poppins Light"/>
              </a:defRPr>
            </a:lvl3pPr>
            <a:lvl4pPr lvl="3" rtl="0">
              <a:spcBef>
                <a:spcPts val="0"/>
              </a:spcBef>
              <a:spcAft>
                <a:spcPts val="0"/>
              </a:spcAft>
              <a:buSzPts val="1800"/>
              <a:buNone/>
              <a:defRPr>
                <a:latin typeface="Poppins Light"/>
                <a:ea typeface="Poppins Light"/>
                <a:cs typeface="Poppins Light"/>
                <a:sym typeface="Poppins Light"/>
              </a:defRPr>
            </a:lvl4pPr>
            <a:lvl5pPr lvl="4" rtl="0">
              <a:spcBef>
                <a:spcPts val="0"/>
              </a:spcBef>
              <a:spcAft>
                <a:spcPts val="0"/>
              </a:spcAft>
              <a:buSzPts val="1800"/>
              <a:buNone/>
              <a:defRPr>
                <a:latin typeface="Poppins Light"/>
                <a:ea typeface="Poppins Light"/>
                <a:cs typeface="Poppins Light"/>
                <a:sym typeface="Poppins Light"/>
              </a:defRPr>
            </a:lvl5pPr>
            <a:lvl6pPr lvl="5" rtl="0">
              <a:spcBef>
                <a:spcPts val="0"/>
              </a:spcBef>
              <a:spcAft>
                <a:spcPts val="0"/>
              </a:spcAft>
              <a:buSzPts val="1800"/>
              <a:buNone/>
              <a:defRPr>
                <a:latin typeface="Poppins Light"/>
                <a:ea typeface="Poppins Light"/>
                <a:cs typeface="Poppins Light"/>
                <a:sym typeface="Poppins Light"/>
              </a:defRPr>
            </a:lvl6pPr>
            <a:lvl7pPr lvl="6" rtl="0">
              <a:spcBef>
                <a:spcPts val="0"/>
              </a:spcBef>
              <a:spcAft>
                <a:spcPts val="0"/>
              </a:spcAft>
              <a:buSzPts val="1800"/>
              <a:buNone/>
              <a:defRPr>
                <a:latin typeface="Poppins Light"/>
                <a:ea typeface="Poppins Light"/>
                <a:cs typeface="Poppins Light"/>
                <a:sym typeface="Poppins Light"/>
              </a:defRPr>
            </a:lvl7pPr>
            <a:lvl8pPr lvl="7" rtl="0">
              <a:spcBef>
                <a:spcPts val="0"/>
              </a:spcBef>
              <a:spcAft>
                <a:spcPts val="0"/>
              </a:spcAft>
              <a:buSzPts val="1800"/>
              <a:buNone/>
              <a:defRPr>
                <a:latin typeface="Poppins Light"/>
                <a:ea typeface="Poppins Light"/>
                <a:cs typeface="Poppins Light"/>
                <a:sym typeface="Poppins Light"/>
              </a:defRPr>
            </a:lvl8pPr>
            <a:lvl9pPr lvl="8" rtl="0">
              <a:spcBef>
                <a:spcPts val="0"/>
              </a:spcBef>
              <a:spcAft>
                <a:spcPts val="0"/>
              </a:spcAft>
              <a:buSzPts val="1800"/>
              <a:buNone/>
              <a:defRPr>
                <a:latin typeface="Poppins Light"/>
                <a:ea typeface="Poppins Light"/>
                <a:cs typeface="Poppins Light"/>
                <a:sym typeface="Poppins Light"/>
              </a:defRPr>
            </a:lvl9pPr>
          </a:lstStyle>
          <a:p/>
        </p:txBody>
      </p:sp>
      <p:sp>
        <p:nvSpPr>
          <p:cNvPr id="7014" name="Google Shape;7014;p37"/>
          <p:cNvSpPr txBox="1"/>
          <p:nvPr>
            <p:ph idx="3" type="subTitle"/>
          </p:nvPr>
        </p:nvSpPr>
        <p:spPr>
          <a:xfrm>
            <a:off x="2737300" y="1762397"/>
            <a:ext cx="1834800" cy="488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Poppins SemiBold"/>
              <a:buNone/>
              <a:defRPr sz="1600">
                <a:latin typeface="Poppins SemiBold"/>
                <a:ea typeface="Poppins SemiBold"/>
                <a:cs typeface="Poppins SemiBold"/>
                <a:sym typeface="Poppins SemiBold"/>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7015" name="Google Shape;7015;p37"/>
          <p:cNvSpPr txBox="1"/>
          <p:nvPr>
            <p:ph idx="4" type="subTitle"/>
          </p:nvPr>
        </p:nvSpPr>
        <p:spPr>
          <a:xfrm>
            <a:off x="2737300" y="2070416"/>
            <a:ext cx="1834800" cy="131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2000"/>
              <a:buChar char="●"/>
              <a:defRPr/>
            </a:lvl1pPr>
            <a:lvl2pPr lvl="1" rtl="0">
              <a:spcBef>
                <a:spcPts val="1600"/>
              </a:spcBef>
              <a:spcAft>
                <a:spcPts val="0"/>
              </a:spcAft>
              <a:buSzPts val="1400"/>
              <a:buFont typeface="Poppins Light"/>
              <a:buChar char="○"/>
              <a:defRPr>
                <a:latin typeface="Poppins Light"/>
                <a:ea typeface="Poppins Light"/>
                <a:cs typeface="Poppins Light"/>
                <a:sym typeface="Poppins Light"/>
              </a:defRPr>
            </a:lvl2pPr>
            <a:lvl3pPr lvl="2" rtl="0">
              <a:spcBef>
                <a:spcPts val="1600"/>
              </a:spcBef>
              <a:spcAft>
                <a:spcPts val="0"/>
              </a:spcAft>
              <a:buSzPts val="1400"/>
              <a:buFont typeface="Poppins Light"/>
              <a:buChar char="■"/>
              <a:defRPr>
                <a:latin typeface="Poppins Light"/>
                <a:ea typeface="Poppins Light"/>
                <a:cs typeface="Poppins Light"/>
                <a:sym typeface="Poppins Light"/>
              </a:defRPr>
            </a:lvl3pPr>
            <a:lvl4pPr lvl="3" rtl="0">
              <a:spcBef>
                <a:spcPts val="1600"/>
              </a:spcBef>
              <a:spcAft>
                <a:spcPts val="0"/>
              </a:spcAft>
              <a:buSzPts val="1400"/>
              <a:buFont typeface="Poppins Light"/>
              <a:buChar char="●"/>
              <a:defRPr>
                <a:latin typeface="Poppins Light"/>
                <a:ea typeface="Poppins Light"/>
                <a:cs typeface="Poppins Light"/>
                <a:sym typeface="Poppins Light"/>
              </a:defRPr>
            </a:lvl4pPr>
            <a:lvl5pPr lvl="4" rtl="0">
              <a:spcBef>
                <a:spcPts val="1600"/>
              </a:spcBef>
              <a:spcAft>
                <a:spcPts val="0"/>
              </a:spcAft>
              <a:buSzPts val="1400"/>
              <a:buFont typeface="Poppins Light"/>
              <a:buChar char="○"/>
              <a:defRPr>
                <a:latin typeface="Poppins Light"/>
                <a:ea typeface="Poppins Light"/>
                <a:cs typeface="Poppins Light"/>
                <a:sym typeface="Poppins Light"/>
              </a:defRPr>
            </a:lvl5pPr>
            <a:lvl6pPr lvl="5" rtl="0">
              <a:spcBef>
                <a:spcPts val="1600"/>
              </a:spcBef>
              <a:spcAft>
                <a:spcPts val="0"/>
              </a:spcAft>
              <a:buSzPts val="1400"/>
              <a:buFont typeface="Poppins Light"/>
              <a:buChar char="■"/>
              <a:defRPr>
                <a:latin typeface="Poppins Light"/>
                <a:ea typeface="Poppins Light"/>
                <a:cs typeface="Poppins Light"/>
                <a:sym typeface="Poppins Light"/>
              </a:defRPr>
            </a:lvl6pPr>
            <a:lvl7pPr lvl="6" rtl="0">
              <a:spcBef>
                <a:spcPts val="1600"/>
              </a:spcBef>
              <a:spcAft>
                <a:spcPts val="0"/>
              </a:spcAft>
              <a:buSzPts val="1400"/>
              <a:buFont typeface="Poppins Light"/>
              <a:buChar char="●"/>
              <a:defRPr>
                <a:latin typeface="Poppins Light"/>
                <a:ea typeface="Poppins Light"/>
                <a:cs typeface="Poppins Light"/>
                <a:sym typeface="Poppins Light"/>
              </a:defRPr>
            </a:lvl7pPr>
            <a:lvl8pPr lvl="7" rtl="0">
              <a:spcBef>
                <a:spcPts val="1600"/>
              </a:spcBef>
              <a:spcAft>
                <a:spcPts val="0"/>
              </a:spcAft>
              <a:buSzPts val="1400"/>
              <a:buFont typeface="Poppins Light"/>
              <a:buChar char="○"/>
              <a:defRPr>
                <a:latin typeface="Poppins Light"/>
                <a:ea typeface="Poppins Light"/>
                <a:cs typeface="Poppins Light"/>
                <a:sym typeface="Poppins Light"/>
              </a:defRPr>
            </a:lvl8pPr>
            <a:lvl9pPr lvl="8" rtl="0">
              <a:spcBef>
                <a:spcPts val="1600"/>
              </a:spcBef>
              <a:spcAft>
                <a:spcPts val="1600"/>
              </a:spcAft>
              <a:buSzPts val="1400"/>
              <a:buFont typeface="Poppins Light"/>
              <a:buChar char="■"/>
              <a:defRPr>
                <a:latin typeface="Poppins Light"/>
                <a:ea typeface="Poppins Light"/>
                <a:cs typeface="Poppins Light"/>
                <a:sym typeface="Poppins Light"/>
              </a:defRPr>
            </a:lvl9pPr>
          </a:lstStyle>
          <a:p/>
        </p:txBody>
      </p:sp>
      <p:sp>
        <p:nvSpPr>
          <p:cNvPr id="7016" name="Google Shape;7016;p3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7">
    <p:spTree>
      <p:nvGrpSpPr>
        <p:cNvPr id="7017" name="Shape 7017"/>
        <p:cNvGrpSpPr/>
        <p:nvPr/>
      </p:nvGrpSpPr>
      <p:grpSpPr>
        <a:xfrm>
          <a:off x="0" y="0"/>
          <a:ext cx="0" cy="0"/>
          <a:chOff x="0" y="0"/>
          <a:chExt cx="0" cy="0"/>
        </a:xfrm>
      </p:grpSpPr>
      <p:sp>
        <p:nvSpPr>
          <p:cNvPr id="7018" name="Google Shape;7018;p38"/>
          <p:cNvSpPr/>
          <p:nvPr/>
        </p:nvSpPr>
        <p:spPr>
          <a:xfrm>
            <a:off x="-12850" y="-19625"/>
            <a:ext cx="1086300" cy="5163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38"/>
          <p:cNvSpPr/>
          <p:nvPr/>
        </p:nvSpPr>
        <p:spPr>
          <a:xfrm>
            <a:off x="8070550" y="-9750"/>
            <a:ext cx="1086300" cy="5163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38"/>
          <p:cNvSpPr/>
          <p:nvPr/>
        </p:nvSpPr>
        <p:spPr>
          <a:xfrm rot="10800000">
            <a:off x="-581096" y="3697974"/>
            <a:ext cx="1136717" cy="1296439"/>
          </a:xfrm>
          <a:custGeom>
            <a:rect b="b" l="l" r="r" t="t"/>
            <a:pathLst>
              <a:path extrusionOk="0" h="28133" w="24667">
                <a:moveTo>
                  <a:pt x="24457" y="360"/>
                </a:moveTo>
                <a:lnTo>
                  <a:pt x="24457" y="27771"/>
                </a:lnTo>
                <a:lnTo>
                  <a:pt x="423" y="14066"/>
                </a:lnTo>
                <a:lnTo>
                  <a:pt x="24457" y="360"/>
                </a:lnTo>
                <a:close/>
                <a:moveTo>
                  <a:pt x="24666" y="1"/>
                </a:moveTo>
                <a:lnTo>
                  <a:pt x="0" y="14066"/>
                </a:lnTo>
                <a:lnTo>
                  <a:pt x="24666" y="28132"/>
                </a:lnTo>
                <a:lnTo>
                  <a:pt x="246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38"/>
          <p:cNvSpPr/>
          <p:nvPr/>
        </p:nvSpPr>
        <p:spPr>
          <a:xfrm rot="10800000">
            <a:off x="27195" y="3990003"/>
            <a:ext cx="278062" cy="278108"/>
          </a:xfrm>
          <a:custGeom>
            <a:rect b="b" l="l" r="r" t="t"/>
            <a:pathLst>
              <a:path extrusionOk="0" h="6035" w="6034">
                <a:moveTo>
                  <a:pt x="3017" y="0"/>
                </a:moveTo>
                <a:cubicBezTo>
                  <a:pt x="1351" y="0"/>
                  <a:pt x="0" y="1351"/>
                  <a:pt x="0" y="3017"/>
                </a:cubicBezTo>
                <a:cubicBezTo>
                  <a:pt x="0" y="4683"/>
                  <a:pt x="1351" y="6035"/>
                  <a:pt x="3017" y="6035"/>
                </a:cubicBezTo>
                <a:cubicBezTo>
                  <a:pt x="4682" y="6035"/>
                  <a:pt x="6033" y="4683"/>
                  <a:pt x="6033" y="3017"/>
                </a:cubicBezTo>
                <a:cubicBezTo>
                  <a:pt x="6033" y="1351"/>
                  <a:pt x="4682" y="0"/>
                  <a:pt x="30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2" name="Google Shape;7022;p38"/>
          <p:cNvGrpSpPr/>
          <p:nvPr/>
        </p:nvGrpSpPr>
        <p:grpSpPr>
          <a:xfrm rot="10800000">
            <a:off x="917904" y="2836990"/>
            <a:ext cx="274836" cy="1611920"/>
            <a:chOff x="4769975" y="2151700"/>
            <a:chExt cx="149100" cy="874475"/>
          </a:xfrm>
        </p:grpSpPr>
        <p:sp>
          <p:nvSpPr>
            <p:cNvPr id="7023" name="Google Shape;7023;p38"/>
            <p:cNvSpPr/>
            <p:nvPr/>
          </p:nvSpPr>
          <p:spPr>
            <a:xfrm>
              <a:off x="4904400" y="2386775"/>
              <a:ext cx="14675" cy="12600"/>
            </a:xfrm>
            <a:custGeom>
              <a:rect b="b" l="l" r="r" t="t"/>
              <a:pathLst>
                <a:path extrusionOk="0" h="504" w="587">
                  <a:moveTo>
                    <a:pt x="334" y="1"/>
                  </a:moveTo>
                  <a:cubicBezTo>
                    <a:pt x="273" y="1"/>
                    <a:pt x="210" y="23"/>
                    <a:pt x="159" y="74"/>
                  </a:cubicBezTo>
                  <a:cubicBezTo>
                    <a:pt x="0" y="232"/>
                    <a:pt x="112" y="503"/>
                    <a:pt x="337" y="503"/>
                  </a:cubicBezTo>
                  <a:cubicBezTo>
                    <a:pt x="475" y="503"/>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38"/>
            <p:cNvSpPr/>
            <p:nvPr/>
          </p:nvSpPr>
          <p:spPr>
            <a:xfrm>
              <a:off x="4904400" y="2465125"/>
              <a:ext cx="14675" cy="12575"/>
            </a:xfrm>
            <a:custGeom>
              <a:rect b="b" l="l" r="r" t="t"/>
              <a:pathLst>
                <a:path extrusionOk="0" h="503" w="587">
                  <a:moveTo>
                    <a:pt x="335" y="0"/>
                  </a:moveTo>
                  <a:cubicBezTo>
                    <a:pt x="273" y="0"/>
                    <a:pt x="211"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38"/>
            <p:cNvSpPr/>
            <p:nvPr/>
          </p:nvSpPr>
          <p:spPr>
            <a:xfrm>
              <a:off x="4904425" y="2543475"/>
              <a:ext cx="14650" cy="12600"/>
            </a:xfrm>
            <a:custGeom>
              <a:rect b="b" l="l" r="r" t="t"/>
              <a:pathLst>
                <a:path extrusionOk="0" h="504" w="586">
                  <a:moveTo>
                    <a:pt x="333" y="1"/>
                  </a:moveTo>
                  <a:cubicBezTo>
                    <a:pt x="272" y="1"/>
                    <a:pt x="209" y="23"/>
                    <a:pt x="158" y="74"/>
                  </a:cubicBezTo>
                  <a:cubicBezTo>
                    <a:pt x="1" y="232"/>
                    <a:pt x="111"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38"/>
            <p:cNvSpPr/>
            <p:nvPr/>
          </p:nvSpPr>
          <p:spPr>
            <a:xfrm>
              <a:off x="4904425" y="2621850"/>
              <a:ext cx="14650" cy="12550"/>
            </a:xfrm>
            <a:custGeom>
              <a:rect b="b" l="l" r="r" t="t"/>
              <a:pathLst>
                <a:path extrusionOk="0" h="502" w="586">
                  <a:moveTo>
                    <a:pt x="333" y="0"/>
                  </a:moveTo>
                  <a:cubicBezTo>
                    <a:pt x="272" y="0"/>
                    <a:pt x="209" y="23"/>
                    <a:pt x="158" y="74"/>
                  </a:cubicBezTo>
                  <a:cubicBezTo>
                    <a:pt x="1" y="232"/>
                    <a:pt x="111"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38"/>
            <p:cNvSpPr/>
            <p:nvPr/>
          </p:nvSpPr>
          <p:spPr>
            <a:xfrm>
              <a:off x="4904400" y="270017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38"/>
            <p:cNvSpPr/>
            <p:nvPr/>
          </p:nvSpPr>
          <p:spPr>
            <a:xfrm>
              <a:off x="4837200" y="2386775"/>
              <a:ext cx="14700" cy="12600"/>
            </a:xfrm>
            <a:custGeom>
              <a:rect b="b" l="l" r="r" t="t"/>
              <a:pathLst>
                <a:path extrusionOk="0" h="504" w="588">
                  <a:moveTo>
                    <a:pt x="334" y="1"/>
                  </a:moveTo>
                  <a:cubicBezTo>
                    <a:pt x="272" y="1"/>
                    <a:pt x="209" y="23"/>
                    <a:pt x="158" y="74"/>
                  </a:cubicBezTo>
                  <a:cubicBezTo>
                    <a:pt x="1" y="232"/>
                    <a:pt x="113" y="503"/>
                    <a:pt x="336" y="503"/>
                  </a:cubicBezTo>
                  <a:cubicBezTo>
                    <a:pt x="475" y="502"/>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38"/>
            <p:cNvSpPr/>
            <p:nvPr/>
          </p:nvSpPr>
          <p:spPr>
            <a:xfrm>
              <a:off x="4837200" y="2465125"/>
              <a:ext cx="14700" cy="12575"/>
            </a:xfrm>
            <a:custGeom>
              <a:rect b="b" l="l" r="r" t="t"/>
              <a:pathLst>
                <a:path extrusionOk="0" h="503" w="588">
                  <a:moveTo>
                    <a:pt x="334" y="0"/>
                  </a:moveTo>
                  <a:cubicBezTo>
                    <a:pt x="272" y="0"/>
                    <a:pt x="209" y="23"/>
                    <a:pt x="158" y="75"/>
                  </a:cubicBezTo>
                  <a:cubicBezTo>
                    <a:pt x="1" y="233"/>
                    <a:pt x="113" y="502"/>
                    <a:pt x="336"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38"/>
            <p:cNvSpPr/>
            <p:nvPr/>
          </p:nvSpPr>
          <p:spPr>
            <a:xfrm>
              <a:off x="4837200" y="2543475"/>
              <a:ext cx="14700" cy="12600"/>
            </a:xfrm>
            <a:custGeom>
              <a:rect b="b" l="l" r="r" t="t"/>
              <a:pathLst>
                <a:path extrusionOk="0" h="504" w="588">
                  <a:moveTo>
                    <a:pt x="334" y="1"/>
                  </a:moveTo>
                  <a:cubicBezTo>
                    <a:pt x="272" y="1"/>
                    <a:pt x="209" y="23"/>
                    <a:pt x="158" y="74"/>
                  </a:cubicBezTo>
                  <a:cubicBezTo>
                    <a:pt x="1" y="232"/>
                    <a:pt x="113" y="503"/>
                    <a:pt x="336"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38"/>
            <p:cNvSpPr/>
            <p:nvPr/>
          </p:nvSpPr>
          <p:spPr>
            <a:xfrm>
              <a:off x="4837200" y="2621850"/>
              <a:ext cx="14700" cy="12550"/>
            </a:xfrm>
            <a:custGeom>
              <a:rect b="b" l="l" r="r" t="t"/>
              <a:pathLst>
                <a:path extrusionOk="0" h="502" w="588">
                  <a:moveTo>
                    <a:pt x="334" y="0"/>
                  </a:moveTo>
                  <a:cubicBezTo>
                    <a:pt x="272" y="0"/>
                    <a:pt x="209" y="23"/>
                    <a:pt x="158" y="74"/>
                  </a:cubicBezTo>
                  <a:cubicBezTo>
                    <a:pt x="1" y="232"/>
                    <a:pt x="113" y="501"/>
                    <a:pt x="336"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38"/>
            <p:cNvSpPr/>
            <p:nvPr/>
          </p:nvSpPr>
          <p:spPr>
            <a:xfrm>
              <a:off x="4837200" y="2700175"/>
              <a:ext cx="14700" cy="12600"/>
            </a:xfrm>
            <a:custGeom>
              <a:rect b="b" l="l" r="r" t="t"/>
              <a:pathLst>
                <a:path extrusionOk="0" h="504" w="588">
                  <a:moveTo>
                    <a:pt x="333" y="1"/>
                  </a:moveTo>
                  <a:cubicBezTo>
                    <a:pt x="272" y="1"/>
                    <a:pt x="209" y="23"/>
                    <a:pt x="158" y="74"/>
                  </a:cubicBezTo>
                  <a:cubicBezTo>
                    <a:pt x="1" y="233"/>
                    <a:pt x="113" y="503"/>
                    <a:pt x="336" y="503"/>
                  </a:cubicBezTo>
                  <a:cubicBezTo>
                    <a:pt x="475" y="503"/>
                    <a:pt x="587" y="391"/>
                    <a:pt x="587" y="253"/>
                  </a:cubicBezTo>
                  <a:cubicBezTo>
                    <a:pt x="587" y="101"/>
                    <a:pt x="463"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38"/>
            <p:cNvSpPr/>
            <p:nvPr/>
          </p:nvSpPr>
          <p:spPr>
            <a:xfrm>
              <a:off x="4769975" y="2386775"/>
              <a:ext cx="14700" cy="12600"/>
            </a:xfrm>
            <a:custGeom>
              <a:rect b="b" l="l" r="r" t="t"/>
              <a:pathLst>
                <a:path extrusionOk="0" h="504" w="588">
                  <a:moveTo>
                    <a:pt x="335" y="1"/>
                  </a:moveTo>
                  <a:cubicBezTo>
                    <a:pt x="273" y="1"/>
                    <a:pt x="211" y="23"/>
                    <a:pt x="160" y="74"/>
                  </a:cubicBezTo>
                  <a:cubicBezTo>
                    <a:pt x="1" y="232"/>
                    <a:pt x="113" y="503"/>
                    <a:pt x="337" y="503"/>
                  </a:cubicBezTo>
                  <a:cubicBezTo>
                    <a:pt x="475" y="503"/>
                    <a:pt x="587" y="390"/>
                    <a:pt x="587" y="252"/>
                  </a:cubicBezTo>
                  <a:cubicBezTo>
                    <a:pt x="587" y="101"/>
                    <a:pt x="463"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38"/>
            <p:cNvSpPr/>
            <p:nvPr/>
          </p:nvSpPr>
          <p:spPr>
            <a:xfrm>
              <a:off x="4769975" y="2465125"/>
              <a:ext cx="14700" cy="12575"/>
            </a:xfrm>
            <a:custGeom>
              <a:rect b="b" l="l" r="r" t="t"/>
              <a:pathLst>
                <a:path extrusionOk="0" h="503" w="588">
                  <a:moveTo>
                    <a:pt x="335" y="0"/>
                  </a:moveTo>
                  <a:cubicBezTo>
                    <a:pt x="274" y="0"/>
                    <a:pt x="211" y="23"/>
                    <a:pt x="160" y="75"/>
                  </a:cubicBezTo>
                  <a:cubicBezTo>
                    <a:pt x="1" y="233"/>
                    <a:pt x="113"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38"/>
            <p:cNvSpPr/>
            <p:nvPr/>
          </p:nvSpPr>
          <p:spPr>
            <a:xfrm>
              <a:off x="4770025" y="2543475"/>
              <a:ext cx="14650" cy="12600"/>
            </a:xfrm>
            <a:custGeom>
              <a:rect b="b" l="l" r="r" t="t"/>
              <a:pathLst>
                <a:path extrusionOk="0" h="504" w="586">
                  <a:moveTo>
                    <a:pt x="333" y="1"/>
                  </a:moveTo>
                  <a:cubicBezTo>
                    <a:pt x="271" y="1"/>
                    <a:pt x="209" y="23"/>
                    <a:pt x="158" y="74"/>
                  </a:cubicBezTo>
                  <a:cubicBezTo>
                    <a:pt x="0" y="232"/>
                    <a:pt x="111" y="503"/>
                    <a:pt x="335" y="503"/>
                  </a:cubicBezTo>
                  <a:cubicBezTo>
                    <a:pt x="473" y="503"/>
                    <a:pt x="585" y="391"/>
                    <a:pt x="585" y="252"/>
                  </a:cubicBezTo>
                  <a:cubicBezTo>
                    <a:pt x="585" y="101"/>
                    <a:pt x="461"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38"/>
            <p:cNvSpPr/>
            <p:nvPr/>
          </p:nvSpPr>
          <p:spPr>
            <a:xfrm>
              <a:off x="4770025" y="2621850"/>
              <a:ext cx="14650" cy="12550"/>
            </a:xfrm>
            <a:custGeom>
              <a:rect b="b" l="l" r="r" t="t"/>
              <a:pathLst>
                <a:path extrusionOk="0" h="502" w="586">
                  <a:moveTo>
                    <a:pt x="333" y="0"/>
                  </a:moveTo>
                  <a:cubicBezTo>
                    <a:pt x="271" y="0"/>
                    <a:pt x="209" y="23"/>
                    <a:pt x="158" y="74"/>
                  </a:cubicBezTo>
                  <a:cubicBezTo>
                    <a:pt x="0" y="232"/>
                    <a:pt x="111" y="501"/>
                    <a:pt x="335" y="501"/>
                  </a:cubicBezTo>
                  <a:cubicBezTo>
                    <a:pt x="473" y="501"/>
                    <a:pt x="585" y="389"/>
                    <a:pt x="585" y="251"/>
                  </a:cubicBezTo>
                  <a:cubicBezTo>
                    <a:pt x="585" y="100"/>
                    <a:pt x="461"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38"/>
            <p:cNvSpPr/>
            <p:nvPr/>
          </p:nvSpPr>
          <p:spPr>
            <a:xfrm>
              <a:off x="4906525" y="2151725"/>
              <a:ext cx="12550" cy="12575"/>
            </a:xfrm>
            <a:custGeom>
              <a:rect b="b" l="l" r="r" t="t"/>
              <a:pathLst>
                <a:path extrusionOk="0" h="503" w="502">
                  <a:moveTo>
                    <a:pt x="252" y="1"/>
                  </a:moveTo>
                  <a:cubicBezTo>
                    <a:pt x="112" y="1"/>
                    <a:pt x="0" y="113"/>
                    <a:pt x="0" y="251"/>
                  </a:cubicBezTo>
                  <a:cubicBezTo>
                    <a:pt x="0" y="390"/>
                    <a:pt x="112" y="502"/>
                    <a:pt x="252" y="502"/>
                  </a:cubicBezTo>
                  <a:cubicBezTo>
                    <a:pt x="390" y="502"/>
                    <a:pt x="502" y="390"/>
                    <a:pt x="502" y="251"/>
                  </a:cubicBezTo>
                  <a:cubicBezTo>
                    <a:pt x="502" y="113"/>
                    <a:pt x="390" y="1"/>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38"/>
            <p:cNvSpPr/>
            <p:nvPr/>
          </p:nvSpPr>
          <p:spPr>
            <a:xfrm>
              <a:off x="4906525" y="2230050"/>
              <a:ext cx="12550" cy="12575"/>
            </a:xfrm>
            <a:custGeom>
              <a:rect b="b" l="l" r="r" t="t"/>
              <a:pathLst>
                <a:path extrusionOk="0" h="503" w="502">
                  <a:moveTo>
                    <a:pt x="252" y="1"/>
                  </a:moveTo>
                  <a:cubicBezTo>
                    <a:pt x="112" y="1"/>
                    <a:pt x="0" y="115"/>
                    <a:pt x="0" y="253"/>
                  </a:cubicBezTo>
                  <a:cubicBezTo>
                    <a:pt x="0" y="390"/>
                    <a:pt x="112" y="503"/>
                    <a:pt x="252" y="503"/>
                  </a:cubicBezTo>
                  <a:cubicBezTo>
                    <a:pt x="390" y="503"/>
                    <a:pt x="502" y="390"/>
                    <a:pt x="502" y="253"/>
                  </a:cubicBezTo>
                  <a:cubicBezTo>
                    <a:pt x="502" y="115"/>
                    <a:pt x="390" y="1"/>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38"/>
            <p:cNvSpPr/>
            <p:nvPr/>
          </p:nvSpPr>
          <p:spPr>
            <a:xfrm>
              <a:off x="4906525" y="2308425"/>
              <a:ext cx="12550" cy="12575"/>
            </a:xfrm>
            <a:custGeom>
              <a:rect b="b" l="l" r="r" t="t"/>
              <a:pathLst>
                <a:path extrusionOk="0" h="503" w="502">
                  <a:moveTo>
                    <a:pt x="252" y="1"/>
                  </a:moveTo>
                  <a:cubicBezTo>
                    <a:pt x="112" y="1"/>
                    <a:pt x="0" y="113"/>
                    <a:pt x="0" y="252"/>
                  </a:cubicBezTo>
                  <a:cubicBezTo>
                    <a:pt x="0" y="390"/>
                    <a:pt x="112" y="502"/>
                    <a:pt x="252" y="502"/>
                  </a:cubicBezTo>
                  <a:cubicBezTo>
                    <a:pt x="390" y="502"/>
                    <a:pt x="502" y="390"/>
                    <a:pt x="502" y="252"/>
                  </a:cubicBezTo>
                  <a:cubicBezTo>
                    <a:pt x="502" y="113"/>
                    <a:pt x="390" y="1"/>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38"/>
            <p:cNvSpPr/>
            <p:nvPr/>
          </p:nvSpPr>
          <p:spPr>
            <a:xfrm>
              <a:off x="4839325" y="2151725"/>
              <a:ext cx="12575" cy="12575"/>
            </a:xfrm>
            <a:custGeom>
              <a:rect b="b" l="l" r="r" t="t"/>
              <a:pathLst>
                <a:path extrusionOk="0" h="503" w="503">
                  <a:moveTo>
                    <a:pt x="251" y="1"/>
                  </a:moveTo>
                  <a:cubicBezTo>
                    <a:pt x="113" y="1"/>
                    <a:pt x="1" y="113"/>
                    <a:pt x="1" y="251"/>
                  </a:cubicBezTo>
                  <a:cubicBezTo>
                    <a:pt x="1" y="390"/>
                    <a:pt x="113" y="502"/>
                    <a:pt x="251" y="502"/>
                  </a:cubicBezTo>
                  <a:cubicBezTo>
                    <a:pt x="390" y="502"/>
                    <a:pt x="502" y="390"/>
                    <a:pt x="502" y="251"/>
                  </a:cubicBezTo>
                  <a:cubicBezTo>
                    <a:pt x="502" y="113"/>
                    <a:pt x="390" y="1"/>
                    <a:pt x="2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38"/>
            <p:cNvSpPr/>
            <p:nvPr/>
          </p:nvSpPr>
          <p:spPr>
            <a:xfrm>
              <a:off x="4839325" y="2230050"/>
              <a:ext cx="12575" cy="12575"/>
            </a:xfrm>
            <a:custGeom>
              <a:rect b="b" l="l" r="r" t="t"/>
              <a:pathLst>
                <a:path extrusionOk="0" h="503" w="503">
                  <a:moveTo>
                    <a:pt x="251" y="1"/>
                  </a:moveTo>
                  <a:cubicBezTo>
                    <a:pt x="113" y="1"/>
                    <a:pt x="1" y="115"/>
                    <a:pt x="1" y="253"/>
                  </a:cubicBezTo>
                  <a:cubicBezTo>
                    <a:pt x="1" y="390"/>
                    <a:pt x="113" y="503"/>
                    <a:pt x="251" y="503"/>
                  </a:cubicBezTo>
                  <a:cubicBezTo>
                    <a:pt x="390" y="503"/>
                    <a:pt x="502" y="390"/>
                    <a:pt x="502" y="253"/>
                  </a:cubicBezTo>
                  <a:cubicBezTo>
                    <a:pt x="502" y="115"/>
                    <a:pt x="390" y="1"/>
                    <a:pt x="2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38"/>
            <p:cNvSpPr/>
            <p:nvPr/>
          </p:nvSpPr>
          <p:spPr>
            <a:xfrm>
              <a:off x="4839325" y="2308425"/>
              <a:ext cx="12575" cy="12575"/>
            </a:xfrm>
            <a:custGeom>
              <a:rect b="b" l="l" r="r" t="t"/>
              <a:pathLst>
                <a:path extrusionOk="0" h="503" w="503">
                  <a:moveTo>
                    <a:pt x="251" y="1"/>
                  </a:moveTo>
                  <a:cubicBezTo>
                    <a:pt x="113" y="1"/>
                    <a:pt x="1" y="113"/>
                    <a:pt x="1" y="252"/>
                  </a:cubicBezTo>
                  <a:cubicBezTo>
                    <a:pt x="1" y="390"/>
                    <a:pt x="113" y="502"/>
                    <a:pt x="251" y="502"/>
                  </a:cubicBezTo>
                  <a:cubicBezTo>
                    <a:pt x="390" y="502"/>
                    <a:pt x="502" y="390"/>
                    <a:pt x="502" y="252"/>
                  </a:cubicBezTo>
                  <a:cubicBezTo>
                    <a:pt x="502" y="113"/>
                    <a:pt x="390" y="1"/>
                    <a:pt x="2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38"/>
            <p:cNvSpPr/>
            <p:nvPr/>
          </p:nvSpPr>
          <p:spPr>
            <a:xfrm>
              <a:off x="4770025" y="2151700"/>
              <a:ext cx="14650" cy="12600"/>
            </a:xfrm>
            <a:custGeom>
              <a:rect b="b" l="l" r="r" t="t"/>
              <a:pathLst>
                <a:path extrusionOk="0" h="504" w="586">
                  <a:moveTo>
                    <a:pt x="333" y="1"/>
                  </a:moveTo>
                  <a:cubicBezTo>
                    <a:pt x="271" y="1"/>
                    <a:pt x="209" y="24"/>
                    <a:pt x="158" y="74"/>
                  </a:cubicBezTo>
                  <a:cubicBezTo>
                    <a:pt x="0" y="232"/>
                    <a:pt x="111" y="503"/>
                    <a:pt x="335" y="503"/>
                  </a:cubicBezTo>
                  <a:cubicBezTo>
                    <a:pt x="473" y="503"/>
                    <a:pt x="585" y="391"/>
                    <a:pt x="585" y="252"/>
                  </a:cubicBezTo>
                  <a:cubicBezTo>
                    <a:pt x="585" y="101"/>
                    <a:pt x="461"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38"/>
            <p:cNvSpPr/>
            <p:nvPr/>
          </p:nvSpPr>
          <p:spPr>
            <a:xfrm>
              <a:off x="4770025" y="2230075"/>
              <a:ext cx="14650" cy="12550"/>
            </a:xfrm>
            <a:custGeom>
              <a:rect b="b" l="l" r="r" t="t"/>
              <a:pathLst>
                <a:path extrusionOk="0" h="502" w="586">
                  <a:moveTo>
                    <a:pt x="333" y="1"/>
                  </a:moveTo>
                  <a:cubicBezTo>
                    <a:pt x="271" y="1"/>
                    <a:pt x="209" y="23"/>
                    <a:pt x="158" y="74"/>
                  </a:cubicBezTo>
                  <a:cubicBezTo>
                    <a:pt x="0" y="232"/>
                    <a:pt x="111" y="502"/>
                    <a:pt x="335" y="502"/>
                  </a:cubicBezTo>
                  <a:cubicBezTo>
                    <a:pt x="473" y="502"/>
                    <a:pt x="585" y="389"/>
                    <a:pt x="585" y="252"/>
                  </a:cubicBezTo>
                  <a:cubicBezTo>
                    <a:pt x="585" y="101"/>
                    <a:pt x="461"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38"/>
            <p:cNvSpPr/>
            <p:nvPr/>
          </p:nvSpPr>
          <p:spPr>
            <a:xfrm>
              <a:off x="4769975" y="2308400"/>
              <a:ext cx="14700" cy="12600"/>
            </a:xfrm>
            <a:custGeom>
              <a:rect b="b" l="l" r="r" t="t"/>
              <a:pathLst>
                <a:path extrusionOk="0" h="504" w="588">
                  <a:moveTo>
                    <a:pt x="334" y="1"/>
                  </a:moveTo>
                  <a:cubicBezTo>
                    <a:pt x="273" y="1"/>
                    <a:pt x="211" y="24"/>
                    <a:pt x="160" y="74"/>
                  </a:cubicBezTo>
                  <a:cubicBezTo>
                    <a:pt x="1" y="234"/>
                    <a:pt x="113"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38"/>
            <p:cNvSpPr/>
            <p:nvPr/>
          </p:nvSpPr>
          <p:spPr>
            <a:xfrm>
              <a:off x="4769975" y="2700175"/>
              <a:ext cx="14700" cy="12600"/>
            </a:xfrm>
            <a:custGeom>
              <a:rect b="b" l="l" r="r" t="t"/>
              <a:pathLst>
                <a:path extrusionOk="0" h="504" w="588">
                  <a:moveTo>
                    <a:pt x="334" y="1"/>
                  </a:moveTo>
                  <a:cubicBezTo>
                    <a:pt x="273" y="1"/>
                    <a:pt x="211" y="23"/>
                    <a:pt x="160" y="74"/>
                  </a:cubicBezTo>
                  <a:cubicBezTo>
                    <a:pt x="1" y="233"/>
                    <a:pt x="113"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38"/>
            <p:cNvSpPr/>
            <p:nvPr/>
          </p:nvSpPr>
          <p:spPr>
            <a:xfrm>
              <a:off x="4904400" y="2778550"/>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38"/>
            <p:cNvSpPr/>
            <p:nvPr/>
          </p:nvSpPr>
          <p:spPr>
            <a:xfrm>
              <a:off x="4904400" y="2856900"/>
              <a:ext cx="14675" cy="12575"/>
            </a:xfrm>
            <a:custGeom>
              <a:rect b="b" l="l" r="r" t="t"/>
              <a:pathLst>
                <a:path extrusionOk="0" h="503" w="587">
                  <a:moveTo>
                    <a:pt x="335" y="0"/>
                  </a:moveTo>
                  <a:cubicBezTo>
                    <a:pt x="273" y="0"/>
                    <a:pt x="211" y="23"/>
                    <a:pt x="159" y="75"/>
                  </a:cubicBezTo>
                  <a:cubicBezTo>
                    <a:pt x="0" y="232"/>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38"/>
            <p:cNvSpPr/>
            <p:nvPr/>
          </p:nvSpPr>
          <p:spPr>
            <a:xfrm>
              <a:off x="4837200" y="2778550"/>
              <a:ext cx="14700" cy="12575"/>
            </a:xfrm>
            <a:custGeom>
              <a:rect b="b" l="l" r="r" t="t"/>
              <a:pathLst>
                <a:path extrusionOk="0" h="503" w="588">
                  <a:moveTo>
                    <a:pt x="334" y="0"/>
                  </a:moveTo>
                  <a:cubicBezTo>
                    <a:pt x="272" y="0"/>
                    <a:pt x="209" y="23"/>
                    <a:pt x="158" y="74"/>
                  </a:cubicBezTo>
                  <a:cubicBezTo>
                    <a:pt x="1" y="232"/>
                    <a:pt x="113" y="503"/>
                    <a:pt x="336" y="503"/>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38"/>
            <p:cNvSpPr/>
            <p:nvPr/>
          </p:nvSpPr>
          <p:spPr>
            <a:xfrm>
              <a:off x="4837200" y="2856900"/>
              <a:ext cx="14700" cy="12575"/>
            </a:xfrm>
            <a:custGeom>
              <a:rect b="b" l="l" r="r" t="t"/>
              <a:pathLst>
                <a:path extrusionOk="0" h="503" w="588">
                  <a:moveTo>
                    <a:pt x="334" y="0"/>
                  </a:moveTo>
                  <a:cubicBezTo>
                    <a:pt x="272" y="0"/>
                    <a:pt x="209" y="23"/>
                    <a:pt x="158" y="75"/>
                  </a:cubicBezTo>
                  <a:cubicBezTo>
                    <a:pt x="1" y="232"/>
                    <a:pt x="113" y="502"/>
                    <a:pt x="336"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38"/>
            <p:cNvSpPr/>
            <p:nvPr/>
          </p:nvSpPr>
          <p:spPr>
            <a:xfrm>
              <a:off x="4837200" y="2935250"/>
              <a:ext cx="14700" cy="12600"/>
            </a:xfrm>
            <a:custGeom>
              <a:rect b="b" l="l" r="r" t="t"/>
              <a:pathLst>
                <a:path extrusionOk="0" h="504" w="588">
                  <a:moveTo>
                    <a:pt x="334" y="0"/>
                  </a:moveTo>
                  <a:cubicBezTo>
                    <a:pt x="272" y="0"/>
                    <a:pt x="209" y="23"/>
                    <a:pt x="158" y="74"/>
                  </a:cubicBezTo>
                  <a:cubicBezTo>
                    <a:pt x="1" y="232"/>
                    <a:pt x="113" y="503"/>
                    <a:pt x="336"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38"/>
            <p:cNvSpPr/>
            <p:nvPr/>
          </p:nvSpPr>
          <p:spPr>
            <a:xfrm>
              <a:off x="4769975" y="2778550"/>
              <a:ext cx="14700" cy="12575"/>
            </a:xfrm>
            <a:custGeom>
              <a:rect b="b" l="l" r="r" t="t"/>
              <a:pathLst>
                <a:path extrusionOk="0" h="503" w="588">
                  <a:moveTo>
                    <a:pt x="335" y="0"/>
                  </a:moveTo>
                  <a:cubicBezTo>
                    <a:pt x="273" y="0"/>
                    <a:pt x="211" y="23"/>
                    <a:pt x="160" y="74"/>
                  </a:cubicBezTo>
                  <a:cubicBezTo>
                    <a:pt x="1" y="232"/>
                    <a:pt x="113" y="503"/>
                    <a:pt x="337" y="503"/>
                  </a:cubicBezTo>
                  <a:cubicBezTo>
                    <a:pt x="475" y="503"/>
                    <a:pt x="587" y="389"/>
                    <a:pt x="587" y="251"/>
                  </a:cubicBezTo>
                  <a:cubicBezTo>
                    <a:pt x="587" y="100"/>
                    <a:pt x="463"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38"/>
            <p:cNvSpPr/>
            <p:nvPr/>
          </p:nvSpPr>
          <p:spPr>
            <a:xfrm>
              <a:off x="4769975" y="2856900"/>
              <a:ext cx="14700" cy="12575"/>
            </a:xfrm>
            <a:custGeom>
              <a:rect b="b" l="l" r="r" t="t"/>
              <a:pathLst>
                <a:path extrusionOk="0" h="503" w="588">
                  <a:moveTo>
                    <a:pt x="335" y="0"/>
                  </a:moveTo>
                  <a:cubicBezTo>
                    <a:pt x="274" y="0"/>
                    <a:pt x="211" y="23"/>
                    <a:pt x="160" y="75"/>
                  </a:cubicBezTo>
                  <a:cubicBezTo>
                    <a:pt x="1" y="232"/>
                    <a:pt x="113"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38"/>
            <p:cNvSpPr/>
            <p:nvPr/>
          </p:nvSpPr>
          <p:spPr>
            <a:xfrm>
              <a:off x="4770025" y="2935250"/>
              <a:ext cx="14650" cy="12600"/>
            </a:xfrm>
            <a:custGeom>
              <a:rect b="b" l="l" r="r" t="t"/>
              <a:pathLst>
                <a:path extrusionOk="0" h="504" w="586">
                  <a:moveTo>
                    <a:pt x="333" y="0"/>
                  </a:moveTo>
                  <a:cubicBezTo>
                    <a:pt x="271" y="0"/>
                    <a:pt x="209" y="23"/>
                    <a:pt x="158" y="74"/>
                  </a:cubicBezTo>
                  <a:cubicBezTo>
                    <a:pt x="0" y="232"/>
                    <a:pt x="111" y="503"/>
                    <a:pt x="335" y="503"/>
                  </a:cubicBezTo>
                  <a:cubicBezTo>
                    <a:pt x="473" y="503"/>
                    <a:pt x="585" y="391"/>
                    <a:pt x="585" y="251"/>
                  </a:cubicBezTo>
                  <a:cubicBezTo>
                    <a:pt x="585" y="101"/>
                    <a:pt x="461"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38"/>
            <p:cNvSpPr/>
            <p:nvPr/>
          </p:nvSpPr>
          <p:spPr>
            <a:xfrm>
              <a:off x="4770025" y="3013625"/>
              <a:ext cx="14650" cy="12550"/>
            </a:xfrm>
            <a:custGeom>
              <a:rect b="b" l="l" r="r" t="t"/>
              <a:pathLst>
                <a:path extrusionOk="0" h="502" w="586">
                  <a:moveTo>
                    <a:pt x="333" y="0"/>
                  </a:moveTo>
                  <a:cubicBezTo>
                    <a:pt x="271" y="0"/>
                    <a:pt x="209" y="23"/>
                    <a:pt x="158" y="74"/>
                  </a:cubicBezTo>
                  <a:cubicBezTo>
                    <a:pt x="0" y="231"/>
                    <a:pt x="111" y="501"/>
                    <a:pt x="335" y="501"/>
                  </a:cubicBezTo>
                  <a:cubicBezTo>
                    <a:pt x="473" y="501"/>
                    <a:pt x="585" y="389"/>
                    <a:pt x="585" y="251"/>
                  </a:cubicBezTo>
                  <a:cubicBezTo>
                    <a:pt x="585" y="100"/>
                    <a:pt x="461"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38"/>
          <p:cNvGrpSpPr/>
          <p:nvPr/>
        </p:nvGrpSpPr>
        <p:grpSpPr>
          <a:xfrm rot="10800000">
            <a:off x="-581103" y="2160074"/>
            <a:ext cx="1299260" cy="1296418"/>
            <a:chOff x="6378300" y="2596400"/>
            <a:chExt cx="754375" cy="752725"/>
          </a:xfrm>
        </p:grpSpPr>
        <p:sp>
          <p:nvSpPr>
            <p:cNvPr id="7057" name="Google Shape;7057;p38"/>
            <p:cNvSpPr/>
            <p:nvPr/>
          </p:nvSpPr>
          <p:spPr>
            <a:xfrm>
              <a:off x="6408850" y="2932325"/>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38"/>
            <p:cNvSpPr/>
            <p:nvPr/>
          </p:nvSpPr>
          <p:spPr>
            <a:xfrm>
              <a:off x="6469925" y="2871225"/>
              <a:ext cx="9700" cy="9700"/>
            </a:xfrm>
            <a:custGeom>
              <a:rect b="b" l="l" r="r" t="t"/>
              <a:pathLst>
                <a:path extrusionOk="0" h="388" w="388">
                  <a:moveTo>
                    <a:pt x="193" y="0"/>
                  </a:moveTo>
                  <a:cubicBezTo>
                    <a:pt x="87" y="0"/>
                    <a:pt x="1" y="87"/>
                    <a:pt x="1" y="195"/>
                  </a:cubicBezTo>
                  <a:cubicBezTo>
                    <a:pt x="1" y="301"/>
                    <a:pt x="87" y="387"/>
                    <a:pt x="193" y="387"/>
                  </a:cubicBezTo>
                  <a:cubicBezTo>
                    <a:pt x="299" y="387"/>
                    <a:pt x="387" y="301"/>
                    <a:pt x="387" y="195"/>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38"/>
            <p:cNvSpPr/>
            <p:nvPr/>
          </p:nvSpPr>
          <p:spPr>
            <a:xfrm>
              <a:off x="6530975" y="2810175"/>
              <a:ext cx="9700" cy="9650"/>
            </a:xfrm>
            <a:custGeom>
              <a:rect b="b" l="l" r="r" t="t"/>
              <a:pathLst>
                <a:path extrusionOk="0" h="386" w="388">
                  <a:moveTo>
                    <a:pt x="195" y="0"/>
                  </a:moveTo>
                  <a:cubicBezTo>
                    <a:pt x="87" y="0"/>
                    <a:pt x="1" y="87"/>
                    <a:pt x="1" y="193"/>
                  </a:cubicBezTo>
                  <a:cubicBezTo>
                    <a:pt x="1" y="299"/>
                    <a:pt x="87" y="385"/>
                    <a:pt x="195" y="385"/>
                  </a:cubicBezTo>
                  <a:cubicBezTo>
                    <a:pt x="301" y="385"/>
                    <a:pt x="387" y="299"/>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38"/>
            <p:cNvSpPr/>
            <p:nvPr/>
          </p:nvSpPr>
          <p:spPr>
            <a:xfrm>
              <a:off x="6622600" y="2718550"/>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38"/>
            <p:cNvSpPr/>
            <p:nvPr/>
          </p:nvSpPr>
          <p:spPr>
            <a:xfrm>
              <a:off x="6378300" y="2962850"/>
              <a:ext cx="9675" cy="9700"/>
            </a:xfrm>
            <a:custGeom>
              <a:rect b="b" l="l" r="r" t="t"/>
              <a:pathLst>
                <a:path extrusionOk="0" h="388" w="387">
                  <a:moveTo>
                    <a:pt x="194" y="1"/>
                  </a:moveTo>
                  <a:cubicBezTo>
                    <a:pt x="87" y="1"/>
                    <a:pt x="0" y="87"/>
                    <a:pt x="0" y="193"/>
                  </a:cubicBezTo>
                  <a:cubicBezTo>
                    <a:pt x="0" y="299"/>
                    <a:pt x="87" y="387"/>
                    <a:pt x="194" y="387"/>
                  </a:cubicBezTo>
                  <a:cubicBezTo>
                    <a:pt x="300" y="387"/>
                    <a:pt x="387" y="299"/>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38"/>
            <p:cNvSpPr/>
            <p:nvPr/>
          </p:nvSpPr>
          <p:spPr>
            <a:xfrm>
              <a:off x="6437750" y="2901775"/>
              <a:ext cx="12950" cy="9675"/>
            </a:xfrm>
            <a:custGeom>
              <a:rect b="b" l="l" r="r" t="t"/>
              <a:pathLst>
                <a:path extrusionOk="0" h="387" w="518">
                  <a:moveTo>
                    <a:pt x="259" y="1"/>
                  </a:moveTo>
                  <a:cubicBezTo>
                    <a:pt x="209" y="1"/>
                    <a:pt x="160" y="19"/>
                    <a:pt x="122" y="56"/>
                  </a:cubicBezTo>
                  <a:cubicBezTo>
                    <a:pt x="1" y="179"/>
                    <a:pt x="87" y="387"/>
                    <a:pt x="258" y="387"/>
                  </a:cubicBezTo>
                  <a:cubicBezTo>
                    <a:pt x="431" y="387"/>
                    <a:pt x="518" y="179"/>
                    <a:pt x="396" y="56"/>
                  </a:cubicBezTo>
                  <a:cubicBezTo>
                    <a:pt x="358" y="19"/>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38"/>
            <p:cNvSpPr/>
            <p:nvPr/>
          </p:nvSpPr>
          <p:spPr>
            <a:xfrm>
              <a:off x="6500475" y="2840675"/>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38"/>
            <p:cNvSpPr/>
            <p:nvPr/>
          </p:nvSpPr>
          <p:spPr>
            <a:xfrm>
              <a:off x="6592075" y="27490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38"/>
            <p:cNvSpPr/>
            <p:nvPr/>
          </p:nvSpPr>
          <p:spPr>
            <a:xfrm>
              <a:off x="6653150" y="2688025"/>
              <a:ext cx="9650" cy="9650"/>
            </a:xfrm>
            <a:custGeom>
              <a:rect b="b" l="l" r="r" t="t"/>
              <a:pathLst>
                <a:path extrusionOk="0" h="386" w="386">
                  <a:moveTo>
                    <a:pt x="193" y="1"/>
                  </a:moveTo>
                  <a:cubicBezTo>
                    <a:pt x="87" y="1"/>
                    <a:pt x="1" y="87"/>
                    <a:pt x="1" y="193"/>
                  </a:cubicBezTo>
                  <a:cubicBezTo>
                    <a:pt x="1" y="300"/>
                    <a:pt x="87" y="386"/>
                    <a:pt x="193" y="386"/>
                  </a:cubicBezTo>
                  <a:cubicBezTo>
                    <a:pt x="299" y="386"/>
                    <a:pt x="386" y="300"/>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38"/>
            <p:cNvSpPr/>
            <p:nvPr/>
          </p:nvSpPr>
          <p:spPr>
            <a:xfrm>
              <a:off x="6683650" y="2657500"/>
              <a:ext cx="9700" cy="9650"/>
            </a:xfrm>
            <a:custGeom>
              <a:rect b="b" l="l" r="r" t="t"/>
              <a:pathLst>
                <a:path extrusionOk="0" h="386" w="388">
                  <a:moveTo>
                    <a:pt x="195" y="0"/>
                  </a:moveTo>
                  <a:cubicBezTo>
                    <a:pt x="87" y="0"/>
                    <a:pt x="1" y="87"/>
                    <a:pt x="1" y="193"/>
                  </a:cubicBezTo>
                  <a:cubicBezTo>
                    <a:pt x="1" y="299"/>
                    <a:pt x="87" y="385"/>
                    <a:pt x="195" y="385"/>
                  </a:cubicBezTo>
                  <a:cubicBezTo>
                    <a:pt x="301" y="385"/>
                    <a:pt x="388" y="299"/>
                    <a:pt x="388" y="193"/>
                  </a:cubicBezTo>
                  <a:cubicBezTo>
                    <a:pt x="388"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38"/>
            <p:cNvSpPr/>
            <p:nvPr/>
          </p:nvSpPr>
          <p:spPr>
            <a:xfrm>
              <a:off x="6714200" y="2626950"/>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38"/>
            <p:cNvSpPr/>
            <p:nvPr/>
          </p:nvSpPr>
          <p:spPr>
            <a:xfrm>
              <a:off x="6744750" y="2596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38"/>
            <p:cNvSpPr/>
            <p:nvPr/>
          </p:nvSpPr>
          <p:spPr>
            <a:xfrm>
              <a:off x="6561525" y="2779625"/>
              <a:ext cx="9675" cy="9700"/>
            </a:xfrm>
            <a:custGeom>
              <a:rect b="b" l="l" r="r" t="t"/>
              <a:pathLst>
                <a:path extrusionOk="0" h="388" w="387">
                  <a:moveTo>
                    <a:pt x="194" y="1"/>
                  </a:moveTo>
                  <a:cubicBezTo>
                    <a:pt x="87" y="1"/>
                    <a:pt x="0" y="87"/>
                    <a:pt x="0" y="193"/>
                  </a:cubicBezTo>
                  <a:cubicBezTo>
                    <a:pt x="0" y="301"/>
                    <a:pt x="87" y="387"/>
                    <a:pt x="194" y="387"/>
                  </a:cubicBezTo>
                  <a:cubicBezTo>
                    <a:pt x="301" y="387"/>
                    <a:pt x="387" y="301"/>
                    <a:pt x="387" y="193"/>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38"/>
            <p:cNvSpPr/>
            <p:nvPr/>
          </p:nvSpPr>
          <p:spPr>
            <a:xfrm>
              <a:off x="6437825" y="29612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38"/>
            <p:cNvSpPr/>
            <p:nvPr/>
          </p:nvSpPr>
          <p:spPr>
            <a:xfrm>
              <a:off x="6497250" y="2900200"/>
              <a:ext cx="12950" cy="9675"/>
            </a:xfrm>
            <a:custGeom>
              <a:rect b="b" l="l" r="r" t="t"/>
              <a:pathLst>
                <a:path extrusionOk="0" h="387" w="518">
                  <a:moveTo>
                    <a:pt x="259" y="0"/>
                  </a:moveTo>
                  <a:cubicBezTo>
                    <a:pt x="210" y="0"/>
                    <a:pt x="160" y="19"/>
                    <a:pt x="123" y="57"/>
                  </a:cubicBezTo>
                  <a:cubicBezTo>
                    <a:pt x="1" y="178"/>
                    <a:pt x="87" y="386"/>
                    <a:pt x="260" y="386"/>
                  </a:cubicBezTo>
                  <a:cubicBezTo>
                    <a:pt x="431" y="386"/>
                    <a:pt x="517" y="178"/>
                    <a:pt x="396" y="57"/>
                  </a:cubicBezTo>
                  <a:cubicBezTo>
                    <a:pt x="358" y="19"/>
                    <a:pt x="309"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38"/>
            <p:cNvSpPr/>
            <p:nvPr/>
          </p:nvSpPr>
          <p:spPr>
            <a:xfrm>
              <a:off x="6559975" y="2839125"/>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38"/>
            <p:cNvSpPr/>
            <p:nvPr/>
          </p:nvSpPr>
          <p:spPr>
            <a:xfrm>
              <a:off x="6651575" y="2747525"/>
              <a:ext cx="9675" cy="9700"/>
            </a:xfrm>
            <a:custGeom>
              <a:rect b="b" l="l" r="r" t="t"/>
              <a:pathLst>
                <a:path extrusionOk="0" h="388" w="387">
                  <a:moveTo>
                    <a:pt x="194" y="1"/>
                  </a:moveTo>
                  <a:cubicBezTo>
                    <a:pt x="86" y="1"/>
                    <a:pt x="0" y="87"/>
                    <a:pt x="0" y="193"/>
                  </a:cubicBezTo>
                  <a:cubicBezTo>
                    <a:pt x="0" y="299"/>
                    <a:pt x="86" y="387"/>
                    <a:pt x="194" y="387"/>
                  </a:cubicBezTo>
                  <a:cubicBezTo>
                    <a:pt x="300" y="387"/>
                    <a:pt x="387" y="299"/>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38"/>
            <p:cNvSpPr/>
            <p:nvPr/>
          </p:nvSpPr>
          <p:spPr>
            <a:xfrm>
              <a:off x="6407275" y="29918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38"/>
            <p:cNvSpPr/>
            <p:nvPr/>
          </p:nvSpPr>
          <p:spPr>
            <a:xfrm>
              <a:off x="6468325" y="2930725"/>
              <a:ext cx="9700" cy="9675"/>
            </a:xfrm>
            <a:custGeom>
              <a:rect b="b" l="l" r="r" t="t"/>
              <a:pathLst>
                <a:path extrusionOk="0" h="387" w="388">
                  <a:moveTo>
                    <a:pt x="195" y="0"/>
                  </a:moveTo>
                  <a:cubicBezTo>
                    <a:pt x="89" y="0"/>
                    <a:pt x="1" y="88"/>
                    <a:pt x="1" y="194"/>
                  </a:cubicBezTo>
                  <a:cubicBezTo>
                    <a:pt x="1" y="301"/>
                    <a:pt x="89" y="387"/>
                    <a:pt x="195" y="387"/>
                  </a:cubicBezTo>
                  <a:cubicBezTo>
                    <a:pt x="301" y="387"/>
                    <a:pt x="387" y="301"/>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38"/>
            <p:cNvSpPr/>
            <p:nvPr/>
          </p:nvSpPr>
          <p:spPr>
            <a:xfrm>
              <a:off x="6529425" y="2869675"/>
              <a:ext cx="9675" cy="9675"/>
            </a:xfrm>
            <a:custGeom>
              <a:rect b="b" l="l" r="r" t="t"/>
              <a:pathLst>
                <a:path extrusionOk="0" h="387" w="387">
                  <a:moveTo>
                    <a:pt x="193" y="0"/>
                  </a:moveTo>
                  <a:cubicBezTo>
                    <a:pt x="87" y="0"/>
                    <a:pt x="0" y="87"/>
                    <a:pt x="0" y="193"/>
                  </a:cubicBezTo>
                  <a:cubicBezTo>
                    <a:pt x="0" y="300"/>
                    <a:pt x="87" y="387"/>
                    <a:pt x="193" y="387"/>
                  </a:cubicBezTo>
                  <a:cubicBezTo>
                    <a:pt x="301" y="387"/>
                    <a:pt x="387" y="300"/>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38"/>
            <p:cNvSpPr/>
            <p:nvPr/>
          </p:nvSpPr>
          <p:spPr>
            <a:xfrm>
              <a:off x="6621025" y="2778075"/>
              <a:ext cx="9675" cy="9650"/>
            </a:xfrm>
            <a:custGeom>
              <a:rect b="b" l="l" r="r" t="t"/>
              <a:pathLst>
                <a:path extrusionOk="0" h="386" w="387">
                  <a:moveTo>
                    <a:pt x="194" y="1"/>
                  </a:moveTo>
                  <a:cubicBezTo>
                    <a:pt x="88" y="1"/>
                    <a:pt x="0" y="87"/>
                    <a:pt x="0" y="193"/>
                  </a:cubicBezTo>
                  <a:cubicBezTo>
                    <a:pt x="0" y="299"/>
                    <a:pt x="88" y="386"/>
                    <a:pt x="194" y="386"/>
                  </a:cubicBezTo>
                  <a:cubicBezTo>
                    <a:pt x="300" y="386"/>
                    <a:pt x="387" y="299"/>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38"/>
            <p:cNvSpPr/>
            <p:nvPr/>
          </p:nvSpPr>
          <p:spPr>
            <a:xfrm>
              <a:off x="6682100" y="2717000"/>
              <a:ext cx="9700" cy="9675"/>
            </a:xfrm>
            <a:custGeom>
              <a:rect b="b" l="l" r="r" t="t"/>
              <a:pathLst>
                <a:path extrusionOk="0" h="387" w="388">
                  <a:moveTo>
                    <a:pt x="193" y="0"/>
                  </a:moveTo>
                  <a:cubicBezTo>
                    <a:pt x="87" y="0"/>
                    <a:pt x="1" y="86"/>
                    <a:pt x="1" y="193"/>
                  </a:cubicBezTo>
                  <a:cubicBezTo>
                    <a:pt x="1" y="300"/>
                    <a:pt x="87" y="387"/>
                    <a:pt x="193" y="387"/>
                  </a:cubicBezTo>
                  <a:cubicBezTo>
                    <a:pt x="301" y="387"/>
                    <a:pt x="387" y="300"/>
                    <a:pt x="387" y="193"/>
                  </a:cubicBezTo>
                  <a:cubicBezTo>
                    <a:pt x="387" y="86"/>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38"/>
            <p:cNvSpPr/>
            <p:nvPr/>
          </p:nvSpPr>
          <p:spPr>
            <a:xfrm>
              <a:off x="6712650" y="26864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38"/>
            <p:cNvSpPr/>
            <p:nvPr/>
          </p:nvSpPr>
          <p:spPr>
            <a:xfrm>
              <a:off x="6741575" y="2655925"/>
              <a:ext cx="12900" cy="9675"/>
            </a:xfrm>
            <a:custGeom>
              <a:rect b="b" l="l" r="r" t="t"/>
              <a:pathLst>
                <a:path extrusionOk="0" h="387" w="516">
                  <a:moveTo>
                    <a:pt x="258" y="0"/>
                  </a:moveTo>
                  <a:cubicBezTo>
                    <a:pt x="209" y="0"/>
                    <a:pt x="159" y="19"/>
                    <a:pt x="121" y="57"/>
                  </a:cubicBezTo>
                  <a:cubicBezTo>
                    <a:pt x="0" y="178"/>
                    <a:pt x="87" y="386"/>
                    <a:pt x="258" y="386"/>
                  </a:cubicBezTo>
                  <a:cubicBezTo>
                    <a:pt x="431" y="386"/>
                    <a:pt x="516" y="178"/>
                    <a:pt x="394" y="57"/>
                  </a:cubicBezTo>
                  <a:cubicBezTo>
                    <a:pt x="356" y="19"/>
                    <a:pt x="307"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38"/>
            <p:cNvSpPr/>
            <p:nvPr/>
          </p:nvSpPr>
          <p:spPr>
            <a:xfrm>
              <a:off x="6773750" y="2625350"/>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38"/>
            <p:cNvSpPr/>
            <p:nvPr/>
          </p:nvSpPr>
          <p:spPr>
            <a:xfrm>
              <a:off x="6590525" y="2808575"/>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38"/>
            <p:cNvSpPr/>
            <p:nvPr/>
          </p:nvSpPr>
          <p:spPr>
            <a:xfrm>
              <a:off x="6465150" y="2990250"/>
              <a:ext cx="12950" cy="9700"/>
            </a:xfrm>
            <a:custGeom>
              <a:rect b="b" l="l" r="r" t="t"/>
              <a:pathLst>
                <a:path extrusionOk="0" h="388" w="518">
                  <a:moveTo>
                    <a:pt x="259" y="0"/>
                  </a:moveTo>
                  <a:cubicBezTo>
                    <a:pt x="209" y="0"/>
                    <a:pt x="160" y="19"/>
                    <a:pt x="122" y="57"/>
                  </a:cubicBezTo>
                  <a:cubicBezTo>
                    <a:pt x="1" y="178"/>
                    <a:pt x="87" y="387"/>
                    <a:pt x="260" y="387"/>
                  </a:cubicBezTo>
                  <a:cubicBezTo>
                    <a:pt x="431" y="387"/>
                    <a:pt x="517" y="178"/>
                    <a:pt x="396" y="57"/>
                  </a:cubicBezTo>
                  <a:cubicBezTo>
                    <a:pt x="358" y="19"/>
                    <a:pt x="309"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38"/>
            <p:cNvSpPr/>
            <p:nvPr/>
          </p:nvSpPr>
          <p:spPr>
            <a:xfrm>
              <a:off x="6527875" y="29291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38"/>
            <p:cNvSpPr/>
            <p:nvPr/>
          </p:nvSpPr>
          <p:spPr>
            <a:xfrm>
              <a:off x="6588925" y="28681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38"/>
            <p:cNvSpPr/>
            <p:nvPr/>
          </p:nvSpPr>
          <p:spPr>
            <a:xfrm>
              <a:off x="6680550" y="2776475"/>
              <a:ext cx="9700" cy="9700"/>
            </a:xfrm>
            <a:custGeom>
              <a:rect b="b" l="l" r="r" t="t"/>
              <a:pathLst>
                <a:path extrusionOk="0" h="388" w="388">
                  <a:moveTo>
                    <a:pt x="193" y="1"/>
                  </a:moveTo>
                  <a:cubicBezTo>
                    <a:pt x="87" y="1"/>
                    <a:pt x="1" y="87"/>
                    <a:pt x="1" y="195"/>
                  </a:cubicBezTo>
                  <a:cubicBezTo>
                    <a:pt x="1" y="301"/>
                    <a:pt x="87" y="387"/>
                    <a:pt x="193" y="387"/>
                  </a:cubicBezTo>
                  <a:cubicBezTo>
                    <a:pt x="299" y="387"/>
                    <a:pt x="387" y="301"/>
                    <a:pt x="387" y="195"/>
                  </a:cubicBezTo>
                  <a:cubicBezTo>
                    <a:pt x="387"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38"/>
            <p:cNvSpPr/>
            <p:nvPr/>
          </p:nvSpPr>
          <p:spPr>
            <a:xfrm>
              <a:off x="6436225" y="3020800"/>
              <a:ext cx="9700" cy="9650"/>
            </a:xfrm>
            <a:custGeom>
              <a:rect b="b" l="l" r="r" t="t"/>
              <a:pathLst>
                <a:path extrusionOk="0" h="386" w="388">
                  <a:moveTo>
                    <a:pt x="195" y="1"/>
                  </a:moveTo>
                  <a:cubicBezTo>
                    <a:pt x="87" y="1"/>
                    <a:pt x="1" y="87"/>
                    <a:pt x="1" y="193"/>
                  </a:cubicBezTo>
                  <a:cubicBezTo>
                    <a:pt x="1" y="299"/>
                    <a:pt x="87" y="386"/>
                    <a:pt x="195" y="386"/>
                  </a:cubicBezTo>
                  <a:cubicBezTo>
                    <a:pt x="301" y="386"/>
                    <a:pt x="388" y="299"/>
                    <a:pt x="388" y="193"/>
                  </a:cubicBezTo>
                  <a:cubicBezTo>
                    <a:pt x="388"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38"/>
            <p:cNvSpPr/>
            <p:nvPr/>
          </p:nvSpPr>
          <p:spPr>
            <a:xfrm>
              <a:off x="6497325" y="2959700"/>
              <a:ext cx="9700" cy="9700"/>
            </a:xfrm>
            <a:custGeom>
              <a:rect b="b" l="l" r="r" t="t"/>
              <a:pathLst>
                <a:path extrusionOk="0" h="388" w="388">
                  <a:moveTo>
                    <a:pt x="193" y="1"/>
                  </a:moveTo>
                  <a:cubicBezTo>
                    <a:pt x="87" y="1"/>
                    <a:pt x="1" y="87"/>
                    <a:pt x="1" y="194"/>
                  </a:cubicBezTo>
                  <a:cubicBezTo>
                    <a:pt x="1" y="301"/>
                    <a:pt x="87" y="388"/>
                    <a:pt x="193" y="388"/>
                  </a:cubicBezTo>
                  <a:cubicBezTo>
                    <a:pt x="301" y="388"/>
                    <a:pt x="387" y="301"/>
                    <a:pt x="387" y="194"/>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38"/>
            <p:cNvSpPr/>
            <p:nvPr/>
          </p:nvSpPr>
          <p:spPr>
            <a:xfrm>
              <a:off x="6558375" y="2898625"/>
              <a:ext cx="9700" cy="9675"/>
            </a:xfrm>
            <a:custGeom>
              <a:rect b="b" l="l" r="r" t="t"/>
              <a:pathLst>
                <a:path extrusionOk="0" h="387" w="388">
                  <a:moveTo>
                    <a:pt x="195" y="0"/>
                  </a:moveTo>
                  <a:cubicBezTo>
                    <a:pt x="88" y="0"/>
                    <a:pt x="1" y="87"/>
                    <a:pt x="1" y="194"/>
                  </a:cubicBezTo>
                  <a:cubicBezTo>
                    <a:pt x="1" y="301"/>
                    <a:pt x="88" y="387"/>
                    <a:pt x="195" y="387"/>
                  </a:cubicBezTo>
                  <a:cubicBezTo>
                    <a:pt x="301" y="387"/>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38"/>
            <p:cNvSpPr/>
            <p:nvPr/>
          </p:nvSpPr>
          <p:spPr>
            <a:xfrm>
              <a:off x="6650000" y="28070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38"/>
            <p:cNvSpPr/>
            <p:nvPr/>
          </p:nvSpPr>
          <p:spPr>
            <a:xfrm>
              <a:off x="6709425" y="2745950"/>
              <a:ext cx="12950" cy="9675"/>
            </a:xfrm>
            <a:custGeom>
              <a:rect b="b" l="l" r="r" t="t"/>
              <a:pathLst>
                <a:path extrusionOk="0" h="387" w="518">
                  <a:moveTo>
                    <a:pt x="260" y="1"/>
                  </a:moveTo>
                  <a:cubicBezTo>
                    <a:pt x="211" y="1"/>
                    <a:pt x="161" y="20"/>
                    <a:pt x="124" y="58"/>
                  </a:cubicBezTo>
                  <a:cubicBezTo>
                    <a:pt x="1" y="179"/>
                    <a:pt x="87" y="387"/>
                    <a:pt x="260" y="387"/>
                  </a:cubicBezTo>
                  <a:cubicBezTo>
                    <a:pt x="431" y="387"/>
                    <a:pt x="518" y="179"/>
                    <a:pt x="396" y="58"/>
                  </a:cubicBezTo>
                  <a:cubicBezTo>
                    <a:pt x="359" y="20"/>
                    <a:pt x="309"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38"/>
            <p:cNvSpPr/>
            <p:nvPr/>
          </p:nvSpPr>
          <p:spPr>
            <a:xfrm>
              <a:off x="6741600" y="2715425"/>
              <a:ext cx="9700" cy="9650"/>
            </a:xfrm>
            <a:custGeom>
              <a:rect b="b" l="l" r="r" t="t"/>
              <a:pathLst>
                <a:path extrusionOk="0" h="386" w="388">
                  <a:moveTo>
                    <a:pt x="195" y="1"/>
                  </a:moveTo>
                  <a:cubicBezTo>
                    <a:pt x="87" y="1"/>
                    <a:pt x="1" y="87"/>
                    <a:pt x="1" y="193"/>
                  </a:cubicBezTo>
                  <a:cubicBezTo>
                    <a:pt x="1" y="299"/>
                    <a:pt x="87" y="386"/>
                    <a:pt x="195" y="386"/>
                  </a:cubicBezTo>
                  <a:cubicBezTo>
                    <a:pt x="301" y="386"/>
                    <a:pt x="387" y="299"/>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38"/>
            <p:cNvSpPr/>
            <p:nvPr/>
          </p:nvSpPr>
          <p:spPr>
            <a:xfrm>
              <a:off x="6772150" y="2684900"/>
              <a:ext cx="9700" cy="9650"/>
            </a:xfrm>
            <a:custGeom>
              <a:rect b="b" l="l" r="r" t="t"/>
              <a:pathLst>
                <a:path extrusionOk="0" h="386" w="388">
                  <a:moveTo>
                    <a:pt x="193" y="0"/>
                  </a:moveTo>
                  <a:cubicBezTo>
                    <a:pt x="87" y="0"/>
                    <a:pt x="0" y="86"/>
                    <a:pt x="0" y="193"/>
                  </a:cubicBezTo>
                  <a:cubicBezTo>
                    <a:pt x="0" y="299"/>
                    <a:pt x="87" y="385"/>
                    <a:pt x="193" y="385"/>
                  </a:cubicBezTo>
                  <a:cubicBezTo>
                    <a:pt x="301" y="385"/>
                    <a:pt x="387" y="299"/>
                    <a:pt x="387" y="193"/>
                  </a:cubicBezTo>
                  <a:cubicBezTo>
                    <a:pt x="387" y="86"/>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38"/>
            <p:cNvSpPr/>
            <p:nvPr/>
          </p:nvSpPr>
          <p:spPr>
            <a:xfrm>
              <a:off x="6802700" y="2654350"/>
              <a:ext cx="9675" cy="9675"/>
            </a:xfrm>
            <a:custGeom>
              <a:rect b="b" l="l" r="r" t="t"/>
              <a:pathLst>
                <a:path extrusionOk="0" h="387" w="387">
                  <a:moveTo>
                    <a:pt x="193" y="0"/>
                  </a:moveTo>
                  <a:cubicBezTo>
                    <a:pt x="87" y="0"/>
                    <a:pt x="0" y="87"/>
                    <a:pt x="0" y="193"/>
                  </a:cubicBezTo>
                  <a:cubicBezTo>
                    <a:pt x="0" y="300"/>
                    <a:pt x="87" y="387"/>
                    <a:pt x="193" y="387"/>
                  </a:cubicBezTo>
                  <a:cubicBezTo>
                    <a:pt x="300" y="387"/>
                    <a:pt x="387" y="300"/>
                    <a:pt x="387" y="193"/>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38"/>
            <p:cNvSpPr/>
            <p:nvPr/>
          </p:nvSpPr>
          <p:spPr>
            <a:xfrm>
              <a:off x="6617825" y="2837550"/>
              <a:ext cx="12950" cy="9700"/>
            </a:xfrm>
            <a:custGeom>
              <a:rect b="b" l="l" r="r" t="t"/>
              <a:pathLst>
                <a:path extrusionOk="0" h="388" w="518">
                  <a:moveTo>
                    <a:pt x="259" y="1"/>
                  </a:moveTo>
                  <a:cubicBezTo>
                    <a:pt x="210" y="1"/>
                    <a:pt x="160" y="20"/>
                    <a:pt x="122" y="58"/>
                  </a:cubicBezTo>
                  <a:cubicBezTo>
                    <a:pt x="1" y="179"/>
                    <a:pt x="87" y="388"/>
                    <a:pt x="260" y="388"/>
                  </a:cubicBezTo>
                  <a:cubicBezTo>
                    <a:pt x="431" y="388"/>
                    <a:pt x="518" y="179"/>
                    <a:pt x="397" y="58"/>
                  </a:cubicBezTo>
                  <a:cubicBezTo>
                    <a:pt x="359" y="20"/>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38"/>
            <p:cNvSpPr/>
            <p:nvPr/>
          </p:nvSpPr>
          <p:spPr>
            <a:xfrm>
              <a:off x="6495775" y="3019200"/>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38"/>
            <p:cNvSpPr/>
            <p:nvPr/>
          </p:nvSpPr>
          <p:spPr>
            <a:xfrm>
              <a:off x="6556825" y="2958150"/>
              <a:ext cx="9675" cy="9650"/>
            </a:xfrm>
            <a:custGeom>
              <a:rect b="b" l="l" r="r" t="t"/>
              <a:pathLst>
                <a:path extrusionOk="0" h="386" w="387">
                  <a:moveTo>
                    <a:pt x="194" y="1"/>
                  </a:moveTo>
                  <a:cubicBezTo>
                    <a:pt x="87" y="1"/>
                    <a:pt x="0" y="87"/>
                    <a:pt x="0" y="193"/>
                  </a:cubicBezTo>
                  <a:cubicBezTo>
                    <a:pt x="0" y="299"/>
                    <a:pt x="87" y="386"/>
                    <a:pt x="194" y="386"/>
                  </a:cubicBezTo>
                  <a:cubicBezTo>
                    <a:pt x="301" y="386"/>
                    <a:pt x="387" y="299"/>
                    <a:pt x="387" y="193"/>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38"/>
            <p:cNvSpPr/>
            <p:nvPr/>
          </p:nvSpPr>
          <p:spPr>
            <a:xfrm>
              <a:off x="6617900" y="2897075"/>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38"/>
            <p:cNvSpPr/>
            <p:nvPr/>
          </p:nvSpPr>
          <p:spPr>
            <a:xfrm>
              <a:off x="6707875" y="2805450"/>
              <a:ext cx="12950" cy="9675"/>
            </a:xfrm>
            <a:custGeom>
              <a:rect b="b" l="l" r="r" t="t"/>
              <a:pathLst>
                <a:path extrusionOk="0" h="387" w="518">
                  <a:moveTo>
                    <a:pt x="259" y="1"/>
                  </a:moveTo>
                  <a:cubicBezTo>
                    <a:pt x="210" y="1"/>
                    <a:pt x="161" y="20"/>
                    <a:pt x="123" y="58"/>
                  </a:cubicBezTo>
                  <a:cubicBezTo>
                    <a:pt x="1" y="179"/>
                    <a:pt x="87" y="387"/>
                    <a:pt x="260" y="387"/>
                  </a:cubicBezTo>
                  <a:cubicBezTo>
                    <a:pt x="431" y="387"/>
                    <a:pt x="518" y="179"/>
                    <a:pt x="396" y="58"/>
                  </a:cubicBezTo>
                  <a:cubicBezTo>
                    <a:pt x="358" y="20"/>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38"/>
            <p:cNvSpPr/>
            <p:nvPr/>
          </p:nvSpPr>
          <p:spPr>
            <a:xfrm>
              <a:off x="6465225" y="3049750"/>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38"/>
            <p:cNvSpPr/>
            <p:nvPr/>
          </p:nvSpPr>
          <p:spPr>
            <a:xfrm>
              <a:off x="6526275" y="29886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38"/>
            <p:cNvSpPr/>
            <p:nvPr/>
          </p:nvSpPr>
          <p:spPr>
            <a:xfrm>
              <a:off x="6587375" y="2927625"/>
              <a:ext cx="9675" cy="9675"/>
            </a:xfrm>
            <a:custGeom>
              <a:rect b="b" l="l" r="r" t="t"/>
              <a:pathLst>
                <a:path extrusionOk="0" h="387" w="387">
                  <a:moveTo>
                    <a:pt x="193" y="0"/>
                  </a:moveTo>
                  <a:cubicBezTo>
                    <a:pt x="87" y="0"/>
                    <a:pt x="0" y="86"/>
                    <a:pt x="0" y="193"/>
                  </a:cubicBezTo>
                  <a:cubicBezTo>
                    <a:pt x="0" y="300"/>
                    <a:pt x="87" y="387"/>
                    <a:pt x="193" y="387"/>
                  </a:cubicBezTo>
                  <a:cubicBezTo>
                    <a:pt x="300" y="387"/>
                    <a:pt x="387" y="300"/>
                    <a:pt x="387" y="193"/>
                  </a:cubicBezTo>
                  <a:cubicBezTo>
                    <a:pt x="387" y="86"/>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38"/>
            <p:cNvSpPr/>
            <p:nvPr/>
          </p:nvSpPr>
          <p:spPr>
            <a:xfrm>
              <a:off x="6677325" y="2836000"/>
              <a:ext cx="12950" cy="9675"/>
            </a:xfrm>
            <a:custGeom>
              <a:rect b="b" l="l" r="r" t="t"/>
              <a:pathLst>
                <a:path extrusionOk="0" h="387" w="518">
                  <a:moveTo>
                    <a:pt x="259" y="1"/>
                  </a:moveTo>
                  <a:cubicBezTo>
                    <a:pt x="210" y="1"/>
                    <a:pt x="161" y="19"/>
                    <a:pt x="124" y="57"/>
                  </a:cubicBezTo>
                  <a:cubicBezTo>
                    <a:pt x="1" y="179"/>
                    <a:pt x="87" y="386"/>
                    <a:pt x="260" y="386"/>
                  </a:cubicBezTo>
                  <a:cubicBezTo>
                    <a:pt x="431" y="386"/>
                    <a:pt x="518" y="179"/>
                    <a:pt x="396" y="57"/>
                  </a:cubicBezTo>
                  <a:cubicBezTo>
                    <a:pt x="359" y="19"/>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38"/>
            <p:cNvSpPr/>
            <p:nvPr/>
          </p:nvSpPr>
          <p:spPr>
            <a:xfrm>
              <a:off x="6740050" y="27749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38"/>
            <p:cNvSpPr/>
            <p:nvPr/>
          </p:nvSpPr>
          <p:spPr>
            <a:xfrm>
              <a:off x="6770600" y="2744375"/>
              <a:ext cx="9675" cy="9700"/>
            </a:xfrm>
            <a:custGeom>
              <a:rect b="b" l="l" r="r" t="t"/>
              <a:pathLst>
                <a:path extrusionOk="0" h="388" w="387">
                  <a:moveTo>
                    <a:pt x="193" y="1"/>
                  </a:moveTo>
                  <a:cubicBezTo>
                    <a:pt x="87" y="1"/>
                    <a:pt x="0" y="87"/>
                    <a:pt x="0" y="193"/>
                  </a:cubicBezTo>
                  <a:cubicBezTo>
                    <a:pt x="0" y="301"/>
                    <a:pt x="87" y="388"/>
                    <a:pt x="193" y="388"/>
                  </a:cubicBezTo>
                  <a:cubicBezTo>
                    <a:pt x="299" y="388"/>
                    <a:pt x="387" y="301"/>
                    <a:pt x="387" y="193"/>
                  </a:cubicBezTo>
                  <a:cubicBezTo>
                    <a:pt x="387"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38"/>
            <p:cNvSpPr/>
            <p:nvPr/>
          </p:nvSpPr>
          <p:spPr>
            <a:xfrm>
              <a:off x="6801150" y="2713850"/>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38"/>
            <p:cNvSpPr/>
            <p:nvPr/>
          </p:nvSpPr>
          <p:spPr>
            <a:xfrm>
              <a:off x="6831650" y="2683325"/>
              <a:ext cx="9675" cy="9650"/>
            </a:xfrm>
            <a:custGeom>
              <a:rect b="b" l="l" r="r" t="t"/>
              <a:pathLst>
                <a:path extrusionOk="0" h="386" w="387">
                  <a:moveTo>
                    <a:pt x="194" y="1"/>
                  </a:moveTo>
                  <a:cubicBezTo>
                    <a:pt x="87" y="1"/>
                    <a:pt x="0" y="87"/>
                    <a:pt x="0" y="193"/>
                  </a:cubicBezTo>
                  <a:cubicBezTo>
                    <a:pt x="0" y="300"/>
                    <a:pt x="87" y="386"/>
                    <a:pt x="194" y="386"/>
                  </a:cubicBezTo>
                  <a:cubicBezTo>
                    <a:pt x="301" y="386"/>
                    <a:pt x="387" y="300"/>
                    <a:pt x="387" y="193"/>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38"/>
            <p:cNvSpPr/>
            <p:nvPr/>
          </p:nvSpPr>
          <p:spPr>
            <a:xfrm>
              <a:off x="6648450" y="286652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38"/>
            <p:cNvSpPr/>
            <p:nvPr/>
          </p:nvSpPr>
          <p:spPr>
            <a:xfrm>
              <a:off x="6524725" y="3048200"/>
              <a:ext cx="9700" cy="9650"/>
            </a:xfrm>
            <a:custGeom>
              <a:rect b="b" l="l" r="r" t="t"/>
              <a:pathLst>
                <a:path extrusionOk="0" h="386" w="388">
                  <a:moveTo>
                    <a:pt x="193" y="0"/>
                  </a:moveTo>
                  <a:cubicBezTo>
                    <a:pt x="87" y="0"/>
                    <a:pt x="0" y="87"/>
                    <a:pt x="0" y="193"/>
                  </a:cubicBezTo>
                  <a:cubicBezTo>
                    <a:pt x="0" y="299"/>
                    <a:pt x="87" y="386"/>
                    <a:pt x="193" y="386"/>
                  </a:cubicBezTo>
                  <a:cubicBezTo>
                    <a:pt x="301" y="386"/>
                    <a:pt x="387" y="299"/>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38"/>
            <p:cNvSpPr/>
            <p:nvPr/>
          </p:nvSpPr>
          <p:spPr>
            <a:xfrm>
              <a:off x="6585825" y="2987100"/>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38"/>
            <p:cNvSpPr/>
            <p:nvPr/>
          </p:nvSpPr>
          <p:spPr>
            <a:xfrm>
              <a:off x="6646875" y="2926050"/>
              <a:ext cx="9675" cy="9650"/>
            </a:xfrm>
            <a:custGeom>
              <a:rect b="b" l="l" r="r" t="t"/>
              <a:pathLst>
                <a:path extrusionOk="0" h="386" w="387">
                  <a:moveTo>
                    <a:pt x="194" y="1"/>
                  </a:moveTo>
                  <a:cubicBezTo>
                    <a:pt x="86" y="1"/>
                    <a:pt x="0" y="87"/>
                    <a:pt x="0" y="193"/>
                  </a:cubicBezTo>
                  <a:cubicBezTo>
                    <a:pt x="0" y="300"/>
                    <a:pt x="86" y="386"/>
                    <a:pt x="194" y="386"/>
                  </a:cubicBezTo>
                  <a:cubicBezTo>
                    <a:pt x="300" y="386"/>
                    <a:pt x="387" y="300"/>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38"/>
            <p:cNvSpPr/>
            <p:nvPr/>
          </p:nvSpPr>
          <p:spPr>
            <a:xfrm>
              <a:off x="6736875" y="2834425"/>
              <a:ext cx="12900" cy="9700"/>
            </a:xfrm>
            <a:custGeom>
              <a:rect b="b" l="l" r="r" t="t"/>
              <a:pathLst>
                <a:path extrusionOk="0" h="388" w="516">
                  <a:moveTo>
                    <a:pt x="258" y="1"/>
                  </a:moveTo>
                  <a:cubicBezTo>
                    <a:pt x="209" y="1"/>
                    <a:pt x="159" y="20"/>
                    <a:pt x="122" y="57"/>
                  </a:cubicBezTo>
                  <a:cubicBezTo>
                    <a:pt x="0" y="179"/>
                    <a:pt x="87" y="387"/>
                    <a:pt x="258" y="387"/>
                  </a:cubicBezTo>
                  <a:cubicBezTo>
                    <a:pt x="431" y="387"/>
                    <a:pt x="516" y="179"/>
                    <a:pt x="394" y="57"/>
                  </a:cubicBezTo>
                  <a:cubicBezTo>
                    <a:pt x="356" y="20"/>
                    <a:pt x="307" y="1"/>
                    <a:pt x="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38"/>
            <p:cNvSpPr/>
            <p:nvPr/>
          </p:nvSpPr>
          <p:spPr>
            <a:xfrm>
              <a:off x="6494175" y="3078700"/>
              <a:ext cx="9700" cy="9700"/>
            </a:xfrm>
            <a:custGeom>
              <a:rect b="b" l="l" r="r" t="t"/>
              <a:pathLst>
                <a:path extrusionOk="0" h="388" w="388">
                  <a:moveTo>
                    <a:pt x="195" y="1"/>
                  </a:moveTo>
                  <a:cubicBezTo>
                    <a:pt x="87" y="1"/>
                    <a:pt x="1" y="89"/>
                    <a:pt x="1" y="195"/>
                  </a:cubicBezTo>
                  <a:cubicBezTo>
                    <a:pt x="1" y="301"/>
                    <a:pt x="87" y="387"/>
                    <a:pt x="195" y="387"/>
                  </a:cubicBezTo>
                  <a:cubicBezTo>
                    <a:pt x="301" y="387"/>
                    <a:pt x="387" y="301"/>
                    <a:pt x="387" y="195"/>
                  </a:cubicBezTo>
                  <a:cubicBezTo>
                    <a:pt x="387" y="89"/>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38"/>
            <p:cNvSpPr/>
            <p:nvPr/>
          </p:nvSpPr>
          <p:spPr>
            <a:xfrm>
              <a:off x="6555275" y="3017650"/>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38"/>
            <p:cNvSpPr/>
            <p:nvPr/>
          </p:nvSpPr>
          <p:spPr>
            <a:xfrm>
              <a:off x="6616350" y="29565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38"/>
            <p:cNvSpPr/>
            <p:nvPr/>
          </p:nvSpPr>
          <p:spPr>
            <a:xfrm>
              <a:off x="6707950" y="2864975"/>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38"/>
            <p:cNvSpPr/>
            <p:nvPr/>
          </p:nvSpPr>
          <p:spPr>
            <a:xfrm>
              <a:off x="6769050" y="2803875"/>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38"/>
            <p:cNvSpPr/>
            <p:nvPr/>
          </p:nvSpPr>
          <p:spPr>
            <a:xfrm>
              <a:off x="6797925" y="2773350"/>
              <a:ext cx="12950" cy="9675"/>
            </a:xfrm>
            <a:custGeom>
              <a:rect b="b" l="l" r="r" t="t"/>
              <a:pathLst>
                <a:path extrusionOk="0" h="387" w="518">
                  <a:moveTo>
                    <a:pt x="259" y="1"/>
                  </a:moveTo>
                  <a:cubicBezTo>
                    <a:pt x="209" y="1"/>
                    <a:pt x="160" y="20"/>
                    <a:pt x="123" y="58"/>
                  </a:cubicBezTo>
                  <a:cubicBezTo>
                    <a:pt x="0" y="179"/>
                    <a:pt x="87" y="387"/>
                    <a:pt x="259" y="387"/>
                  </a:cubicBezTo>
                  <a:cubicBezTo>
                    <a:pt x="431" y="387"/>
                    <a:pt x="517" y="179"/>
                    <a:pt x="396" y="58"/>
                  </a:cubicBezTo>
                  <a:cubicBezTo>
                    <a:pt x="358" y="20"/>
                    <a:pt x="308"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38"/>
            <p:cNvSpPr/>
            <p:nvPr/>
          </p:nvSpPr>
          <p:spPr>
            <a:xfrm>
              <a:off x="6830100" y="2742825"/>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38"/>
            <p:cNvSpPr/>
            <p:nvPr/>
          </p:nvSpPr>
          <p:spPr>
            <a:xfrm>
              <a:off x="6860650" y="2712300"/>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38"/>
            <p:cNvSpPr/>
            <p:nvPr/>
          </p:nvSpPr>
          <p:spPr>
            <a:xfrm>
              <a:off x="6677400" y="2895525"/>
              <a:ext cx="9700" cy="9675"/>
            </a:xfrm>
            <a:custGeom>
              <a:rect b="b" l="l" r="r" t="t"/>
              <a:pathLst>
                <a:path extrusionOk="0" h="387" w="388">
                  <a:moveTo>
                    <a:pt x="193" y="0"/>
                  </a:moveTo>
                  <a:cubicBezTo>
                    <a:pt x="87" y="0"/>
                    <a:pt x="1" y="87"/>
                    <a:pt x="1" y="193"/>
                  </a:cubicBezTo>
                  <a:cubicBezTo>
                    <a:pt x="1" y="299"/>
                    <a:pt x="87" y="387"/>
                    <a:pt x="193" y="387"/>
                  </a:cubicBezTo>
                  <a:cubicBezTo>
                    <a:pt x="301" y="387"/>
                    <a:pt x="387" y="299"/>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38"/>
            <p:cNvSpPr/>
            <p:nvPr/>
          </p:nvSpPr>
          <p:spPr>
            <a:xfrm>
              <a:off x="6552050" y="3077175"/>
              <a:ext cx="12950" cy="9675"/>
            </a:xfrm>
            <a:custGeom>
              <a:rect b="b" l="l" r="r" t="t"/>
              <a:pathLst>
                <a:path extrusionOk="0" h="387" w="518">
                  <a:moveTo>
                    <a:pt x="260" y="0"/>
                  </a:moveTo>
                  <a:cubicBezTo>
                    <a:pt x="210" y="0"/>
                    <a:pt x="161" y="19"/>
                    <a:pt x="123" y="57"/>
                  </a:cubicBezTo>
                  <a:cubicBezTo>
                    <a:pt x="0" y="178"/>
                    <a:pt x="87" y="386"/>
                    <a:pt x="260" y="386"/>
                  </a:cubicBezTo>
                  <a:cubicBezTo>
                    <a:pt x="431" y="386"/>
                    <a:pt x="517" y="178"/>
                    <a:pt x="396" y="57"/>
                  </a:cubicBezTo>
                  <a:cubicBezTo>
                    <a:pt x="358" y="19"/>
                    <a:pt x="309"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38"/>
            <p:cNvSpPr/>
            <p:nvPr/>
          </p:nvSpPr>
          <p:spPr>
            <a:xfrm>
              <a:off x="6614775" y="3016100"/>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38"/>
            <p:cNvSpPr/>
            <p:nvPr/>
          </p:nvSpPr>
          <p:spPr>
            <a:xfrm>
              <a:off x="6675850" y="2955025"/>
              <a:ext cx="9700" cy="9675"/>
            </a:xfrm>
            <a:custGeom>
              <a:rect b="b" l="l" r="r" t="t"/>
              <a:pathLst>
                <a:path extrusionOk="0" h="387" w="388">
                  <a:moveTo>
                    <a:pt x="193" y="0"/>
                  </a:moveTo>
                  <a:cubicBezTo>
                    <a:pt x="87" y="0"/>
                    <a:pt x="1" y="86"/>
                    <a:pt x="1" y="193"/>
                  </a:cubicBezTo>
                  <a:cubicBezTo>
                    <a:pt x="1" y="300"/>
                    <a:pt x="87" y="387"/>
                    <a:pt x="193" y="387"/>
                  </a:cubicBezTo>
                  <a:cubicBezTo>
                    <a:pt x="299" y="387"/>
                    <a:pt x="387" y="300"/>
                    <a:pt x="387" y="193"/>
                  </a:cubicBezTo>
                  <a:cubicBezTo>
                    <a:pt x="387" y="86"/>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38"/>
            <p:cNvSpPr/>
            <p:nvPr/>
          </p:nvSpPr>
          <p:spPr>
            <a:xfrm>
              <a:off x="6767450" y="2863425"/>
              <a:ext cx="9700" cy="9650"/>
            </a:xfrm>
            <a:custGeom>
              <a:rect b="b" l="l" r="r" t="t"/>
              <a:pathLst>
                <a:path extrusionOk="0" h="386" w="388">
                  <a:moveTo>
                    <a:pt x="193" y="0"/>
                  </a:moveTo>
                  <a:cubicBezTo>
                    <a:pt x="87" y="0"/>
                    <a:pt x="1" y="87"/>
                    <a:pt x="1" y="193"/>
                  </a:cubicBezTo>
                  <a:cubicBezTo>
                    <a:pt x="1" y="299"/>
                    <a:pt x="87" y="385"/>
                    <a:pt x="193" y="385"/>
                  </a:cubicBezTo>
                  <a:cubicBezTo>
                    <a:pt x="301" y="385"/>
                    <a:pt x="387" y="299"/>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38"/>
            <p:cNvSpPr/>
            <p:nvPr/>
          </p:nvSpPr>
          <p:spPr>
            <a:xfrm>
              <a:off x="6523175" y="3107700"/>
              <a:ext cx="9650" cy="9675"/>
            </a:xfrm>
            <a:custGeom>
              <a:rect b="b" l="l" r="r" t="t"/>
              <a:pathLst>
                <a:path extrusionOk="0" h="387"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38"/>
            <p:cNvSpPr/>
            <p:nvPr/>
          </p:nvSpPr>
          <p:spPr>
            <a:xfrm>
              <a:off x="6584225" y="304660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38"/>
            <p:cNvSpPr/>
            <p:nvPr/>
          </p:nvSpPr>
          <p:spPr>
            <a:xfrm>
              <a:off x="6645300" y="298555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38"/>
            <p:cNvSpPr/>
            <p:nvPr/>
          </p:nvSpPr>
          <p:spPr>
            <a:xfrm>
              <a:off x="6736900" y="2893925"/>
              <a:ext cx="9700" cy="9700"/>
            </a:xfrm>
            <a:custGeom>
              <a:rect b="b" l="l" r="r" t="t"/>
              <a:pathLst>
                <a:path extrusionOk="0" h="388" w="388">
                  <a:moveTo>
                    <a:pt x="195" y="0"/>
                  </a:moveTo>
                  <a:cubicBezTo>
                    <a:pt x="87" y="0"/>
                    <a:pt x="1" y="87"/>
                    <a:pt x="1" y="195"/>
                  </a:cubicBezTo>
                  <a:cubicBezTo>
                    <a:pt x="1" y="301"/>
                    <a:pt x="87" y="387"/>
                    <a:pt x="195" y="387"/>
                  </a:cubicBezTo>
                  <a:cubicBezTo>
                    <a:pt x="301" y="387"/>
                    <a:pt x="387" y="301"/>
                    <a:pt x="387" y="195"/>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38"/>
            <p:cNvSpPr/>
            <p:nvPr/>
          </p:nvSpPr>
          <p:spPr>
            <a:xfrm>
              <a:off x="6798000" y="2832875"/>
              <a:ext cx="9675" cy="9650"/>
            </a:xfrm>
            <a:custGeom>
              <a:rect b="b" l="l" r="r" t="t"/>
              <a:pathLst>
                <a:path extrusionOk="0" h="386" w="387">
                  <a:moveTo>
                    <a:pt x="193" y="0"/>
                  </a:moveTo>
                  <a:cubicBezTo>
                    <a:pt x="87" y="0"/>
                    <a:pt x="0" y="87"/>
                    <a:pt x="0" y="193"/>
                  </a:cubicBezTo>
                  <a:cubicBezTo>
                    <a:pt x="0" y="299"/>
                    <a:pt x="87" y="385"/>
                    <a:pt x="193" y="385"/>
                  </a:cubicBezTo>
                  <a:cubicBezTo>
                    <a:pt x="300" y="385"/>
                    <a:pt x="387" y="299"/>
                    <a:pt x="387" y="193"/>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38"/>
            <p:cNvSpPr/>
            <p:nvPr/>
          </p:nvSpPr>
          <p:spPr>
            <a:xfrm>
              <a:off x="6828550" y="2802325"/>
              <a:ext cx="9675" cy="9700"/>
            </a:xfrm>
            <a:custGeom>
              <a:rect b="b" l="l" r="r" t="t"/>
              <a:pathLst>
                <a:path extrusionOk="0" h="388" w="387">
                  <a:moveTo>
                    <a:pt x="193" y="1"/>
                  </a:moveTo>
                  <a:cubicBezTo>
                    <a:pt x="86" y="1"/>
                    <a:pt x="0" y="87"/>
                    <a:pt x="0" y="193"/>
                  </a:cubicBezTo>
                  <a:cubicBezTo>
                    <a:pt x="0" y="301"/>
                    <a:pt x="86" y="387"/>
                    <a:pt x="193" y="387"/>
                  </a:cubicBezTo>
                  <a:cubicBezTo>
                    <a:pt x="299" y="387"/>
                    <a:pt x="387" y="301"/>
                    <a:pt x="387" y="193"/>
                  </a:cubicBezTo>
                  <a:cubicBezTo>
                    <a:pt x="387"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38"/>
            <p:cNvSpPr/>
            <p:nvPr/>
          </p:nvSpPr>
          <p:spPr>
            <a:xfrm>
              <a:off x="6859075" y="277177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38"/>
            <p:cNvSpPr/>
            <p:nvPr/>
          </p:nvSpPr>
          <p:spPr>
            <a:xfrm>
              <a:off x="6887950" y="2741250"/>
              <a:ext cx="12950" cy="9675"/>
            </a:xfrm>
            <a:custGeom>
              <a:rect b="b" l="l" r="r" t="t"/>
              <a:pathLst>
                <a:path extrusionOk="0" h="387" w="518">
                  <a:moveTo>
                    <a:pt x="260" y="1"/>
                  </a:moveTo>
                  <a:cubicBezTo>
                    <a:pt x="210" y="1"/>
                    <a:pt x="161" y="20"/>
                    <a:pt x="124" y="58"/>
                  </a:cubicBezTo>
                  <a:cubicBezTo>
                    <a:pt x="1" y="179"/>
                    <a:pt x="87" y="387"/>
                    <a:pt x="260" y="387"/>
                  </a:cubicBezTo>
                  <a:cubicBezTo>
                    <a:pt x="431" y="387"/>
                    <a:pt x="518" y="179"/>
                    <a:pt x="397" y="58"/>
                  </a:cubicBezTo>
                  <a:cubicBezTo>
                    <a:pt x="359" y="20"/>
                    <a:pt x="309"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38"/>
            <p:cNvSpPr/>
            <p:nvPr/>
          </p:nvSpPr>
          <p:spPr>
            <a:xfrm>
              <a:off x="6704775" y="2924500"/>
              <a:ext cx="12900" cy="9650"/>
            </a:xfrm>
            <a:custGeom>
              <a:rect b="b" l="l" r="r" t="t"/>
              <a:pathLst>
                <a:path extrusionOk="0" h="386" w="516">
                  <a:moveTo>
                    <a:pt x="258" y="0"/>
                  </a:moveTo>
                  <a:cubicBezTo>
                    <a:pt x="209" y="0"/>
                    <a:pt x="159" y="19"/>
                    <a:pt x="122" y="57"/>
                  </a:cubicBezTo>
                  <a:cubicBezTo>
                    <a:pt x="0" y="178"/>
                    <a:pt x="85" y="386"/>
                    <a:pt x="258" y="386"/>
                  </a:cubicBezTo>
                  <a:cubicBezTo>
                    <a:pt x="429" y="386"/>
                    <a:pt x="516" y="178"/>
                    <a:pt x="394" y="57"/>
                  </a:cubicBezTo>
                  <a:cubicBezTo>
                    <a:pt x="357" y="19"/>
                    <a:pt x="307"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38"/>
            <p:cNvSpPr/>
            <p:nvPr/>
          </p:nvSpPr>
          <p:spPr>
            <a:xfrm>
              <a:off x="6582675" y="3106150"/>
              <a:ext cx="9675" cy="9675"/>
            </a:xfrm>
            <a:custGeom>
              <a:rect b="b" l="l" r="r" t="t"/>
              <a:pathLst>
                <a:path extrusionOk="0" h="387" w="387">
                  <a:moveTo>
                    <a:pt x="193" y="0"/>
                  </a:moveTo>
                  <a:cubicBezTo>
                    <a:pt x="87" y="0"/>
                    <a:pt x="0" y="87"/>
                    <a:pt x="0" y="193"/>
                  </a:cubicBezTo>
                  <a:cubicBezTo>
                    <a:pt x="0" y="299"/>
                    <a:pt x="87" y="387"/>
                    <a:pt x="193" y="387"/>
                  </a:cubicBezTo>
                  <a:cubicBezTo>
                    <a:pt x="300" y="387"/>
                    <a:pt x="387" y="299"/>
                    <a:pt x="387" y="193"/>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38"/>
            <p:cNvSpPr/>
            <p:nvPr/>
          </p:nvSpPr>
          <p:spPr>
            <a:xfrm>
              <a:off x="6642125" y="3045075"/>
              <a:ext cx="12900" cy="9675"/>
            </a:xfrm>
            <a:custGeom>
              <a:rect b="b" l="l" r="r" t="t"/>
              <a:pathLst>
                <a:path extrusionOk="0" h="387" w="516">
                  <a:moveTo>
                    <a:pt x="258" y="0"/>
                  </a:moveTo>
                  <a:cubicBezTo>
                    <a:pt x="209" y="0"/>
                    <a:pt x="160" y="19"/>
                    <a:pt x="122" y="56"/>
                  </a:cubicBezTo>
                  <a:cubicBezTo>
                    <a:pt x="1" y="179"/>
                    <a:pt x="85" y="386"/>
                    <a:pt x="258" y="386"/>
                  </a:cubicBezTo>
                  <a:cubicBezTo>
                    <a:pt x="430" y="386"/>
                    <a:pt x="516" y="179"/>
                    <a:pt x="395" y="56"/>
                  </a:cubicBezTo>
                  <a:cubicBezTo>
                    <a:pt x="357" y="19"/>
                    <a:pt x="308"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38"/>
            <p:cNvSpPr/>
            <p:nvPr/>
          </p:nvSpPr>
          <p:spPr>
            <a:xfrm>
              <a:off x="6704800" y="29839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38"/>
            <p:cNvSpPr/>
            <p:nvPr/>
          </p:nvSpPr>
          <p:spPr>
            <a:xfrm>
              <a:off x="6796450" y="28923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38"/>
            <p:cNvSpPr/>
            <p:nvPr/>
          </p:nvSpPr>
          <p:spPr>
            <a:xfrm>
              <a:off x="6552125" y="3136675"/>
              <a:ext cx="9675" cy="9675"/>
            </a:xfrm>
            <a:custGeom>
              <a:rect b="b" l="l" r="r" t="t"/>
              <a:pathLst>
                <a:path extrusionOk="0" h="387" w="387">
                  <a:moveTo>
                    <a:pt x="194" y="1"/>
                  </a:moveTo>
                  <a:cubicBezTo>
                    <a:pt x="87" y="1"/>
                    <a:pt x="0" y="87"/>
                    <a:pt x="0" y="194"/>
                  </a:cubicBezTo>
                  <a:cubicBezTo>
                    <a:pt x="0" y="300"/>
                    <a:pt x="87" y="386"/>
                    <a:pt x="194" y="386"/>
                  </a:cubicBezTo>
                  <a:cubicBezTo>
                    <a:pt x="301" y="386"/>
                    <a:pt x="387" y="300"/>
                    <a:pt x="387" y="194"/>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38"/>
            <p:cNvSpPr/>
            <p:nvPr/>
          </p:nvSpPr>
          <p:spPr>
            <a:xfrm>
              <a:off x="6613225" y="3075600"/>
              <a:ext cx="9650" cy="9675"/>
            </a:xfrm>
            <a:custGeom>
              <a:rect b="b" l="l" r="r" t="t"/>
              <a:pathLst>
                <a:path extrusionOk="0" h="387" w="386">
                  <a:moveTo>
                    <a:pt x="193" y="0"/>
                  </a:moveTo>
                  <a:cubicBezTo>
                    <a:pt x="86" y="0"/>
                    <a:pt x="0" y="87"/>
                    <a:pt x="0" y="193"/>
                  </a:cubicBezTo>
                  <a:cubicBezTo>
                    <a:pt x="0" y="301"/>
                    <a:pt x="86" y="387"/>
                    <a:pt x="193" y="387"/>
                  </a:cubicBezTo>
                  <a:cubicBezTo>
                    <a:pt x="299" y="387"/>
                    <a:pt x="385" y="301"/>
                    <a:pt x="385" y="193"/>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38"/>
            <p:cNvSpPr/>
            <p:nvPr/>
          </p:nvSpPr>
          <p:spPr>
            <a:xfrm>
              <a:off x="6672625" y="3014525"/>
              <a:ext cx="12950" cy="9675"/>
            </a:xfrm>
            <a:custGeom>
              <a:rect b="b" l="l" r="r" t="t"/>
              <a:pathLst>
                <a:path extrusionOk="0" h="387" w="518">
                  <a:moveTo>
                    <a:pt x="260" y="1"/>
                  </a:moveTo>
                  <a:cubicBezTo>
                    <a:pt x="210" y="1"/>
                    <a:pt x="161" y="20"/>
                    <a:pt x="124" y="58"/>
                  </a:cubicBezTo>
                  <a:cubicBezTo>
                    <a:pt x="1" y="179"/>
                    <a:pt x="87" y="386"/>
                    <a:pt x="260" y="386"/>
                  </a:cubicBezTo>
                  <a:cubicBezTo>
                    <a:pt x="431" y="386"/>
                    <a:pt x="518" y="179"/>
                    <a:pt x="397" y="58"/>
                  </a:cubicBezTo>
                  <a:cubicBezTo>
                    <a:pt x="359" y="20"/>
                    <a:pt x="309"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38"/>
            <p:cNvSpPr/>
            <p:nvPr/>
          </p:nvSpPr>
          <p:spPr>
            <a:xfrm>
              <a:off x="6765900" y="2922925"/>
              <a:ext cx="9675" cy="9675"/>
            </a:xfrm>
            <a:custGeom>
              <a:rect b="b" l="l" r="r" t="t"/>
              <a:pathLst>
                <a:path extrusionOk="0" h="387" w="387">
                  <a:moveTo>
                    <a:pt x="193" y="0"/>
                  </a:moveTo>
                  <a:cubicBezTo>
                    <a:pt x="87" y="0"/>
                    <a:pt x="0" y="87"/>
                    <a:pt x="0" y="193"/>
                  </a:cubicBezTo>
                  <a:cubicBezTo>
                    <a:pt x="0" y="300"/>
                    <a:pt x="87" y="387"/>
                    <a:pt x="193" y="387"/>
                  </a:cubicBezTo>
                  <a:cubicBezTo>
                    <a:pt x="299" y="387"/>
                    <a:pt x="387" y="300"/>
                    <a:pt x="387" y="193"/>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38"/>
            <p:cNvSpPr/>
            <p:nvPr/>
          </p:nvSpPr>
          <p:spPr>
            <a:xfrm>
              <a:off x="6826950" y="2861825"/>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38"/>
            <p:cNvSpPr/>
            <p:nvPr/>
          </p:nvSpPr>
          <p:spPr>
            <a:xfrm>
              <a:off x="6857500" y="28313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38"/>
            <p:cNvSpPr/>
            <p:nvPr/>
          </p:nvSpPr>
          <p:spPr>
            <a:xfrm>
              <a:off x="6888025" y="2800775"/>
              <a:ext cx="9700" cy="9650"/>
            </a:xfrm>
            <a:custGeom>
              <a:rect b="b" l="l" r="r" t="t"/>
              <a:pathLst>
                <a:path extrusionOk="0" h="386" w="388">
                  <a:moveTo>
                    <a:pt x="193" y="1"/>
                  </a:moveTo>
                  <a:cubicBezTo>
                    <a:pt x="87" y="1"/>
                    <a:pt x="1" y="87"/>
                    <a:pt x="1" y="193"/>
                  </a:cubicBezTo>
                  <a:cubicBezTo>
                    <a:pt x="1" y="299"/>
                    <a:pt x="87" y="386"/>
                    <a:pt x="193" y="386"/>
                  </a:cubicBezTo>
                  <a:cubicBezTo>
                    <a:pt x="301" y="386"/>
                    <a:pt x="388" y="299"/>
                    <a:pt x="388" y="193"/>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38"/>
            <p:cNvSpPr/>
            <p:nvPr/>
          </p:nvSpPr>
          <p:spPr>
            <a:xfrm>
              <a:off x="6916950" y="2770225"/>
              <a:ext cx="12900" cy="9700"/>
            </a:xfrm>
            <a:custGeom>
              <a:rect b="b" l="l" r="r" t="t"/>
              <a:pathLst>
                <a:path extrusionOk="0" h="388" w="516">
                  <a:moveTo>
                    <a:pt x="258" y="0"/>
                  </a:moveTo>
                  <a:cubicBezTo>
                    <a:pt x="209" y="0"/>
                    <a:pt x="160" y="19"/>
                    <a:pt x="122" y="57"/>
                  </a:cubicBezTo>
                  <a:cubicBezTo>
                    <a:pt x="1" y="178"/>
                    <a:pt x="85" y="387"/>
                    <a:pt x="258" y="387"/>
                  </a:cubicBezTo>
                  <a:cubicBezTo>
                    <a:pt x="430" y="387"/>
                    <a:pt x="516" y="178"/>
                    <a:pt x="395" y="57"/>
                  </a:cubicBezTo>
                  <a:cubicBezTo>
                    <a:pt x="357" y="19"/>
                    <a:pt x="308"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38"/>
            <p:cNvSpPr/>
            <p:nvPr/>
          </p:nvSpPr>
          <p:spPr>
            <a:xfrm>
              <a:off x="6735350" y="2953450"/>
              <a:ext cx="9700" cy="9650"/>
            </a:xfrm>
            <a:custGeom>
              <a:rect b="b" l="l" r="r" t="t"/>
              <a:pathLst>
                <a:path extrusionOk="0" h="386" w="388">
                  <a:moveTo>
                    <a:pt x="193" y="1"/>
                  </a:moveTo>
                  <a:cubicBezTo>
                    <a:pt x="87" y="1"/>
                    <a:pt x="1" y="87"/>
                    <a:pt x="1" y="193"/>
                  </a:cubicBezTo>
                  <a:cubicBezTo>
                    <a:pt x="1" y="300"/>
                    <a:pt x="87" y="386"/>
                    <a:pt x="193" y="386"/>
                  </a:cubicBezTo>
                  <a:cubicBezTo>
                    <a:pt x="301" y="386"/>
                    <a:pt x="387" y="300"/>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38"/>
            <p:cNvSpPr/>
            <p:nvPr/>
          </p:nvSpPr>
          <p:spPr>
            <a:xfrm>
              <a:off x="6611650" y="3135100"/>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38"/>
            <p:cNvSpPr/>
            <p:nvPr/>
          </p:nvSpPr>
          <p:spPr>
            <a:xfrm>
              <a:off x="6672700" y="3074000"/>
              <a:ext cx="9700" cy="9700"/>
            </a:xfrm>
            <a:custGeom>
              <a:rect b="b" l="l" r="r" t="t"/>
              <a:pathLst>
                <a:path extrusionOk="0" h="388" w="388">
                  <a:moveTo>
                    <a:pt x="193" y="1"/>
                  </a:moveTo>
                  <a:cubicBezTo>
                    <a:pt x="87" y="1"/>
                    <a:pt x="1" y="89"/>
                    <a:pt x="1" y="195"/>
                  </a:cubicBezTo>
                  <a:cubicBezTo>
                    <a:pt x="1" y="301"/>
                    <a:pt x="87" y="387"/>
                    <a:pt x="193" y="387"/>
                  </a:cubicBezTo>
                  <a:cubicBezTo>
                    <a:pt x="301" y="387"/>
                    <a:pt x="387" y="301"/>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38"/>
            <p:cNvSpPr/>
            <p:nvPr/>
          </p:nvSpPr>
          <p:spPr>
            <a:xfrm>
              <a:off x="6732175" y="3012975"/>
              <a:ext cx="12900" cy="9675"/>
            </a:xfrm>
            <a:custGeom>
              <a:rect b="b" l="l" r="r" t="t"/>
              <a:pathLst>
                <a:path extrusionOk="0" h="387" w="516">
                  <a:moveTo>
                    <a:pt x="258" y="0"/>
                  </a:moveTo>
                  <a:cubicBezTo>
                    <a:pt x="209" y="0"/>
                    <a:pt x="159" y="19"/>
                    <a:pt x="122" y="56"/>
                  </a:cubicBezTo>
                  <a:cubicBezTo>
                    <a:pt x="0" y="177"/>
                    <a:pt x="87" y="386"/>
                    <a:pt x="258" y="386"/>
                  </a:cubicBezTo>
                  <a:cubicBezTo>
                    <a:pt x="431" y="386"/>
                    <a:pt x="516" y="177"/>
                    <a:pt x="394" y="56"/>
                  </a:cubicBezTo>
                  <a:cubicBezTo>
                    <a:pt x="356" y="19"/>
                    <a:pt x="307"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38"/>
            <p:cNvSpPr/>
            <p:nvPr/>
          </p:nvSpPr>
          <p:spPr>
            <a:xfrm>
              <a:off x="6825400" y="2921350"/>
              <a:ext cx="9675" cy="9650"/>
            </a:xfrm>
            <a:custGeom>
              <a:rect b="b" l="l" r="r" t="t"/>
              <a:pathLst>
                <a:path extrusionOk="0" h="386" w="387">
                  <a:moveTo>
                    <a:pt x="194" y="1"/>
                  </a:moveTo>
                  <a:cubicBezTo>
                    <a:pt x="87" y="1"/>
                    <a:pt x="0" y="87"/>
                    <a:pt x="0" y="193"/>
                  </a:cubicBezTo>
                  <a:cubicBezTo>
                    <a:pt x="0" y="300"/>
                    <a:pt x="87" y="386"/>
                    <a:pt x="194" y="386"/>
                  </a:cubicBezTo>
                  <a:cubicBezTo>
                    <a:pt x="300" y="386"/>
                    <a:pt x="387" y="300"/>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38"/>
            <p:cNvSpPr/>
            <p:nvPr/>
          </p:nvSpPr>
          <p:spPr>
            <a:xfrm>
              <a:off x="6581125" y="3165650"/>
              <a:ext cx="9650" cy="9675"/>
            </a:xfrm>
            <a:custGeom>
              <a:rect b="b" l="l" r="r" t="t"/>
              <a:pathLst>
                <a:path extrusionOk="0" h="387" w="386">
                  <a:moveTo>
                    <a:pt x="193" y="0"/>
                  </a:moveTo>
                  <a:cubicBezTo>
                    <a:pt x="86" y="0"/>
                    <a:pt x="0" y="86"/>
                    <a:pt x="0" y="193"/>
                  </a:cubicBezTo>
                  <a:cubicBezTo>
                    <a:pt x="0" y="300"/>
                    <a:pt x="86" y="387"/>
                    <a:pt x="193" y="387"/>
                  </a:cubicBezTo>
                  <a:cubicBezTo>
                    <a:pt x="299" y="387"/>
                    <a:pt x="385" y="300"/>
                    <a:pt x="385" y="193"/>
                  </a:cubicBezTo>
                  <a:cubicBezTo>
                    <a:pt x="385" y="86"/>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38"/>
            <p:cNvSpPr/>
            <p:nvPr/>
          </p:nvSpPr>
          <p:spPr>
            <a:xfrm>
              <a:off x="6640525" y="3104575"/>
              <a:ext cx="12950" cy="9675"/>
            </a:xfrm>
            <a:custGeom>
              <a:rect b="b" l="l" r="r" t="t"/>
              <a:pathLst>
                <a:path extrusionOk="0" h="387" w="518">
                  <a:moveTo>
                    <a:pt x="260" y="0"/>
                  </a:moveTo>
                  <a:cubicBezTo>
                    <a:pt x="210" y="0"/>
                    <a:pt x="161" y="19"/>
                    <a:pt x="124" y="57"/>
                  </a:cubicBezTo>
                  <a:cubicBezTo>
                    <a:pt x="1" y="178"/>
                    <a:pt x="87" y="386"/>
                    <a:pt x="260" y="386"/>
                  </a:cubicBezTo>
                  <a:cubicBezTo>
                    <a:pt x="431" y="386"/>
                    <a:pt x="518" y="178"/>
                    <a:pt x="397" y="57"/>
                  </a:cubicBezTo>
                  <a:cubicBezTo>
                    <a:pt x="359" y="19"/>
                    <a:pt x="309"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38"/>
            <p:cNvSpPr/>
            <p:nvPr/>
          </p:nvSpPr>
          <p:spPr>
            <a:xfrm>
              <a:off x="6703250" y="3043500"/>
              <a:ext cx="9700" cy="9650"/>
            </a:xfrm>
            <a:custGeom>
              <a:rect b="b" l="l" r="r" t="t"/>
              <a:pathLst>
                <a:path extrusionOk="0" h="386" w="388">
                  <a:moveTo>
                    <a:pt x="193" y="1"/>
                  </a:moveTo>
                  <a:cubicBezTo>
                    <a:pt x="87" y="1"/>
                    <a:pt x="1" y="87"/>
                    <a:pt x="1" y="193"/>
                  </a:cubicBezTo>
                  <a:cubicBezTo>
                    <a:pt x="1" y="299"/>
                    <a:pt x="87" y="386"/>
                    <a:pt x="193" y="386"/>
                  </a:cubicBezTo>
                  <a:cubicBezTo>
                    <a:pt x="301" y="386"/>
                    <a:pt x="387" y="299"/>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38"/>
            <p:cNvSpPr/>
            <p:nvPr/>
          </p:nvSpPr>
          <p:spPr>
            <a:xfrm>
              <a:off x="6794850" y="2951875"/>
              <a:ext cx="9675" cy="9675"/>
            </a:xfrm>
            <a:custGeom>
              <a:rect b="b" l="l" r="r" t="t"/>
              <a:pathLst>
                <a:path extrusionOk="0" h="387" w="387">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38"/>
            <p:cNvSpPr/>
            <p:nvPr/>
          </p:nvSpPr>
          <p:spPr>
            <a:xfrm>
              <a:off x="6855950" y="2890825"/>
              <a:ext cx="9675" cy="9675"/>
            </a:xfrm>
            <a:custGeom>
              <a:rect b="b" l="l" r="r" t="t"/>
              <a:pathLst>
                <a:path extrusionOk="0" h="387" w="387">
                  <a:moveTo>
                    <a:pt x="193" y="0"/>
                  </a:moveTo>
                  <a:cubicBezTo>
                    <a:pt x="86" y="0"/>
                    <a:pt x="0" y="87"/>
                    <a:pt x="0" y="193"/>
                  </a:cubicBezTo>
                  <a:cubicBezTo>
                    <a:pt x="0" y="299"/>
                    <a:pt x="86" y="387"/>
                    <a:pt x="193" y="387"/>
                  </a:cubicBezTo>
                  <a:cubicBezTo>
                    <a:pt x="300" y="387"/>
                    <a:pt x="387" y="299"/>
                    <a:pt x="387" y="193"/>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38"/>
            <p:cNvSpPr/>
            <p:nvPr/>
          </p:nvSpPr>
          <p:spPr>
            <a:xfrm>
              <a:off x="6886475" y="2860275"/>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38"/>
            <p:cNvSpPr/>
            <p:nvPr/>
          </p:nvSpPr>
          <p:spPr>
            <a:xfrm>
              <a:off x="6917000" y="2829725"/>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38"/>
            <p:cNvSpPr/>
            <p:nvPr/>
          </p:nvSpPr>
          <p:spPr>
            <a:xfrm>
              <a:off x="6947525" y="279917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38"/>
            <p:cNvSpPr/>
            <p:nvPr/>
          </p:nvSpPr>
          <p:spPr>
            <a:xfrm>
              <a:off x="6764350" y="2982400"/>
              <a:ext cx="9650" cy="9700"/>
            </a:xfrm>
            <a:custGeom>
              <a:rect b="b" l="l" r="r" t="t"/>
              <a:pathLst>
                <a:path extrusionOk="0" h="388" w="386">
                  <a:moveTo>
                    <a:pt x="193" y="1"/>
                  </a:moveTo>
                  <a:cubicBezTo>
                    <a:pt x="87" y="1"/>
                    <a:pt x="0" y="87"/>
                    <a:pt x="0" y="193"/>
                  </a:cubicBezTo>
                  <a:cubicBezTo>
                    <a:pt x="0" y="301"/>
                    <a:pt x="87" y="388"/>
                    <a:pt x="193" y="388"/>
                  </a:cubicBezTo>
                  <a:cubicBezTo>
                    <a:pt x="299" y="388"/>
                    <a:pt x="385" y="301"/>
                    <a:pt x="385" y="193"/>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38"/>
            <p:cNvSpPr/>
            <p:nvPr/>
          </p:nvSpPr>
          <p:spPr>
            <a:xfrm>
              <a:off x="6640600" y="3164075"/>
              <a:ext cx="9700" cy="9650"/>
            </a:xfrm>
            <a:custGeom>
              <a:rect b="b" l="l" r="r" t="t"/>
              <a:pathLst>
                <a:path extrusionOk="0" h="386" w="388">
                  <a:moveTo>
                    <a:pt x="193" y="1"/>
                  </a:moveTo>
                  <a:cubicBezTo>
                    <a:pt x="87" y="1"/>
                    <a:pt x="1" y="87"/>
                    <a:pt x="1" y="193"/>
                  </a:cubicBezTo>
                  <a:cubicBezTo>
                    <a:pt x="1" y="300"/>
                    <a:pt x="87" y="386"/>
                    <a:pt x="193" y="386"/>
                  </a:cubicBezTo>
                  <a:cubicBezTo>
                    <a:pt x="301" y="386"/>
                    <a:pt x="388" y="300"/>
                    <a:pt x="388" y="193"/>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38"/>
            <p:cNvSpPr/>
            <p:nvPr/>
          </p:nvSpPr>
          <p:spPr>
            <a:xfrm>
              <a:off x="6701700" y="3103000"/>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38"/>
            <p:cNvSpPr/>
            <p:nvPr/>
          </p:nvSpPr>
          <p:spPr>
            <a:xfrm>
              <a:off x="6762750" y="30419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38"/>
            <p:cNvSpPr/>
            <p:nvPr/>
          </p:nvSpPr>
          <p:spPr>
            <a:xfrm>
              <a:off x="6854350" y="2950325"/>
              <a:ext cx="9675" cy="9675"/>
            </a:xfrm>
            <a:custGeom>
              <a:rect b="b" l="l" r="r" t="t"/>
              <a:pathLst>
                <a:path extrusionOk="0" h="387" w="387">
                  <a:moveTo>
                    <a:pt x="194" y="0"/>
                  </a:moveTo>
                  <a:cubicBezTo>
                    <a:pt x="88" y="0"/>
                    <a:pt x="0" y="86"/>
                    <a:pt x="0" y="193"/>
                  </a:cubicBezTo>
                  <a:cubicBezTo>
                    <a:pt x="0" y="300"/>
                    <a:pt x="88" y="387"/>
                    <a:pt x="194" y="387"/>
                  </a:cubicBezTo>
                  <a:cubicBezTo>
                    <a:pt x="301" y="387"/>
                    <a:pt x="387" y="300"/>
                    <a:pt x="387" y="193"/>
                  </a:cubicBezTo>
                  <a:cubicBezTo>
                    <a:pt x="387" y="86"/>
                    <a:pt x="301"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38"/>
            <p:cNvSpPr/>
            <p:nvPr/>
          </p:nvSpPr>
          <p:spPr>
            <a:xfrm>
              <a:off x="6608450" y="3194600"/>
              <a:ext cx="12925" cy="9675"/>
            </a:xfrm>
            <a:custGeom>
              <a:rect b="b" l="l" r="r" t="t"/>
              <a:pathLst>
                <a:path extrusionOk="0" h="387" w="517">
                  <a:moveTo>
                    <a:pt x="258" y="1"/>
                  </a:moveTo>
                  <a:cubicBezTo>
                    <a:pt x="209" y="1"/>
                    <a:pt x="159" y="20"/>
                    <a:pt x="121" y="58"/>
                  </a:cubicBezTo>
                  <a:cubicBezTo>
                    <a:pt x="0" y="179"/>
                    <a:pt x="86" y="387"/>
                    <a:pt x="259" y="387"/>
                  </a:cubicBezTo>
                  <a:cubicBezTo>
                    <a:pt x="431" y="387"/>
                    <a:pt x="517" y="179"/>
                    <a:pt x="396" y="58"/>
                  </a:cubicBezTo>
                  <a:cubicBezTo>
                    <a:pt x="358" y="20"/>
                    <a:pt x="308" y="1"/>
                    <a:pt x="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38"/>
            <p:cNvSpPr/>
            <p:nvPr/>
          </p:nvSpPr>
          <p:spPr>
            <a:xfrm>
              <a:off x="6671150" y="3133550"/>
              <a:ext cx="9700" cy="9675"/>
            </a:xfrm>
            <a:custGeom>
              <a:rect b="b" l="l" r="r" t="t"/>
              <a:pathLst>
                <a:path extrusionOk="0" h="387" w="388">
                  <a:moveTo>
                    <a:pt x="193" y="0"/>
                  </a:moveTo>
                  <a:cubicBezTo>
                    <a:pt x="87" y="0"/>
                    <a:pt x="1" y="87"/>
                    <a:pt x="1" y="193"/>
                  </a:cubicBezTo>
                  <a:cubicBezTo>
                    <a:pt x="1" y="300"/>
                    <a:pt x="87" y="387"/>
                    <a:pt x="193" y="387"/>
                  </a:cubicBezTo>
                  <a:cubicBezTo>
                    <a:pt x="299" y="387"/>
                    <a:pt x="387" y="300"/>
                    <a:pt x="387" y="193"/>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38"/>
            <p:cNvSpPr/>
            <p:nvPr/>
          </p:nvSpPr>
          <p:spPr>
            <a:xfrm>
              <a:off x="6732200" y="30724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38"/>
            <p:cNvSpPr/>
            <p:nvPr/>
          </p:nvSpPr>
          <p:spPr>
            <a:xfrm>
              <a:off x="6822200" y="2980850"/>
              <a:ext cx="12925" cy="9700"/>
            </a:xfrm>
            <a:custGeom>
              <a:rect b="b" l="l" r="r" t="t"/>
              <a:pathLst>
                <a:path extrusionOk="0" h="388" w="517">
                  <a:moveTo>
                    <a:pt x="259" y="0"/>
                  </a:moveTo>
                  <a:cubicBezTo>
                    <a:pt x="209" y="0"/>
                    <a:pt x="160" y="19"/>
                    <a:pt x="122" y="57"/>
                  </a:cubicBezTo>
                  <a:cubicBezTo>
                    <a:pt x="1" y="178"/>
                    <a:pt x="86" y="387"/>
                    <a:pt x="259" y="387"/>
                  </a:cubicBezTo>
                  <a:cubicBezTo>
                    <a:pt x="430" y="387"/>
                    <a:pt x="516" y="178"/>
                    <a:pt x="395" y="57"/>
                  </a:cubicBezTo>
                  <a:cubicBezTo>
                    <a:pt x="357" y="19"/>
                    <a:pt x="308"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38"/>
            <p:cNvSpPr/>
            <p:nvPr/>
          </p:nvSpPr>
          <p:spPr>
            <a:xfrm>
              <a:off x="6884900" y="2919775"/>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38"/>
            <p:cNvSpPr/>
            <p:nvPr/>
          </p:nvSpPr>
          <p:spPr>
            <a:xfrm>
              <a:off x="6915425" y="28892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38"/>
            <p:cNvSpPr/>
            <p:nvPr/>
          </p:nvSpPr>
          <p:spPr>
            <a:xfrm>
              <a:off x="6944350" y="2858700"/>
              <a:ext cx="12950" cy="9675"/>
            </a:xfrm>
            <a:custGeom>
              <a:rect b="b" l="l" r="r" t="t"/>
              <a:pathLst>
                <a:path extrusionOk="0" h="387" w="518">
                  <a:moveTo>
                    <a:pt x="259" y="1"/>
                  </a:moveTo>
                  <a:cubicBezTo>
                    <a:pt x="209" y="1"/>
                    <a:pt x="160" y="19"/>
                    <a:pt x="122" y="57"/>
                  </a:cubicBezTo>
                  <a:cubicBezTo>
                    <a:pt x="1" y="179"/>
                    <a:pt x="87" y="386"/>
                    <a:pt x="258" y="386"/>
                  </a:cubicBezTo>
                  <a:cubicBezTo>
                    <a:pt x="431" y="386"/>
                    <a:pt x="517" y="179"/>
                    <a:pt x="395" y="57"/>
                  </a:cubicBezTo>
                  <a:cubicBezTo>
                    <a:pt x="358" y="19"/>
                    <a:pt x="308"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38"/>
            <p:cNvSpPr/>
            <p:nvPr/>
          </p:nvSpPr>
          <p:spPr>
            <a:xfrm>
              <a:off x="6976525" y="2828175"/>
              <a:ext cx="9650" cy="9650"/>
            </a:xfrm>
            <a:custGeom>
              <a:rect b="b" l="l" r="r" t="t"/>
              <a:pathLst>
                <a:path extrusionOk="0" h="386" w="386">
                  <a:moveTo>
                    <a:pt x="193" y="0"/>
                  </a:moveTo>
                  <a:cubicBezTo>
                    <a:pt x="87" y="0"/>
                    <a:pt x="0" y="87"/>
                    <a:pt x="0" y="193"/>
                  </a:cubicBezTo>
                  <a:cubicBezTo>
                    <a:pt x="0" y="299"/>
                    <a:pt x="87" y="386"/>
                    <a:pt x="193" y="386"/>
                  </a:cubicBezTo>
                  <a:cubicBezTo>
                    <a:pt x="299" y="386"/>
                    <a:pt x="386" y="299"/>
                    <a:pt x="386" y="193"/>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38"/>
            <p:cNvSpPr/>
            <p:nvPr/>
          </p:nvSpPr>
          <p:spPr>
            <a:xfrm>
              <a:off x="6793300" y="30114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38"/>
            <p:cNvSpPr/>
            <p:nvPr/>
          </p:nvSpPr>
          <p:spPr>
            <a:xfrm>
              <a:off x="6669575" y="3193050"/>
              <a:ext cx="9675" cy="9675"/>
            </a:xfrm>
            <a:custGeom>
              <a:rect b="b" l="l" r="r" t="t"/>
              <a:pathLst>
                <a:path extrusionOk="0" h="387" w="387">
                  <a:moveTo>
                    <a:pt x="194" y="0"/>
                  </a:moveTo>
                  <a:cubicBezTo>
                    <a:pt x="86" y="0"/>
                    <a:pt x="0" y="86"/>
                    <a:pt x="0" y="193"/>
                  </a:cubicBezTo>
                  <a:cubicBezTo>
                    <a:pt x="0" y="300"/>
                    <a:pt x="86" y="387"/>
                    <a:pt x="194" y="387"/>
                  </a:cubicBezTo>
                  <a:cubicBezTo>
                    <a:pt x="300" y="387"/>
                    <a:pt x="387" y="300"/>
                    <a:pt x="387" y="193"/>
                  </a:cubicBezTo>
                  <a:cubicBezTo>
                    <a:pt x="387" y="86"/>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38"/>
            <p:cNvSpPr/>
            <p:nvPr/>
          </p:nvSpPr>
          <p:spPr>
            <a:xfrm>
              <a:off x="6730650" y="3131950"/>
              <a:ext cx="9700" cy="9700"/>
            </a:xfrm>
            <a:custGeom>
              <a:rect b="b" l="l" r="r" t="t"/>
              <a:pathLst>
                <a:path extrusionOk="0" h="388" w="388">
                  <a:moveTo>
                    <a:pt x="193" y="1"/>
                  </a:moveTo>
                  <a:cubicBezTo>
                    <a:pt x="87" y="1"/>
                    <a:pt x="1" y="88"/>
                    <a:pt x="1" y="195"/>
                  </a:cubicBezTo>
                  <a:cubicBezTo>
                    <a:pt x="1" y="301"/>
                    <a:pt x="87" y="387"/>
                    <a:pt x="193" y="387"/>
                  </a:cubicBezTo>
                  <a:cubicBezTo>
                    <a:pt x="301" y="387"/>
                    <a:pt x="387" y="301"/>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38"/>
            <p:cNvSpPr/>
            <p:nvPr/>
          </p:nvSpPr>
          <p:spPr>
            <a:xfrm>
              <a:off x="6791750" y="3070900"/>
              <a:ext cx="9650" cy="9700"/>
            </a:xfrm>
            <a:custGeom>
              <a:rect b="b" l="l" r="r" t="t"/>
              <a:pathLst>
                <a:path extrusionOk="0" h="388"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38"/>
            <p:cNvSpPr/>
            <p:nvPr/>
          </p:nvSpPr>
          <p:spPr>
            <a:xfrm>
              <a:off x="6883325" y="2979275"/>
              <a:ext cx="9700" cy="9675"/>
            </a:xfrm>
            <a:custGeom>
              <a:rect b="b" l="l" r="r" t="t"/>
              <a:pathLst>
                <a:path extrusionOk="0" h="387" w="388">
                  <a:moveTo>
                    <a:pt x="194" y="0"/>
                  </a:moveTo>
                  <a:cubicBezTo>
                    <a:pt x="87" y="0"/>
                    <a:pt x="1" y="88"/>
                    <a:pt x="1" y="194"/>
                  </a:cubicBezTo>
                  <a:cubicBezTo>
                    <a:pt x="1" y="300"/>
                    <a:pt x="87" y="387"/>
                    <a:pt x="194" y="387"/>
                  </a:cubicBezTo>
                  <a:cubicBezTo>
                    <a:pt x="301" y="387"/>
                    <a:pt x="388" y="300"/>
                    <a:pt x="388" y="194"/>
                  </a:cubicBezTo>
                  <a:cubicBezTo>
                    <a:pt x="388" y="88"/>
                    <a:pt x="301"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38"/>
            <p:cNvSpPr/>
            <p:nvPr/>
          </p:nvSpPr>
          <p:spPr>
            <a:xfrm>
              <a:off x="6639050" y="322357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38"/>
            <p:cNvSpPr/>
            <p:nvPr/>
          </p:nvSpPr>
          <p:spPr>
            <a:xfrm>
              <a:off x="6700100" y="31625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38"/>
            <p:cNvSpPr/>
            <p:nvPr/>
          </p:nvSpPr>
          <p:spPr>
            <a:xfrm>
              <a:off x="6761200" y="3101450"/>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38"/>
            <p:cNvSpPr/>
            <p:nvPr/>
          </p:nvSpPr>
          <p:spPr>
            <a:xfrm>
              <a:off x="6852800" y="300980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38"/>
            <p:cNvSpPr/>
            <p:nvPr/>
          </p:nvSpPr>
          <p:spPr>
            <a:xfrm>
              <a:off x="6912250" y="2948750"/>
              <a:ext cx="12950" cy="9650"/>
            </a:xfrm>
            <a:custGeom>
              <a:rect b="b" l="l" r="r" t="t"/>
              <a:pathLst>
                <a:path extrusionOk="0" h="386" w="518">
                  <a:moveTo>
                    <a:pt x="259" y="0"/>
                  </a:moveTo>
                  <a:cubicBezTo>
                    <a:pt x="209" y="0"/>
                    <a:pt x="160" y="19"/>
                    <a:pt x="122" y="57"/>
                  </a:cubicBezTo>
                  <a:cubicBezTo>
                    <a:pt x="1" y="178"/>
                    <a:pt x="87" y="386"/>
                    <a:pt x="258" y="386"/>
                  </a:cubicBezTo>
                  <a:cubicBezTo>
                    <a:pt x="431" y="386"/>
                    <a:pt x="517" y="178"/>
                    <a:pt x="395" y="57"/>
                  </a:cubicBezTo>
                  <a:cubicBezTo>
                    <a:pt x="358" y="19"/>
                    <a:pt x="308"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38"/>
            <p:cNvSpPr/>
            <p:nvPr/>
          </p:nvSpPr>
          <p:spPr>
            <a:xfrm>
              <a:off x="6944425" y="2918225"/>
              <a:ext cx="9650" cy="9675"/>
            </a:xfrm>
            <a:custGeom>
              <a:rect b="b" l="l" r="r" t="t"/>
              <a:pathLst>
                <a:path extrusionOk="0" h="387" w="386">
                  <a:moveTo>
                    <a:pt x="193" y="0"/>
                  </a:moveTo>
                  <a:cubicBezTo>
                    <a:pt x="87" y="0"/>
                    <a:pt x="1" y="87"/>
                    <a:pt x="1" y="193"/>
                  </a:cubicBezTo>
                  <a:cubicBezTo>
                    <a:pt x="1" y="300"/>
                    <a:pt x="87" y="387"/>
                    <a:pt x="193" y="387"/>
                  </a:cubicBezTo>
                  <a:cubicBezTo>
                    <a:pt x="299" y="387"/>
                    <a:pt x="386" y="300"/>
                    <a:pt x="386" y="193"/>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38"/>
            <p:cNvSpPr/>
            <p:nvPr/>
          </p:nvSpPr>
          <p:spPr>
            <a:xfrm>
              <a:off x="6974925" y="2887675"/>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38"/>
            <p:cNvSpPr/>
            <p:nvPr/>
          </p:nvSpPr>
          <p:spPr>
            <a:xfrm>
              <a:off x="7005475" y="28571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38"/>
            <p:cNvSpPr/>
            <p:nvPr/>
          </p:nvSpPr>
          <p:spPr>
            <a:xfrm>
              <a:off x="6822250" y="304035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38"/>
            <p:cNvSpPr/>
            <p:nvPr/>
          </p:nvSpPr>
          <p:spPr>
            <a:xfrm>
              <a:off x="6698550" y="3222000"/>
              <a:ext cx="9700" cy="9675"/>
            </a:xfrm>
            <a:custGeom>
              <a:rect b="b" l="l" r="r" t="t"/>
              <a:pathLst>
                <a:path extrusionOk="0" h="387" w="388">
                  <a:moveTo>
                    <a:pt x="193" y="0"/>
                  </a:moveTo>
                  <a:cubicBezTo>
                    <a:pt x="87" y="0"/>
                    <a:pt x="1" y="88"/>
                    <a:pt x="1" y="194"/>
                  </a:cubicBezTo>
                  <a:cubicBezTo>
                    <a:pt x="1" y="300"/>
                    <a:pt x="87" y="387"/>
                    <a:pt x="193" y="387"/>
                  </a:cubicBezTo>
                  <a:cubicBezTo>
                    <a:pt x="301" y="387"/>
                    <a:pt x="387" y="300"/>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38"/>
            <p:cNvSpPr/>
            <p:nvPr/>
          </p:nvSpPr>
          <p:spPr>
            <a:xfrm>
              <a:off x="6759600" y="3160950"/>
              <a:ext cx="9700" cy="9675"/>
            </a:xfrm>
            <a:custGeom>
              <a:rect b="b" l="l" r="r" t="t"/>
              <a:pathLst>
                <a:path extrusionOk="0" h="387" w="388">
                  <a:moveTo>
                    <a:pt x="195" y="0"/>
                  </a:moveTo>
                  <a:cubicBezTo>
                    <a:pt x="89" y="0"/>
                    <a:pt x="1" y="87"/>
                    <a:pt x="1" y="193"/>
                  </a:cubicBezTo>
                  <a:cubicBezTo>
                    <a:pt x="1" y="300"/>
                    <a:pt x="89" y="387"/>
                    <a:pt x="195" y="387"/>
                  </a:cubicBezTo>
                  <a:cubicBezTo>
                    <a:pt x="301" y="387"/>
                    <a:pt x="387" y="300"/>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38"/>
            <p:cNvSpPr/>
            <p:nvPr/>
          </p:nvSpPr>
          <p:spPr>
            <a:xfrm>
              <a:off x="6820700" y="30998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38"/>
            <p:cNvSpPr/>
            <p:nvPr/>
          </p:nvSpPr>
          <p:spPr>
            <a:xfrm>
              <a:off x="6912300" y="3008250"/>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38"/>
            <p:cNvSpPr/>
            <p:nvPr/>
          </p:nvSpPr>
          <p:spPr>
            <a:xfrm>
              <a:off x="6666375" y="3252550"/>
              <a:ext cx="12950" cy="9675"/>
            </a:xfrm>
            <a:custGeom>
              <a:rect b="b" l="l" r="r" t="t"/>
              <a:pathLst>
                <a:path extrusionOk="0" h="387" w="518">
                  <a:moveTo>
                    <a:pt x="259" y="1"/>
                  </a:moveTo>
                  <a:cubicBezTo>
                    <a:pt x="210" y="1"/>
                    <a:pt x="160" y="20"/>
                    <a:pt x="122" y="58"/>
                  </a:cubicBezTo>
                  <a:cubicBezTo>
                    <a:pt x="1" y="179"/>
                    <a:pt x="87" y="386"/>
                    <a:pt x="258" y="386"/>
                  </a:cubicBezTo>
                  <a:cubicBezTo>
                    <a:pt x="431" y="386"/>
                    <a:pt x="518" y="179"/>
                    <a:pt x="396" y="58"/>
                  </a:cubicBezTo>
                  <a:cubicBezTo>
                    <a:pt x="358" y="20"/>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38"/>
            <p:cNvSpPr/>
            <p:nvPr/>
          </p:nvSpPr>
          <p:spPr>
            <a:xfrm>
              <a:off x="6729100" y="3191475"/>
              <a:ext cx="9650" cy="9650"/>
            </a:xfrm>
            <a:custGeom>
              <a:rect b="b" l="l" r="r" t="t"/>
              <a:pathLst>
                <a:path extrusionOk="0" h="386" w="386">
                  <a:moveTo>
                    <a:pt x="193" y="1"/>
                  </a:moveTo>
                  <a:cubicBezTo>
                    <a:pt x="87" y="1"/>
                    <a:pt x="0" y="87"/>
                    <a:pt x="0" y="193"/>
                  </a:cubicBezTo>
                  <a:cubicBezTo>
                    <a:pt x="0" y="300"/>
                    <a:pt x="87" y="386"/>
                    <a:pt x="193" y="386"/>
                  </a:cubicBezTo>
                  <a:cubicBezTo>
                    <a:pt x="299" y="386"/>
                    <a:pt x="386" y="300"/>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38"/>
            <p:cNvSpPr/>
            <p:nvPr/>
          </p:nvSpPr>
          <p:spPr>
            <a:xfrm>
              <a:off x="6790150" y="3130400"/>
              <a:ext cx="9700" cy="9675"/>
            </a:xfrm>
            <a:custGeom>
              <a:rect b="b" l="l" r="r" t="t"/>
              <a:pathLst>
                <a:path extrusionOk="0" h="387" w="388">
                  <a:moveTo>
                    <a:pt x="195" y="0"/>
                  </a:moveTo>
                  <a:cubicBezTo>
                    <a:pt x="87" y="0"/>
                    <a:pt x="1" y="87"/>
                    <a:pt x="1" y="194"/>
                  </a:cubicBezTo>
                  <a:cubicBezTo>
                    <a:pt x="1" y="300"/>
                    <a:pt x="87" y="387"/>
                    <a:pt x="195" y="387"/>
                  </a:cubicBezTo>
                  <a:cubicBezTo>
                    <a:pt x="301" y="387"/>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38"/>
            <p:cNvSpPr/>
            <p:nvPr/>
          </p:nvSpPr>
          <p:spPr>
            <a:xfrm>
              <a:off x="6880150" y="3038775"/>
              <a:ext cx="12925" cy="9675"/>
            </a:xfrm>
            <a:custGeom>
              <a:rect b="b" l="l" r="r" t="t"/>
              <a:pathLst>
                <a:path extrusionOk="0" h="387" w="517">
                  <a:moveTo>
                    <a:pt x="258" y="1"/>
                  </a:moveTo>
                  <a:cubicBezTo>
                    <a:pt x="209" y="1"/>
                    <a:pt x="160" y="20"/>
                    <a:pt x="122" y="58"/>
                  </a:cubicBezTo>
                  <a:cubicBezTo>
                    <a:pt x="1" y="179"/>
                    <a:pt x="87" y="387"/>
                    <a:pt x="258" y="387"/>
                  </a:cubicBezTo>
                  <a:cubicBezTo>
                    <a:pt x="431" y="387"/>
                    <a:pt x="516" y="179"/>
                    <a:pt x="395" y="58"/>
                  </a:cubicBezTo>
                  <a:cubicBezTo>
                    <a:pt x="357" y="20"/>
                    <a:pt x="308" y="1"/>
                    <a:pt x="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38"/>
            <p:cNvSpPr/>
            <p:nvPr/>
          </p:nvSpPr>
          <p:spPr>
            <a:xfrm>
              <a:off x="6942825" y="2977725"/>
              <a:ext cx="9700" cy="9675"/>
            </a:xfrm>
            <a:custGeom>
              <a:rect b="b" l="l" r="r" t="t"/>
              <a:pathLst>
                <a:path extrusionOk="0" h="387" w="388">
                  <a:moveTo>
                    <a:pt x="195" y="0"/>
                  </a:moveTo>
                  <a:cubicBezTo>
                    <a:pt x="87" y="0"/>
                    <a:pt x="1" y="86"/>
                    <a:pt x="1" y="193"/>
                  </a:cubicBezTo>
                  <a:cubicBezTo>
                    <a:pt x="1" y="300"/>
                    <a:pt x="87" y="387"/>
                    <a:pt x="195" y="387"/>
                  </a:cubicBezTo>
                  <a:cubicBezTo>
                    <a:pt x="301" y="387"/>
                    <a:pt x="387" y="300"/>
                    <a:pt x="387" y="193"/>
                  </a:cubicBezTo>
                  <a:cubicBezTo>
                    <a:pt x="387" y="86"/>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38"/>
            <p:cNvSpPr/>
            <p:nvPr/>
          </p:nvSpPr>
          <p:spPr>
            <a:xfrm>
              <a:off x="6973375" y="2947175"/>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38"/>
            <p:cNvSpPr/>
            <p:nvPr/>
          </p:nvSpPr>
          <p:spPr>
            <a:xfrm>
              <a:off x="7002300" y="2916650"/>
              <a:ext cx="12950" cy="9675"/>
            </a:xfrm>
            <a:custGeom>
              <a:rect b="b" l="l" r="r" t="t"/>
              <a:pathLst>
                <a:path extrusionOk="0" h="387" w="518">
                  <a:moveTo>
                    <a:pt x="259" y="0"/>
                  </a:moveTo>
                  <a:cubicBezTo>
                    <a:pt x="209" y="0"/>
                    <a:pt x="159" y="19"/>
                    <a:pt x="122" y="57"/>
                  </a:cubicBezTo>
                  <a:cubicBezTo>
                    <a:pt x="0" y="178"/>
                    <a:pt x="87" y="386"/>
                    <a:pt x="258" y="386"/>
                  </a:cubicBezTo>
                  <a:cubicBezTo>
                    <a:pt x="431" y="386"/>
                    <a:pt x="517" y="178"/>
                    <a:pt x="394" y="57"/>
                  </a:cubicBezTo>
                  <a:cubicBezTo>
                    <a:pt x="357" y="19"/>
                    <a:pt x="308"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38"/>
            <p:cNvSpPr/>
            <p:nvPr/>
          </p:nvSpPr>
          <p:spPr>
            <a:xfrm>
              <a:off x="7034475" y="2886125"/>
              <a:ext cx="9675" cy="9675"/>
            </a:xfrm>
            <a:custGeom>
              <a:rect b="b" l="l" r="r" t="t"/>
              <a:pathLst>
                <a:path extrusionOk="0" h="387" w="387">
                  <a:moveTo>
                    <a:pt x="193" y="0"/>
                  </a:moveTo>
                  <a:cubicBezTo>
                    <a:pt x="87" y="0"/>
                    <a:pt x="0" y="87"/>
                    <a:pt x="0" y="193"/>
                  </a:cubicBezTo>
                  <a:cubicBezTo>
                    <a:pt x="0" y="299"/>
                    <a:pt x="87" y="387"/>
                    <a:pt x="193" y="387"/>
                  </a:cubicBezTo>
                  <a:cubicBezTo>
                    <a:pt x="299" y="387"/>
                    <a:pt x="387" y="299"/>
                    <a:pt x="387" y="193"/>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38"/>
            <p:cNvSpPr/>
            <p:nvPr/>
          </p:nvSpPr>
          <p:spPr>
            <a:xfrm>
              <a:off x="6851250" y="3069350"/>
              <a:ext cx="9675" cy="9650"/>
            </a:xfrm>
            <a:custGeom>
              <a:rect b="b" l="l" r="r" t="t"/>
              <a:pathLst>
                <a:path extrusionOk="0" h="386" w="387">
                  <a:moveTo>
                    <a:pt x="193" y="0"/>
                  </a:moveTo>
                  <a:cubicBezTo>
                    <a:pt x="86" y="0"/>
                    <a:pt x="0" y="87"/>
                    <a:pt x="0" y="193"/>
                  </a:cubicBezTo>
                  <a:cubicBezTo>
                    <a:pt x="0" y="299"/>
                    <a:pt x="86" y="385"/>
                    <a:pt x="193" y="385"/>
                  </a:cubicBezTo>
                  <a:cubicBezTo>
                    <a:pt x="300" y="385"/>
                    <a:pt x="387" y="299"/>
                    <a:pt x="387" y="193"/>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38"/>
            <p:cNvSpPr/>
            <p:nvPr/>
          </p:nvSpPr>
          <p:spPr>
            <a:xfrm>
              <a:off x="6727500" y="3250975"/>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38"/>
            <p:cNvSpPr/>
            <p:nvPr/>
          </p:nvSpPr>
          <p:spPr>
            <a:xfrm>
              <a:off x="6788600" y="31899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38"/>
            <p:cNvSpPr/>
            <p:nvPr/>
          </p:nvSpPr>
          <p:spPr>
            <a:xfrm>
              <a:off x="6848050" y="3128825"/>
              <a:ext cx="12925" cy="9700"/>
            </a:xfrm>
            <a:custGeom>
              <a:rect b="b" l="l" r="r" t="t"/>
              <a:pathLst>
                <a:path extrusionOk="0" h="388" w="517">
                  <a:moveTo>
                    <a:pt x="258" y="0"/>
                  </a:moveTo>
                  <a:cubicBezTo>
                    <a:pt x="209" y="0"/>
                    <a:pt x="160" y="19"/>
                    <a:pt x="122" y="57"/>
                  </a:cubicBezTo>
                  <a:cubicBezTo>
                    <a:pt x="1" y="179"/>
                    <a:pt x="86" y="388"/>
                    <a:pt x="258" y="388"/>
                  </a:cubicBezTo>
                  <a:cubicBezTo>
                    <a:pt x="430" y="388"/>
                    <a:pt x="516" y="179"/>
                    <a:pt x="395" y="57"/>
                  </a:cubicBezTo>
                  <a:cubicBezTo>
                    <a:pt x="357" y="19"/>
                    <a:pt x="308"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38"/>
            <p:cNvSpPr/>
            <p:nvPr/>
          </p:nvSpPr>
          <p:spPr>
            <a:xfrm>
              <a:off x="6941275" y="30372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38"/>
            <p:cNvSpPr/>
            <p:nvPr/>
          </p:nvSpPr>
          <p:spPr>
            <a:xfrm>
              <a:off x="6697000" y="328152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38"/>
            <p:cNvSpPr/>
            <p:nvPr/>
          </p:nvSpPr>
          <p:spPr>
            <a:xfrm>
              <a:off x="6756425" y="3220450"/>
              <a:ext cx="12950" cy="9675"/>
            </a:xfrm>
            <a:custGeom>
              <a:rect b="b" l="l" r="r" t="t"/>
              <a:pathLst>
                <a:path extrusionOk="0" h="387" w="518">
                  <a:moveTo>
                    <a:pt x="259" y="1"/>
                  </a:moveTo>
                  <a:cubicBezTo>
                    <a:pt x="209" y="1"/>
                    <a:pt x="160" y="20"/>
                    <a:pt x="122" y="58"/>
                  </a:cubicBezTo>
                  <a:cubicBezTo>
                    <a:pt x="0" y="179"/>
                    <a:pt x="87" y="387"/>
                    <a:pt x="260" y="387"/>
                  </a:cubicBezTo>
                  <a:cubicBezTo>
                    <a:pt x="431" y="387"/>
                    <a:pt x="517" y="179"/>
                    <a:pt x="396" y="58"/>
                  </a:cubicBezTo>
                  <a:cubicBezTo>
                    <a:pt x="358" y="20"/>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38"/>
            <p:cNvSpPr/>
            <p:nvPr/>
          </p:nvSpPr>
          <p:spPr>
            <a:xfrm>
              <a:off x="6819150" y="3159375"/>
              <a:ext cx="9650" cy="9650"/>
            </a:xfrm>
            <a:custGeom>
              <a:rect b="b" l="l" r="r" t="t"/>
              <a:pathLst>
                <a:path extrusionOk="0" h="386" w="386">
                  <a:moveTo>
                    <a:pt x="193" y="1"/>
                  </a:moveTo>
                  <a:cubicBezTo>
                    <a:pt x="87" y="1"/>
                    <a:pt x="0" y="87"/>
                    <a:pt x="0" y="193"/>
                  </a:cubicBezTo>
                  <a:cubicBezTo>
                    <a:pt x="0" y="300"/>
                    <a:pt x="87" y="386"/>
                    <a:pt x="193" y="386"/>
                  </a:cubicBezTo>
                  <a:cubicBezTo>
                    <a:pt x="299" y="386"/>
                    <a:pt x="385" y="300"/>
                    <a:pt x="385" y="193"/>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38"/>
            <p:cNvSpPr/>
            <p:nvPr/>
          </p:nvSpPr>
          <p:spPr>
            <a:xfrm>
              <a:off x="6910725" y="3067750"/>
              <a:ext cx="9700" cy="9700"/>
            </a:xfrm>
            <a:custGeom>
              <a:rect b="b" l="l" r="r" t="t"/>
              <a:pathLst>
                <a:path extrusionOk="0" h="388" w="388">
                  <a:moveTo>
                    <a:pt x="195" y="1"/>
                  </a:moveTo>
                  <a:cubicBezTo>
                    <a:pt x="87" y="1"/>
                    <a:pt x="1" y="87"/>
                    <a:pt x="1" y="195"/>
                  </a:cubicBezTo>
                  <a:cubicBezTo>
                    <a:pt x="1" y="301"/>
                    <a:pt x="87" y="387"/>
                    <a:pt x="195" y="387"/>
                  </a:cubicBezTo>
                  <a:cubicBezTo>
                    <a:pt x="301" y="387"/>
                    <a:pt x="388" y="301"/>
                    <a:pt x="388" y="195"/>
                  </a:cubicBezTo>
                  <a:cubicBezTo>
                    <a:pt x="388"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38"/>
            <p:cNvSpPr/>
            <p:nvPr/>
          </p:nvSpPr>
          <p:spPr>
            <a:xfrm>
              <a:off x="6971825" y="3006700"/>
              <a:ext cx="9650" cy="9650"/>
            </a:xfrm>
            <a:custGeom>
              <a:rect b="b" l="l" r="r" t="t"/>
              <a:pathLst>
                <a:path extrusionOk="0" h="386" w="386">
                  <a:moveTo>
                    <a:pt x="193" y="1"/>
                  </a:moveTo>
                  <a:cubicBezTo>
                    <a:pt x="87" y="1"/>
                    <a:pt x="1" y="87"/>
                    <a:pt x="1" y="193"/>
                  </a:cubicBezTo>
                  <a:cubicBezTo>
                    <a:pt x="1" y="299"/>
                    <a:pt x="87" y="386"/>
                    <a:pt x="193" y="386"/>
                  </a:cubicBezTo>
                  <a:cubicBezTo>
                    <a:pt x="299" y="386"/>
                    <a:pt x="386" y="299"/>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38"/>
            <p:cNvSpPr/>
            <p:nvPr/>
          </p:nvSpPr>
          <p:spPr>
            <a:xfrm>
              <a:off x="7002325" y="2976150"/>
              <a:ext cx="9700" cy="9650"/>
            </a:xfrm>
            <a:custGeom>
              <a:rect b="b" l="l" r="r" t="t"/>
              <a:pathLst>
                <a:path extrusionOk="0" h="386" w="388">
                  <a:moveTo>
                    <a:pt x="195" y="1"/>
                  </a:moveTo>
                  <a:cubicBezTo>
                    <a:pt x="89" y="1"/>
                    <a:pt x="1" y="87"/>
                    <a:pt x="1" y="193"/>
                  </a:cubicBezTo>
                  <a:cubicBezTo>
                    <a:pt x="1" y="299"/>
                    <a:pt x="89" y="386"/>
                    <a:pt x="195" y="386"/>
                  </a:cubicBezTo>
                  <a:cubicBezTo>
                    <a:pt x="301" y="386"/>
                    <a:pt x="387" y="299"/>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38"/>
            <p:cNvSpPr/>
            <p:nvPr/>
          </p:nvSpPr>
          <p:spPr>
            <a:xfrm>
              <a:off x="7032875" y="2945625"/>
              <a:ext cx="9700" cy="9675"/>
            </a:xfrm>
            <a:custGeom>
              <a:rect b="b" l="l" r="r" t="t"/>
              <a:pathLst>
                <a:path extrusionOk="0" h="387" w="388">
                  <a:moveTo>
                    <a:pt x="195" y="0"/>
                  </a:moveTo>
                  <a:cubicBezTo>
                    <a:pt x="87" y="0"/>
                    <a:pt x="1" y="87"/>
                    <a:pt x="1" y="193"/>
                  </a:cubicBezTo>
                  <a:cubicBezTo>
                    <a:pt x="1" y="300"/>
                    <a:pt x="87" y="387"/>
                    <a:pt x="195" y="387"/>
                  </a:cubicBezTo>
                  <a:cubicBezTo>
                    <a:pt x="301" y="387"/>
                    <a:pt x="387" y="300"/>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38"/>
            <p:cNvSpPr/>
            <p:nvPr/>
          </p:nvSpPr>
          <p:spPr>
            <a:xfrm>
              <a:off x="7063425" y="2915075"/>
              <a:ext cx="9675" cy="9675"/>
            </a:xfrm>
            <a:custGeom>
              <a:rect b="b" l="l" r="r" t="t"/>
              <a:pathLst>
                <a:path extrusionOk="0" h="387" w="387">
                  <a:moveTo>
                    <a:pt x="193" y="0"/>
                  </a:moveTo>
                  <a:cubicBezTo>
                    <a:pt x="87" y="0"/>
                    <a:pt x="0" y="87"/>
                    <a:pt x="0" y="194"/>
                  </a:cubicBezTo>
                  <a:cubicBezTo>
                    <a:pt x="0" y="300"/>
                    <a:pt x="87"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38"/>
            <p:cNvSpPr/>
            <p:nvPr/>
          </p:nvSpPr>
          <p:spPr>
            <a:xfrm>
              <a:off x="6880200" y="3098300"/>
              <a:ext cx="9675" cy="9675"/>
            </a:xfrm>
            <a:custGeom>
              <a:rect b="b" l="l" r="r" t="t"/>
              <a:pathLst>
                <a:path extrusionOk="0" h="387" w="387">
                  <a:moveTo>
                    <a:pt x="194" y="0"/>
                  </a:moveTo>
                  <a:cubicBezTo>
                    <a:pt x="87" y="0"/>
                    <a:pt x="0" y="87"/>
                    <a:pt x="0" y="193"/>
                  </a:cubicBezTo>
                  <a:cubicBezTo>
                    <a:pt x="0" y="301"/>
                    <a:pt x="87" y="387"/>
                    <a:pt x="194" y="387"/>
                  </a:cubicBezTo>
                  <a:cubicBezTo>
                    <a:pt x="300" y="387"/>
                    <a:pt x="387" y="301"/>
                    <a:pt x="387" y="193"/>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38"/>
            <p:cNvSpPr/>
            <p:nvPr/>
          </p:nvSpPr>
          <p:spPr>
            <a:xfrm>
              <a:off x="6756500" y="3279975"/>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38"/>
            <p:cNvSpPr/>
            <p:nvPr/>
          </p:nvSpPr>
          <p:spPr>
            <a:xfrm>
              <a:off x="6815925" y="3218875"/>
              <a:ext cx="12950" cy="9700"/>
            </a:xfrm>
            <a:custGeom>
              <a:rect b="b" l="l" r="r" t="t"/>
              <a:pathLst>
                <a:path extrusionOk="0" h="388" w="518">
                  <a:moveTo>
                    <a:pt x="259" y="0"/>
                  </a:moveTo>
                  <a:cubicBezTo>
                    <a:pt x="209" y="0"/>
                    <a:pt x="160" y="19"/>
                    <a:pt x="123" y="57"/>
                  </a:cubicBezTo>
                  <a:cubicBezTo>
                    <a:pt x="0" y="178"/>
                    <a:pt x="87" y="387"/>
                    <a:pt x="260" y="387"/>
                  </a:cubicBezTo>
                  <a:cubicBezTo>
                    <a:pt x="431" y="387"/>
                    <a:pt x="517" y="178"/>
                    <a:pt x="396" y="57"/>
                  </a:cubicBezTo>
                  <a:cubicBezTo>
                    <a:pt x="358" y="19"/>
                    <a:pt x="308"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38"/>
            <p:cNvSpPr/>
            <p:nvPr/>
          </p:nvSpPr>
          <p:spPr>
            <a:xfrm>
              <a:off x="6878650" y="31578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38"/>
            <p:cNvSpPr/>
            <p:nvPr/>
          </p:nvSpPr>
          <p:spPr>
            <a:xfrm>
              <a:off x="6970225" y="3066200"/>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38"/>
            <p:cNvSpPr/>
            <p:nvPr/>
          </p:nvSpPr>
          <p:spPr>
            <a:xfrm>
              <a:off x="6725950" y="3310475"/>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38"/>
            <p:cNvSpPr/>
            <p:nvPr/>
          </p:nvSpPr>
          <p:spPr>
            <a:xfrm>
              <a:off x="6787050" y="3249425"/>
              <a:ext cx="9650" cy="9700"/>
            </a:xfrm>
            <a:custGeom>
              <a:rect b="b" l="l" r="r" t="t"/>
              <a:pathLst>
                <a:path extrusionOk="0" h="388" w="386">
                  <a:moveTo>
                    <a:pt x="193" y="1"/>
                  </a:moveTo>
                  <a:cubicBezTo>
                    <a:pt x="87" y="1"/>
                    <a:pt x="0" y="87"/>
                    <a:pt x="0" y="193"/>
                  </a:cubicBezTo>
                  <a:cubicBezTo>
                    <a:pt x="0" y="299"/>
                    <a:pt x="87" y="387"/>
                    <a:pt x="193" y="387"/>
                  </a:cubicBezTo>
                  <a:cubicBezTo>
                    <a:pt x="299" y="387"/>
                    <a:pt x="385" y="299"/>
                    <a:pt x="385" y="193"/>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38"/>
            <p:cNvSpPr/>
            <p:nvPr/>
          </p:nvSpPr>
          <p:spPr>
            <a:xfrm>
              <a:off x="6846475" y="3188350"/>
              <a:ext cx="12925" cy="9675"/>
            </a:xfrm>
            <a:custGeom>
              <a:rect b="b" l="l" r="r" t="t"/>
              <a:pathLst>
                <a:path extrusionOk="0" h="387" w="517">
                  <a:moveTo>
                    <a:pt x="259" y="0"/>
                  </a:moveTo>
                  <a:cubicBezTo>
                    <a:pt x="209" y="0"/>
                    <a:pt x="160" y="19"/>
                    <a:pt x="123" y="56"/>
                  </a:cubicBezTo>
                  <a:cubicBezTo>
                    <a:pt x="0" y="179"/>
                    <a:pt x="86" y="387"/>
                    <a:pt x="259" y="387"/>
                  </a:cubicBezTo>
                  <a:cubicBezTo>
                    <a:pt x="431" y="387"/>
                    <a:pt x="517" y="179"/>
                    <a:pt x="396" y="56"/>
                  </a:cubicBezTo>
                  <a:cubicBezTo>
                    <a:pt x="358" y="19"/>
                    <a:pt x="308"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38"/>
            <p:cNvSpPr/>
            <p:nvPr/>
          </p:nvSpPr>
          <p:spPr>
            <a:xfrm>
              <a:off x="6939725" y="3096750"/>
              <a:ext cx="9650" cy="9650"/>
            </a:xfrm>
            <a:custGeom>
              <a:rect b="b" l="l" r="r" t="t"/>
              <a:pathLst>
                <a:path extrusionOk="0" h="386" w="386">
                  <a:moveTo>
                    <a:pt x="193" y="0"/>
                  </a:moveTo>
                  <a:cubicBezTo>
                    <a:pt x="87" y="0"/>
                    <a:pt x="1" y="87"/>
                    <a:pt x="1" y="193"/>
                  </a:cubicBezTo>
                  <a:cubicBezTo>
                    <a:pt x="1" y="299"/>
                    <a:pt x="87" y="385"/>
                    <a:pt x="193" y="385"/>
                  </a:cubicBezTo>
                  <a:cubicBezTo>
                    <a:pt x="299" y="385"/>
                    <a:pt x="386" y="299"/>
                    <a:pt x="386" y="193"/>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38"/>
            <p:cNvSpPr/>
            <p:nvPr/>
          </p:nvSpPr>
          <p:spPr>
            <a:xfrm>
              <a:off x="7000775" y="30356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38"/>
            <p:cNvSpPr/>
            <p:nvPr/>
          </p:nvSpPr>
          <p:spPr>
            <a:xfrm>
              <a:off x="7031325" y="3005100"/>
              <a:ext cx="9675" cy="9700"/>
            </a:xfrm>
            <a:custGeom>
              <a:rect b="b" l="l" r="r" t="t"/>
              <a:pathLst>
                <a:path extrusionOk="0" h="388" w="387">
                  <a:moveTo>
                    <a:pt x="193" y="1"/>
                  </a:moveTo>
                  <a:cubicBezTo>
                    <a:pt x="87" y="1"/>
                    <a:pt x="0" y="87"/>
                    <a:pt x="0" y="195"/>
                  </a:cubicBezTo>
                  <a:cubicBezTo>
                    <a:pt x="0" y="301"/>
                    <a:pt x="87" y="388"/>
                    <a:pt x="193" y="388"/>
                  </a:cubicBezTo>
                  <a:cubicBezTo>
                    <a:pt x="301" y="388"/>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38"/>
            <p:cNvSpPr/>
            <p:nvPr/>
          </p:nvSpPr>
          <p:spPr>
            <a:xfrm>
              <a:off x="7061875" y="29746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38"/>
            <p:cNvSpPr/>
            <p:nvPr/>
          </p:nvSpPr>
          <p:spPr>
            <a:xfrm>
              <a:off x="7092400" y="2944050"/>
              <a:ext cx="9650" cy="9650"/>
            </a:xfrm>
            <a:custGeom>
              <a:rect b="b" l="l" r="r" t="t"/>
              <a:pathLst>
                <a:path extrusionOk="0" h="386" w="386">
                  <a:moveTo>
                    <a:pt x="193" y="1"/>
                  </a:moveTo>
                  <a:cubicBezTo>
                    <a:pt x="87" y="1"/>
                    <a:pt x="1" y="87"/>
                    <a:pt x="1" y="193"/>
                  </a:cubicBezTo>
                  <a:cubicBezTo>
                    <a:pt x="1" y="300"/>
                    <a:pt x="87" y="386"/>
                    <a:pt x="193" y="386"/>
                  </a:cubicBezTo>
                  <a:cubicBezTo>
                    <a:pt x="300" y="386"/>
                    <a:pt x="386" y="300"/>
                    <a:pt x="386" y="193"/>
                  </a:cubicBezTo>
                  <a:cubicBezTo>
                    <a:pt x="386"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38"/>
            <p:cNvSpPr/>
            <p:nvPr/>
          </p:nvSpPr>
          <p:spPr>
            <a:xfrm>
              <a:off x="6909175" y="3127250"/>
              <a:ext cx="9650" cy="9700"/>
            </a:xfrm>
            <a:custGeom>
              <a:rect b="b" l="l" r="r" t="t"/>
              <a:pathLst>
                <a:path extrusionOk="0" h="388" w="386">
                  <a:moveTo>
                    <a:pt x="193" y="1"/>
                  </a:moveTo>
                  <a:cubicBezTo>
                    <a:pt x="87" y="1"/>
                    <a:pt x="1" y="88"/>
                    <a:pt x="1" y="195"/>
                  </a:cubicBezTo>
                  <a:cubicBezTo>
                    <a:pt x="1" y="301"/>
                    <a:pt x="87" y="387"/>
                    <a:pt x="193" y="387"/>
                  </a:cubicBezTo>
                  <a:cubicBezTo>
                    <a:pt x="299" y="387"/>
                    <a:pt x="386" y="301"/>
                    <a:pt x="386" y="195"/>
                  </a:cubicBezTo>
                  <a:cubicBezTo>
                    <a:pt x="386" y="88"/>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38"/>
            <p:cNvSpPr/>
            <p:nvPr/>
          </p:nvSpPr>
          <p:spPr>
            <a:xfrm>
              <a:off x="6783825" y="3308900"/>
              <a:ext cx="12950" cy="9725"/>
            </a:xfrm>
            <a:custGeom>
              <a:rect b="b" l="l" r="r" t="t"/>
              <a:pathLst>
                <a:path extrusionOk="0" h="389" w="518">
                  <a:moveTo>
                    <a:pt x="259" y="1"/>
                  </a:moveTo>
                  <a:cubicBezTo>
                    <a:pt x="209" y="1"/>
                    <a:pt x="160" y="20"/>
                    <a:pt x="122" y="58"/>
                  </a:cubicBezTo>
                  <a:cubicBezTo>
                    <a:pt x="0" y="180"/>
                    <a:pt x="87" y="388"/>
                    <a:pt x="258" y="388"/>
                  </a:cubicBezTo>
                  <a:cubicBezTo>
                    <a:pt x="431" y="388"/>
                    <a:pt x="517" y="180"/>
                    <a:pt x="396" y="58"/>
                  </a:cubicBezTo>
                  <a:cubicBezTo>
                    <a:pt x="358" y="20"/>
                    <a:pt x="308"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38"/>
            <p:cNvSpPr/>
            <p:nvPr/>
          </p:nvSpPr>
          <p:spPr>
            <a:xfrm>
              <a:off x="6846550" y="3247825"/>
              <a:ext cx="9675" cy="9700"/>
            </a:xfrm>
            <a:custGeom>
              <a:rect b="b" l="l" r="r" t="t"/>
              <a:pathLst>
                <a:path extrusionOk="0" h="388" w="387">
                  <a:moveTo>
                    <a:pt x="193" y="1"/>
                  </a:moveTo>
                  <a:cubicBezTo>
                    <a:pt x="87" y="1"/>
                    <a:pt x="0" y="87"/>
                    <a:pt x="0" y="195"/>
                  </a:cubicBezTo>
                  <a:cubicBezTo>
                    <a:pt x="0" y="301"/>
                    <a:pt x="87" y="388"/>
                    <a:pt x="193" y="388"/>
                  </a:cubicBezTo>
                  <a:cubicBezTo>
                    <a:pt x="300" y="388"/>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38"/>
            <p:cNvSpPr/>
            <p:nvPr/>
          </p:nvSpPr>
          <p:spPr>
            <a:xfrm>
              <a:off x="6907600" y="3186775"/>
              <a:ext cx="9675" cy="9650"/>
            </a:xfrm>
            <a:custGeom>
              <a:rect b="b" l="l" r="r" t="t"/>
              <a:pathLst>
                <a:path extrusionOk="0" h="386" w="387">
                  <a:moveTo>
                    <a:pt x="194" y="1"/>
                  </a:moveTo>
                  <a:cubicBezTo>
                    <a:pt x="88" y="1"/>
                    <a:pt x="0" y="87"/>
                    <a:pt x="0" y="193"/>
                  </a:cubicBezTo>
                  <a:cubicBezTo>
                    <a:pt x="0" y="300"/>
                    <a:pt x="88" y="386"/>
                    <a:pt x="194" y="386"/>
                  </a:cubicBezTo>
                  <a:cubicBezTo>
                    <a:pt x="300" y="386"/>
                    <a:pt x="387" y="300"/>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38"/>
            <p:cNvSpPr/>
            <p:nvPr/>
          </p:nvSpPr>
          <p:spPr>
            <a:xfrm>
              <a:off x="6999225" y="30951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38"/>
            <p:cNvSpPr/>
            <p:nvPr/>
          </p:nvSpPr>
          <p:spPr>
            <a:xfrm>
              <a:off x="6754900" y="3339475"/>
              <a:ext cx="9700" cy="9650"/>
            </a:xfrm>
            <a:custGeom>
              <a:rect b="b" l="l" r="r" t="t"/>
              <a:pathLst>
                <a:path extrusionOk="0" h="386" w="388">
                  <a:moveTo>
                    <a:pt x="195" y="0"/>
                  </a:moveTo>
                  <a:cubicBezTo>
                    <a:pt x="89" y="0"/>
                    <a:pt x="1" y="87"/>
                    <a:pt x="1" y="193"/>
                  </a:cubicBezTo>
                  <a:cubicBezTo>
                    <a:pt x="1" y="299"/>
                    <a:pt x="89" y="385"/>
                    <a:pt x="195" y="385"/>
                  </a:cubicBezTo>
                  <a:cubicBezTo>
                    <a:pt x="301" y="385"/>
                    <a:pt x="387" y="299"/>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38"/>
            <p:cNvSpPr/>
            <p:nvPr/>
          </p:nvSpPr>
          <p:spPr>
            <a:xfrm>
              <a:off x="6816000" y="32783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38"/>
            <p:cNvSpPr/>
            <p:nvPr/>
          </p:nvSpPr>
          <p:spPr>
            <a:xfrm>
              <a:off x="6877075" y="3217300"/>
              <a:ext cx="9650" cy="9675"/>
            </a:xfrm>
            <a:custGeom>
              <a:rect b="b" l="l" r="r" t="t"/>
              <a:pathLst>
                <a:path extrusionOk="0" h="387" w="386">
                  <a:moveTo>
                    <a:pt x="193" y="0"/>
                  </a:moveTo>
                  <a:cubicBezTo>
                    <a:pt x="87" y="0"/>
                    <a:pt x="1" y="88"/>
                    <a:pt x="1" y="194"/>
                  </a:cubicBezTo>
                  <a:cubicBezTo>
                    <a:pt x="1" y="300"/>
                    <a:pt x="87" y="387"/>
                    <a:pt x="193" y="387"/>
                  </a:cubicBezTo>
                  <a:cubicBezTo>
                    <a:pt x="300" y="387"/>
                    <a:pt x="386" y="300"/>
                    <a:pt x="386" y="194"/>
                  </a:cubicBezTo>
                  <a:cubicBezTo>
                    <a:pt x="386"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38"/>
            <p:cNvSpPr/>
            <p:nvPr/>
          </p:nvSpPr>
          <p:spPr>
            <a:xfrm>
              <a:off x="6968675" y="3125700"/>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38"/>
            <p:cNvSpPr/>
            <p:nvPr/>
          </p:nvSpPr>
          <p:spPr>
            <a:xfrm>
              <a:off x="7029775" y="3064650"/>
              <a:ext cx="9650" cy="9650"/>
            </a:xfrm>
            <a:custGeom>
              <a:rect b="b" l="l" r="r" t="t"/>
              <a:pathLst>
                <a:path extrusionOk="0" h="386" w="386">
                  <a:moveTo>
                    <a:pt x="193" y="0"/>
                  </a:moveTo>
                  <a:cubicBezTo>
                    <a:pt x="87" y="0"/>
                    <a:pt x="0" y="87"/>
                    <a:pt x="0" y="193"/>
                  </a:cubicBezTo>
                  <a:cubicBezTo>
                    <a:pt x="0" y="299"/>
                    <a:pt x="87" y="385"/>
                    <a:pt x="193" y="385"/>
                  </a:cubicBezTo>
                  <a:cubicBezTo>
                    <a:pt x="299" y="385"/>
                    <a:pt x="385" y="299"/>
                    <a:pt x="385" y="193"/>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38"/>
            <p:cNvSpPr/>
            <p:nvPr/>
          </p:nvSpPr>
          <p:spPr>
            <a:xfrm>
              <a:off x="7060325" y="3034100"/>
              <a:ext cx="9650" cy="9700"/>
            </a:xfrm>
            <a:custGeom>
              <a:rect b="b" l="l" r="r" t="t"/>
              <a:pathLst>
                <a:path extrusionOk="0" h="388" w="386">
                  <a:moveTo>
                    <a:pt x="193" y="1"/>
                  </a:moveTo>
                  <a:cubicBezTo>
                    <a:pt x="86" y="1"/>
                    <a:pt x="0" y="87"/>
                    <a:pt x="0" y="193"/>
                  </a:cubicBezTo>
                  <a:cubicBezTo>
                    <a:pt x="0" y="299"/>
                    <a:pt x="86" y="387"/>
                    <a:pt x="193" y="387"/>
                  </a:cubicBezTo>
                  <a:cubicBezTo>
                    <a:pt x="299" y="387"/>
                    <a:pt x="385" y="299"/>
                    <a:pt x="385" y="193"/>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38"/>
            <p:cNvSpPr/>
            <p:nvPr/>
          </p:nvSpPr>
          <p:spPr>
            <a:xfrm>
              <a:off x="7090825" y="300355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38"/>
            <p:cNvSpPr/>
            <p:nvPr/>
          </p:nvSpPr>
          <p:spPr>
            <a:xfrm>
              <a:off x="7119725" y="2973025"/>
              <a:ext cx="12950" cy="9675"/>
            </a:xfrm>
            <a:custGeom>
              <a:rect b="b" l="l" r="r" t="t"/>
              <a:pathLst>
                <a:path extrusionOk="0" h="387" w="518">
                  <a:moveTo>
                    <a:pt x="259" y="0"/>
                  </a:moveTo>
                  <a:cubicBezTo>
                    <a:pt x="210" y="0"/>
                    <a:pt x="160" y="19"/>
                    <a:pt x="122" y="56"/>
                  </a:cubicBezTo>
                  <a:cubicBezTo>
                    <a:pt x="1" y="179"/>
                    <a:pt x="87" y="387"/>
                    <a:pt x="259" y="387"/>
                  </a:cubicBezTo>
                  <a:cubicBezTo>
                    <a:pt x="431" y="387"/>
                    <a:pt x="518" y="179"/>
                    <a:pt x="397" y="56"/>
                  </a:cubicBezTo>
                  <a:cubicBezTo>
                    <a:pt x="359" y="19"/>
                    <a:pt x="309"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38"/>
            <p:cNvSpPr/>
            <p:nvPr/>
          </p:nvSpPr>
          <p:spPr>
            <a:xfrm>
              <a:off x="6936500" y="3156225"/>
              <a:ext cx="12950" cy="9700"/>
            </a:xfrm>
            <a:custGeom>
              <a:rect b="b" l="l" r="r" t="t"/>
              <a:pathLst>
                <a:path extrusionOk="0" h="388" w="518">
                  <a:moveTo>
                    <a:pt x="259" y="0"/>
                  </a:moveTo>
                  <a:cubicBezTo>
                    <a:pt x="210" y="0"/>
                    <a:pt x="161" y="19"/>
                    <a:pt x="124" y="57"/>
                  </a:cubicBezTo>
                  <a:cubicBezTo>
                    <a:pt x="1" y="180"/>
                    <a:pt x="87" y="388"/>
                    <a:pt x="260" y="388"/>
                  </a:cubicBezTo>
                  <a:cubicBezTo>
                    <a:pt x="431" y="388"/>
                    <a:pt x="518" y="180"/>
                    <a:pt x="396" y="57"/>
                  </a:cubicBezTo>
                  <a:cubicBezTo>
                    <a:pt x="358" y="19"/>
                    <a:pt x="309"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9" name="Google Shape;7239;p38"/>
          <p:cNvSpPr/>
          <p:nvPr/>
        </p:nvSpPr>
        <p:spPr>
          <a:xfrm rot="10800000">
            <a:off x="305260" y="806300"/>
            <a:ext cx="107096" cy="103087"/>
          </a:xfrm>
          <a:custGeom>
            <a:rect b="b" l="l" r="r" t="t"/>
            <a:pathLst>
              <a:path extrusionOk="0" h="2237" w="2324">
                <a:moveTo>
                  <a:pt x="1207" y="1"/>
                </a:moveTo>
                <a:cubicBezTo>
                  <a:pt x="753" y="1"/>
                  <a:pt x="346" y="272"/>
                  <a:pt x="173" y="690"/>
                </a:cubicBezTo>
                <a:cubicBezTo>
                  <a:pt x="0" y="1109"/>
                  <a:pt x="96" y="1589"/>
                  <a:pt x="415" y="1909"/>
                </a:cubicBezTo>
                <a:cubicBezTo>
                  <a:pt x="629" y="2123"/>
                  <a:pt x="915" y="2237"/>
                  <a:pt x="1206" y="2237"/>
                </a:cubicBezTo>
                <a:cubicBezTo>
                  <a:pt x="1350" y="2237"/>
                  <a:pt x="1496" y="2209"/>
                  <a:pt x="1634" y="2152"/>
                </a:cubicBezTo>
                <a:cubicBezTo>
                  <a:pt x="2051" y="1977"/>
                  <a:pt x="2324" y="1571"/>
                  <a:pt x="2324" y="1118"/>
                </a:cubicBezTo>
                <a:cubicBezTo>
                  <a:pt x="2324" y="501"/>
                  <a:pt x="1824" y="1"/>
                  <a:pt x="12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38"/>
          <p:cNvSpPr/>
          <p:nvPr/>
        </p:nvSpPr>
        <p:spPr>
          <a:xfrm>
            <a:off x="144947" y="287921"/>
            <a:ext cx="1299268" cy="1299268"/>
          </a:xfrm>
          <a:custGeom>
            <a:rect b="b" l="l" r="r" t="t"/>
            <a:pathLst>
              <a:path extrusionOk="0" h="44706" w="44706">
                <a:moveTo>
                  <a:pt x="22353" y="211"/>
                </a:moveTo>
                <a:cubicBezTo>
                  <a:pt x="34563" y="211"/>
                  <a:pt x="44496" y="10143"/>
                  <a:pt x="44496" y="22353"/>
                </a:cubicBezTo>
                <a:cubicBezTo>
                  <a:pt x="44496" y="34565"/>
                  <a:pt x="34563" y="44496"/>
                  <a:pt x="22353" y="44496"/>
                </a:cubicBezTo>
                <a:cubicBezTo>
                  <a:pt x="10144" y="44496"/>
                  <a:pt x="209" y="34563"/>
                  <a:pt x="209" y="22355"/>
                </a:cubicBezTo>
                <a:cubicBezTo>
                  <a:pt x="209" y="10144"/>
                  <a:pt x="10143" y="211"/>
                  <a:pt x="22353" y="211"/>
                </a:cubicBezTo>
                <a:close/>
                <a:moveTo>
                  <a:pt x="22353" y="0"/>
                </a:moveTo>
                <a:cubicBezTo>
                  <a:pt x="10028" y="0"/>
                  <a:pt x="0" y="10028"/>
                  <a:pt x="0" y="22353"/>
                </a:cubicBezTo>
                <a:cubicBezTo>
                  <a:pt x="0" y="34678"/>
                  <a:pt x="10028" y="44706"/>
                  <a:pt x="22353" y="44706"/>
                </a:cubicBezTo>
                <a:cubicBezTo>
                  <a:pt x="34678" y="44706"/>
                  <a:pt x="44706" y="34678"/>
                  <a:pt x="44706" y="22353"/>
                </a:cubicBezTo>
                <a:cubicBezTo>
                  <a:pt x="44706" y="10028"/>
                  <a:pt x="34678" y="0"/>
                  <a:pt x="223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38"/>
          <p:cNvSpPr/>
          <p:nvPr/>
        </p:nvSpPr>
        <p:spPr>
          <a:xfrm>
            <a:off x="8368525" y="4216288"/>
            <a:ext cx="1247936" cy="1094228"/>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38"/>
          <p:cNvSpPr/>
          <p:nvPr/>
        </p:nvSpPr>
        <p:spPr>
          <a:xfrm>
            <a:off x="7672300" y="1436614"/>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38"/>
          <p:cNvSpPr/>
          <p:nvPr/>
        </p:nvSpPr>
        <p:spPr>
          <a:xfrm>
            <a:off x="8797847" y="2271716"/>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4" name="Google Shape;7244;p38"/>
          <p:cNvGrpSpPr/>
          <p:nvPr/>
        </p:nvGrpSpPr>
        <p:grpSpPr>
          <a:xfrm>
            <a:off x="8245024" y="2271717"/>
            <a:ext cx="349968" cy="2052568"/>
            <a:chOff x="1037125" y="2236325"/>
            <a:chExt cx="149100" cy="874475"/>
          </a:xfrm>
        </p:grpSpPr>
        <p:sp>
          <p:nvSpPr>
            <p:cNvPr id="7245" name="Google Shape;7245;p38"/>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38"/>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38"/>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38"/>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38"/>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38"/>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38"/>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38"/>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38"/>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38"/>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38"/>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38"/>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38"/>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38"/>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38"/>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38"/>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38"/>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38"/>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38"/>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38"/>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38"/>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38"/>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38"/>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38"/>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38"/>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38"/>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38"/>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38"/>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38"/>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38"/>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38"/>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38"/>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38"/>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38"/>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38"/>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38"/>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1" name="Google Shape;7281;p38"/>
          <p:cNvSpPr/>
          <p:nvPr/>
        </p:nvSpPr>
        <p:spPr>
          <a:xfrm>
            <a:off x="8143950" y="-429927"/>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38"/>
          <p:cNvSpPr/>
          <p:nvPr/>
        </p:nvSpPr>
        <p:spPr>
          <a:xfrm>
            <a:off x="8408325" y="-447242"/>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3" name="Google Shape;7283;p38"/>
          <p:cNvGrpSpPr/>
          <p:nvPr/>
        </p:nvGrpSpPr>
        <p:grpSpPr>
          <a:xfrm>
            <a:off x="8471164" y="-89812"/>
            <a:ext cx="1236640" cy="1210852"/>
            <a:chOff x="236475" y="527300"/>
            <a:chExt cx="1124525" cy="1101075"/>
          </a:xfrm>
        </p:grpSpPr>
        <p:sp>
          <p:nvSpPr>
            <p:cNvPr id="7284" name="Google Shape;7284;p38"/>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38"/>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38"/>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38"/>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38"/>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38"/>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38"/>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38"/>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38"/>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38"/>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38"/>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38"/>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38"/>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38"/>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38"/>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38"/>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38"/>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38"/>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38"/>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38"/>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38"/>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38"/>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38"/>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38"/>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38"/>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38"/>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38"/>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38"/>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38"/>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38"/>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38"/>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38"/>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38"/>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38"/>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38"/>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38"/>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38"/>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38"/>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38"/>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38"/>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38"/>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38"/>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38"/>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38"/>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38"/>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38"/>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38"/>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38"/>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38"/>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38"/>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38"/>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38"/>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38"/>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38"/>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38"/>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38"/>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38"/>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38"/>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38"/>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38"/>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38"/>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38"/>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38"/>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38"/>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38"/>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38"/>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38"/>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38"/>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38"/>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38"/>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38"/>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38"/>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38"/>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38"/>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38"/>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38"/>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38"/>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38"/>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38"/>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38"/>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38"/>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38"/>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38"/>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38"/>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38"/>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38"/>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38"/>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38"/>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38"/>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38"/>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38"/>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38"/>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38"/>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38"/>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38"/>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38"/>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38"/>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38"/>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38"/>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38"/>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38"/>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38"/>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38"/>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38"/>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38"/>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38"/>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38"/>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38"/>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38"/>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38"/>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38"/>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38"/>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38"/>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38"/>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38"/>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38"/>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38"/>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38"/>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38"/>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38"/>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38"/>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38"/>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38"/>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38"/>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38"/>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38"/>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38"/>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38"/>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38"/>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38"/>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38"/>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38"/>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38"/>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38"/>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38"/>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38"/>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38"/>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38"/>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38"/>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38"/>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38"/>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38"/>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38"/>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38"/>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38"/>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38"/>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38"/>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38"/>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38"/>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38"/>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38"/>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38"/>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38"/>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38"/>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38"/>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38"/>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38"/>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38"/>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38"/>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38"/>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38"/>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38"/>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38"/>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38"/>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38"/>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38"/>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38"/>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38"/>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38"/>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38"/>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38"/>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38"/>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38"/>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38"/>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38"/>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38"/>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38"/>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38"/>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38"/>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38"/>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38"/>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38"/>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38"/>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38"/>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38"/>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38"/>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38"/>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38"/>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38"/>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38"/>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38"/>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38"/>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38"/>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38"/>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38"/>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38"/>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38"/>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38"/>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38"/>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38"/>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38"/>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38"/>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38"/>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38"/>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38"/>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38"/>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38"/>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38"/>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38"/>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38"/>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38"/>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38"/>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38"/>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38"/>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38"/>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38"/>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38"/>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38"/>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38"/>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38"/>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38"/>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38"/>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38"/>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38"/>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38"/>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38"/>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38"/>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38"/>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38"/>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38"/>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38"/>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38"/>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38"/>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38"/>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38"/>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38"/>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38"/>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38"/>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38"/>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38"/>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38"/>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38"/>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38"/>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38"/>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38"/>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38"/>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38"/>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38"/>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38"/>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38"/>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38"/>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38"/>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38"/>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38"/>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38"/>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38"/>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38"/>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38"/>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38"/>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38"/>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38"/>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38"/>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38"/>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38"/>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38"/>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38"/>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38"/>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38"/>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38"/>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38"/>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38"/>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38"/>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38"/>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38"/>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38"/>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38"/>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38"/>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38"/>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38"/>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38"/>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38"/>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38"/>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38"/>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38"/>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38"/>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38"/>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38"/>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38"/>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38"/>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38"/>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38"/>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38"/>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38"/>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38"/>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38"/>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38"/>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38"/>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38"/>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38"/>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38"/>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38"/>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38"/>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38"/>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38"/>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38"/>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38"/>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38"/>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38"/>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38"/>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38"/>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38"/>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38"/>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38"/>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38"/>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38"/>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38"/>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38"/>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38"/>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38"/>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38"/>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38"/>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38"/>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38"/>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38"/>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38"/>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38"/>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38"/>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38"/>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38"/>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38"/>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38"/>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38"/>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38"/>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38"/>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38"/>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38"/>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38"/>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38"/>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38"/>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38"/>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38"/>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38"/>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38"/>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38"/>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38"/>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38"/>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38"/>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38"/>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38"/>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38"/>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38"/>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38"/>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38"/>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38"/>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38"/>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38"/>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38"/>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38"/>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38"/>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38"/>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38"/>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38"/>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38"/>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38"/>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38"/>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38"/>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38"/>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38"/>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38"/>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38"/>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38"/>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38"/>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38"/>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38"/>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38"/>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38"/>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38"/>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38"/>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38"/>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38"/>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38"/>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38"/>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38"/>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38"/>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38"/>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38"/>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38"/>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38"/>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38"/>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38"/>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38"/>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38"/>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38"/>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38"/>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38"/>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38"/>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38"/>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38"/>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38"/>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38"/>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38"/>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38"/>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38"/>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38"/>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38"/>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38"/>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38"/>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38"/>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38"/>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38"/>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38"/>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38"/>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38"/>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38"/>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38"/>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38"/>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38"/>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38"/>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38"/>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38"/>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38"/>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38"/>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38"/>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38"/>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38"/>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38"/>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38"/>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38"/>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38"/>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38"/>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38"/>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38"/>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38"/>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38"/>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38"/>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38"/>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38"/>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38"/>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38"/>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38"/>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38"/>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38"/>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38"/>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38"/>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38"/>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38"/>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38"/>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38"/>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38"/>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38"/>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38"/>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38"/>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38"/>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38"/>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38"/>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38"/>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38"/>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38"/>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38"/>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38"/>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38"/>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38"/>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38"/>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38"/>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38"/>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38"/>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38"/>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38"/>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38"/>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38"/>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38"/>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38"/>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38"/>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38"/>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38"/>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38"/>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38"/>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38"/>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38"/>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38"/>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38"/>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38"/>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38"/>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38"/>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38"/>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38"/>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38"/>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38"/>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38"/>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38"/>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38"/>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38"/>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38"/>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38"/>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38"/>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38"/>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38"/>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38"/>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38"/>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38"/>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38"/>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38"/>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38"/>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38"/>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38"/>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38"/>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38"/>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38"/>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38"/>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38"/>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38"/>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38"/>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38"/>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38"/>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38"/>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38"/>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38"/>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38"/>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38"/>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38"/>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38"/>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38"/>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38"/>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38"/>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38"/>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38"/>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38"/>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38"/>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38"/>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38"/>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38"/>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38"/>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38"/>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38"/>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38"/>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38"/>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38"/>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38"/>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38"/>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38"/>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38"/>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38"/>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38"/>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38"/>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38"/>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38"/>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38"/>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38"/>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38"/>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38"/>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38"/>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38"/>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38"/>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38"/>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38"/>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38"/>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38"/>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38"/>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38"/>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38"/>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38"/>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38"/>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38"/>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38"/>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38"/>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38"/>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38"/>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38"/>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38"/>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38"/>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38"/>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38"/>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38"/>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38"/>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38"/>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38"/>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38"/>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38"/>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38"/>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38"/>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38"/>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38"/>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38"/>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38"/>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38"/>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38"/>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38"/>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38"/>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38"/>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38"/>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38"/>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38"/>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38"/>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38"/>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38"/>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38"/>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38"/>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38"/>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38"/>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38"/>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38"/>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38"/>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38"/>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38"/>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38"/>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38"/>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38"/>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38"/>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38"/>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38"/>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38"/>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38"/>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38"/>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38"/>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38"/>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38"/>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38"/>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38"/>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38"/>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38"/>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38"/>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38"/>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38"/>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38"/>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38"/>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38"/>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38"/>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38"/>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38"/>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38"/>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38"/>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38"/>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38"/>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38"/>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38"/>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38"/>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38"/>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38"/>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38"/>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38"/>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38"/>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38"/>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38"/>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38"/>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38"/>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38"/>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38"/>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38"/>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38"/>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38"/>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38"/>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38"/>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38"/>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38"/>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38"/>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38"/>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38"/>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38"/>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38"/>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38"/>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38"/>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38"/>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38"/>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38"/>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38"/>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38"/>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38"/>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38"/>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38"/>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38"/>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38"/>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38"/>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38"/>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38"/>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38"/>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38"/>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38"/>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38"/>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38"/>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38"/>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38"/>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38"/>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38"/>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38"/>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38"/>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38"/>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38"/>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38"/>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38"/>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38"/>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38"/>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38"/>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38"/>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38"/>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38"/>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38"/>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38"/>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38"/>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38"/>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38"/>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38"/>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38"/>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38"/>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38"/>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38"/>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38"/>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38"/>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38"/>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38"/>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38"/>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38"/>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38"/>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38"/>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38"/>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38"/>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38"/>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38"/>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38"/>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38"/>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38"/>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38"/>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38"/>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38"/>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38"/>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38"/>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38"/>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38"/>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38"/>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38"/>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38"/>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38"/>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38"/>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38"/>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38"/>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8" name="Google Shape;8018;p38"/>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800"/>
              <a:buNone/>
              <a:defRPr>
                <a:latin typeface="Poppins Light"/>
                <a:ea typeface="Poppins Light"/>
                <a:cs typeface="Poppins Light"/>
                <a:sym typeface="Poppins Light"/>
              </a:defRPr>
            </a:lvl2pPr>
            <a:lvl3pPr lvl="2">
              <a:spcBef>
                <a:spcPts val="0"/>
              </a:spcBef>
              <a:spcAft>
                <a:spcPts val="0"/>
              </a:spcAft>
              <a:buSzPts val="1800"/>
              <a:buNone/>
              <a:defRPr>
                <a:latin typeface="Poppins Light"/>
                <a:ea typeface="Poppins Light"/>
                <a:cs typeface="Poppins Light"/>
                <a:sym typeface="Poppins Light"/>
              </a:defRPr>
            </a:lvl3pPr>
            <a:lvl4pPr lvl="3">
              <a:spcBef>
                <a:spcPts val="0"/>
              </a:spcBef>
              <a:spcAft>
                <a:spcPts val="0"/>
              </a:spcAft>
              <a:buSzPts val="1800"/>
              <a:buNone/>
              <a:defRPr>
                <a:latin typeface="Poppins Light"/>
                <a:ea typeface="Poppins Light"/>
                <a:cs typeface="Poppins Light"/>
                <a:sym typeface="Poppins Light"/>
              </a:defRPr>
            </a:lvl4pPr>
            <a:lvl5pPr lvl="4">
              <a:spcBef>
                <a:spcPts val="0"/>
              </a:spcBef>
              <a:spcAft>
                <a:spcPts val="0"/>
              </a:spcAft>
              <a:buSzPts val="1800"/>
              <a:buNone/>
              <a:defRPr>
                <a:latin typeface="Poppins Light"/>
                <a:ea typeface="Poppins Light"/>
                <a:cs typeface="Poppins Light"/>
                <a:sym typeface="Poppins Light"/>
              </a:defRPr>
            </a:lvl5pPr>
            <a:lvl6pPr lvl="5">
              <a:spcBef>
                <a:spcPts val="0"/>
              </a:spcBef>
              <a:spcAft>
                <a:spcPts val="0"/>
              </a:spcAft>
              <a:buSzPts val="1800"/>
              <a:buNone/>
              <a:defRPr>
                <a:latin typeface="Poppins Light"/>
                <a:ea typeface="Poppins Light"/>
                <a:cs typeface="Poppins Light"/>
                <a:sym typeface="Poppins Light"/>
              </a:defRPr>
            </a:lvl6pPr>
            <a:lvl7pPr lvl="6">
              <a:spcBef>
                <a:spcPts val="0"/>
              </a:spcBef>
              <a:spcAft>
                <a:spcPts val="0"/>
              </a:spcAft>
              <a:buSzPts val="1800"/>
              <a:buNone/>
              <a:defRPr>
                <a:latin typeface="Poppins Light"/>
                <a:ea typeface="Poppins Light"/>
                <a:cs typeface="Poppins Light"/>
                <a:sym typeface="Poppins Light"/>
              </a:defRPr>
            </a:lvl7pPr>
            <a:lvl8pPr lvl="7">
              <a:spcBef>
                <a:spcPts val="0"/>
              </a:spcBef>
              <a:spcAft>
                <a:spcPts val="0"/>
              </a:spcAft>
              <a:buSzPts val="1800"/>
              <a:buNone/>
              <a:defRPr>
                <a:latin typeface="Poppins Light"/>
                <a:ea typeface="Poppins Light"/>
                <a:cs typeface="Poppins Light"/>
                <a:sym typeface="Poppins Light"/>
              </a:defRPr>
            </a:lvl8pPr>
            <a:lvl9pPr lvl="8">
              <a:spcBef>
                <a:spcPts val="0"/>
              </a:spcBef>
              <a:spcAft>
                <a:spcPts val="0"/>
              </a:spcAft>
              <a:buSzPts val="1800"/>
              <a:buNone/>
              <a:defRPr>
                <a:latin typeface="Poppins Light"/>
                <a:ea typeface="Poppins Light"/>
                <a:cs typeface="Poppins Light"/>
                <a:sym typeface="Poppins Light"/>
              </a:defRPr>
            </a:lvl9pPr>
          </a:lstStyle>
          <a:p/>
        </p:txBody>
      </p:sp>
      <p:sp>
        <p:nvSpPr>
          <p:cNvPr id="8019" name="Google Shape;8019;p3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7_1">
    <p:spTree>
      <p:nvGrpSpPr>
        <p:cNvPr id="8020" name="Shape 8020"/>
        <p:cNvGrpSpPr/>
        <p:nvPr/>
      </p:nvGrpSpPr>
      <p:grpSpPr>
        <a:xfrm>
          <a:off x="0" y="0"/>
          <a:ext cx="0" cy="0"/>
          <a:chOff x="0" y="0"/>
          <a:chExt cx="0" cy="0"/>
        </a:xfrm>
      </p:grpSpPr>
      <p:sp>
        <p:nvSpPr>
          <p:cNvPr id="8021" name="Google Shape;8021;p39"/>
          <p:cNvSpPr txBox="1"/>
          <p:nvPr>
            <p:ph type="title"/>
          </p:nvPr>
        </p:nvSpPr>
        <p:spPr>
          <a:xfrm>
            <a:off x="3055478" y="431400"/>
            <a:ext cx="4725000" cy="4782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a:lvl1pPr>
            <a:lvl2pPr lvl="1" rtl="0">
              <a:spcBef>
                <a:spcPts val="0"/>
              </a:spcBef>
              <a:spcAft>
                <a:spcPts val="0"/>
              </a:spcAft>
              <a:buSzPts val="1800"/>
              <a:buNone/>
              <a:defRPr>
                <a:latin typeface="Poppins Light"/>
                <a:ea typeface="Poppins Light"/>
                <a:cs typeface="Poppins Light"/>
                <a:sym typeface="Poppins Light"/>
              </a:defRPr>
            </a:lvl2pPr>
            <a:lvl3pPr lvl="2" rtl="0">
              <a:spcBef>
                <a:spcPts val="0"/>
              </a:spcBef>
              <a:spcAft>
                <a:spcPts val="0"/>
              </a:spcAft>
              <a:buSzPts val="1800"/>
              <a:buNone/>
              <a:defRPr>
                <a:latin typeface="Poppins Light"/>
                <a:ea typeface="Poppins Light"/>
                <a:cs typeface="Poppins Light"/>
                <a:sym typeface="Poppins Light"/>
              </a:defRPr>
            </a:lvl3pPr>
            <a:lvl4pPr lvl="3" rtl="0">
              <a:spcBef>
                <a:spcPts val="0"/>
              </a:spcBef>
              <a:spcAft>
                <a:spcPts val="0"/>
              </a:spcAft>
              <a:buSzPts val="1800"/>
              <a:buNone/>
              <a:defRPr>
                <a:latin typeface="Poppins Light"/>
                <a:ea typeface="Poppins Light"/>
                <a:cs typeface="Poppins Light"/>
                <a:sym typeface="Poppins Light"/>
              </a:defRPr>
            </a:lvl4pPr>
            <a:lvl5pPr lvl="4" rtl="0">
              <a:spcBef>
                <a:spcPts val="0"/>
              </a:spcBef>
              <a:spcAft>
                <a:spcPts val="0"/>
              </a:spcAft>
              <a:buSzPts val="1800"/>
              <a:buNone/>
              <a:defRPr>
                <a:latin typeface="Poppins Light"/>
                <a:ea typeface="Poppins Light"/>
                <a:cs typeface="Poppins Light"/>
                <a:sym typeface="Poppins Light"/>
              </a:defRPr>
            </a:lvl5pPr>
            <a:lvl6pPr lvl="5" rtl="0">
              <a:spcBef>
                <a:spcPts val="0"/>
              </a:spcBef>
              <a:spcAft>
                <a:spcPts val="0"/>
              </a:spcAft>
              <a:buSzPts val="1800"/>
              <a:buNone/>
              <a:defRPr>
                <a:latin typeface="Poppins Light"/>
                <a:ea typeface="Poppins Light"/>
                <a:cs typeface="Poppins Light"/>
                <a:sym typeface="Poppins Light"/>
              </a:defRPr>
            </a:lvl6pPr>
            <a:lvl7pPr lvl="6" rtl="0">
              <a:spcBef>
                <a:spcPts val="0"/>
              </a:spcBef>
              <a:spcAft>
                <a:spcPts val="0"/>
              </a:spcAft>
              <a:buSzPts val="1800"/>
              <a:buNone/>
              <a:defRPr>
                <a:latin typeface="Poppins Light"/>
                <a:ea typeface="Poppins Light"/>
                <a:cs typeface="Poppins Light"/>
                <a:sym typeface="Poppins Light"/>
              </a:defRPr>
            </a:lvl7pPr>
            <a:lvl8pPr lvl="7" rtl="0">
              <a:spcBef>
                <a:spcPts val="0"/>
              </a:spcBef>
              <a:spcAft>
                <a:spcPts val="0"/>
              </a:spcAft>
              <a:buSzPts val="1800"/>
              <a:buNone/>
              <a:defRPr>
                <a:latin typeface="Poppins Light"/>
                <a:ea typeface="Poppins Light"/>
                <a:cs typeface="Poppins Light"/>
                <a:sym typeface="Poppins Light"/>
              </a:defRPr>
            </a:lvl8pPr>
            <a:lvl9pPr lvl="8" rtl="0">
              <a:spcBef>
                <a:spcPts val="0"/>
              </a:spcBef>
              <a:spcAft>
                <a:spcPts val="0"/>
              </a:spcAft>
              <a:buSzPts val="1800"/>
              <a:buNone/>
              <a:defRPr>
                <a:latin typeface="Poppins Light"/>
                <a:ea typeface="Poppins Light"/>
                <a:cs typeface="Poppins Light"/>
                <a:sym typeface="Poppins Light"/>
              </a:defRPr>
            </a:lvl9pPr>
          </a:lstStyle>
          <a:p/>
        </p:txBody>
      </p:sp>
      <p:sp>
        <p:nvSpPr>
          <p:cNvPr id="8022" name="Google Shape;8022;p39"/>
          <p:cNvSpPr/>
          <p:nvPr/>
        </p:nvSpPr>
        <p:spPr>
          <a:xfrm>
            <a:off x="8237297" y="-25"/>
            <a:ext cx="9144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3" name="Google Shape;8023;p39"/>
          <p:cNvGrpSpPr/>
          <p:nvPr/>
        </p:nvGrpSpPr>
        <p:grpSpPr>
          <a:xfrm rot="10800000">
            <a:off x="8566700" y="2996665"/>
            <a:ext cx="274836" cy="1611920"/>
            <a:chOff x="4769975" y="2151700"/>
            <a:chExt cx="149100" cy="874475"/>
          </a:xfrm>
        </p:grpSpPr>
        <p:sp>
          <p:nvSpPr>
            <p:cNvPr id="8024" name="Google Shape;8024;p39"/>
            <p:cNvSpPr/>
            <p:nvPr/>
          </p:nvSpPr>
          <p:spPr>
            <a:xfrm>
              <a:off x="4904400" y="2386775"/>
              <a:ext cx="14675" cy="12600"/>
            </a:xfrm>
            <a:custGeom>
              <a:rect b="b" l="l" r="r" t="t"/>
              <a:pathLst>
                <a:path extrusionOk="0" h="504" w="587">
                  <a:moveTo>
                    <a:pt x="334" y="1"/>
                  </a:moveTo>
                  <a:cubicBezTo>
                    <a:pt x="273" y="1"/>
                    <a:pt x="210" y="23"/>
                    <a:pt x="159" y="74"/>
                  </a:cubicBezTo>
                  <a:cubicBezTo>
                    <a:pt x="0" y="232"/>
                    <a:pt x="112" y="503"/>
                    <a:pt x="337" y="503"/>
                  </a:cubicBezTo>
                  <a:cubicBezTo>
                    <a:pt x="475" y="503"/>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39"/>
            <p:cNvSpPr/>
            <p:nvPr/>
          </p:nvSpPr>
          <p:spPr>
            <a:xfrm>
              <a:off x="4904400" y="2465125"/>
              <a:ext cx="14675" cy="12575"/>
            </a:xfrm>
            <a:custGeom>
              <a:rect b="b" l="l" r="r" t="t"/>
              <a:pathLst>
                <a:path extrusionOk="0" h="503" w="587">
                  <a:moveTo>
                    <a:pt x="335" y="0"/>
                  </a:moveTo>
                  <a:cubicBezTo>
                    <a:pt x="273" y="0"/>
                    <a:pt x="211" y="23"/>
                    <a:pt x="159" y="75"/>
                  </a:cubicBezTo>
                  <a:cubicBezTo>
                    <a:pt x="0" y="233"/>
                    <a:pt x="112"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39"/>
            <p:cNvSpPr/>
            <p:nvPr/>
          </p:nvSpPr>
          <p:spPr>
            <a:xfrm>
              <a:off x="4904425" y="2543475"/>
              <a:ext cx="14650" cy="12600"/>
            </a:xfrm>
            <a:custGeom>
              <a:rect b="b" l="l" r="r" t="t"/>
              <a:pathLst>
                <a:path extrusionOk="0" h="504" w="586">
                  <a:moveTo>
                    <a:pt x="333" y="1"/>
                  </a:moveTo>
                  <a:cubicBezTo>
                    <a:pt x="272" y="1"/>
                    <a:pt x="209" y="23"/>
                    <a:pt x="158" y="74"/>
                  </a:cubicBezTo>
                  <a:cubicBezTo>
                    <a:pt x="1" y="232"/>
                    <a:pt x="111" y="503"/>
                    <a:pt x="336" y="503"/>
                  </a:cubicBezTo>
                  <a:cubicBezTo>
                    <a:pt x="474" y="503"/>
                    <a:pt x="586" y="391"/>
                    <a:pt x="586" y="252"/>
                  </a:cubicBezTo>
                  <a:cubicBezTo>
                    <a:pt x="586" y="101"/>
                    <a:pt x="462"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39"/>
            <p:cNvSpPr/>
            <p:nvPr/>
          </p:nvSpPr>
          <p:spPr>
            <a:xfrm>
              <a:off x="4904425" y="2621850"/>
              <a:ext cx="14650" cy="12550"/>
            </a:xfrm>
            <a:custGeom>
              <a:rect b="b" l="l" r="r" t="t"/>
              <a:pathLst>
                <a:path extrusionOk="0" h="502" w="586">
                  <a:moveTo>
                    <a:pt x="333" y="0"/>
                  </a:moveTo>
                  <a:cubicBezTo>
                    <a:pt x="272" y="0"/>
                    <a:pt x="209" y="23"/>
                    <a:pt x="158" y="74"/>
                  </a:cubicBezTo>
                  <a:cubicBezTo>
                    <a:pt x="1" y="232"/>
                    <a:pt x="111" y="501"/>
                    <a:pt x="336" y="501"/>
                  </a:cubicBezTo>
                  <a:cubicBezTo>
                    <a:pt x="474" y="501"/>
                    <a:pt x="586" y="389"/>
                    <a:pt x="586" y="251"/>
                  </a:cubicBezTo>
                  <a:cubicBezTo>
                    <a:pt x="586" y="100"/>
                    <a:pt x="462"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39"/>
            <p:cNvSpPr/>
            <p:nvPr/>
          </p:nvSpPr>
          <p:spPr>
            <a:xfrm>
              <a:off x="4904400" y="270017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39"/>
            <p:cNvSpPr/>
            <p:nvPr/>
          </p:nvSpPr>
          <p:spPr>
            <a:xfrm>
              <a:off x="4837200" y="2386775"/>
              <a:ext cx="14700" cy="12600"/>
            </a:xfrm>
            <a:custGeom>
              <a:rect b="b" l="l" r="r" t="t"/>
              <a:pathLst>
                <a:path extrusionOk="0" h="504" w="588">
                  <a:moveTo>
                    <a:pt x="334" y="1"/>
                  </a:moveTo>
                  <a:cubicBezTo>
                    <a:pt x="272" y="1"/>
                    <a:pt x="209" y="23"/>
                    <a:pt x="158" y="74"/>
                  </a:cubicBezTo>
                  <a:cubicBezTo>
                    <a:pt x="1" y="232"/>
                    <a:pt x="113" y="503"/>
                    <a:pt x="336" y="503"/>
                  </a:cubicBezTo>
                  <a:cubicBezTo>
                    <a:pt x="475" y="502"/>
                    <a:pt x="587" y="390"/>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39"/>
            <p:cNvSpPr/>
            <p:nvPr/>
          </p:nvSpPr>
          <p:spPr>
            <a:xfrm>
              <a:off x="4837200" y="2465125"/>
              <a:ext cx="14700" cy="12575"/>
            </a:xfrm>
            <a:custGeom>
              <a:rect b="b" l="l" r="r" t="t"/>
              <a:pathLst>
                <a:path extrusionOk="0" h="503" w="588">
                  <a:moveTo>
                    <a:pt x="334" y="0"/>
                  </a:moveTo>
                  <a:cubicBezTo>
                    <a:pt x="272" y="0"/>
                    <a:pt x="209" y="23"/>
                    <a:pt x="158" y="75"/>
                  </a:cubicBezTo>
                  <a:cubicBezTo>
                    <a:pt x="1" y="233"/>
                    <a:pt x="113" y="502"/>
                    <a:pt x="336" y="502"/>
                  </a:cubicBezTo>
                  <a:cubicBezTo>
                    <a:pt x="475" y="502"/>
                    <a:pt x="587" y="390"/>
                    <a:pt x="587" y="252"/>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39"/>
            <p:cNvSpPr/>
            <p:nvPr/>
          </p:nvSpPr>
          <p:spPr>
            <a:xfrm>
              <a:off x="4837200" y="2543475"/>
              <a:ext cx="14700" cy="12600"/>
            </a:xfrm>
            <a:custGeom>
              <a:rect b="b" l="l" r="r" t="t"/>
              <a:pathLst>
                <a:path extrusionOk="0" h="504" w="588">
                  <a:moveTo>
                    <a:pt x="334" y="1"/>
                  </a:moveTo>
                  <a:cubicBezTo>
                    <a:pt x="272" y="1"/>
                    <a:pt x="209" y="23"/>
                    <a:pt x="158" y="74"/>
                  </a:cubicBezTo>
                  <a:cubicBezTo>
                    <a:pt x="1" y="232"/>
                    <a:pt x="113" y="503"/>
                    <a:pt x="336" y="503"/>
                  </a:cubicBezTo>
                  <a:cubicBezTo>
                    <a:pt x="475" y="503"/>
                    <a:pt x="587" y="391"/>
                    <a:pt x="587" y="252"/>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39"/>
            <p:cNvSpPr/>
            <p:nvPr/>
          </p:nvSpPr>
          <p:spPr>
            <a:xfrm>
              <a:off x="4837200" y="2621850"/>
              <a:ext cx="14700" cy="12550"/>
            </a:xfrm>
            <a:custGeom>
              <a:rect b="b" l="l" r="r" t="t"/>
              <a:pathLst>
                <a:path extrusionOk="0" h="502" w="588">
                  <a:moveTo>
                    <a:pt x="334" y="0"/>
                  </a:moveTo>
                  <a:cubicBezTo>
                    <a:pt x="272" y="0"/>
                    <a:pt x="209" y="23"/>
                    <a:pt x="158" y="74"/>
                  </a:cubicBezTo>
                  <a:cubicBezTo>
                    <a:pt x="1" y="232"/>
                    <a:pt x="113" y="501"/>
                    <a:pt x="336" y="501"/>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39"/>
            <p:cNvSpPr/>
            <p:nvPr/>
          </p:nvSpPr>
          <p:spPr>
            <a:xfrm>
              <a:off x="4837200" y="2700175"/>
              <a:ext cx="14700" cy="12600"/>
            </a:xfrm>
            <a:custGeom>
              <a:rect b="b" l="l" r="r" t="t"/>
              <a:pathLst>
                <a:path extrusionOk="0" h="504" w="588">
                  <a:moveTo>
                    <a:pt x="333" y="1"/>
                  </a:moveTo>
                  <a:cubicBezTo>
                    <a:pt x="272" y="1"/>
                    <a:pt x="209" y="23"/>
                    <a:pt x="158" y="74"/>
                  </a:cubicBezTo>
                  <a:cubicBezTo>
                    <a:pt x="1" y="233"/>
                    <a:pt x="113" y="503"/>
                    <a:pt x="336" y="503"/>
                  </a:cubicBezTo>
                  <a:cubicBezTo>
                    <a:pt x="475" y="503"/>
                    <a:pt x="587" y="391"/>
                    <a:pt x="587" y="253"/>
                  </a:cubicBezTo>
                  <a:cubicBezTo>
                    <a:pt x="587" y="101"/>
                    <a:pt x="463"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39"/>
            <p:cNvSpPr/>
            <p:nvPr/>
          </p:nvSpPr>
          <p:spPr>
            <a:xfrm>
              <a:off x="4769975" y="2386775"/>
              <a:ext cx="14700" cy="12600"/>
            </a:xfrm>
            <a:custGeom>
              <a:rect b="b" l="l" r="r" t="t"/>
              <a:pathLst>
                <a:path extrusionOk="0" h="504" w="588">
                  <a:moveTo>
                    <a:pt x="335" y="1"/>
                  </a:moveTo>
                  <a:cubicBezTo>
                    <a:pt x="273" y="1"/>
                    <a:pt x="211" y="23"/>
                    <a:pt x="160" y="74"/>
                  </a:cubicBezTo>
                  <a:cubicBezTo>
                    <a:pt x="1" y="232"/>
                    <a:pt x="113" y="503"/>
                    <a:pt x="337" y="503"/>
                  </a:cubicBezTo>
                  <a:cubicBezTo>
                    <a:pt x="475" y="503"/>
                    <a:pt x="587" y="390"/>
                    <a:pt x="587" y="252"/>
                  </a:cubicBezTo>
                  <a:cubicBezTo>
                    <a:pt x="587" y="101"/>
                    <a:pt x="463" y="1"/>
                    <a:pt x="33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39"/>
            <p:cNvSpPr/>
            <p:nvPr/>
          </p:nvSpPr>
          <p:spPr>
            <a:xfrm>
              <a:off x="4769975" y="2465125"/>
              <a:ext cx="14700" cy="12575"/>
            </a:xfrm>
            <a:custGeom>
              <a:rect b="b" l="l" r="r" t="t"/>
              <a:pathLst>
                <a:path extrusionOk="0" h="503" w="588">
                  <a:moveTo>
                    <a:pt x="335" y="0"/>
                  </a:moveTo>
                  <a:cubicBezTo>
                    <a:pt x="274" y="0"/>
                    <a:pt x="211" y="23"/>
                    <a:pt x="160" y="75"/>
                  </a:cubicBezTo>
                  <a:cubicBezTo>
                    <a:pt x="1" y="233"/>
                    <a:pt x="113"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39"/>
            <p:cNvSpPr/>
            <p:nvPr/>
          </p:nvSpPr>
          <p:spPr>
            <a:xfrm>
              <a:off x="4770025" y="2543475"/>
              <a:ext cx="14650" cy="12600"/>
            </a:xfrm>
            <a:custGeom>
              <a:rect b="b" l="l" r="r" t="t"/>
              <a:pathLst>
                <a:path extrusionOk="0" h="504" w="586">
                  <a:moveTo>
                    <a:pt x="333" y="1"/>
                  </a:moveTo>
                  <a:cubicBezTo>
                    <a:pt x="271" y="1"/>
                    <a:pt x="209" y="23"/>
                    <a:pt x="158" y="74"/>
                  </a:cubicBezTo>
                  <a:cubicBezTo>
                    <a:pt x="0" y="232"/>
                    <a:pt x="111" y="503"/>
                    <a:pt x="335" y="503"/>
                  </a:cubicBezTo>
                  <a:cubicBezTo>
                    <a:pt x="473" y="503"/>
                    <a:pt x="585" y="391"/>
                    <a:pt x="585" y="252"/>
                  </a:cubicBezTo>
                  <a:cubicBezTo>
                    <a:pt x="585" y="101"/>
                    <a:pt x="461"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39"/>
            <p:cNvSpPr/>
            <p:nvPr/>
          </p:nvSpPr>
          <p:spPr>
            <a:xfrm>
              <a:off x="4770025" y="2621850"/>
              <a:ext cx="14650" cy="12550"/>
            </a:xfrm>
            <a:custGeom>
              <a:rect b="b" l="l" r="r" t="t"/>
              <a:pathLst>
                <a:path extrusionOk="0" h="502" w="586">
                  <a:moveTo>
                    <a:pt x="333" y="0"/>
                  </a:moveTo>
                  <a:cubicBezTo>
                    <a:pt x="271" y="0"/>
                    <a:pt x="209" y="23"/>
                    <a:pt x="158" y="74"/>
                  </a:cubicBezTo>
                  <a:cubicBezTo>
                    <a:pt x="0" y="232"/>
                    <a:pt x="111" y="501"/>
                    <a:pt x="335" y="501"/>
                  </a:cubicBezTo>
                  <a:cubicBezTo>
                    <a:pt x="473" y="501"/>
                    <a:pt x="585" y="389"/>
                    <a:pt x="585" y="251"/>
                  </a:cubicBezTo>
                  <a:cubicBezTo>
                    <a:pt x="585" y="100"/>
                    <a:pt x="461"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39"/>
            <p:cNvSpPr/>
            <p:nvPr/>
          </p:nvSpPr>
          <p:spPr>
            <a:xfrm>
              <a:off x="4906525" y="2151725"/>
              <a:ext cx="12550" cy="12575"/>
            </a:xfrm>
            <a:custGeom>
              <a:rect b="b" l="l" r="r" t="t"/>
              <a:pathLst>
                <a:path extrusionOk="0" h="503" w="502">
                  <a:moveTo>
                    <a:pt x="252" y="1"/>
                  </a:moveTo>
                  <a:cubicBezTo>
                    <a:pt x="112" y="1"/>
                    <a:pt x="0" y="113"/>
                    <a:pt x="0" y="251"/>
                  </a:cubicBezTo>
                  <a:cubicBezTo>
                    <a:pt x="0" y="390"/>
                    <a:pt x="112" y="502"/>
                    <a:pt x="252" y="502"/>
                  </a:cubicBezTo>
                  <a:cubicBezTo>
                    <a:pt x="390" y="502"/>
                    <a:pt x="502" y="390"/>
                    <a:pt x="502" y="251"/>
                  </a:cubicBezTo>
                  <a:cubicBezTo>
                    <a:pt x="502" y="113"/>
                    <a:pt x="390" y="1"/>
                    <a:pt x="25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39"/>
            <p:cNvSpPr/>
            <p:nvPr/>
          </p:nvSpPr>
          <p:spPr>
            <a:xfrm>
              <a:off x="4906525" y="2230050"/>
              <a:ext cx="12550" cy="12575"/>
            </a:xfrm>
            <a:custGeom>
              <a:rect b="b" l="l" r="r" t="t"/>
              <a:pathLst>
                <a:path extrusionOk="0" h="503" w="502">
                  <a:moveTo>
                    <a:pt x="252" y="1"/>
                  </a:moveTo>
                  <a:cubicBezTo>
                    <a:pt x="112" y="1"/>
                    <a:pt x="0" y="115"/>
                    <a:pt x="0" y="253"/>
                  </a:cubicBezTo>
                  <a:cubicBezTo>
                    <a:pt x="0" y="390"/>
                    <a:pt x="112" y="503"/>
                    <a:pt x="252" y="503"/>
                  </a:cubicBezTo>
                  <a:cubicBezTo>
                    <a:pt x="390" y="503"/>
                    <a:pt x="502" y="390"/>
                    <a:pt x="502" y="253"/>
                  </a:cubicBezTo>
                  <a:cubicBezTo>
                    <a:pt x="502" y="115"/>
                    <a:pt x="390" y="1"/>
                    <a:pt x="25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39"/>
            <p:cNvSpPr/>
            <p:nvPr/>
          </p:nvSpPr>
          <p:spPr>
            <a:xfrm>
              <a:off x="4906525" y="2308425"/>
              <a:ext cx="12550" cy="12575"/>
            </a:xfrm>
            <a:custGeom>
              <a:rect b="b" l="l" r="r" t="t"/>
              <a:pathLst>
                <a:path extrusionOk="0" h="503" w="502">
                  <a:moveTo>
                    <a:pt x="252" y="1"/>
                  </a:moveTo>
                  <a:cubicBezTo>
                    <a:pt x="112" y="1"/>
                    <a:pt x="0" y="113"/>
                    <a:pt x="0" y="252"/>
                  </a:cubicBezTo>
                  <a:cubicBezTo>
                    <a:pt x="0" y="390"/>
                    <a:pt x="112" y="502"/>
                    <a:pt x="252" y="502"/>
                  </a:cubicBezTo>
                  <a:cubicBezTo>
                    <a:pt x="390" y="502"/>
                    <a:pt x="502" y="390"/>
                    <a:pt x="502" y="252"/>
                  </a:cubicBezTo>
                  <a:cubicBezTo>
                    <a:pt x="502" y="113"/>
                    <a:pt x="390" y="1"/>
                    <a:pt x="25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39"/>
            <p:cNvSpPr/>
            <p:nvPr/>
          </p:nvSpPr>
          <p:spPr>
            <a:xfrm>
              <a:off x="4839325" y="2151725"/>
              <a:ext cx="12575" cy="12575"/>
            </a:xfrm>
            <a:custGeom>
              <a:rect b="b" l="l" r="r" t="t"/>
              <a:pathLst>
                <a:path extrusionOk="0" h="503" w="503">
                  <a:moveTo>
                    <a:pt x="251" y="1"/>
                  </a:moveTo>
                  <a:cubicBezTo>
                    <a:pt x="113" y="1"/>
                    <a:pt x="1" y="113"/>
                    <a:pt x="1" y="251"/>
                  </a:cubicBezTo>
                  <a:cubicBezTo>
                    <a:pt x="1" y="390"/>
                    <a:pt x="113" y="502"/>
                    <a:pt x="251" y="502"/>
                  </a:cubicBezTo>
                  <a:cubicBezTo>
                    <a:pt x="390" y="502"/>
                    <a:pt x="502" y="390"/>
                    <a:pt x="502" y="251"/>
                  </a:cubicBezTo>
                  <a:cubicBezTo>
                    <a:pt x="502" y="113"/>
                    <a:pt x="390" y="1"/>
                    <a:pt x="25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39"/>
            <p:cNvSpPr/>
            <p:nvPr/>
          </p:nvSpPr>
          <p:spPr>
            <a:xfrm>
              <a:off x="4839325" y="2230050"/>
              <a:ext cx="12575" cy="12575"/>
            </a:xfrm>
            <a:custGeom>
              <a:rect b="b" l="l" r="r" t="t"/>
              <a:pathLst>
                <a:path extrusionOk="0" h="503" w="503">
                  <a:moveTo>
                    <a:pt x="251" y="1"/>
                  </a:moveTo>
                  <a:cubicBezTo>
                    <a:pt x="113" y="1"/>
                    <a:pt x="1" y="115"/>
                    <a:pt x="1" y="253"/>
                  </a:cubicBezTo>
                  <a:cubicBezTo>
                    <a:pt x="1" y="390"/>
                    <a:pt x="113" y="503"/>
                    <a:pt x="251" y="503"/>
                  </a:cubicBezTo>
                  <a:cubicBezTo>
                    <a:pt x="390" y="503"/>
                    <a:pt x="502" y="390"/>
                    <a:pt x="502" y="253"/>
                  </a:cubicBezTo>
                  <a:cubicBezTo>
                    <a:pt x="502" y="115"/>
                    <a:pt x="390" y="1"/>
                    <a:pt x="25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39"/>
            <p:cNvSpPr/>
            <p:nvPr/>
          </p:nvSpPr>
          <p:spPr>
            <a:xfrm>
              <a:off x="4839325" y="2308425"/>
              <a:ext cx="12575" cy="12575"/>
            </a:xfrm>
            <a:custGeom>
              <a:rect b="b" l="l" r="r" t="t"/>
              <a:pathLst>
                <a:path extrusionOk="0" h="503" w="503">
                  <a:moveTo>
                    <a:pt x="251" y="1"/>
                  </a:moveTo>
                  <a:cubicBezTo>
                    <a:pt x="113" y="1"/>
                    <a:pt x="1" y="113"/>
                    <a:pt x="1" y="252"/>
                  </a:cubicBezTo>
                  <a:cubicBezTo>
                    <a:pt x="1" y="390"/>
                    <a:pt x="113" y="502"/>
                    <a:pt x="251" y="502"/>
                  </a:cubicBezTo>
                  <a:cubicBezTo>
                    <a:pt x="390" y="502"/>
                    <a:pt x="502" y="390"/>
                    <a:pt x="502" y="252"/>
                  </a:cubicBezTo>
                  <a:cubicBezTo>
                    <a:pt x="502" y="113"/>
                    <a:pt x="390" y="1"/>
                    <a:pt x="25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39"/>
            <p:cNvSpPr/>
            <p:nvPr/>
          </p:nvSpPr>
          <p:spPr>
            <a:xfrm>
              <a:off x="4770025" y="2151700"/>
              <a:ext cx="14650" cy="12600"/>
            </a:xfrm>
            <a:custGeom>
              <a:rect b="b" l="l" r="r" t="t"/>
              <a:pathLst>
                <a:path extrusionOk="0" h="504" w="586">
                  <a:moveTo>
                    <a:pt x="333" y="1"/>
                  </a:moveTo>
                  <a:cubicBezTo>
                    <a:pt x="271" y="1"/>
                    <a:pt x="209" y="24"/>
                    <a:pt x="158" y="74"/>
                  </a:cubicBezTo>
                  <a:cubicBezTo>
                    <a:pt x="0" y="232"/>
                    <a:pt x="111" y="503"/>
                    <a:pt x="335" y="503"/>
                  </a:cubicBezTo>
                  <a:cubicBezTo>
                    <a:pt x="473" y="503"/>
                    <a:pt x="585" y="391"/>
                    <a:pt x="585" y="252"/>
                  </a:cubicBezTo>
                  <a:cubicBezTo>
                    <a:pt x="585" y="101"/>
                    <a:pt x="461"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39"/>
            <p:cNvSpPr/>
            <p:nvPr/>
          </p:nvSpPr>
          <p:spPr>
            <a:xfrm>
              <a:off x="4770025" y="2230075"/>
              <a:ext cx="14650" cy="12550"/>
            </a:xfrm>
            <a:custGeom>
              <a:rect b="b" l="l" r="r" t="t"/>
              <a:pathLst>
                <a:path extrusionOk="0" h="502" w="586">
                  <a:moveTo>
                    <a:pt x="333" y="1"/>
                  </a:moveTo>
                  <a:cubicBezTo>
                    <a:pt x="271" y="1"/>
                    <a:pt x="209" y="23"/>
                    <a:pt x="158" y="74"/>
                  </a:cubicBezTo>
                  <a:cubicBezTo>
                    <a:pt x="0" y="232"/>
                    <a:pt x="111" y="502"/>
                    <a:pt x="335" y="502"/>
                  </a:cubicBezTo>
                  <a:cubicBezTo>
                    <a:pt x="473" y="502"/>
                    <a:pt x="585" y="389"/>
                    <a:pt x="585" y="252"/>
                  </a:cubicBezTo>
                  <a:cubicBezTo>
                    <a:pt x="585" y="101"/>
                    <a:pt x="461" y="1"/>
                    <a:pt x="33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39"/>
            <p:cNvSpPr/>
            <p:nvPr/>
          </p:nvSpPr>
          <p:spPr>
            <a:xfrm>
              <a:off x="4769975" y="2308400"/>
              <a:ext cx="14700" cy="12600"/>
            </a:xfrm>
            <a:custGeom>
              <a:rect b="b" l="l" r="r" t="t"/>
              <a:pathLst>
                <a:path extrusionOk="0" h="504" w="588">
                  <a:moveTo>
                    <a:pt x="334" y="1"/>
                  </a:moveTo>
                  <a:cubicBezTo>
                    <a:pt x="273" y="1"/>
                    <a:pt x="211" y="24"/>
                    <a:pt x="160" y="74"/>
                  </a:cubicBezTo>
                  <a:cubicBezTo>
                    <a:pt x="1" y="234"/>
                    <a:pt x="113"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39"/>
            <p:cNvSpPr/>
            <p:nvPr/>
          </p:nvSpPr>
          <p:spPr>
            <a:xfrm>
              <a:off x="4769975" y="2700175"/>
              <a:ext cx="14700" cy="12600"/>
            </a:xfrm>
            <a:custGeom>
              <a:rect b="b" l="l" r="r" t="t"/>
              <a:pathLst>
                <a:path extrusionOk="0" h="504" w="588">
                  <a:moveTo>
                    <a:pt x="334" y="1"/>
                  </a:moveTo>
                  <a:cubicBezTo>
                    <a:pt x="273" y="1"/>
                    <a:pt x="211" y="23"/>
                    <a:pt x="160" y="74"/>
                  </a:cubicBezTo>
                  <a:cubicBezTo>
                    <a:pt x="1" y="233"/>
                    <a:pt x="113" y="503"/>
                    <a:pt x="337" y="503"/>
                  </a:cubicBezTo>
                  <a:cubicBezTo>
                    <a:pt x="475" y="503"/>
                    <a:pt x="587" y="391"/>
                    <a:pt x="587" y="253"/>
                  </a:cubicBezTo>
                  <a:cubicBezTo>
                    <a:pt x="587" y="101"/>
                    <a:pt x="463" y="1"/>
                    <a:pt x="33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39"/>
            <p:cNvSpPr/>
            <p:nvPr/>
          </p:nvSpPr>
          <p:spPr>
            <a:xfrm>
              <a:off x="4904400" y="2778550"/>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39"/>
            <p:cNvSpPr/>
            <p:nvPr/>
          </p:nvSpPr>
          <p:spPr>
            <a:xfrm>
              <a:off x="4904400" y="2856900"/>
              <a:ext cx="14675" cy="12575"/>
            </a:xfrm>
            <a:custGeom>
              <a:rect b="b" l="l" r="r" t="t"/>
              <a:pathLst>
                <a:path extrusionOk="0" h="503" w="587">
                  <a:moveTo>
                    <a:pt x="335" y="0"/>
                  </a:moveTo>
                  <a:cubicBezTo>
                    <a:pt x="273" y="0"/>
                    <a:pt x="211" y="23"/>
                    <a:pt x="159" y="75"/>
                  </a:cubicBezTo>
                  <a:cubicBezTo>
                    <a:pt x="0" y="232"/>
                    <a:pt x="112"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39"/>
            <p:cNvSpPr/>
            <p:nvPr/>
          </p:nvSpPr>
          <p:spPr>
            <a:xfrm>
              <a:off x="4837200" y="2778550"/>
              <a:ext cx="14700" cy="12575"/>
            </a:xfrm>
            <a:custGeom>
              <a:rect b="b" l="l" r="r" t="t"/>
              <a:pathLst>
                <a:path extrusionOk="0" h="503" w="588">
                  <a:moveTo>
                    <a:pt x="334" y="0"/>
                  </a:moveTo>
                  <a:cubicBezTo>
                    <a:pt x="272" y="0"/>
                    <a:pt x="209" y="23"/>
                    <a:pt x="158" y="74"/>
                  </a:cubicBezTo>
                  <a:cubicBezTo>
                    <a:pt x="1" y="232"/>
                    <a:pt x="113" y="503"/>
                    <a:pt x="336" y="503"/>
                  </a:cubicBezTo>
                  <a:cubicBezTo>
                    <a:pt x="475" y="501"/>
                    <a:pt x="587" y="389"/>
                    <a:pt x="587" y="251"/>
                  </a:cubicBezTo>
                  <a:cubicBezTo>
                    <a:pt x="587" y="100"/>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39"/>
            <p:cNvSpPr/>
            <p:nvPr/>
          </p:nvSpPr>
          <p:spPr>
            <a:xfrm>
              <a:off x="4837200" y="2856900"/>
              <a:ext cx="14700" cy="12575"/>
            </a:xfrm>
            <a:custGeom>
              <a:rect b="b" l="l" r="r" t="t"/>
              <a:pathLst>
                <a:path extrusionOk="0" h="503" w="588">
                  <a:moveTo>
                    <a:pt x="334" y="0"/>
                  </a:moveTo>
                  <a:cubicBezTo>
                    <a:pt x="272" y="0"/>
                    <a:pt x="209" y="23"/>
                    <a:pt x="158" y="75"/>
                  </a:cubicBezTo>
                  <a:cubicBezTo>
                    <a:pt x="1" y="232"/>
                    <a:pt x="113" y="502"/>
                    <a:pt x="336" y="502"/>
                  </a:cubicBezTo>
                  <a:cubicBezTo>
                    <a:pt x="475" y="502"/>
                    <a:pt x="587" y="390"/>
                    <a:pt x="587" y="252"/>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39"/>
            <p:cNvSpPr/>
            <p:nvPr/>
          </p:nvSpPr>
          <p:spPr>
            <a:xfrm>
              <a:off x="4837200" y="2935250"/>
              <a:ext cx="14700" cy="12600"/>
            </a:xfrm>
            <a:custGeom>
              <a:rect b="b" l="l" r="r" t="t"/>
              <a:pathLst>
                <a:path extrusionOk="0" h="504" w="588">
                  <a:moveTo>
                    <a:pt x="334" y="0"/>
                  </a:moveTo>
                  <a:cubicBezTo>
                    <a:pt x="272" y="0"/>
                    <a:pt x="209" y="23"/>
                    <a:pt x="158" y="74"/>
                  </a:cubicBezTo>
                  <a:cubicBezTo>
                    <a:pt x="1" y="232"/>
                    <a:pt x="113" y="503"/>
                    <a:pt x="336" y="503"/>
                  </a:cubicBezTo>
                  <a:cubicBezTo>
                    <a:pt x="475" y="503"/>
                    <a:pt x="587" y="391"/>
                    <a:pt x="587" y="251"/>
                  </a:cubicBezTo>
                  <a:cubicBezTo>
                    <a:pt x="587" y="101"/>
                    <a:pt x="463" y="0"/>
                    <a:pt x="33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39"/>
            <p:cNvSpPr/>
            <p:nvPr/>
          </p:nvSpPr>
          <p:spPr>
            <a:xfrm>
              <a:off x="4769975" y="2778550"/>
              <a:ext cx="14700" cy="12575"/>
            </a:xfrm>
            <a:custGeom>
              <a:rect b="b" l="l" r="r" t="t"/>
              <a:pathLst>
                <a:path extrusionOk="0" h="503" w="588">
                  <a:moveTo>
                    <a:pt x="335" y="0"/>
                  </a:moveTo>
                  <a:cubicBezTo>
                    <a:pt x="273" y="0"/>
                    <a:pt x="211" y="23"/>
                    <a:pt x="160" y="74"/>
                  </a:cubicBezTo>
                  <a:cubicBezTo>
                    <a:pt x="1" y="232"/>
                    <a:pt x="113" y="503"/>
                    <a:pt x="337" y="503"/>
                  </a:cubicBezTo>
                  <a:cubicBezTo>
                    <a:pt x="475" y="503"/>
                    <a:pt x="587" y="389"/>
                    <a:pt x="587" y="251"/>
                  </a:cubicBezTo>
                  <a:cubicBezTo>
                    <a:pt x="587" y="100"/>
                    <a:pt x="463"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39"/>
            <p:cNvSpPr/>
            <p:nvPr/>
          </p:nvSpPr>
          <p:spPr>
            <a:xfrm>
              <a:off x="4769975" y="2856900"/>
              <a:ext cx="14700" cy="12575"/>
            </a:xfrm>
            <a:custGeom>
              <a:rect b="b" l="l" r="r" t="t"/>
              <a:pathLst>
                <a:path extrusionOk="0" h="503" w="588">
                  <a:moveTo>
                    <a:pt x="335" y="0"/>
                  </a:moveTo>
                  <a:cubicBezTo>
                    <a:pt x="274" y="0"/>
                    <a:pt x="211" y="23"/>
                    <a:pt x="160" y="75"/>
                  </a:cubicBezTo>
                  <a:cubicBezTo>
                    <a:pt x="1" y="232"/>
                    <a:pt x="113" y="502"/>
                    <a:pt x="337" y="502"/>
                  </a:cubicBezTo>
                  <a:cubicBezTo>
                    <a:pt x="475" y="502"/>
                    <a:pt x="587" y="390"/>
                    <a:pt x="587" y="252"/>
                  </a:cubicBezTo>
                  <a:cubicBezTo>
                    <a:pt x="587" y="101"/>
                    <a:pt x="464" y="0"/>
                    <a:pt x="33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39"/>
            <p:cNvSpPr/>
            <p:nvPr/>
          </p:nvSpPr>
          <p:spPr>
            <a:xfrm>
              <a:off x="4770025" y="2935250"/>
              <a:ext cx="14650" cy="12600"/>
            </a:xfrm>
            <a:custGeom>
              <a:rect b="b" l="l" r="r" t="t"/>
              <a:pathLst>
                <a:path extrusionOk="0" h="504" w="586">
                  <a:moveTo>
                    <a:pt x="333" y="0"/>
                  </a:moveTo>
                  <a:cubicBezTo>
                    <a:pt x="271" y="0"/>
                    <a:pt x="209" y="23"/>
                    <a:pt x="158" y="74"/>
                  </a:cubicBezTo>
                  <a:cubicBezTo>
                    <a:pt x="0" y="232"/>
                    <a:pt x="111" y="503"/>
                    <a:pt x="335" y="503"/>
                  </a:cubicBezTo>
                  <a:cubicBezTo>
                    <a:pt x="473" y="503"/>
                    <a:pt x="585" y="391"/>
                    <a:pt x="585" y="251"/>
                  </a:cubicBezTo>
                  <a:cubicBezTo>
                    <a:pt x="585" y="101"/>
                    <a:pt x="461"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39"/>
            <p:cNvSpPr/>
            <p:nvPr/>
          </p:nvSpPr>
          <p:spPr>
            <a:xfrm>
              <a:off x="4770025" y="3013625"/>
              <a:ext cx="14650" cy="12550"/>
            </a:xfrm>
            <a:custGeom>
              <a:rect b="b" l="l" r="r" t="t"/>
              <a:pathLst>
                <a:path extrusionOk="0" h="502" w="586">
                  <a:moveTo>
                    <a:pt x="333" y="0"/>
                  </a:moveTo>
                  <a:cubicBezTo>
                    <a:pt x="271" y="0"/>
                    <a:pt x="209" y="23"/>
                    <a:pt x="158" y="74"/>
                  </a:cubicBezTo>
                  <a:cubicBezTo>
                    <a:pt x="0" y="231"/>
                    <a:pt x="111" y="501"/>
                    <a:pt x="335" y="501"/>
                  </a:cubicBezTo>
                  <a:cubicBezTo>
                    <a:pt x="473" y="501"/>
                    <a:pt x="585" y="389"/>
                    <a:pt x="585" y="251"/>
                  </a:cubicBezTo>
                  <a:cubicBezTo>
                    <a:pt x="585" y="100"/>
                    <a:pt x="461" y="0"/>
                    <a:pt x="33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39"/>
          <p:cNvGrpSpPr/>
          <p:nvPr/>
        </p:nvGrpSpPr>
        <p:grpSpPr>
          <a:xfrm rot="10800000">
            <a:off x="8421619" y="431399"/>
            <a:ext cx="1299260" cy="1296418"/>
            <a:chOff x="6378300" y="2596400"/>
            <a:chExt cx="754375" cy="752725"/>
          </a:xfrm>
        </p:grpSpPr>
        <p:sp>
          <p:nvSpPr>
            <p:cNvPr id="8058" name="Google Shape;8058;p39"/>
            <p:cNvSpPr/>
            <p:nvPr/>
          </p:nvSpPr>
          <p:spPr>
            <a:xfrm>
              <a:off x="6408850" y="2932325"/>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39"/>
            <p:cNvSpPr/>
            <p:nvPr/>
          </p:nvSpPr>
          <p:spPr>
            <a:xfrm>
              <a:off x="6469925" y="2871225"/>
              <a:ext cx="9700" cy="9700"/>
            </a:xfrm>
            <a:custGeom>
              <a:rect b="b" l="l" r="r" t="t"/>
              <a:pathLst>
                <a:path extrusionOk="0" h="388" w="388">
                  <a:moveTo>
                    <a:pt x="193" y="0"/>
                  </a:moveTo>
                  <a:cubicBezTo>
                    <a:pt x="87" y="0"/>
                    <a:pt x="1" y="87"/>
                    <a:pt x="1" y="195"/>
                  </a:cubicBezTo>
                  <a:cubicBezTo>
                    <a:pt x="1" y="301"/>
                    <a:pt x="87" y="387"/>
                    <a:pt x="193" y="387"/>
                  </a:cubicBezTo>
                  <a:cubicBezTo>
                    <a:pt x="299" y="387"/>
                    <a:pt x="387" y="301"/>
                    <a:pt x="387" y="195"/>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39"/>
            <p:cNvSpPr/>
            <p:nvPr/>
          </p:nvSpPr>
          <p:spPr>
            <a:xfrm>
              <a:off x="6530975" y="2810175"/>
              <a:ext cx="9700" cy="9650"/>
            </a:xfrm>
            <a:custGeom>
              <a:rect b="b" l="l" r="r" t="t"/>
              <a:pathLst>
                <a:path extrusionOk="0" h="386" w="388">
                  <a:moveTo>
                    <a:pt x="195" y="0"/>
                  </a:moveTo>
                  <a:cubicBezTo>
                    <a:pt x="87" y="0"/>
                    <a:pt x="1" y="87"/>
                    <a:pt x="1" y="193"/>
                  </a:cubicBezTo>
                  <a:cubicBezTo>
                    <a:pt x="1" y="299"/>
                    <a:pt x="87" y="385"/>
                    <a:pt x="195" y="385"/>
                  </a:cubicBezTo>
                  <a:cubicBezTo>
                    <a:pt x="301" y="385"/>
                    <a:pt x="387" y="299"/>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39"/>
            <p:cNvSpPr/>
            <p:nvPr/>
          </p:nvSpPr>
          <p:spPr>
            <a:xfrm>
              <a:off x="6622600" y="2718550"/>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39"/>
            <p:cNvSpPr/>
            <p:nvPr/>
          </p:nvSpPr>
          <p:spPr>
            <a:xfrm>
              <a:off x="6378300" y="2962850"/>
              <a:ext cx="9675" cy="9700"/>
            </a:xfrm>
            <a:custGeom>
              <a:rect b="b" l="l" r="r" t="t"/>
              <a:pathLst>
                <a:path extrusionOk="0" h="388" w="387">
                  <a:moveTo>
                    <a:pt x="194" y="1"/>
                  </a:moveTo>
                  <a:cubicBezTo>
                    <a:pt x="87" y="1"/>
                    <a:pt x="0" y="87"/>
                    <a:pt x="0" y="193"/>
                  </a:cubicBezTo>
                  <a:cubicBezTo>
                    <a:pt x="0" y="299"/>
                    <a:pt x="87" y="387"/>
                    <a:pt x="194" y="387"/>
                  </a:cubicBezTo>
                  <a:cubicBezTo>
                    <a:pt x="300" y="387"/>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39"/>
            <p:cNvSpPr/>
            <p:nvPr/>
          </p:nvSpPr>
          <p:spPr>
            <a:xfrm>
              <a:off x="6437750" y="2901775"/>
              <a:ext cx="12950" cy="9675"/>
            </a:xfrm>
            <a:custGeom>
              <a:rect b="b" l="l" r="r" t="t"/>
              <a:pathLst>
                <a:path extrusionOk="0" h="387" w="518">
                  <a:moveTo>
                    <a:pt x="259" y="1"/>
                  </a:moveTo>
                  <a:cubicBezTo>
                    <a:pt x="209" y="1"/>
                    <a:pt x="160" y="19"/>
                    <a:pt x="122" y="56"/>
                  </a:cubicBezTo>
                  <a:cubicBezTo>
                    <a:pt x="1" y="179"/>
                    <a:pt x="87" y="387"/>
                    <a:pt x="258" y="387"/>
                  </a:cubicBezTo>
                  <a:cubicBezTo>
                    <a:pt x="431" y="387"/>
                    <a:pt x="518" y="179"/>
                    <a:pt x="396" y="56"/>
                  </a:cubicBezTo>
                  <a:cubicBezTo>
                    <a:pt x="358" y="19"/>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39"/>
            <p:cNvSpPr/>
            <p:nvPr/>
          </p:nvSpPr>
          <p:spPr>
            <a:xfrm>
              <a:off x="6500475" y="2840675"/>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39"/>
            <p:cNvSpPr/>
            <p:nvPr/>
          </p:nvSpPr>
          <p:spPr>
            <a:xfrm>
              <a:off x="6592075" y="27490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39"/>
            <p:cNvSpPr/>
            <p:nvPr/>
          </p:nvSpPr>
          <p:spPr>
            <a:xfrm>
              <a:off x="6653150" y="2688025"/>
              <a:ext cx="9650" cy="9650"/>
            </a:xfrm>
            <a:custGeom>
              <a:rect b="b" l="l" r="r" t="t"/>
              <a:pathLst>
                <a:path extrusionOk="0" h="386" w="386">
                  <a:moveTo>
                    <a:pt x="193" y="1"/>
                  </a:moveTo>
                  <a:cubicBezTo>
                    <a:pt x="87" y="1"/>
                    <a:pt x="1" y="87"/>
                    <a:pt x="1" y="193"/>
                  </a:cubicBezTo>
                  <a:cubicBezTo>
                    <a:pt x="1" y="300"/>
                    <a:pt x="87" y="386"/>
                    <a:pt x="193" y="386"/>
                  </a:cubicBezTo>
                  <a:cubicBezTo>
                    <a:pt x="299" y="386"/>
                    <a:pt x="386" y="300"/>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39"/>
            <p:cNvSpPr/>
            <p:nvPr/>
          </p:nvSpPr>
          <p:spPr>
            <a:xfrm>
              <a:off x="6683650" y="2657500"/>
              <a:ext cx="9700" cy="9650"/>
            </a:xfrm>
            <a:custGeom>
              <a:rect b="b" l="l" r="r" t="t"/>
              <a:pathLst>
                <a:path extrusionOk="0" h="386" w="388">
                  <a:moveTo>
                    <a:pt x="195" y="0"/>
                  </a:moveTo>
                  <a:cubicBezTo>
                    <a:pt x="87" y="0"/>
                    <a:pt x="1" y="87"/>
                    <a:pt x="1" y="193"/>
                  </a:cubicBezTo>
                  <a:cubicBezTo>
                    <a:pt x="1" y="299"/>
                    <a:pt x="87" y="385"/>
                    <a:pt x="195" y="385"/>
                  </a:cubicBezTo>
                  <a:cubicBezTo>
                    <a:pt x="301" y="385"/>
                    <a:pt x="388" y="299"/>
                    <a:pt x="388" y="193"/>
                  </a:cubicBezTo>
                  <a:cubicBezTo>
                    <a:pt x="388"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39"/>
            <p:cNvSpPr/>
            <p:nvPr/>
          </p:nvSpPr>
          <p:spPr>
            <a:xfrm>
              <a:off x="6714200" y="2626950"/>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39"/>
            <p:cNvSpPr/>
            <p:nvPr/>
          </p:nvSpPr>
          <p:spPr>
            <a:xfrm>
              <a:off x="6744750" y="2596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39"/>
            <p:cNvSpPr/>
            <p:nvPr/>
          </p:nvSpPr>
          <p:spPr>
            <a:xfrm>
              <a:off x="6561525" y="2779625"/>
              <a:ext cx="9675" cy="9700"/>
            </a:xfrm>
            <a:custGeom>
              <a:rect b="b" l="l" r="r" t="t"/>
              <a:pathLst>
                <a:path extrusionOk="0" h="388" w="387">
                  <a:moveTo>
                    <a:pt x="194" y="1"/>
                  </a:moveTo>
                  <a:cubicBezTo>
                    <a:pt x="87" y="1"/>
                    <a:pt x="0" y="87"/>
                    <a:pt x="0" y="193"/>
                  </a:cubicBezTo>
                  <a:cubicBezTo>
                    <a:pt x="0" y="301"/>
                    <a:pt x="87" y="387"/>
                    <a:pt x="194" y="387"/>
                  </a:cubicBezTo>
                  <a:cubicBezTo>
                    <a:pt x="301" y="387"/>
                    <a:pt x="387" y="301"/>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39"/>
            <p:cNvSpPr/>
            <p:nvPr/>
          </p:nvSpPr>
          <p:spPr>
            <a:xfrm>
              <a:off x="6437825" y="29612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39"/>
            <p:cNvSpPr/>
            <p:nvPr/>
          </p:nvSpPr>
          <p:spPr>
            <a:xfrm>
              <a:off x="6497250" y="2900200"/>
              <a:ext cx="12950" cy="9675"/>
            </a:xfrm>
            <a:custGeom>
              <a:rect b="b" l="l" r="r" t="t"/>
              <a:pathLst>
                <a:path extrusionOk="0" h="387" w="518">
                  <a:moveTo>
                    <a:pt x="259" y="0"/>
                  </a:moveTo>
                  <a:cubicBezTo>
                    <a:pt x="210" y="0"/>
                    <a:pt x="160" y="19"/>
                    <a:pt x="123" y="57"/>
                  </a:cubicBezTo>
                  <a:cubicBezTo>
                    <a:pt x="1" y="178"/>
                    <a:pt x="87" y="386"/>
                    <a:pt x="260" y="386"/>
                  </a:cubicBezTo>
                  <a:cubicBezTo>
                    <a:pt x="431" y="386"/>
                    <a:pt x="517" y="178"/>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39"/>
            <p:cNvSpPr/>
            <p:nvPr/>
          </p:nvSpPr>
          <p:spPr>
            <a:xfrm>
              <a:off x="6559975" y="2839125"/>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39"/>
            <p:cNvSpPr/>
            <p:nvPr/>
          </p:nvSpPr>
          <p:spPr>
            <a:xfrm>
              <a:off x="6651575" y="2747525"/>
              <a:ext cx="9675" cy="9700"/>
            </a:xfrm>
            <a:custGeom>
              <a:rect b="b" l="l" r="r" t="t"/>
              <a:pathLst>
                <a:path extrusionOk="0" h="388" w="387">
                  <a:moveTo>
                    <a:pt x="194" y="1"/>
                  </a:moveTo>
                  <a:cubicBezTo>
                    <a:pt x="86" y="1"/>
                    <a:pt x="0" y="87"/>
                    <a:pt x="0" y="193"/>
                  </a:cubicBezTo>
                  <a:cubicBezTo>
                    <a:pt x="0" y="299"/>
                    <a:pt x="86" y="387"/>
                    <a:pt x="194" y="387"/>
                  </a:cubicBezTo>
                  <a:cubicBezTo>
                    <a:pt x="300" y="387"/>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39"/>
            <p:cNvSpPr/>
            <p:nvPr/>
          </p:nvSpPr>
          <p:spPr>
            <a:xfrm>
              <a:off x="6407275" y="29918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39"/>
            <p:cNvSpPr/>
            <p:nvPr/>
          </p:nvSpPr>
          <p:spPr>
            <a:xfrm>
              <a:off x="6468325" y="2930725"/>
              <a:ext cx="9700" cy="9675"/>
            </a:xfrm>
            <a:custGeom>
              <a:rect b="b" l="l" r="r" t="t"/>
              <a:pathLst>
                <a:path extrusionOk="0" h="387" w="388">
                  <a:moveTo>
                    <a:pt x="195" y="0"/>
                  </a:moveTo>
                  <a:cubicBezTo>
                    <a:pt x="89" y="0"/>
                    <a:pt x="1" y="88"/>
                    <a:pt x="1" y="194"/>
                  </a:cubicBezTo>
                  <a:cubicBezTo>
                    <a:pt x="1" y="301"/>
                    <a:pt x="89" y="387"/>
                    <a:pt x="195" y="387"/>
                  </a:cubicBezTo>
                  <a:cubicBezTo>
                    <a:pt x="301" y="387"/>
                    <a:pt x="387" y="301"/>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39"/>
            <p:cNvSpPr/>
            <p:nvPr/>
          </p:nvSpPr>
          <p:spPr>
            <a:xfrm>
              <a:off x="6529425" y="2869675"/>
              <a:ext cx="9675" cy="9675"/>
            </a:xfrm>
            <a:custGeom>
              <a:rect b="b" l="l" r="r" t="t"/>
              <a:pathLst>
                <a:path extrusionOk="0" h="387" w="387">
                  <a:moveTo>
                    <a:pt x="193" y="0"/>
                  </a:moveTo>
                  <a:cubicBezTo>
                    <a:pt x="87" y="0"/>
                    <a:pt x="0" y="87"/>
                    <a:pt x="0" y="193"/>
                  </a:cubicBezTo>
                  <a:cubicBezTo>
                    <a:pt x="0" y="300"/>
                    <a:pt x="87" y="387"/>
                    <a:pt x="193" y="387"/>
                  </a:cubicBezTo>
                  <a:cubicBezTo>
                    <a:pt x="301" y="387"/>
                    <a:pt x="387" y="300"/>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39"/>
            <p:cNvSpPr/>
            <p:nvPr/>
          </p:nvSpPr>
          <p:spPr>
            <a:xfrm>
              <a:off x="6621025" y="2778075"/>
              <a:ext cx="9675" cy="9650"/>
            </a:xfrm>
            <a:custGeom>
              <a:rect b="b" l="l" r="r" t="t"/>
              <a:pathLst>
                <a:path extrusionOk="0" h="386" w="387">
                  <a:moveTo>
                    <a:pt x="194" y="1"/>
                  </a:moveTo>
                  <a:cubicBezTo>
                    <a:pt x="88" y="1"/>
                    <a:pt x="0" y="87"/>
                    <a:pt x="0" y="193"/>
                  </a:cubicBezTo>
                  <a:cubicBezTo>
                    <a:pt x="0" y="299"/>
                    <a:pt x="88"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39"/>
            <p:cNvSpPr/>
            <p:nvPr/>
          </p:nvSpPr>
          <p:spPr>
            <a:xfrm>
              <a:off x="6682100" y="2717000"/>
              <a:ext cx="9700" cy="9675"/>
            </a:xfrm>
            <a:custGeom>
              <a:rect b="b" l="l" r="r" t="t"/>
              <a:pathLst>
                <a:path extrusionOk="0" h="387" w="388">
                  <a:moveTo>
                    <a:pt x="193" y="0"/>
                  </a:moveTo>
                  <a:cubicBezTo>
                    <a:pt x="87" y="0"/>
                    <a:pt x="1" y="86"/>
                    <a:pt x="1" y="193"/>
                  </a:cubicBezTo>
                  <a:cubicBezTo>
                    <a:pt x="1" y="300"/>
                    <a:pt x="87" y="387"/>
                    <a:pt x="193" y="387"/>
                  </a:cubicBezTo>
                  <a:cubicBezTo>
                    <a:pt x="301" y="387"/>
                    <a:pt x="387" y="300"/>
                    <a:pt x="387" y="193"/>
                  </a:cubicBezTo>
                  <a:cubicBezTo>
                    <a:pt x="387" y="86"/>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39"/>
            <p:cNvSpPr/>
            <p:nvPr/>
          </p:nvSpPr>
          <p:spPr>
            <a:xfrm>
              <a:off x="6712650" y="26864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39"/>
            <p:cNvSpPr/>
            <p:nvPr/>
          </p:nvSpPr>
          <p:spPr>
            <a:xfrm>
              <a:off x="6741575" y="2655925"/>
              <a:ext cx="12900" cy="9675"/>
            </a:xfrm>
            <a:custGeom>
              <a:rect b="b" l="l" r="r" t="t"/>
              <a:pathLst>
                <a:path extrusionOk="0" h="387" w="516">
                  <a:moveTo>
                    <a:pt x="258" y="0"/>
                  </a:moveTo>
                  <a:cubicBezTo>
                    <a:pt x="209" y="0"/>
                    <a:pt x="159" y="19"/>
                    <a:pt x="121" y="57"/>
                  </a:cubicBezTo>
                  <a:cubicBezTo>
                    <a:pt x="0" y="178"/>
                    <a:pt x="87" y="386"/>
                    <a:pt x="258" y="386"/>
                  </a:cubicBezTo>
                  <a:cubicBezTo>
                    <a:pt x="431" y="386"/>
                    <a:pt x="516" y="178"/>
                    <a:pt x="394" y="57"/>
                  </a:cubicBezTo>
                  <a:cubicBezTo>
                    <a:pt x="356"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39"/>
            <p:cNvSpPr/>
            <p:nvPr/>
          </p:nvSpPr>
          <p:spPr>
            <a:xfrm>
              <a:off x="6773750" y="2625350"/>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39"/>
            <p:cNvSpPr/>
            <p:nvPr/>
          </p:nvSpPr>
          <p:spPr>
            <a:xfrm>
              <a:off x="6590525" y="2808575"/>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39"/>
            <p:cNvSpPr/>
            <p:nvPr/>
          </p:nvSpPr>
          <p:spPr>
            <a:xfrm>
              <a:off x="6465150" y="2990250"/>
              <a:ext cx="12950" cy="9700"/>
            </a:xfrm>
            <a:custGeom>
              <a:rect b="b" l="l" r="r" t="t"/>
              <a:pathLst>
                <a:path extrusionOk="0" h="388" w="518">
                  <a:moveTo>
                    <a:pt x="259" y="0"/>
                  </a:moveTo>
                  <a:cubicBezTo>
                    <a:pt x="209" y="0"/>
                    <a:pt x="160" y="19"/>
                    <a:pt x="122" y="57"/>
                  </a:cubicBezTo>
                  <a:cubicBezTo>
                    <a:pt x="1" y="178"/>
                    <a:pt x="87" y="387"/>
                    <a:pt x="260" y="387"/>
                  </a:cubicBezTo>
                  <a:cubicBezTo>
                    <a:pt x="431" y="387"/>
                    <a:pt x="517" y="178"/>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39"/>
            <p:cNvSpPr/>
            <p:nvPr/>
          </p:nvSpPr>
          <p:spPr>
            <a:xfrm>
              <a:off x="6527875" y="29291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39"/>
            <p:cNvSpPr/>
            <p:nvPr/>
          </p:nvSpPr>
          <p:spPr>
            <a:xfrm>
              <a:off x="6588925" y="28681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39"/>
            <p:cNvSpPr/>
            <p:nvPr/>
          </p:nvSpPr>
          <p:spPr>
            <a:xfrm>
              <a:off x="6680550" y="2776475"/>
              <a:ext cx="9700" cy="9700"/>
            </a:xfrm>
            <a:custGeom>
              <a:rect b="b" l="l" r="r" t="t"/>
              <a:pathLst>
                <a:path extrusionOk="0" h="388" w="388">
                  <a:moveTo>
                    <a:pt x="193" y="1"/>
                  </a:moveTo>
                  <a:cubicBezTo>
                    <a:pt x="87" y="1"/>
                    <a:pt x="1" y="87"/>
                    <a:pt x="1" y="195"/>
                  </a:cubicBezTo>
                  <a:cubicBezTo>
                    <a:pt x="1" y="301"/>
                    <a:pt x="87" y="387"/>
                    <a:pt x="193" y="387"/>
                  </a:cubicBezTo>
                  <a:cubicBezTo>
                    <a:pt x="299" y="387"/>
                    <a:pt x="387" y="301"/>
                    <a:pt x="387" y="195"/>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39"/>
            <p:cNvSpPr/>
            <p:nvPr/>
          </p:nvSpPr>
          <p:spPr>
            <a:xfrm>
              <a:off x="6436225" y="3020800"/>
              <a:ext cx="9700" cy="9650"/>
            </a:xfrm>
            <a:custGeom>
              <a:rect b="b" l="l" r="r" t="t"/>
              <a:pathLst>
                <a:path extrusionOk="0" h="386" w="388">
                  <a:moveTo>
                    <a:pt x="195" y="1"/>
                  </a:moveTo>
                  <a:cubicBezTo>
                    <a:pt x="87" y="1"/>
                    <a:pt x="1" y="87"/>
                    <a:pt x="1" y="193"/>
                  </a:cubicBezTo>
                  <a:cubicBezTo>
                    <a:pt x="1" y="299"/>
                    <a:pt x="87" y="386"/>
                    <a:pt x="195" y="386"/>
                  </a:cubicBezTo>
                  <a:cubicBezTo>
                    <a:pt x="301" y="386"/>
                    <a:pt x="388" y="299"/>
                    <a:pt x="388" y="193"/>
                  </a:cubicBezTo>
                  <a:cubicBezTo>
                    <a:pt x="388"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39"/>
            <p:cNvSpPr/>
            <p:nvPr/>
          </p:nvSpPr>
          <p:spPr>
            <a:xfrm>
              <a:off x="6497325" y="2959700"/>
              <a:ext cx="9700" cy="9700"/>
            </a:xfrm>
            <a:custGeom>
              <a:rect b="b" l="l" r="r" t="t"/>
              <a:pathLst>
                <a:path extrusionOk="0" h="388" w="388">
                  <a:moveTo>
                    <a:pt x="193" y="1"/>
                  </a:moveTo>
                  <a:cubicBezTo>
                    <a:pt x="87" y="1"/>
                    <a:pt x="1" y="87"/>
                    <a:pt x="1" y="194"/>
                  </a:cubicBezTo>
                  <a:cubicBezTo>
                    <a:pt x="1" y="301"/>
                    <a:pt x="87" y="388"/>
                    <a:pt x="193" y="388"/>
                  </a:cubicBezTo>
                  <a:cubicBezTo>
                    <a:pt x="301" y="388"/>
                    <a:pt x="387" y="301"/>
                    <a:pt x="387" y="194"/>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39"/>
            <p:cNvSpPr/>
            <p:nvPr/>
          </p:nvSpPr>
          <p:spPr>
            <a:xfrm>
              <a:off x="6558375" y="2898625"/>
              <a:ext cx="9700" cy="9675"/>
            </a:xfrm>
            <a:custGeom>
              <a:rect b="b" l="l" r="r" t="t"/>
              <a:pathLst>
                <a:path extrusionOk="0" h="387" w="388">
                  <a:moveTo>
                    <a:pt x="195" y="0"/>
                  </a:moveTo>
                  <a:cubicBezTo>
                    <a:pt x="88" y="0"/>
                    <a:pt x="1" y="87"/>
                    <a:pt x="1" y="194"/>
                  </a:cubicBezTo>
                  <a:cubicBezTo>
                    <a:pt x="1" y="301"/>
                    <a:pt x="88" y="387"/>
                    <a:pt x="195" y="387"/>
                  </a:cubicBezTo>
                  <a:cubicBezTo>
                    <a:pt x="301" y="387"/>
                    <a:pt x="387" y="301"/>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39"/>
            <p:cNvSpPr/>
            <p:nvPr/>
          </p:nvSpPr>
          <p:spPr>
            <a:xfrm>
              <a:off x="6650000" y="28070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39"/>
            <p:cNvSpPr/>
            <p:nvPr/>
          </p:nvSpPr>
          <p:spPr>
            <a:xfrm>
              <a:off x="6709425" y="2745950"/>
              <a:ext cx="12950" cy="9675"/>
            </a:xfrm>
            <a:custGeom>
              <a:rect b="b" l="l" r="r" t="t"/>
              <a:pathLst>
                <a:path extrusionOk="0" h="387" w="518">
                  <a:moveTo>
                    <a:pt x="260" y="1"/>
                  </a:moveTo>
                  <a:cubicBezTo>
                    <a:pt x="211" y="1"/>
                    <a:pt x="161" y="20"/>
                    <a:pt x="124" y="58"/>
                  </a:cubicBezTo>
                  <a:cubicBezTo>
                    <a:pt x="1" y="179"/>
                    <a:pt x="87" y="387"/>
                    <a:pt x="260" y="387"/>
                  </a:cubicBezTo>
                  <a:cubicBezTo>
                    <a:pt x="431" y="387"/>
                    <a:pt x="518" y="179"/>
                    <a:pt x="396"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39"/>
            <p:cNvSpPr/>
            <p:nvPr/>
          </p:nvSpPr>
          <p:spPr>
            <a:xfrm>
              <a:off x="6741600" y="2715425"/>
              <a:ext cx="9700" cy="9650"/>
            </a:xfrm>
            <a:custGeom>
              <a:rect b="b" l="l" r="r" t="t"/>
              <a:pathLst>
                <a:path extrusionOk="0" h="386" w="388">
                  <a:moveTo>
                    <a:pt x="195" y="1"/>
                  </a:moveTo>
                  <a:cubicBezTo>
                    <a:pt x="87" y="1"/>
                    <a:pt x="1" y="87"/>
                    <a:pt x="1" y="193"/>
                  </a:cubicBezTo>
                  <a:cubicBezTo>
                    <a:pt x="1" y="299"/>
                    <a:pt x="87" y="386"/>
                    <a:pt x="195" y="386"/>
                  </a:cubicBezTo>
                  <a:cubicBezTo>
                    <a:pt x="301" y="386"/>
                    <a:pt x="387" y="299"/>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39"/>
            <p:cNvSpPr/>
            <p:nvPr/>
          </p:nvSpPr>
          <p:spPr>
            <a:xfrm>
              <a:off x="6772150" y="2684900"/>
              <a:ext cx="9700" cy="9650"/>
            </a:xfrm>
            <a:custGeom>
              <a:rect b="b" l="l" r="r" t="t"/>
              <a:pathLst>
                <a:path extrusionOk="0" h="386" w="388">
                  <a:moveTo>
                    <a:pt x="193" y="0"/>
                  </a:moveTo>
                  <a:cubicBezTo>
                    <a:pt x="87" y="0"/>
                    <a:pt x="0" y="86"/>
                    <a:pt x="0" y="193"/>
                  </a:cubicBezTo>
                  <a:cubicBezTo>
                    <a:pt x="0" y="299"/>
                    <a:pt x="87" y="385"/>
                    <a:pt x="193" y="385"/>
                  </a:cubicBezTo>
                  <a:cubicBezTo>
                    <a:pt x="301" y="385"/>
                    <a:pt x="387" y="299"/>
                    <a:pt x="387" y="193"/>
                  </a:cubicBezTo>
                  <a:cubicBezTo>
                    <a:pt x="387" y="86"/>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39"/>
            <p:cNvSpPr/>
            <p:nvPr/>
          </p:nvSpPr>
          <p:spPr>
            <a:xfrm>
              <a:off x="6802700" y="2654350"/>
              <a:ext cx="9675" cy="9675"/>
            </a:xfrm>
            <a:custGeom>
              <a:rect b="b" l="l" r="r" t="t"/>
              <a:pathLst>
                <a:path extrusionOk="0" h="387" w="387">
                  <a:moveTo>
                    <a:pt x="193" y="0"/>
                  </a:moveTo>
                  <a:cubicBezTo>
                    <a:pt x="87" y="0"/>
                    <a:pt x="0" y="87"/>
                    <a:pt x="0" y="193"/>
                  </a:cubicBezTo>
                  <a:cubicBezTo>
                    <a:pt x="0" y="300"/>
                    <a:pt x="87" y="387"/>
                    <a:pt x="193" y="387"/>
                  </a:cubicBezTo>
                  <a:cubicBezTo>
                    <a:pt x="300" y="387"/>
                    <a:pt x="387" y="300"/>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39"/>
            <p:cNvSpPr/>
            <p:nvPr/>
          </p:nvSpPr>
          <p:spPr>
            <a:xfrm>
              <a:off x="6617825" y="2837550"/>
              <a:ext cx="12950" cy="9700"/>
            </a:xfrm>
            <a:custGeom>
              <a:rect b="b" l="l" r="r" t="t"/>
              <a:pathLst>
                <a:path extrusionOk="0" h="388" w="518">
                  <a:moveTo>
                    <a:pt x="259" y="1"/>
                  </a:moveTo>
                  <a:cubicBezTo>
                    <a:pt x="210" y="1"/>
                    <a:pt x="160" y="20"/>
                    <a:pt x="122" y="58"/>
                  </a:cubicBezTo>
                  <a:cubicBezTo>
                    <a:pt x="1" y="179"/>
                    <a:pt x="87" y="388"/>
                    <a:pt x="260" y="388"/>
                  </a:cubicBezTo>
                  <a:cubicBezTo>
                    <a:pt x="431" y="388"/>
                    <a:pt x="518" y="179"/>
                    <a:pt x="397" y="58"/>
                  </a:cubicBezTo>
                  <a:cubicBezTo>
                    <a:pt x="359"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39"/>
            <p:cNvSpPr/>
            <p:nvPr/>
          </p:nvSpPr>
          <p:spPr>
            <a:xfrm>
              <a:off x="6495775" y="3019200"/>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39"/>
            <p:cNvSpPr/>
            <p:nvPr/>
          </p:nvSpPr>
          <p:spPr>
            <a:xfrm>
              <a:off x="6556825" y="2958150"/>
              <a:ext cx="9675" cy="9650"/>
            </a:xfrm>
            <a:custGeom>
              <a:rect b="b" l="l" r="r" t="t"/>
              <a:pathLst>
                <a:path extrusionOk="0" h="386" w="387">
                  <a:moveTo>
                    <a:pt x="194" y="1"/>
                  </a:moveTo>
                  <a:cubicBezTo>
                    <a:pt x="87" y="1"/>
                    <a:pt x="0" y="87"/>
                    <a:pt x="0" y="193"/>
                  </a:cubicBezTo>
                  <a:cubicBezTo>
                    <a:pt x="0" y="299"/>
                    <a:pt x="87" y="386"/>
                    <a:pt x="194" y="386"/>
                  </a:cubicBezTo>
                  <a:cubicBezTo>
                    <a:pt x="301" y="386"/>
                    <a:pt x="387" y="299"/>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39"/>
            <p:cNvSpPr/>
            <p:nvPr/>
          </p:nvSpPr>
          <p:spPr>
            <a:xfrm>
              <a:off x="6617900" y="2897075"/>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39"/>
            <p:cNvSpPr/>
            <p:nvPr/>
          </p:nvSpPr>
          <p:spPr>
            <a:xfrm>
              <a:off x="6707875" y="2805450"/>
              <a:ext cx="12950" cy="9675"/>
            </a:xfrm>
            <a:custGeom>
              <a:rect b="b" l="l" r="r" t="t"/>
              <a:pathLst>
                <a:path extrusionOk="0" h="387" w="518">
                  <a:moveTo>
                    <a:pt x="259" y="1"/>
                  </a:moveTo>
                  <a:cubicBezTo>
                    <a:pt x="210" y="1"/>
                    <a:pt x="161" y="20"/>
                    <a:pt x="123" y="58"/>
                  </a:cubicBezTo>
                  <a:cubicBezTo>
                    <a:pt x="1" y="179"/>
                    <a:pt x="87" y="387"/>
                    <a:pt x="260" y="387"/>
                  </a:cubicBezTo>
                  <a:cubicBezTo>
                    <a:pt x="431" y="387"/>
                    <a:pt x="518"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39"/>
            <p:cNvSpPr/>
            <p:nvPr/>
          </p:nvSpPr>
          <p:spPr>
            <a:xfrm>
              <a:off x="6465225" y="3049750"/>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39"/>
            <p:cNvSpPr/>
            <p:nvPr/>
          </p:nvSpPr>
          <p:spPr>
            <a:xfrm>
              <a:off x="6526275" y="29886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39"/>
            <p:cNvSpPr/>
            <p:nvPr/>
          </p:nvSpPr>
          <p:spPr>
            <a:xfrm>
              <a:off x="6587375" y="2927625"/>
              <a:ext cx="9675" cy="9675"/>
            </a:xfrm>
            <a:custGeom>
              <a:rect b="b" l="l" r="r" t="t"/>
              <a:pathLst>
                <a:path extrusionOk="0" h="387" w="387">
                  <a:moveTo>
                    <a:pt x="193" y="0"/>
                  </a:moveTo>
                  <a:cubicBezTo>
                    <a:pt x="87" y="0"/>
                    <a:pt x="0" y="86"/>
                    <a:pt x="0" y="193"/>
                  </a:cubicBezTo>
                  <a:cubicBezTo>
                    <a:pt x="0" y="300"/>
                    <a:pt x="87"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39"/>
            <p:cNvSpPr/>
            <p:nvPr/>
          </p:nvSpPr>
          <p:spPr>
            <a:xfrm>
              <a:off x="6677325" y="2836000"/>
              <a:ext cx="12950" cy="9675"/>
            </a:xfrm>
            <a:custGeom>
              <a:rect b="b" l="l" r="r" t="t"/>
              <a:pathLst>
                <a:path extrusionOk="0" h="387" w="518">
                  <a:moveTo>
                    <a:pt x="259" y="1"/>
                  </a:moveTo>
                  <a:cubicBezTo>
                    <a:pt x="210" y="1"/>
                    <a:pt x="161" y="19"/>
                    <a:pt x="124" y="57"/>
                  </a:cubicBezTo>
                  <a:cubicBezTo>
                    <a:pt x="1" y="179"/>
                    <a:pt x="87" y="386"/>
                    <a:pt x="260" y="386"/>
                  </a:cubicBezTo>
                  <a:cubicBezTo>
                    <a:pt x="431" y="386"/>
                    <a:pt x="518" y="179"/>
                    <a:pt x="396" y="57"/>
                  </a:cubicBezTo>
                  <a:cubicBezTo>
                    <a:pt x="359" y="19"/>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39"/>
            <p:cNvSpPr/>
            <p:nvPr/>
          </p:nvSpPr>
          <p:spPr>
            <a:xfrm>
              <a:off x="6740050" y="27749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39"/>
            <p:cNvSpPr/>
            <p:nvPr/>
          </p:nvSpPr>
          <p:spPr>
            <a:xfrm>
              <a:off x="6770600" y="2744375"/>
              <a:ext cx="9675" cy="9700"/>
            </a:xfrm>
            <a:custGeom>
              <a:rect b="b" l="l" r="r" t="t"/>
              <a:pathLst>
                <a:path extrusionOk="0" h="388" w="387">
                  <a:moveTo>
                    <a:pt x="193" y="1"/>
                  </a:moveTo>
                  <a:cubicBezTo>
                    <a:pt x="87" y="1"/>
                    <a:pt x="0" y="87"/>
                    <a:pt x="0" y="193"/>
                  </a:cubicBezTo>
                  <a:cubicBezTo>
                    <a:pt x="0" y="301"/>
                    <a:pt x="87" y="388"/>
                    <a:pt x="193" y="388"/>
                  </a:cubicBezTo>
                  <a:cubicBezTo>
                    <a:pt x="299" y="388"/>
                    <a:pt x="387" y="301"/>
                    <a:pt x="387" y="193"/>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39"/>
            <p:cNvSpPr/>
            <p:nvPr/>
          </p:nvSpPr>
          <p:spPr>
            <a:xfrm>
              <a:off x="6801150" y="2713850"/>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39"/>
            <p:cNvSpPr/>
            <p:nvPr/>
          </p:nvSpPr>
          <p:spPr>
            <a:xfrm>
              <a:off x="6831650" y="2683325"/>
              <a:ext cx="9675" cy="9650"/>
            </a:xfrm>
            <a:custGeom>
              <a:rect b="b" l="l" r="r" t="t"/>
              <a:pathLst>
                <a:path extrusionOk="0" h="386" w="387">
                  <a:moveTo>
                    <a:pt x="194" y="1"/>
                  </a:moveTo>
                  <a:cubicBezTo>
                    <a:pt x="87" y="1"/>
                    <a:pt x="0" y="87"/>
                    <a:pt x="0" y="193"/>
                  </a:cubicBezTo>
                  <a:cubicBezTo>
                    <a:pt x="0" y="300"/>
                    <a:pt x="87" y="386"/>
                    <a:pt x="194" y="386"/>
                  </a:cubicBezTo>
                  <a:cubicBezTo>
                    <a:pt x="301" y="386"/>
                    <a:pt x="387" y="300"/>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39"/>
            <p:cNvSpPr/>
            <p:nvPr/>
          </p:nvSpPr>
          <p:spPr>
            <a:xfrm>
              <a:off x="6648450" y="286652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39"/>
            <p:cNvSpPr/>
            <p:nvPr/>
          </p:nvSpPr>
          <p:spPr>
            <a:xfrm>
              <a:off x="6524725" y="3048200"/>
              <a:ext cx="9700" cy="9650"/>
            </a:xfrm>
            <a:custGeom>
              <a:rect b="b" l="l" r="r" t="t"/>
              <a:pathLst>
                <a:path extrusionOk="0" h="386" w="388">
                  <a:moveTo>
                    <a:pt x="193" y="0"/>
                  </a:moveTo>
                  <a:cubicBezTo>
                    <a:pt x="87" y="0"/>
                    <a:pt x="0" y="87"/>
                    <a:pt x="0" y="193"/>
                  </a:cubicBezTo>
                  <a:cubicBezTo>
                    <a:pt x="0" y="299"/>
                    <a:pt x="87" y="386"/>
                    <a:pt x="193" y="386"/>
                  </a:cubicBezTo>
                  <a:cubicBezTo>
                    <a:pt x="301" y="386"/>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39"/>
            <p:cNvSpPr/>
            <p:nvPr/>
          </p:nvSpPr>
          <p:spPr>
            <a:xfrm>
              <a:off x="6585825" y="2987100"/>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39"/>
            <p:cNvSpPr/>
            <p:nvPr/>
          </p:nvSpPr>
          <p:spPr>
            <a:xfrm>
              <a:off x="6646875" y="2926050"/>
              <a:ext cx="9675" cy="9650"/>
            </a:xfrm>
            <a:custGeom>
              <a:rect b="b" l="l" r="r" t="t"/>
              <a:pathLst>
                <a:path extrusionOk="0" h="386" w="387">
                  <a:moveTo>
                    <a:pt x="194" y="1"/>
                  </a:moveTo>
                  <a:cubicBezTo>
                    <a:pt x="86" y="1"/>
                    <a:pt x="0" y="87"/>
                    <a:pt x="0" y="193"/>
                  </a:cubicBezTo>
                  <a:cubicBezTo>
                    <a:pt x="0" y="300"/>
                    <a:pt x="86"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39"/>
            <p:cNvSpPr/>
            <p:nvPr/>
          </p:nvSpPr>
          <p:spPr>
            <a:xfrm>
              <a:off x="6736875" y="2834425"/>
              <a:ext cx="12900" cy="9700"/>
            </a:xfrm>
            <a:custGeom>
              <a:rect b="b" l="l" r="r" t="t"/>
              <a:pathLst>
                <a:path extrusionOk="0" h="388" w="516">
                  <a:moveTo>
                    <a:pt x="258" y="1"/>
                  </a:moveTo>
                  <a:cubicBezTo>
                    <a:pt x="209" y="1"/>
                    <a:pt x="159" y="20"/>
                    <a:pt x="122" y="57"/>
                  </a:cubicBezTo>
                  <a:cubicBezTo>
                    <a:pt x="0" y="179"/>
                    <a:pt x="87" y="387"/>
                    <a:pt x="258" y="387"/>
                  </a:cubicBezTo>
                  <a:cubicBezTo>
                    <a:pt x="431" y="387"/>
                    <a:pt x="516" y="179"/>
                    <a:pt x="394" y="57"/>
                  </a:cubicBezTo>
                  <a:cubicBezTo>
                    <a:pt x="356" y="20"/>
                    <a:pt x="307"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39"/>
            <p:cNvSpPr/>
            <p:nvPr/>
          </p:nvSpPr>
          <p:spPr>
            <a:xfrm>
              <a:off x="6494175" y="3078700"/>
              <a:ext cx="9700" cy="9700"/>
            </a:xfrm>
            <a:custGeom>
              <a:rect b="b" l="l" r="r" t="t"/>
              <a:pathLst>
                <a:path extrusionOk="0" h="388" w="388">
                  <a:moveTo>
                    <a:pt x="195" y="1"/>
                  </a:moveTo>
                  <a:cubicBezTo>
                    <a:pt x="87" y="1"/>
                    <a:pt x="1" y="89"/>
                    <a:pt x="1" y="195"/>
                  </a:cubicBezTo>
                  <a:cubicBezTo>
                    <a:pt x="1" y="301"/>
                    <a:pt x="87" y="387"/>
                    <a:pt x="195" y="387"/>
                  </a:cubicBezTo>
                  <a:cubicBezTo>
                    <a:pt x="301" y="387"/>
                    <a:pt x="387" y="301"/>
                    <a:pt x="387" y="195"/>
                  </a:cubicBezTo>
                  <a:cubicBezTo>
                    <a:pt x="387" y="89"/>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39"/>
            <p:cNvSpPr/>
            <p:nvPr/>
          </p:nvSpPr>
          <p:spPr>
            <a:xfrm>
              <a:off x="6555275" y="3017650"/>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39"/>
            <p:cNvSpPr/>
            <p:nvPr/>
          </p:nvSpPr>
          <p:spPr>
            <a:xfrm>
              <a:off x="6616350" y="29565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39"/>
            <p:cNvSpPr/>
            <p:nvPr/>
          </p:nvSpPr>
          <p:spPr>
            <a:xfrm>
              <a:off x="6707950" y="2864975"/>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39"/>
            <p:cNvSpPr/>
            <p:nvPr/>
          </p:nvSpPr>
          <p:spPr>
            <a:xfrm>
              <a:off x="6769050" y="2803875"/>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39"/>
            <p:cNvSpPr/>
            <p:nvPr/>
          </p:nvSpPr>
          <p:spPr>
            <a:xfrm>
              <a:off x="6797925" y="2773350"/>
              <a:ext cx="12950" cy="9675"/>
            </a:xfrm>
            <a:custGeom>
              <a:rect b="b" l="l" r="r" t="t"/>
              <a:pathLst>
                <a:path extrusionOk="0" h="387" w="518">
                  <a:moveTo>
                    <a:pt x="259" y="1"/>
                  </a:moveTo>
                  <a:cubicBezTo>
                    <a:pt x="209" y="1"/>
                    <a:pt x="160" y="20"/>
                    <a:pt x="123" y="58"/>
                  </a:cubicBezTo>
                  <a:cubicBezTo>
                    <a:pt x="0" y="179"/>
                    <a:pt x="87" y="387"/>
                    <a:pt x="259" y="387"/>
                  </a:cubicBezTo>
                  <a:cubicBezTo>
                    <a:pt x="431" y="387"/>
                    <a:pt x="517" y="179"/>
                    <a:pt x="396" y="58"/>
                  </a:cubicBezTo>
                  <a:cubicBezTo>
                    <a:pt x="358" y="20"/>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39"/>
            <p:cNvSpPr/>
            <p:nvPr/>
          </p:nvSpPr>
          <p:spPr>
            <a:xfrm>
              <a:off x="6830100" y="2742825"/>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39"/>
            <p:cNvSpPr/>
            <p:nvPr/>
          </p:nvSpPr>
          <p:spPr>
            <a:xfrm>
              <a:off x="6860650" y="2712300"/>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39"/>
            <p:cNvSpPr/>
            <p:nvPr/>
          </p:nvSpPr>
          <p:spPr>
            <a:xfrm>
              <a:off x="6677400" y="2895525"/>
              <a:ext cx="9700" cy="9675"/>
            </a:xfrm>
            <a:custGeom>
              <a:rect b="b" l="l" r="r" t="t"/>
              <a:pathLst>
                <a:path extrusionOk="0" h="387" w="388">
                  <a:moveTo>
                    <a:pt x="193" y="0"/>
                  </a:moveTo>
                  <a:cubicBezTo>
                    <a:pt x="87" y="0"/>
                    <a:pt x="1" y="87"/>
                    <a:pt x="1" y="193"/>
                  </a:cubicBezTo>
                  <a:cubicBezTo>
                    <a:pt x="1" y="299"/>
                    <a:pt x="87" y="387"/>
                    <a:pt x="193" y="387"/>
                  </a:cubicBezTo>
                  <a:cubicBezTo>
                    <a:pt x="301" y="387"/>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39"/>
            <p:cNvSpPr/>
            <p:nvPr/>
          </p:nvSpPr>
          <p:spPr>
            <a:xfrm>
              <a:off x="6552050" y="3077175"/>
              <a:ext cx="12950" cy="9675"/>
            </a:xfrm>
            <a:custGeom>
              <a:rect b="b" l="l" r="r" t="t"/>
              <a:pathLst>
                <a:path extrusionOk="0" h="387" w="518">
                  <a:moveTo>
                    <a:pt x="260" y="0"/>
                  </a:moveTo>
                  <a:cubicBezTo>
                    <a:pt x="210" y="0"/>
                    <a:pt x="161" y="19"/>
                    <a:pt x="123" y="57"/>
                  </a:cubicBezTo>
                  <a:cubicBezTo>
                    <a:pt x="0" y="178"/>
                    <a:pt x="87" y="386"/>
                    <a:pt x="260" y="386"/>
                  </a:cubicBezTo>
                  <a:cubicBezTo>
                    <a:pt x="431" y="386"/>
                    <a:pt x="517" y="178"/>
                    <a:pt x="396" y="57"/>
                  </a:cubicBezTo>
                  <a:cubicBezTo>
                    <a:pt x="358" y="19"/>
                    <a:pt x="309" y="0"/>
                    <a:pt x="2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39"/>
            <p:cNvSpPr/>
            <p:nvPr/>
          </p:nvSpPr>
          <p:spPr>
            <a:xfrm>
              <a:off x="6614775" y="3016100"/>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39"/>
            <p:cNvSpPr/>
            <p:nvPr/>
          </p:nvSpPr>
          <p:spPr>
            <a:xfrm>
              <a:off x="6675850" y="2955025"/>
              <a:ext cx="9700" cy="9675"/>
            </a:xfrm>
            <a:custGeom>
              <a:rect b="b" l="l" r="r" t="t"/>
              <a:pathLst>
                <a:path extrusionOk="0" h="387" w="388">
                  <a:moveTo>
                    <a:pt x="193" y="0"/>
                  </a:moveTo>
                  <a:cubicBezTo>
                    <a:pt x="87" y="0"/>
                    <a:pt x="1" y="86"/>
                    <a:pt x="1" y="193"/>
                  </a:cubicBezTo>
                  <a:cubicBezTo>
                    <a:pt x="1" y="300"/>
                    <a:pt x="87" y="387"/>
                    <a:pt x="193" y="387"/>
                  </a:cubicBezTo>
                  <a:cubicBezTo>
                    <a:pt x="299" y="387"/>
                    <a:pt x="387" y="300"/>
                    <a:pt x="387" y="193"/>
                  </a:cubicBezTo>
                  <a:cubicBezTo>
                    <a:pt x="387" y="86"/>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39"/>
            <p:cNvSpPr/>
            <p:nvPr/>
          </p:nvSpPr>
          <p:spPr>
            <a:xfrm>
              <a:off x="6767450" y="2863425"/>
              <a:ext cx="9700" cy="9650"/>
            </a:xfrm>
            <a:custGeom>
              <a:rect b="b" l="l" r="r" t="t"/>
              <a:pathLst>
                <a:path extrusionOk="0" h="386" w="388">
                  <a:moveTo>
                    <a:pt x="193" y="0"/>
                  </a:moveTo>
                  <a:cubicBezTo>
                    <a:pt x="87" y="0"/>
                    <a:pt x="1" y="87"/>
                    <a:pt x="1" y="193"/>
                  </a:cubicBezTo>
                  <a:cubicBezTo>
                    <a:pt x="1" y="299"/>
                    <a:pt x="87" y="385"/>
                    <a:pt x="193" y="385"/>
                  </a:cubicBezTo>
                  <a:cubicBezTo>
                    <a:pt x="301" y="385"/>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39"/>
            <p:cNvSpPr/>
            <p:nvPr/>
          </p:nvSpPr>
          <p:spPr>
            <a:xfrm>
              <a:off x="6523175" y="3107700"/>
              <a:ext cx="9650" cy="9675"/>
            </a:xfrm>
            <a:custGeom>
              <a:rect b="b" l="l" r="r" t="t"/>
              <a:pathLst>
                <a:path extrusionOk="0" h="387"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39"/>
            <p:cNvSpPr/>
            <p:nvPr/>
          </p:nvSpPr>
          <p:spPr>
            <a:xfrm>
              <a:off x="6584225" y="304660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39"/>
            <p:cNvSpPr/>
            <p:nvPr/>
          </p:nvSpPr>
          <p:spPr>
            <a:xfrm>
              <a:off x="6645300" y="298555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39"/>
            <p:cNvSpPr/>
            <p:nvPr/>
          </p:nvSpPr>
          <p:spPr>
            <a:xfrm>
              <a:off x="6736900" y="2893925"/>
              <a:ext cx="9700" cy="9700"/>
            </a:xfrm>
            <a:custGeom>
              <a:rect b="b" l="l" r="r" t="t"/>
              <a:pathLst>
                <a:path extrusionOk="0" h="388" w="388">
                  <a:moveTo>
                    <a:pt x="195" y="0"/>
                  </a:moveTo>
                  <a:cubicBezTo>
                    <a:pt x="87" y="0"/>
                    <a:pt x="1" y="87"/>
                    <a:pt x="1" y="195"/>
                  </a:cubicBezTo>
                  <a:cubicBezTo>
                    <a:pt x="1" y="301"/>
                    <a:pt x="87" y="387"/>
                    <a:pt x="195" y="387"/>
                  </a:cubicBezTo>
                  <a:cubicBezTo>
                    <a:pt x="301" y="387"/>
                    <a:pt x="387" y="301"/>
                    <a:pt x="387" y="195"/>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39"/>
            <p:cNvSpPr/>
            <p:nvPr/>
          </p:nvSpPr>
          <p:spPr>
            <a:xfrm>
              <a:off x="6798000" y="2832875"/>
              <a:ext cx="9675" cy="9650"/>
            </a:xfrm>
            <a:custGeom>
              <a:rect b="b" l="l" r="r" t="t"/>
              <a:pathLst>
                <a:path extrusionOk="0" h="386" w="387">
                  <a:moveTo>
                    <a:pt x="193" y="0"/>
                  </a:moveTo>
                  <a:cubicBezTo>
                    <a:pt x="87" y="0"/>
                    <a:pt x="0" y="87"/>
                    <a:pt x="0" y="193"/>
                  </a:cubicBezTo>
                  <a:cubicBezTo>
                    <a:pt x="0" y="299"/>
                    <a:pt x="87" y="385"/>
                    <a:pt x="193" y="385"/>
                  </a:cubicBezTo>
                  <a:cubicBezTo>
                    <a:pt x="300" y="385"/>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39"/>
            <p:cNvSpPr/>
            <p:nvPr/>
          </p:nvSpPr>
          <p:spPr>
            <a:xfrm>
              <a:off x="6828550" y="2802325"/>
              <a:ext cx="9675" cy="9700"/>
            </a:xfrm>
            <a:custGeom>
              <a:rect b="b" l="l" r="r" t="t"/>
              <a:pathLst>
                <a:path extrusionOk="0" h="388" w="387">
                  <a:moveTo>
                    <a:pt x="193" y="1"/>
                  </a:moveTo>
                  <a:cubicBezTo>
                    <a:pt x="86" y="1"/>
                    <a:pt x="0" y="87"/>
                    <a:pt x="0" y="193"/>
                  </a:cubicBezTo>
                  <a:cubicBezTo>
                    <a:pt x="0" y="301"/>
                    <a:pt x="86" y="387"/>
                    <a:pt x="193" y="387"/>
                  </a:cubicBezTo>
                  <a:cubicBezTo>
                    <a:pt x="299" y="387"/>
                    <a:pt x="387" y="301"/>
                    <a:pt x="387" y="193"/>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39"/>
            <p:cNvSpPr/>
            <p:nvPr/>
          </p:nvSpPr>
          <p:spPr>
            <a:xfrm>
              <a:off x="6859075" y="277177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39"/>
            <p:cNvSpPr/>
            <p:nvPr/>
          </p:nvSpPr>
          <p:spPr>
            <a:xfrm>
              <a:off x="6887950" y="2741250"/>
              <a:ext cx="12950" cy="9675"/>
            </a:xfrm>
            <a:custGeom>
              <a:rect b="b" l="l" r="r" t="t"/>
              <a:pathLst>
                <a:path extrusionOk="0" h="387" w="518">
                  <a:moveTo>
                    <a:pt x="260" y="1"/>
                  </a:moveTo>
                  <a:cubicBezTo>
                    <a:pt x="210" y="1"/>
                    <a:pt x="161" y="20"/>
                    <a:pt x="124" y="58"/>
                  </a:cubicBezTo>
                  <a:cubicBezTo>
                    <a:pt x="1" y="179"/>
                    <a:pt x="87" y="387"/>
                    <a:pt x="260" y="387"/>
                  </a:cubicBezTo>
                  <a:cubicBezTo>
                    <a:pt x="431" y="387"/>
                    <a:pt x="518" y="179"/>
                    <a:pt x="397"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39"/>
            <p:cNvSpPr/>
            <p:nvPr/>
          </p:nvSpPr>
          <p:spPr>
            <a:xfrm>
              <a:off x="6704775" y="2924500"/>
              <a:ext cx="12900" cy="9650"/>
            </a:xfrm>
            <a:custGeom>
              <a:rect b="b" l="l" r="r" t="t"/>
              <a:pathLst>
                <a:path extrusionOk="0" h="386" w="516">
                  <a:moveTo>
                    <a:pt x="258" y="0"/>
                  </a:moveTo>
                  <a:cubicBezTo>
                    <a:pt x="209" y="0"/>
                    <a:pt x="159" y="19"/>
                    <a:pt x="122" y="57"/>
                  </a:cubicBezTo>
                  <a:cubicBezTo>
                    <a:pt x="0" y="178"/>
                    <a:pt x="85" y="386"/>
                    <a:pt x="258" y="386"/>
                  </a:cubicBezTo>
                  <a:cubicBezTo>
                    <a:pt x="429" y="386"/>
                    <a:pt x="516" y="178"/>
                    <a:pt x="394" y="57"/>
                  </a:cubicBezTo>
                  <a:cubicBezTo>
                    <a:pt x="357"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39"/>
            <p:cNvSpPr/>
            <p:nvPr/>
          </p:nvSpPr>
          <p:spPr>
            <a:xfrm>
              <a:off x="6582675" y="3106150"/>
              <a:ext cx="9675" cy="9675"/>
            </a:xfrm>
            <a:custGeom>
              <a:rect b="b" l="l" r="r" t="t"/>
              <a:pathLst>
                <a:path extrusionOk="0" h="387" w="387">
                  <a:moveTo>
                    <a:pt x="193" y="0"/>
                  </a:moveTo>
                  <a:cubicBezTo>
                    <a:pt x="87" y="0"/>
                    <a:pt x="0" y="87"/>
                    <a:pt x="0" y="193"/>
                  </a:cubicBezTo>
                  <a:cubicBezTo>
                    <a:pt x="0" y="299"/>
                    <a:pt x="87" y="387"/>
                    <a:pt x="193" y="387"/>
                  </a:cubicBezTo>
                  <a:cubicBezTo>
                    <a:pt x="300" y="387"/>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39"/>
            <p:cNvSpPr/>
            <p:nvPr/>
          </p:nvSpPr>
          <p:spPr>
            <a:xfrm>
              <a:off x="6642125" y="3045075"/>
              <a:ext cx="12900" cy="9675"/>
            </a:xfrm>
            <a:custGeom>
              <a:rect b="b" l="l" r="r" t="t"/>
              <a:pathLst>
                <a:path extrusionOk="0" h="387" w="516">
                  <a:moveTo>
                    <a:pt x="258" y="0"/>
                  </a:moveTo>
                  <a:cubicBezTo>
                    <a:pt x="209" y="0"/>
                    <a:pt x="160" y="19"/>
                    <a:pt x="122" y="56"/>
                  </a:cubicBezTo>
                  <a:cubicBezTo>
                    <a:pt x="1" y="179"/>
                    <a:pt x="85" y="386"/>
                    <a:pt x="258" y="386"/>
                  </a:cubicBezTo>
                  <a:cubicBezTo>
                    <a:pt x="430" y="386"/>
                    <a:pt x="516" y="179"/>
                    <a:pt x="395" y="56"/>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39"/>
            <p:cNvSpPr/>
            <p:nvPr/>
          </p:nvSpPr>
          <p:spPr>
            <a:xfrm>
              <a:off x="6704800" y="29839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39"/>
            <p:cNvSpPr/>
            <p:nvPr/>
          </p:nvSpPr>
          <p:spPr>
            <a:xfrm>
              <a:off x="6796450" y="28923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39"/>
            <p:cNvSpPr/>
            <p:nvPr/>
          </p:nvSpPr>
          <p:spPr>
            <a:xfrm>
              <a:off x="6552125" y="3136675"/>
              <a:ext cx="9675" cy="9675"/>
            </a:xfrm>
            <a:custGeom>
              <a:rect b="b" l="l" r="r" t="t"/>
              <a:pathLst>
                <a:path extrusionOk="0" h="387" w="387">
                  <a:moveTo>
                    <a:pt x="194" y="1"/>
                  </a:moveTo>
                  <a:cubicBezTo>
                    <a:pt x="87" y="1"/>
                    <a:pt x="0" y="87"/>
                    <a:pt x="0" y="194"/>
                  </a:cubicBezTo>
                  <a:cubicBezTo>
                    <a:pt x="0" y="300"/>
                    <a:pt x="87" y="386"/>
                    <a:pt x="194" y="386"/>
                  </a:cubicBezTo>
                  <a:cubicBezTo>
                    <a:pt x="301" y="386"/>
                    <a:pt x="387" y="300"/>
                    <a:pt x="387" y="194"/>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39"/>
            <p:cNvSpPr/>
            <p:nvPr/>
          </p:nvSpPr>
          <p:spPr>
            <a:xfrm>
              <a:off x="6613225" y="3075600"/>
              <a:ext cx="9650" cy="9675"/>
            </a:xfrm>
            <a:custGeom>
              <a:rect b="b" l="l" r="r" t="t"/>
              <a:pathLst>
                <a:path extrusionOk="0" h="387" w="386">
                  <a:moveTo>
                    <a:pt x="193" y="0"/>
                  </a:moveTo>
                  <a:cubicBezTo>
                    <a:pt x="86" y="0"/>
                    <a:pt x="0" y="87"/>
                    <a:pt x="0" y="193"/>
                  </a:cubicBezTo>
                  <a:cubicBezTo>
                    <a:pt x="0" y="301"/>
                    <a:pt x="86"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39"/>
            <p:cNvSpPr/>
            <p:nvPr/>
          </p:nvSpPr>
          <p:spPr>
            <a:xfrm>
              <a:off x="6672625" y="3014525"/>
              <a:ext cx="12950" cy="9675"/>
            </a:xfrm>
            <a:custGeom>
              <a:rect b="b" l="l" r="r" t="t"/>
              <a:pathLst>
                <a:path extrusionOk="0" h="387" w="518">
                  <a:moveTo>
                    <a:pt x="260" y="1"/>
                  </a:moveTo>
                  <a:cubicBezTo>
                    <a:pt x="210" y="1"/>
                    <a:pt x="161" y="20"/>
                    <a:pt x="124" y="58"/>
                  </a:cubicBezTo>
                  <a:cubicBezTo>
                    <a:pt x="1" y="179"/>
                    <a:pt x="87" y="386"/>
                    <a:pt x="260" y="386"/>
                  </a:cubicBezTo>
                  <a:cubicBezTo>
                    <a:pt x="431" y="386"/>
                    <a:pt x="518" y="179"/>
                    <a:pt x="397"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39"/>
            <p:cNvSpPr/>
            <p:nvPr/>
          </p:nvSpPr>
          <p:spPr>
            <a:xfrm>
              <a:off x="6765900" y="2922925"/>
              <a:ext cx="9675" cy="9675"/>
            </a:xfrm>
            <a:custGeom>
              <a:rect b="b" l="l" r="r" t="t"/>
              <a:pathLst>
                <a:path extrusionOk="0" h="387" w="387">
                  <a:moveTo>
                    <a:pt x="193" y="0"/>
                  </a:moveTo>
                  <a:cubicBezTo>
                    <a:pt x="87" y="0"/>
                    <a:pt x="0" y="87"/>
                    <a:pt x="0" y="193"/>
                  </a:cubicBezTo>
                  <a:cubicBezTo>
                    <a:pt x="0" y="300"/>
                    <a:pt x="87" y="387"/>
                    <a:pt x="193" y="387"/>
                  </a:cubicBezTo>
                  <a:cubicBezTo>
                    <a:pt x="299" y="387"/>
                    <a:pt x="387" y="300"/>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39"/>
            <p:cNvSpPr/>
            <p:nvPr/>
          </p:nvSpPr>
          <p:spPr>
            <a:xfrm>
              <a:off x="6826950" y="2861825"/>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39"/>
            <p:cNvSpPr/>
            <p:nvPr/>
          </p:nvSpPr>
          <p:spPr>
            <a:xfrm>
              <a:off x="6857500" y="28313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39"/>
            <p:cNvSpPr/>
            <p:nvPr/>
          </p:nvSpPr>
          <p:spPr>
            <a:xfrm>
              <a:off x="6888025" y="2800775"/>
              <a:ext cx="9700" cy="9650"/>
            </a:xfrm>
            <a:custGeom>
              <a:rect b="b" l="l" r="r" t="t"/>
              <a:pathLst>
                <a:path extrusionOk="0" h="386" w="388">
                  <a:moveTo>
                    <a:pt x="193" y="1"/>
                  </a:moveTo>
                  <a:cubicBezTo>
                    <a:pt x="87" y="1"/>
                    <a:pt x="1" y="87"/>
                    <a:pt x="1" y="193"/>
                  </a:cubicBezTo>
                  <a:cubicBezTo>
                    <a:pt x="1" y="299"/>
                    <a:pt x="87" y="386"/>
                    <a:pt x="193" y="386"/>
                  </a:cubicBezTo>
                  <a:cubicBezTo>
                    <a:pt x="301" y="386"/>
                    <a:pt x="388" y="299"/>
                    <a:pt x="388" y="193"/>
                  </a:cubicBezTo>
                  <a:cubicBezTo>
                    <a:pt x="388"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39"/>
            <p:cNvSpPr/>
            <p:nvPr/>
          </p:nvSpPr>
          <p:spPr>
            <a:xfrm>
              <a:off x="6916950" y="2770225"/>
              <a:ext cx="12900" cy="9700"/>
            </a:xfrm>
            <a:custGeom>
              <a:rect b="b" l="l" r="r" t="t"/>
              <a:pathLst>
                <a:path extrusionOk="0" h="388" w="516">
                  <a:moveTo>
                    <a:pt x="258" y="0"/>
                  </a:moveTo>
                  <a:cubicBezTo>
                    <a:pt x="209" y="0"/>
                    <a:pt x="160" y="19"/>
                    <a:pt x="122" y="57"/>
                  </a:cubicBezTo>
                  <a:cubicBezTo>
                    <a:pt x="1" y="178"/>
                    <a:pt x="85" y="387"/>
                    <a:pt x="258" y="387"/>
                  </a:cubicBezTo>
                  <a:cubicBezTo>
                    <a:pt x="430" y="387"/>
                    <a:pt x="516" y="178"/>
                    <a:pt x="395" y="57"/>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39"/>
            <p:cNvSpPr/>
            <p:nvPr/>
          </p:nvSpPr>
          <p:spPr>
            <a:xfrm>
              <a:off x="6735350" y="2953450"/>
              <a:ext cx="9700" cy="9650"/>
            </a:xfrm>
            <a:custGeom>
              <a:rect b="b" l="l" r="r" t="t"/>
              <a:pathLst>
                <a:path extrusionOk="0" h="386" w="388">
                  <a:moveTo>
                    <a:pt x="193" y="1"/>
                  </a:moveTo>
                  <a:cubicBezTo>
                    <a:pt x="87" y="1"/>
                    <a:pt x="1" y="87"/>
                    <a:pt x="1" y="193"/>
                  </a:cubicBezTo>
                  <a:cubicBezTo>
                    <a:pt x="1" y="300"/>
                    <a:pt x="87" y="386"/>
                    <a:pt x="193" y="386"/>
                  </a:cubicBezTo>
                  <a:cubicBezTo>
                    <a:pt x="301" y="386"/>
                    <a:pt x="387" y="300"/>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39"/>
            <p:cNvSpPr/>
            <p:nvPr/>
          </p:nvSpPr>
          <p:spPr>
            <a:xfrm>
              <a:off x="6611650" y="3135100"/>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39"/>
            <p:cNvSpPr/>
            <p:nvPr/>
          </p:nvSpPr>
          <p:spPr>
            <a:xfrm>
              <a:off x="6672700" y="3074000"/>
              <a:ext cx="9700" cy="9700"/>
            </a:xfrm>
            <a:custGeom>
              <a:rect b="b" l="l" r="r" t="t"/>
              <a:pathLst>
                <a:path extrusionOk="0" h="388" w="388">
                  <a:moveTo>
                    <a:pt x="193" y="1"/>
                  </a:moveTo>
                  <a:cubicBezTo>
                    <a:pt x="87" y="1"/>
                    <a:pt x="1" y="89"/>
                    <a:pt x="1" y="195"/>
                  </a:cubicBezTo>
                  <a:cubicBezTo>
                    <a:pt x="1" y="301"/>
                    <a:pt x="87" y="387"/>
                    <a:pt x="193" y="387"/>
                  </a:cubicBezTo>
                  <a:cubicBezTo>
                    <a:pt x="301" y="387"/>
                    <a:pt x="387" y="301"/>
                    <a:pt x="387" y="195"/>
                  </a:cubicBezTo>
                  <a:cubicBezTo>
                    <a:pt x="387" y="89"/>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39"/>
            <p:cNvSpPr/>
            <p:nvPr/>
          </p:nvSpPr>
          <p:spPr>
            <a:xfrm>
              <a:off x="6732175" y="3012975"/>
              <a:ext cx="12900" cy="9675"/>
            </a:xfrm>
            <a:custGeom>
              <a:rect b="b" l="l" r="r" t="t"/>
              <a:pathLst>
                <a:path extrusionOk="0" h="387" w="516">
                  <a:moveTo>
                    <a:pt x="258" y="0"/>
                  </a:moveTo>
                  <a:cubicBezTo>
                    <a:pt x="209" y="0"/>
                    <a:pt x="159" y="19"/>
                    <a:pt x="122" y="56"/>
                  </a:cubicBezTo>
                  <a:cubicBezTo>
                    <a:pt x="0" y="177"/>
                    <a:pt x="87" y="386"/>
                    <a:pt x="258" y="386"/>
                  </a:cubicBezTo>
                  <a:cubicBezTo>
                    <a:pt x="431" y="386"/>
                    <a:pt x="516" y="177"/>
                    <a:pt x="394" y="56"/>
                  </a:cubicBezTo>
                  <a:cubicBezTo>
                    <a:pt x="356"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39"/>
            <p:cNvSpPr/>
            <p:nvPr/>
          </p:nvSpPr>
          <p:spPr>
            <a:xfrm>
              <a:off x="6825400" y="2921350"/>
              <a:ext cx="9675" cy="9650"/>
            </a:xfrm>
            <a:custGeom>
              <a:rect b="b" l="l" r="r" t="t"/>
              <a:pathLst>
                <a:path extrusionOk="0" h="386" w="387">
                  <a:moveTo>
                    <a:pt x="194" y="1"/>
                  </a:moveTo>
                  <a:cubicBezTo>
                    <a:pt x="87" y="1"/>
                    <a:pt x="0" y="87"/>
                    <a:pt x="0" y="193"/>
                  </a:cubicBezTo>
                  <a:cubicBezTo>
                    <a:pt x="0" y="300"/>
                    <a:pt x="87"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39"/>
            <p:cNvSpPr/>
            <p:nvPr/>
          </p:nvSpPr>
          <p:spPr>
            <a:xfrm>
              <a:off x="6581125" y="3165650"/>
              <a:ext cx="9650" cy="9675"/>
            </a:xfrm>
            <a:custGeom>
              <a:rect b="b" l="l" r="r" t="t"/>
              <a:pathLst>
                <a:path extrusionOk="0" h="387" w="386">
                  <a:moveTo>
                    <a:pt x="193" y="0"/>
                  </a:moveTo>
                  <a:cubicBezTo>
                    <a:pt x="86" y="0"/>
                    <a:pt x="0" y="86"/>
                    <a:pt x="0" y="193"/>
                  </a:cubicBezTo>
                  <a:cubicBezTo>
                    <a:pt x="0" y="300"/>
                    <a:pt x="86" y="387"/>
                    <a:pt x="193" y="387"/>
                  </a:cubicBezTo>
                  <a:cubicBezTo>
                    <a:pt x="299" y="387"/>
                    <a:pt x="385" y="300"/>
                    <a:pt x="385" y="193"/>
                  </a:cubicBezTo>
                  <a:cubicBezTo>
                    <a:pt x="385" y="86"/>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39"/>
            <p:cNvSpPr/>
            <p:nvPr/>
          </p:nvSpPr>
          <p:spPr>
            <a:xfrm>
              <a:off x="6640525" y="3104575"/>
              <a:ext cx="12950" cy="9675"/>
            </a:xfrm>
            <a:custGeom>
              <a:rect b="b" l="l" r="r" t="t"/>
              <a:pathLst>
                <a:path extrusionOk="0" h="387" w="518">
                  <a:moveTo>
                    <a:pt x="260" y="0"/>
                  </a:moveTo>
                  <a:cubicBezTo>
                    <a:pt x="210" y="0"/>
                    <a:pt x="161" y="19"/>
                    <a:pt x="124" y="57"/>
                  </a:cubicBezTo>
                  <a:cubicBezTo>
                    <a:pt x="1" y="178"/>
                    <a:pt x="87" y="386"/>
                    <a:pt x="260" y="386"/>
                  </a:cubicBezTo>
                  <a:cubicBezTo>
                    <a:pt x="431" y="386"/>
                    <a:pt x="518" y="178"/>
                    <a:pt x="397" y="57"/>
                  </a:cubicBezTo>
                  <a:cubicBezTo>
                    <a:pt x="359" y="19"/>
                    <a:pt x="309" y="0"/>
                    <a:pt x="2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39"/>
            <p:cNvSpPr/>
            <p:nvPr/>
          </p:nvSpPr>
          <p:spPr>
            <a:xfrm>
              <a:off x="6703250" y="3043500"/>
              <a:ext cx="9700" cy="9650"/>
            </a:xfrm>
            <a:custGeom>
              <a:rect b="b" l="l" r="r" t="t"/>
              <a:pathLst>
                <a:path extrusionOk="0" h="386" w="388">
                  <a:moveTo>
                    <a:pt x="193" y="1"/>
                  </a:moveTo>
                  <a:cubicBezTo>
                    <a:pt x="87" y="1"/>
                    <a:pt x="1" y="87"/>
                    <a:pt x="1" y="193"/>
                  </a:cubicBezTo>
                  <a:cubicBezTo>
                    <a:pt x="1" y="299"/>
                    <a:pt x="87" y="386"/>
                    <a:pt x="193" y="386"/>
                  </a:cubicBezTo>
                  <a:cubicBezTo>
                    <a:pt x="301" y="386"/>
                    <a:pt x="387" y="299"/>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39"/>
            <p:cNvSpPr/>
            <p:nvPr/>
          </p:nvSpPr>
          <p:spPr>
            <a:xfrm>
              <a:off x="6794850" y="2951875"/>
              <a:ext cx="9675" cy="9675"/>
            </a:xfrm>
            <a:custGeom>
              <a:rect b="b" l="l" r="r" t="t"/>
              <a:pathLst>
                <a:path extrusionOk="0" h="387" w="387">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39"/>
            <p:cNvSpPr/>
            <p:nvPr/>
          </p:nvSpPr>
          <p:spPr>
            <a:xfrm>
              <a:off x="6855950" y="2890825"/>
              <a:ext cx="9675" cy="9675"/>
            </a:xfrm>
            <a:custGeom>
              <a:rect b="b" l="l" r="r" t="t"/>
              <a:pathLst>
                <a:path extrusionOk="0" h="387" w="387">
                  <a:moveTo>
                    <a:pt x="193" y="0"/>
                  </a:moveTo>
                  <a:cubicBezTo>
                    <a:pt x="86" y="0"/>
                    <a:pt x="0" y="87"/>
                    <a:pt x="0" y="193"/>
                  </a:cubicBezTo>
                  <a:cubicBezTo>
                    <a:pt x="0" y="299"/>
                    <a:pt x="86" y="387"/>
                    <a:pt x="193" y="387"/>
                  </a:cubicBezTo>
                  <a:cubicBezTo>
                    <a:pt x="300" y="387"/>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39"/>
            <p:cNvSpPr/>
            <p:nvPr/>
          </p:nvSpPr>
          <p:spPr>
            <a:xfrm>
              <a:off x="6886475" y="2860275"/>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39"/>
            <p:cNvSpPr/>
            <p:nvPr/>
          </p:nvSpPr>
          <p:spPr>
            <a:xfrm>
              <a:off x="6917000" y="2829725"/>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39"/>
            <p:cNvSpPr/>
            <p:nvPr/>
          </p:nvSpPr>
          <p:spPr>
            <a:xfrm>
              <a:off x="6947525" y="279917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39"/>
            <p:cNvSpPr/>
            <p:nvPr/>
          </p:nvSpPr>
          <p:spPr>
            <a:xfrm>
              <a:off x="6764350" y="2982400"/>
              <a:ext cx="9650" cy="9700"/>
            </a:xfrm>
            <a:custGeom>
              <a:rect b="b" l="l" r="r" t="t"/>
              <a:pathLst>
                <a:path extrusionOk="0" h="388" w="386">
                  <a:moveTo>
                    <a:pt x="193" y="1"/>
                  </a:moveTo>
                  <a:cubicBezTo>
                    <a:pt x="87" y="1"/>
                    <a:pt x="0" y="87"/>
                    <a:pt x="0" y="193"/>
                  </a:cubicBezTo>
                  <a:cubicBezTo>
                    <a:pt x="0" y="301"/>
                    <a:pt x="87" y="388"/>
                    <a:pt x="193" y="388"/>
                  </a:cubicBezTo>
                  <a:cubicBezTo>
                    <a:pt x="299" y="388"/>
                    <a:pt x="385" y="301"/>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39"/>
            <p:cNvSpPr/>
            <p:nvPr/>
          </p:nvSpPr>
          <p:spPr>
            <a:xfrm>
              <a:off x="6640600" y="3164075"/>
              <a:ext cx="9700" cy="9650"/>
            </a:xfrm>
            <a:custGeom>
              <a:rect b="b" l="l" r="r" t="t"/>
              <a:pathLst>
                <a:path extrusionOk="0" h="386" w="388">
                  <a:moveTo>
                    <a:pt x="193" y="1"/>
                  </a:moveTo>
                  <a:cubicBezTo>
                    <a:pt x="87" y="1"/>
                    <a:pt x="1" y="87"/>
                    <a:pt x="1" y="193"/>
                  </a:cubicBezTo>
                  <a:cubicBezTo>
                    <a:pt x="1" y="300"/>
                    <a:pt x="87" y="386"/>
                    <a:pt x="193" y="386"/>
                  </a:cubicBezTo>
                  <a:cubicBezTo>
                    <a:pt x="301" y="386"/>
                    <a:pt x="388" y="300"/>
                    <a:pt x="388" y="193"/>
                  </a:cubicBezTo>
                  <a:cubicBezTo>
                    <a:pt x="388"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39"/>
            <p:cNvSpPr/>
            <p:nvPr/>
          </p:nvSpPr>
          <p:spPr>
            <a:xfrm>
              <a:off x="6701700" y="3103000"/>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39"/>
            <p:cNvSpPr/>
            <p:nvPr/>
          </p:nvSpPr>
          <p:spPr>
            <a:xfrm>
              <a:off x="6762750" y="30419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39"/>
            <p:cNvSpPr/>
            <p:nvPr/>
          </p:nvSpPr>
          <p:spPr>
            <a:xfrm>
              <a:off x="6854350" y="2950325"/>
              <a:ext cx="9675" cy="9675"/>
            </a:xfrm>
            <a:custGeom>
              <a:rect b="b" l="l" r="r" t="t"/>
              <a:pathLst>
                <a:path extrusionOk="0" h="387" w="387">
                  <a:moveTo>
                    <a:pt x="194" y="0"/>
                  </a:moveTo>
                  <a:cubicBezTo>
                    <a:pt x="88" y="0"/>
                    <a:pt x="0" y="86"/>
                    <a:pt x="0" y="193"/>
                  </a:cubicBezTo>
                  <a:cubicBezTo>
                    <a:pt x="0" y="300"/>
                    <a:pt x="88" y="387"/>
                    <a:pt x="194" y="387"/>
                  </a:cubicBezTo>
                  <a:cubicBezTo>
                    <a:pt x="301" y="387"/>
                    <a:pt x="387" y="300"/>
                    <a:pt x="387" y="193"/>
                  </a:cubicBezTo>
                  <a:cubicBezTo>
                    <a:pt x="387" y="86"/>
                    <a:pt x="301"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39"/>
            <p:cNvSpPr/>
            <p:nvPr/>
          </p:nvSpPr>
          <p:spPr>
            <a:xfrm>
              <a:off x="6608450" y="3194600"/>
              <a:ext cx="12925" cy="9675"/>
            </a:xfrm>
            <a:custGeom>
              <a:rect b="b" l="l" r="r" t="t"/>
              <a:pathLst>
                <a:path extrusionOk="0" h="387" w="517">
                  <a:moveTo>
                    <a:pt x="258" y="1"/>
                  </a:moveTo>
                  <a:cubicBezTo>
                    <a:pt x="209" y="1"/>
                    <a:pt x="159" y="20"/>
                    <a:pt x="121" y="58"/>
                  </a:cubicBezTo>
                  <a:cubicBezTo>
                    <a:pt x="0" y="179"/>
                    <a:pt x="86" y="387"/>
                    <a:pt x="259" y="387"/>
                  </a:cubicBezTo>
                  <a:cubicBezTo>
                    <a:pt x="431" y="387"/>
                    <a:pt x="517" y="179"/>
                    <a:pt x="396" y="58"/>
                  </a:cubicBezTo>
                  <a:cubicBezTo>
                    <a:pt x="358" y="20"/>
                    <a:pt x="308"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39"/>
            <p:cNvSpPr/>
            <p:nvPr/>
          </p:nvSpPr>
          <p:spPr>
            <a:xfrm>
              <a:off x="6671150" y="3133550"/>
              <a:ext cx="9700" cy="9675"/>
            </a:xfrm>
            <a:custGeom>
              <a:rect b="b" l="l" r="r" t="t"/>
              <a:pathLst>
                <a:path extrusionOk="0" h="387" w="388">
                  <a:moveTo>
                    <a:pt x="193" y="0"/>
                  </a:moveTo>
                  <a:cubicBezTo>
                    <a:pt x="87" y="0"/>
                    <a:pt x="1" y="87"/>
                    <a:pt x="1" y="193"/>
                  </a:cubicBezTo>
                  <a:cubicBezTo>
                    <a:pt x="1" y="300"/>
                    <a:pt x="87" y="387"/>
                    <a:pt x="193" y="387"/>
                  </a:cubicBezTo>
                  <a:cubicBezTo>
                    <a:pt x="299" y="387"/>
                    <a:pt x="387" y="300"/>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39"/>
            <p:cNvSpPr/>
            <p:nvPr/>
          </p:nvSpPr>
          <p:spPr>
            <a:xfrm>
              <a:off x="6732200" y="30724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39"/>
            <p:cNvSpPr/>
            <p:nvPr/>
          </p:nvSpPr>
          <p:spPr>
            <a:xfrm>
              <a:off x="6822200" y="2980850"/>
              <a:ext cx="12925" cy="9700"/>
            </a:xfrm>
            <a:custGeom>
              <a:rect b="b" l="l" r="r" t="t"/>
              <a:pathLst>
                <a:path extrusionOk="0" h="388" w="517">
                  <a:moveTo>
                    <a:pt x="259" y="0"/>
                  </a:moveTo>
                  <a:cubicBezTo>
                    <a:pt x="209" y="0"/>
                    <a:pt x="160" y="19"/>
                    <a:pt x="122" y="57"/>
                  </a:cubicBezTo>
                  <a:cubicBezTo>
                    <a:pt x="1" y="178"/>
                    <a:pt x="86" y="387"/>
                    <a:pt x="259" y="387"/>
                  </a:cubicBezTo>
                  <a:cubicBezTo>
                    <a:pt x="430" y="387"/>
                    <a:pt x="516" y="178"/>
                    <a:pt x="395" y="57"/>
                  </a:cubicBezTo>
                  <a:cubicBezTo>
                    <a:pt x="357"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39"/>
            <p:cNvSpPr/>
            <p:nvPr/>
          </p:nvSpPr>
          <p:spPr>
            <a:xfrm>
              <a:off x="6884900" y="2919775"/>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39"/>
            <p:cNvSpPr/>
            <p:nvPr/>
          </p:nvSpPr>
          <p:spPr>
            <a:xfrm>
              <a:off x="6915425" y="28892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39"/>
            <p:cNvSpPr/>
            <p:nvPr/>
          </p:nvSpPr>
          <p:spPr>
            <a:xfrm>
              <a:off x="6944350" y="2858700"/>
              <a:ext cx="12950" cy="9675"/>
            </a:xfrm>
            <a:custGeom>
              <a:rect b="b" l="l" r="r" t="t"/>
              <a:pathLst>
                <a:path extrusionOk="0" h="387" w="518">
                  <a:moveTo>
                    <a:pt x="259" y="1"/>
                  </a:moveTo>
                  <a:cubicBezTo>
                    <a:pt x="209" y="1"/>
                    <a:pt x="160" y="19"/>
                    <a:pt x="122" y="57"/>
                  </a:cubicBezTo>
                  <a:cubicBezTo>
                    <a:pt x="1" y="179"/>
                    <a:pt x="87" y="386"/>
                    <a:pt x="258" y="386"/>
                  </a:cubicBezTo>
                  <a:cubicBezTo>
                    <a:pt x="431" y="386"/>
                    <a:pt x="517" y="179"/>
                    <a:pt x="395" y="57"/>
                  </a:cubicBezTo>
                  <a:cubicBezTo>
                    <a:pt x="358" y="19"/>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39"/>
            <p:cNvSpPr/>
            <p:nvPr/>
          </p:nvSpPr>
          <p:spPr>
            <a:xfrm>
              <a:off x="6976525" y="2828175"/>
              <a:ext cx="9650" cy="9650"/>
            </a:xfrm>
            <a:custGeom>
              <a:rect b="b" l="l" r="r" t="t"/>
              <a:pathLst>
                <a:path extrusionOk="0" h="386" w="386">
                  <a:moveTo>
                    <a:pt x="193" y="0"/>
                  </a:moveTo>
                  <a:cubicBezTo>
                    <a:pt x="87" y="0"/>
                    <a:pt x="0" y="87"/>
                    <a:pt x="0" y="193"/>
                  </a:cubicBezTo>
                  <a:cubicBezTo>
                    <a:pt x="0" y="299"/>
                    <a:pt x="87" y="386"/>
                    <a:pt x="193" y="386"/>
                  </a:cubicBezTo>
                  <a:cubicBezTo>
                    <a:pt x="299" y="386"/>
                    <a:pt x="386" y="299"/>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39"/>
            <p:cNvSpPr/>
            <p:nvPr/>
          </p:nvSpPr>
          <p:spPr>
            <a:xfrm>
              <a:off x="6793300" y="30114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39"/>
            <p:cNvSpPr/>
            <p:nvPr/>
          </p:nvSpPr>
          <p:spPr>
            <a:xfrm>
              <a:off x="6669575" y="3193050"/>
              <a:ext cx="9675" cy="9675"/>
            </a:xfrm>
            <a:custGeom>
              <a:rect b="b" l="l" r="r" t="t"/>
              <a:pathLst>
                <a:path extrusionOk="0" h="387" w="387">
                  <a:moveTo>
                    <a:pt x="194" y="0"/>
                  </a:moveTo>
                  <a:cubicBezTo>
                    <a:pt x="86" y="0"/>
                    <a:pt x="0" y="86"/>
                    <a:pt x="0" y="193"/>
                  </a:cubicBezTo>
                  <a:cubicBezTo>
                    <a:pt x="0" y="300"/>
                    <a:pt x="86" y="387"/>
                    <a:pt x="194" y="387"/>
                  </a:cubicBezTo>
                  <a:cubicBezTo>
                    <a:pt x="300" y="387"/>
                    <a:pt x="387" y="300"/>
                    <a:pt x="387" y="193"/>
                  </a:cubicBezTo>
                  <a:cubicBezTo>
                    <a:pt x="387" y="86"/>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39"/>
            <p:cNvSpPr/>
            <p:nvPr/>
          </p:nvSpPr>
          <p:spPr>
            <a:xfrm>
              <a:off x="6730650" y="3131950"/>
              <a:ext cx="9700" cy="9700"/>
            </a:xfrm>
            <a:custGeom>
              <a:rect b="b" l="l" r="r" t="t"/>
              <a:pathLst>
                <a:path extrusionOk="0" h="388" w="388">
                  <a:moveTo>
                    <a:pt x="193" y="1"/>
                  </a:moveTo>
                  <a:cubicBezTo>
                    <a:pt x="87" y="1"/>
                    <a:pt x="1" y="88"/>
                    <a:pt x="1" y="195"/>
                  </a:cubicBezTo>
                  <a:cubicBezTo>
                    <a:pt x="1" y="301"/>
                    <a:pt x="87" y="387"/>
                    <a:pt x="193" y="387"/>
                  </a:cubicBezTo>
                  <a:cubicBezTo>
                    <a:pt x="301" y="387"/>
                    <a:pt x="387" y="301"/>
                    <a:pt x="387" y="195"/>
                  </a:cubicBezTo>
                  <a:cubicBezTo>
                    <a:pt x="387" y="88"/>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39"/>
            <p:cNvSpPr/>
            <p:nvPr/>
          </p:nvSpPr>
          <p:spPr>
            <a:xfrm>
              <a:off x="6791750" y="3070900"/>
              <a:ext cx="9650" cy="9700"/>
            </a:xfrm>
            <a:custGeom>
              <a:rect b="b" l="l" r="r" t="t"/>
              <a:pathLst>
                <a:path extrusionOk="0" h="388"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39"/>
            <p:cNvSpPr/>
            <p:nvPr/>
          </p:nvSpPr>
          <p:spPr>
            <a:xfrm>
              <a:off x="6883325" y="2979275"/>
              <a:ext cx="9700" cy="9675"/>
            </a:xfrm>
            <a:custGeom>
              <a:rect b="b" l="l" r="r" t="t"/>
              <a:pathLst>
                <a:path extrusionOk="0" h="387" w="388">
                  <a:moveTo>
                    <a:pt x="194" y="0"/>
                  </a:moveTo>
                  <a:cubicBezTo>
                    <a:pt x="87" y="0"/>
                    <a:pt x="1" y="88"/>
                    <a:pt x="1" y="194"/>
                  </a:cubicBezTo>
                  <a:cubicBezTo>
                    <a:pt x="1" y="300"/>
                    <a:pt x="87" y="387"/>
                    <a:pt x="194" y="387"/>
                  </a:cubicBezTo>
                  <a:cubicBezTo>
                    <a:pt x="301" y="387"/>
                    <a:pt x="388" y="300"/>
                    <a:pt x="388" y="194"/>
                  </a:cubicBezTo>
                  <a:cubicBezTo>
                    <a:pt x="388" y="88"/>
                    <a:pt x="301"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39"/>
            <p:cNvSpPr/>
            <p:nvPr/>
          </p:nvSpPr>
          <p:spPr>
            <a:xfrm>
              <a:off x="6639050" y="322357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39"/>
            <p:cNvSpPr/>
            <p:nvPr/>
          </p:nvSpPr>
          <p:spPr>
            <a:xfrm>
              <a:off x="6700100" y="31625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39"/>
            <p:cNvSpPr/>
            <p:nvPr/>
          </p:nvSpPr>
          <p:spPr>
            <a:xfrm>
              <a:off x="6761200" y="3101450"/>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39"/>
            <p:cNvSpPr/>
            <p:nvPr/>
          </p:nvSpPr>
          <p:spPr>
            <a:xfrm>
              <a:off x="6852800" y="300980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39"/>
            <p:cNvSpPr/>
            <p:nvPr/>
          </p:nvSpPr>
          <p:spPr>
            <a:xfrm>
              <a:off x="6912250" y="2948750"/>
              <a:ext cx="12950" cy="9650"/>
            </a:xfrm>
            <a:custGeom>
              <a:rect b="b" l="l" r="r" t="t"/>
              <a:pathLst>
                <a:path extrusionOk="0" h="386" w="518">
                  <a:moveTo>
                    <a:pt x="259" y="0"/>
                  </a:moveTo>
                  <a:cubicBezTo>
                    <a:pt x="209" y="0"/>
                    <a:pt x="160" y="19"/>
                    <a:pt x="122" y="57"/>
                  </a:cubicBezTo>
                  <a:cubicBezTo>
                    <a:pt x="1" y="178"/>
                    <a:pt x="87" y="386"/>
                    <a:pt x="258" y="386"/>
                  </a:cubicBezTo>
                  <a:cubicBezTo>
                    <a:pt x="431" y="386"/>
                    <a:pt x="517" y="178"/>
                    <a:pt x="395" y="57"/>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39"/>
            <p:cNvSpPr/>
            <p:nvPr/>
          </p:nvSpPr>
          <p:spPr>
            <a:xfrm>
              <a:off x="6944425" y="2918225"/>
              <a:ext cx="9650" cy="9675"/>
            </a:xfrm>
            <a:custGeom>
              <a:rect b="b" l="l" r="r" t="t"/>
              <a:pathLst>
                <a:path extrusionOk="0" h="387" w="386">
                  <a:moveTo>
                    <a:pt x="193" y="0"/>
                  </a:moveTo>
                  <a:cubicBezTo>
                    <a:pt x="87" y="0"/>
                    <a:pt x="1" y="87"/>
                    <a:pt x="1" y="193"/>
                  </a:cubicBezTo>
                  <a:cubicBezTo>
                    <a:pt x="1" y="300"/>
                    <a:pt x="87" y="387"/>
                    <a:pt x="193" y="387"/>
                  </a:cubicBezTo>
                  <a:cubicBezTo>
                    <a:pt x="299" y="387"/>
                    <a:pt x="386" y="300"/>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39"/>
            <p:cNvSpPr/>
            <p:nvPr/>
          </p:nvSpPr>
          <p:spPr>
            <a:xfrm>
              <a:off x="6974925" y="2887675"/>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39"/>
            <p:cNvSpPr/>
            <p:nvPr/>
          </p:nvSpPr>
          <p:spPr>
            <a:xfrm>
              <a:off x="7005475" y="28571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39"/>
            <p:cNvSpPr/>
            <p:nvPr/>
          </p:nvSpPr>
          <p:spPr>
            <a:xfrm>
              <a:off x="6822250" y="304035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39"/>
            <p:cNvSpPr/>
            <p:nvPr/>
          </p:nvSpPr>
          <p:spPr>
            <a:xfrm>
              <a:off x="6698550" y="3222000"/>
              <a:ext cx="9700" cy="9675"/>
            </a:xfrm>
            <a:custGeom>
              <a:rect b="b" l="l" r="r" t="t"/>
              <a:pathLst>
                <a:path extrusionOk="0" h="387" w="388">
                  <a:moveTo>
                    <a:pt x="193" y="0"/>
                  </a:moveTo>
                  <a:cubicBezTo>
                    <a:pt x="87" y="0"/>
                    <a:pt x="1" y="88"/>
                    <a:pt x="1" y="194"/>
                  </a:cubicBezTo>
                  <a:cubicBezTo>
                    <a:pt x="1" y="300"/>
                    <a:pt x="87" y="387"/>
                    <a:pt x="193" y="387"/>
                  </a:cubicBezTo>
                  <a:cubicBezTo>
                    <a:pt x="301" y="387"/>
                    <a:pt x="387" y="300"/>
                    <a:pt x="387" y="194"/>
                  </a:cubicBezTo>
                  <a:cubicBezTo>
                    <a:pt x="387" y="88"/>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39"/>
            <p:cNvSpPr/>
            <p:nvPr/>
          </p:nvSpPr>
          <p:spPr>
            <a:xfrm>
              <a:off x="6759600" y="3160950"/>
              <a:ext cx="9700" cy="9675"/>
            </a:xfrm>
            <a:custGeom>
              <a:rect b="b" l="l" r="r" t="t"/>
              <a:pathLst>
                <a:path extrusionOk="0" h="387" w="388">
                  <a:moveTo>
                    <a:pt x="195" y="0"/>
                  </a:moveTo>
                  <a:cubicBezTo>
                    <a:pt x="89" y="0"/>
                    <a:pt x="1" y="87"/>
                    <a:pt x="1" y="193"/>
                  </a:cubicBezTo>
                  <a:cubicBezTo>
                    <a:pt x="1" y="300"/>
                    <a:pt x="89" y="387"/>
                    <a:pt x="195" y="387"/>
                  </a:cubicBezTo>
                  <a:cubicBezTo>
                    <a:pt x="301" y="387"/>
                    <a:pt x="387" y="300"/>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39"/>
            <p:cNvSpPr/>
            <p:nvPr/>
          </p:nvSpPr>
          <p:spPr>
            <a:xfrm>
              <a:off x="6820700" y="30998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39"/>
            <p:cNvSpPr/>
            <p:nvPr/>
          </p:nvSpPr>
          <p:spPr>
            <a:xfrm>
              <a:off x="6912300" y="3008250"/>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39"/>
            <p:cNvSpPr/>
            <p:nvPr/>
          </p:nvSpPr>
          <p:spPr>
            <a:xfrm>
              <a:off x="6666375" y="3252550"/>
              <a:ext cx="12950" cy="9675"/>
            </a:xfrm>
            <a:custGeom>
              <a:rect b="b" l="l" r="r" t="t"/>
              <a:pathLst>
                <a:path extrusionOk="0" h="387" w="518">
                  <a:moveTo>
                    <a:pt x="259" y="1"/>
                  </a:moveTo>
                  <a:cubicBezTo>
                    <a:pt x="210" y="1"/>
                    <a:pt x="160" y="20"/>
                    <a:pt x="122" y="58"/>
                  </a:cubicBezTo>
                  <a:cubicBezTo>
                    <a:pt x="1" y="179"/>
                    <a:pt x="87" y="386"/>
                    <a:pt x="258" y="386"/>
                  </a:cubicBezTo>
                  <a:cubicBezTo>
                    <a:pt x="431" y="386"/>
                    <a:pt x="518"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39"/>
            <p:cNvSpPr/>
            <p:nvPr/>
          </p:nvSpPr>
          <p:spPr>
            <a:xfrm>
              <a:off x="6729100" y="3191475"/>
              <a:ext cx="9650" cy="9650"/>
            </a:xfrm>
            <a:custGeom>
              <a:rect b="b" l="l" r="r" t="t"/>
              <a:pathLst>
                <a:path extrusionOk="0" h="386" w="386">
                  <a:moveTo>
                    <a:pt x="193" y="1"/>
                  </a:moveTo>
                  <a:cubicBezTo>
                    <a:pt x="87" y="1"/>
                    <a:pt x="0" y="87"/>
                    <a:pt x="0" y="193"/>
                  </a:cubicBezTo>
                  <a:cubicBezTo>
                    <a:pt x="0" y="300"/>
                    <a:pt x="87" y="386"/>
                    <a:pt x="193" y="386"/>
                  </a:cubicBezTo>
                  <a:cubicBezTo>
                    <a:pt x="299" y="386"/>
                    <a:pt x="386" y="300"/>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39"/>
            <p:cNvSpPr/>
            <p:nvPr/>
          </p:nvSpPr>
          <p:spPr>
            <a:xfrm>
              <a:off x="6790150" y="3130400"/>
              <a:ext cx="9700" cy="9675"/>
            </a:xfrm>
            <a:custGeom>
              <a:rect b="b" l="l" r="r" t="t"/>
              <a:pathLst>
                <a:path extrusionOk="0" h="387" w="388">
                  <a:moveTo>
                    <a:pt x="195" y="0"/>
                  </a:moveTo>
                  <a:cubicBezTo>
                    <a:pt x="87" y="0"/>
                    <a:pt x="1" y="87"/>
                    <a:pt x="1" y="194"/>
                  </a:cubicBezTo>
                  <a:cubicBezTo>
                    <a:pt x="1" y="300"/>
                    <a:pt x="87" y="387"/>
                    <a:pt x="195" y="387"/>
                  </a:cubicBezTo>
                  <a:cubicBezTo>
                    <a:pt x="301" y="387"/>
                    <a:pt x="387" y="300"/>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39"/>
            <p:cNvSpPr/>
            <p:nvPr/>
          </p:nvSpPr>
          <p:spPr>
            <a:xfrm>
              <a:off x="6880150" y="3038775"/>
              <a:ext cx="12925" cy="9675"/>
            </a:xfrm>
            <a:custGeom>
              <a:rect b="b" l="l" r="r" t="t"/>
              <a:pathLst>
                <a:path extrusionOk="0" h="387" w="517">
                  <a:moveTo>
                    <a:pt x="258" y="1"/>
                  </a:moveTo>
                  <a:cubicBezTo>
                    <a:pt x="209" y="1"/>
                    <a:pt x="160" y="20"/>
                    <a:pt x="122" y="58"/>
                  </a:cubicBezTo>
                  <a:cubicBezTo>
                    <a:pt x="1" y="179"/>
                    <a:pt x="87" y="387"/>
                    <a:pt x="258" y="387"/>
                  </a:cubicBezTo>
                  <a:cubicBezTo>
                    <a:pt x="431" y="387"/>
                    <a:pt x="516" y="179"/>
                    <a:pt x="395" y="58"/>
                  </a:cubicBezTo>
                  <a:cubicBezTo>
                    <a:pt x="357" y="20"/>
                    <a:pt x="308"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39"/>
            <p:cNvSpPr/>
            <p:nvPr/>
          </p:nvSpPr>
          <p:spPr>
            <a:xfrm>
              <a:off x="6942825" y="2977725"/>
              <a:ext cx="9700" cy="9675"/>
            </a:xfrm>
            <a:custGeom>
              <a:rect b="b" l="l" r="r" t="t"/>
              <a:pathLst>
                <a:path extrusionOk="0" h="387" w="388">
                  <a:moveTo>
                    <a:pt x="195" y="0"/>
                  </a:moveTo>
                  <a:cubicBezTo>
                    <a:pt x="87" y="0"/>
                    <a:pt x="1" y="86"/>
                    <a:pt x="1" y="193"/>
                  </a:cubicBezTo>
                  <a:cubicBezTo>
                    <a:pt x="1" y="300"/>
                    <a:pt x="87" y="387"/>
                    <a:pt x="195" y="387"/>
                  </a:cubicBezTo>
                  <a:cubicBezTo>
                    <a:pt x="301" y="387"/>
                    <a:pt x="387" y="300"/>
                    <a:pt x="387" y="193"/>
                  </a:cubicBezTo>
                  <a:cubicBezTo>
                    <a:pt x="387" y="86"/>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39"/>
            <p:cNvSpPr/>
            <p:nvPr/>
          </p:nvSpPr>
          <p:spPr>
            <a:xfrm>
              <a:off x="6973375" y="2947175"/>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39"/>
            <p:cNvSpPr/>
            <p:nvPr/>
          </p:nvSpPr>
          <p:spPr>
            <a:xfrm>
              <a:off x="7002300" y="2916650"/>
              <a:ext cx="12950" cy="9675"/>
            </a:xfrm>
            <a:custGeom>
              <a:rect b="b" l="l" r="r" t="t"/>
              <a:pathLst>
                <a:path extrusionOk="0" h="387" w="518">
                  <a:moveTo>
                    <a:pt x="259" y="0"/>
                  </a:moveTo>
                  <a:cubicBezTo>
                    <a:pt x="209" y="0"/>
                    <a:pt x="159" y="19"/>
                    <a:pt x="122" y="57"/>
                  </a:cubicBezTo>
                  <a:cubicBezTo>
                    <a:pt x="0" y="178"/>
                    <a:pt x="87" y="386"/>
                    <a:pt x="258" y="386"/>
                  </a:cubicBezTo>
                  <a:cubicBezTo>
                    <a:pt x="431" y="386"/>
                    <a:pt x="517" y="178"/>
                    <a:pt x="394" y="57"/>
                  </a:cubicBezTo>
                  <a:cubicBezTo>
                    <a:pt x="357"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39"/>
            <p:cNvSpPr/>
            <p:nvPr/>
          </p:nvSpPr>
          <p:spPr>
            <a:xfrm>
              <a:off x="7034475" y="2886125"/>
              <a:ext cx="9675" cy="9675"/>
            </a:xfrm>
            <a:custGeom>
              <a:rect b="b" l="l" r="r" t="t"/>
              <a:pathLst>
                <a:path extrusionOk="0" h="387" w="387">
                  <a:moveTo>
                    <a:pt x="193" y="0"/>
                  </a:moveTo>
                  <a:cubicBezTo>
                    <a:pt x="87" y="0"/>
                    <a:pt x="0" y="87"/>
                    <a:pt x="0" y="193"/>
                  </a:cubicBezTo>
                  <a:cubicBezTo>
                    <a:pt x="0" y="299"/>
                    <a:pt x="87" y="387"/>
                    <a:pt x="193" y="387"/>
                  </a:cubicBezTo>
                  <a:cubicBezTo>
                    <a:pt x="299" y="387"/>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39"/>
            <p:cNvSpPr/>
            <p:nvPr/>
          </p:nvSpPr>
          <p:spPr>
            <a:xfrm>
              <a:off x="6851250" y="3069350"/>
              <a:ext cx="9675" cy="9650"/>
            </a:xfrm>
            <a:custGeom>
              <a:rect b="b" l="l" r="r" t="t"/>
              <a:pathLst>
                <a:path extrusionOk="0" h="386" w="387">
                  <a:moveTo>
                    <a:pt x="193" y="0"/>
                  </a:moveTo>
                  <a:cubicBezTo>
                    <a:pt x="86" y="0"/>
                    <a:pt x="0" y="87"/>
                    <a:pt x="0" y="193"/>
                  </a:cubicBezTo>
                  <a:cubicBezTo>
                    <a:pt x="0" y="299"/>
                    <a:pt x="86" y="385"/>
                    <a:pt x="193" y="385"/>
                  </a:cubicBezTo>
                  <a:cubicBezTo>
                    <a:pt x="300" y="385"/>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39"/>
            <p:cNvSpPr/>
            <p:nvPr/>
          </p:nvSpPr>
          <p:spPr>
            <a:xfrm>
              <a:off x="6727500" y="3250975"/>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39"/>
            <p:cNvSpPr/>
            <p:nvPr/>
          </p:nvSpPr>
          <p:spPr>
            <a:xfrm>
              <a:off x="6788600" y="31899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39"/>
            <p:cNvSpPr/>
            <p:nvPr/>
          </p:nvSpPr>
          <p:spPr>
            <a:xfrm>
              <a:off x="6848050" y="3128825"/>
              <a:ext cx="12925" cy="9700"/>
            </a:xfrm>
            <a:custGeom>
              <a:rect b="b" l="l" r="r" t="t"/>
              <a:pathLst>
                <a:path extrusionOk="0" h="388" w="517">
                  <a:moveTo>
                    <a:pt x="258" y="0"/>
                  </a:moveTo>
                  <a:cubicBezTo>
                    <a:pt x="209" y="0"/>
                    <a:pt x="160" y="19"/>
                    <a:pt x="122" y="57"/>
                  </a:cubicBezTo>
                  <a:cubicBezTo>
                    <a:pt x="1" y="179"/>
                    <a:pt x="86" y="388"/>
                    <a:pt x="258" y="388"/>
                  </a:cubicBezTo>
                  <a:cubicBezTo>
                    <a:pt x="430" y="388"/>
                    <a:pt x="516" y="179"/>
                    <a:pt x="395" y="57"/>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39"/>
            <p:cNvSpPr/>
            <p:nvPr/>
          </p:nvSpPr>
          <p:spPr>
            <a:xfrm>
              <a:off x="6941275" y="30372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39"/>
            <p:cNvSpPr/>
            <p:nvPr/>
          </p:nvSpPr>
          <p:spPr>
            <a:xfrm>
              <a:off x="6697000" y="328152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39"/>
            <p:cNvSpPr/>
            <p:nvPr/>
          </p:nvSpPr>
          <p:spPr>
            <a:xfrm>
              <a:off x="6756425" y="3220450"/>
              <a:ext cx="12950" cy="9675"/>
            </a:xfrm>
            <a:custGeom>
              <a:rect b="b" l="l" r="r" t="t"/>
              <a:pathLst>
                <a:path extrusionOk="0" h="387" w="518">
                  <a:moveTo>
                    <a:pt x="259" y="1"/>
                  </a:moveTo>
                  <a:cubicBezTo>
                    <a:pt x="209" y="1"/>
                    <a:pt x="160" y="20"/>
                    <a:pt x="122" y="58"/>
                  </a:cubicBezTo>
                  <a:cubicBezTo>
                    <a:pt x="0" y="179"/>
                    <a:pt x="87" y="387"/>
                    <a:pt x="260" y="387"/>
                  </a:cubicBezTo>
                  <a:cubicBezTo>
                    <a:pt x="431" y="387"/>
                    <a:pt x="517"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39"/>
            <p:cNvSpPr/>
            <p:nvPr/>
          </p:nvSpPr>
          <p:spPr>
            <a:xfrm>
              <a:off x="6819150" y="3159375"/>
              <a:ext cx="9650" cy="9650"/>
            </a:xfrm>
            <a:custGeom>
              <a:rect b="b" l="l" r="r" t="t"/>
              <a:pathLst>
                <a:path extrusionOk="0" h="386" w="386">
                  <a:moveTo>
                    <a:pt x="193" y="1"/>
                  </a:moveTo>
                  <a:cubicBezTo>
                    <a:pt x="87" y="1"/>
                    <a:pt x="0" y="87"/>
                    <a:pt x="0" y="193"/>
                  </a:cubicBezTo>
                  <a:cubicBezTo>
                    <a:pt x="0" y="300"/>
                    <a:pt x="87" y="386"/>
                    <a:pt x="193" y="386"/>
                  </a:cubicBezTo>
                  <a:cubicBezTo>
                    <a:pt x="299" y="386"/>
                    <a:pt x="385" y="300"/>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39"/>
            <p:cNvSpPr/>
            <p:nvPr/>
          </p:nvSpPr>
          <p:spPr>
            <a:xfrm>
              <a:off x="6910725" y="3067750"/>
              <a:ext cx="9700" cy="9700"/>
            </a:xfrm>
            <a:custGeom>
              <a:rect b="b" l="l" r="r" t="t"/>
              <a:pathLst>
                <a:path extrusionOk="0" h="388" w="388">
                  <a:moveTo>
                    <a:pt x="195" y="1"/>
                  </a:moveTo>
                  <a:cubicBezTo>
                    <a:pt x="87" y="1"/>
                    <a:pt x="1" y="87"/>
                    <a:pt x="1" y="195"/>
                  </a:cubicBezTo>
                  <a:cubicBezTo>
                    <a:pt x="1" y="301"/>
                    <a:pt x="87" y="387"/>
                    <a:pt x="195" y="387"/>
                  </a:cubicBezTo>
                  <a:cubicBezTo>
                    <a:pt x="301" y="387"/>
                    <a:pt x="388" y="301"/>
                    <a:pt x="388" y="195"/>
                  </a:cubicBezTo>
                  <a:cubicBezTo>
                    <a:pt x="388"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39"/>
            <p:cNvSpPr/>
            <p:nvPr/>
          </p:nvSpPr>
          <p:spPr>
            <a:xfrm>
              <a:off x="6971825" y="3006700"/>
              <a:ext cx="9650" cy="9650"/>
            </a:xfrm>
            <a:custGeom>
              <a:rect b="b" l="l" r="r" t="t"/>
              <a:pathLst>
                <a:path extrusionOk="0" h="386" w="386">
                  <a:moveTo>
                    <a:pt x="193" y="1"/>
                  </a:moveTo>
                  <a:cubicBezTo>
                    <a:pt x="87" y="1"/>
                    <a:pt x="1" y="87"/>
                    <a:pt x="1" y="193"/>
                  </a:cubicBezTo>
                  <a:cubicBezTo>
                    <a:pt x="1" y="299"/>
                    <a:pt x="87" y="386"/>
                    <a:pt x="193" y="386"/>
                  </a:cubicBezTo>
                  <a:cubicBezTo>
                    <a:pt x="299" y="386"/>
                    <a:pt x="386" y="299"/>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39"/>
            <p:cNvSpPr/>
            <p:nvPr/>
          </p:nvSpPr>
          <p:spPr>
            <a:xfrm>
              <a:off x="7002325" y="2976150"/>
              <a:ext cx="9700" cy="9650"/>
            </a:xfrm>
            <a:custGeom>
              <a:rect b="b" l="l" r="r" t="t"/>
              <a:pathLst>
                <a:path extrusionOk="0" h="386" w="388">
                  <a:moveTo>
                    <a:pt x="195" y="1"/>
                  </a:moveTo>
                  <a:cubicBezTo>
                    <a:pt x="89" y="1"/>
                    <a:pt x="1" y="87"/>
                    <a:pt x="1" y="193"/>
                  </a:cubicBezTo>
                  <a:cubicBezTo>
                    <a:pt x="1" y="299"/>
                    <a:pt x="89" y="386"/>
                    <a:pt x="195" y="386"/>
                  </a:cubicBezTo>
                  <a:cubicBezTo>
                    <a:pt x="301" y="386"/>
                    <a:pt x="387" y="299"/>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39"/>
            <p:cNvSpPr/>
            <p:nvPr/>
          </p:nvSpPr>
          <p:spPr>
            <a:xfrm>
              <a:off x="7032875" y="2945625"/>
              <a:ext cx="9700" cy="9675"/>
            </a:xfrm>
            <a:custGeom>
              <a:rect b="b" l="l" r="r" t="t"/>
              <a:pathLst>
                <a:path extrusionOk="0" h="387" w="388">
                  <a:moveTo>
                    <a:pt x="195" y="0"/>
                  </a:moveTo>
                  <a:cubicBezTo>
                    <a:pt x="87" y="0"/>
                    <a:pt x="1" y="87"/>
                    <a:pt x="1" y="193"/>
                  </a:cubicBezTo>
                  <a:cubicBezTo>
                    <a:pt x="1" y="300"/>
                    <a:pt x="87" y="387"/>
                    <a:pt x="195" y="387"/>
                  </a:cubicBezTo>
                  <a:cubicBezTo>
                    <a:pt x="301" y="387"/>
                    <a:pt x="387" y="300"/>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39"/>
            <p:cNvSpPr/>
            <p:nvPr/>
          </p:nvSpPr>
          <p:spPr>
            <a:xfrm>
              <a:off x="7063425" y="2915075"/>
              <a:ext cx="9675" cy="9675"/>
            </a:xfrm>
            <a:custGeom>
              <a:rect b="b" l="l" r="r" t="t"/>
              <a:pathLst>
                <a:path extrusionOk="0" h="387" w="387">
                  <a:moveTo>
                    <a:pt x="193" y="0"/>
                  </a:moveTo>
                  <a:cubicBezTo>
                    <a:pt x="87" y="0"/>
                    <a:pt x="0" y="87"/>
                    <a:pt x="0" y="194"/>
                  </a:cubicBezTo>
                  <a:cubicBezTo>
                    <a:pt x="0" y="300"/>
                    <a:pt x="87" y="387"/>
                    <a:pt x="193" y="387"/>
                  </a:cubicBezTo>
                  <a:cubicBezTo>
                    <a:pt x="300" y="387"/>
                    <a:pt x="387" y="300"/>
                    <a:pt x="387" y="194"/>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39"/>
            <p:cNvSpPr/>
            <p:nvPr/>
          </p:nvSpPr>
          <p:spPr>
            <a:xfrm>
              <a:off x="6880200" y="3098300"/>
              <a:ext cx="9675" cy="9675"/>
            </a:xfrm>
            <a:custGeom>
              <a:rect b="b" l="l" r="r" t="t"/>
              <a:pathLst>
                <a:path extrusionOk="0" h="387" w="387">
                  <a:moveTo>
                    <a:pt x="194" y="0"/>
                  </a:moveTo>
                  <a:cubicBezTo>
                    <a:pt x="87" y="0"/>
                    <a:pt x="0" y="87"/>
                    <a:pt x="0" y="193"/>
                  </a:cubicBezTo>
                  <a:cubicBezTo>
                    <a:pt x="0" y="301"/>
                    <a:pt x="87" y="387"/>
                    <a:pt x="194" y="387"/>
                  </a:cubicBezTo>
                  <a:cubicBezTo>
                    <a:pt x="300" y="387"/>
                    <a:pt x="387" y="301"/>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39"/>
            <p:cNvSpPr/>
            <p:nvPr/>
          </p:nvSpPr>
          <p:spPr>
            <a:xfrm>
              <a:off x="6756500" y="3279975"/>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39"/>
            <p:cNvSpPr/>
            <p:nvPr/>
          </p:nvSpPr>
          <p:spPr>
            <a:xfrm>
              <a:off x="6815925" y="3218875"/>
              <a:ext cx="12950" cy="9700"/>
            </a:xfrm>
            <a:custGeom>
              <a:rect b="b" l="l" r="r" t="t"/>
              <a:pathLst>
                <a:path extrusionOk="0" h="388" w="518">
                  <a:moveTo>
                    <a:pt x="259" y="0"/>
                  </a:moveTo>
                  <a:cubicBezTo>
                    <a:pt x="209" y="0"/>
                    <a:pt x="160" y="19"/>
                    <a:pt x="123" y="57"/>
                  </a:cubicBezTo>
                  <a:cubicBezTo>
                    <a:pt x="0" y="178"/>
                    <a:pt x="87" y="387"/>
                    <a:pt x="260" y="387"/>
                  </a:cubicBezTo>
                  <a:cubicBezTo>
                    <a:pt x="431" y="387"/>
                    <a:pt x="517" y="178"/>
                    <a:pt x="396" y="57"/>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39"/>
            <p:cNvSpPr/>
            <p:nvPr/>
          </p:nvSpPr>
          <p:spPr>
            <a:xfrm>
              <a:off x="6878650" y="31578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39"/>
            <p:cNvSpPr/>
            <p:nvPr/>
          </p:nvSpPr>
          <p:spPr>
            <a:xfrm>
              <a:off x="6970225" y="3066200"/>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39"/>
            <p:cNvSpPr/>
            <p:nvPr/>
          </p:nvSpPr>
          <p:spPr>
            <a:xfrm>
              <a:off x="6725950" y="3310475"/>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39"/>
            <p:cNvSpPr/>
            <p:nvPr/>
          </p:nvSpPr>
          <p:spPr>
            <a:xfrm>
              <a:off x="6787050" y="3249425"/>
              <a:ext cx="9650" cy="9700"/>
            </a:xfrm>
            <a:custGeom>
              <a:rect b="b" l="l" r="r" t="t"/>
              <a:pathLst>
                <a:path extrusionOk="0" h="388" w="386">
                  <a:moveTo>
                    <a:pt x="193" y="1"/>
                  </a:moveTo>
                  <a:cubicBezTo>
                    <a:pt x="87" y="1"/>
                    <a:pt x="0" y="87"/>
                    <a:pt x="0" y="193"/>
                  </a:cubicBezTo>
                  <a:cubicBezTo>
                    <a:pt x="0" y="299"/>
                    <a:pt x="87" y="387"/>
                    <a:pt x="193" y="387"/>
                  </a:cubicBezTo>
                  <a:cubicBezTo>
                    <a:pt x="299" y="387"/>
                    <a:pt x="385" y="299"/>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39"/>
            <p:cNvSpPr/>
            <p:nvPr/>
          </p:nvSpPr>
          <p:spPr>
            <a:xfrm>
              <a:off x="6846475" y="3188350"/>
              <a:ext cx="12925" cy="9675"/>
            </a:xfrm>
            <a:custGeom>
              <a:rect b="b" l="l" r="r" t="t"/>
              <a:pathLst>
                <a:path extrusionOk="0" h="387" w="517">
                  <a:moveTo>
                    <a:pt x="259" y="0"/>
                  </a:moveTo>
                  <a:cubicBezTo>
                    <a:pt x="209" y="0"/>
                    <a:pt x="160" y="19"/>
                    <a:pt x="123" y="56"/>
                  </a:cubicBezTo>
                  <a:cubicBezTo>
                    <a:pt x="0" y="179"/>
                    <a:pt x="86" y="387"/>
                    <a:pt x="259" y="387"/>
                  </a:cubicBezTo>
                  <a:cubicBezTo>
                    <a:pt x="431" y="387"/>
                    <a:pt x="517" y="179"/>
                    <a:pt x="396" y="56"/>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39"/>
            <p:cNvSpPr/>
            <p:nvPr/>
          </p:nvSpPr>
          <p:spPr>
            <a:xfrm>
              <a:off x="6939725" y="3096750"/>
              <a:ext cx="9650" cy="9650"/>
            </a:xfrm>
            <a:custGeom>
              <a:rect b="b" l="l" r="r" t="t"/>
              <a:pathLst>
                <a:path extrusionOk="0" h="386" w="386">
                  <a:moveTo>
                    <a:pt x="193" y="0"/>
                  </a:moveTo>
                  <a:cubicBezTo>
                    <a:pt x="87" y="0"/>
                    <a:pt x="1" y="87"/>
                    <a:pt x="1" y="193"/>
                  </a:cubicBezTo>
                  <a:cubicBezTo>
                    <a:pt x="1" y="299"/>
                    <a:pt x="87" y="385"/>
                    <a:pt x="193" y="385"/>
                  </a:cubicBezTo>
                  <a:cubicBezTo>
                    <a:pt x="299" y="385"/>
                    <a:pt x="386" y="299"/>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39"/>
            <p:cNvSpPr/>
            <p:nvPr/>
          </p:nvSpPr>
          <p:spPr>
            <a:xfrm>
              <a:off x="7000775" y="30356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39"/>
            <p:cNvSpPr/>
            <p:nvPr/>
          </p:nvSpPr>
          <p:spPr>
            <a:xfrm>
              <a:off x="7031325" y="3005100"/>
              <a:ext cx="9675" cy="9700"/>
            </a:xfrm>
            <a:custGeom>
              <a:rect b="b" l="l" r="r" t="t"/>
              <a:pathLst>
                <a:path extrusionOk="0" h="388" w="387">
                  <a:moveTo>
                    <a:pt x="193" y="1"/>
                  </a:moveTo>
                  <a:cubicBezTo>
                    <a:pt x="87" y="1"/>
                    <a:pt x="0" y="87"/>
                    <a:pt x="0" y="195"/>
                  </a:cubicBezTo>
                  <a:cubicBezTo>
                    <a:pt x="0" y="301"/>
                    <a:pt x="87" y="388"/>
                    <a:pt x="193" y="388"/>
                  </a:cubicBezTo>
                  <a:cubicBezTo>
                    <a:pt x="301" y="388"/>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39"/>
            <p:cNvSpPr/>
            <p:nvPr/>
          </p:nvSpPr>
          <p:spPr>
            <a:xfrm>
              <a:off x="7061875" y="29746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39"/>
            <p:cNvSpPr/>
            <p:nvPr/>
          </p:nvSpPr>
          <p:spPr>
            <a:xfrm>
              <a:off x="7092400" y="2944050"/>
              <a:ext cx="9650" cy="9650"/>
            </a:xfrm>
            <a:custGeom>
              <a:rect b="b" l="l" r="r" t="t"/>
              <a:pathLst>
                <a:path extrusionOk="0" h="386" w="386">
                  <a:moveTo>
                    <a:pt x="193" y="1"/>
                  </a:moveTo>
                  <a:cubicBezTo>
                    <a:pt x="87" y="1"/>
                    <a:pt x="1" y="87"/>
                    <a:pt x="1" y="193"/>
                  </a:cubicBezTo>
                  <a:cubicBezTo>
                    <a:pt x="1" y="300"/>
                    <a:pt x="87" y="386"/>
                    <a:pt x="193" y="386"/>
                  </a:cubicBezTo>
                  <a:cubicBezTo>
                    <a:pt x="300" y="386"/>
                    <a:pt x="386" y="300"/>
                    <a:pt x="386" y="193"/>
                  </a:cubicBezTo>
                  <a:cubicBezTo>
                    <a:pt x="386"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39"/>
            <p:cNvSpPr/>
            <p:nvPr/>
          </p:nvSpPr>
          <p:spPr>
            <a:xfrm>
              <a:off x="6909175" y="3127250"/>
              <a:ext cx="9650" cy="9700"/>
            </a:xfrm>
            <a:custGeom>
              <a:rect b="b" l="l" r="r" t="t"/>
              <a:pathLst>
                <a:path extrusionOk="0" h="388" w="386">
                  <a:moveTo>
                    <a:pt x="193" y="1"/>
                  </a:moveTo>
                  <a:cubicBezTo>
                    <a:pt x="87" y="1"/>
                    <a:pt x="1" y="88"/>
                    <a:pt x="1" y="195"/>
                  </a:cubicBezTo>
                  <a:cubicBezTo>
                    <a:pt x="1" y="301"/>
                    <a:pt x="87" y="387"/>
                    <a:pt x="193" y="387"/>
                  </a:cubicBezTo>
                  <a:cubicBezTo>
                    <a:pt x="299" y="387"/>
                    <a:pt x="386" y="301"/>
                    <a:pt x="386" y="195"/>
                  </a:cubicBezTo>
                  <a:cubicBezTo>
                    <a:pt x="386" y="88"/>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39"/>
            <p:cNvSpPr/>
            <p:nvPr/>
          </p:nvSpPr>
          <p:spPr>
            <a:xfrm>
              <a:off x="6783825" y="3308900"/>
              <a:ext cx="12950" cy="9725"/>
            </a:xfrm>
            <a:custGeom>
              <a:rect b="b" l="l" r="r" t="t"/>
              <a:pathLst>
                <a:path extrusionOk="0" h="389" w="518">
                  <a:moveTo>
                    <a:pt x="259" y="1"/>
                  </a:moveTo>
                  <a:cubicBezTo>
                    <a:pt x="209" y="1"/>
                    <a:pt x="160" y="20"/>
                    <a:pt x="122" y="58"/>
                  </a:cubicBezTo>
                  <a:cubicBezTo>
                    <a:pt x="0" y="180"/>
                    <a:pt x="87" y="388"/>
                    <a:pt x="258" y="388"/>
                  </a:cubicBezTo>
                  <a:cubicBezTo>
                    <a:pt x="431" y="388"/>
                    <a:pt x="517" y="180"/>
                    <a:pt x="396" y="58"/>
                  </a:cubicBezTo>
                  <a:cubicBezTo>
                    <a:pt x="358" y="20"/>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39"/>
            <p:cNvSpPr/>
            <p:nvPr/>
          </p:nvSpPr>
          <p:spPr>
            <a:xfrm>
              <a:off x="6846550" y="3247825"/>
              <a:ext cx="9675" cy="9700"/>
            </a:xfrm>
            <a:custGeom>
              <a:rect b="b" l="l" r="r" t="t"/>
              <a:pathLst>
                <a:path extrusionOk="0" h="388" w="387">
                  <a:moveTo>
                    <a:pt x="193" y="1"/>
                  </a:moveTo>
                  <a:cubicBezTo>
                    <a:pt x="87" y="1"/>
                    <a:pt x="0" y="87"/>
                    <a:pt x="0" y="195"/>
                  </a:cubicBezTo>
                  <a:cubicBezTo>
                    <a:pt x="0" y="301"/>
                    <a:pt x="87" y="388"/>
                    <a:pt x="193" y="388"/>
                  </a:cubicBezTo>
                  <a:cubicBezTo>
                    <a:pt x="300" y="388"/>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39"/>
            <p:cNvSpPr/>
            <p:nvPr/>
          </p:nvSpPr>
          <p:spPr>
            <a:xfrm>
              <a:off x="6907600" y="3186775"/>
              <a:ext cx="9675" cy="9650"/>
            </a:xfrm>
            <a:custGeom>
              <a:rect b="b" l="l" r="r" t="t"/>
              <a:pathLst>
                <a:path extrusionOk="0" h="386" w="387">
                  <a:moveTo>
                    <a:pt x="194" y="1"/>
                  </a:moveTo>
                  <a:cubicBezTo>
                    <a:pt x="88" y="1"/>
                    <a:pt x="0" y="87"/>
                    <a:pt x="0" y="193"/>
                  </a:cubicBezTo>
                  <a:cubicBezTo>
                    <a:pt x="0" y="300"/>
                    <a:pt x="88"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39"/>
            <p:cNvSpPr/>
            <p:nvPr/>
          </p:nvSpPr>
          <p:spPr>
            <a:xfrm>
              <a:off x="6999225" y="30951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39"/>
            <p:cNvSpPr/>
            <p:nvPr/>
          </p:nvSpPr>
          <p:spPr>
            <a:xfrm>
              <a:off x="6754900" y="3339475"/>
              <a:ext cx="9700" cy="9650"/>
            </a:xfrm>
            <a:custGeom>
              <a:rect b="b" l="l" r="r" t="t"/>
              <a:pathLst>
                <a:path extrusionOk="0" h="386" w="388">
                  <a:moveTo>
                    <a:pt x="195" y="0"/>
                  </a:moveTo>
                  <a:cubicBezTo>
                    <a:pt x="89" y="0"/>
                    <a:pt x="1" y="87"/>
                    <a:pt x="1" y="193"/>
                  </a:cubicBezTo>
                  <a:cubicBezTo>
                    <a:pt x="1" y="299"/>
                    <a:pt x="89" y="385"/>
                    <a:pt x="195" y="385"/>
                  </a:cubicBezTo>
                  <a:cubicBezTo>
                    <a:pt x="301" y="385"/>
                    <a:pt x="387" y="299"/>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39"/>
            <p:cNvSpPr/>
            <p:nvPr/>
          </p:nvSpPr>
          <p:spPr>
            <a:xfrm>
              <a:off x="6816000" y="32783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39"/>
            <p:cNvSpPr/>
            <p:nvPr/>
          </p:nvSpPr>
          <p:spPr>
            <a:xfrm>
              <a:off x="6877075" y="3217300"/>
              <a:ext cx="9650" cy="9675"/>
            </a:xfrm>
            <a:custGeom>
              <a:rect b="b" l="l" r="r" t="t"/>
              <a:pathLst>
                <a:path extrusionOk="0" h="387" w="386">
                  <a:moveTo>
                    <a:pt x="193" y="0"/>
                  </a:moveTo>
                  <a:cubicBezTo>
                    <a:pt x="87" y="0"/>
                    <a:pt x="1" y="88"/>
                    <a:pt x="1" y="194"/>
                  </a:cubicBezTo>
                  <a:cubicBezTo>
                    <a:pt x="1" y="300"/>
                    <a:pt x="87" y="387"/>
                    <a:pt x="193" y="387"/>
                  </a:cubicBezTo>
                  <a:cubicBezTo>
                    <a:pt x="300" y="387"/>
                    <a:pt x="386" y="300"/>
                    <a:pt x="386" y="194"/>
                  </a:cubicBezTo>
                  <a:cubicBezTo>
                    <a:pt x="386" y="88"/>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39"/>
            <p:cNvSpPr/>
            <p:nvPr/>
          </p:nvSpPr>
          <p:spPr>
            <a:xfrm>
              <a:off x="6968675" y="3125700"/>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39"/>
            <p:cNvSpPr/>
            <p:nvPr/>
          </p:nvSpPr>
          <p:spPr>
            <a:xfrm>
              <a:off x="7029775" y="3064650"/>
              <a:ext cx="9650" cy="9650"/>
            </a:xfrm>
            <a:custGeom>
              <a:rect b="b" l="l" r="r" t="t"/>
              <a:pathLst>
                <a:path extrusionOk="0" h="386" w="386">
                  <a:moveTo>
                    <a:pt x="193" y="0"/>
                  </a:moveTo>
                  <a:cubicBezTo>
                    <a:pt x="87" y="0"/>
                    <a:pt x="0" y="87"/>
                    <a:pt x="0" y="193"/>
                  </a:cubicBezTo>
                  <a:cubicBezTo>
                    <a:pt x="0" y="299"/>
                    <a:pt x="87" y="385"/>
                    <a:pt x="193" y="385"/>
                  </a:cubicBezTo>
                  <a:cubicBezTo>
                    <a:pt x="299" y="385"/>
                    <a:pt x="385" y="299"/>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39"/>
            <p:cNvSpPr/>
            <p:nvPr/>
          </p:nvSpPr>
          <p:spPr>
            <a:xfrm>
              <a:off x="7060325" y="3034100"/>
              <a:ext cx="9650" cy="9700"/>
            </a:xfrm>
            <a:custGeom>
              <a:rect b="b" l="l" r="r" t="t"/>
              <a:pathLst>
                <a:path extrusionOk="0" h="388" w="386">
                  <a:moveTo>
                    <a:pt x="193" y="1"/>
                  </a:moveTo>
                  <a:cubicBezTo>
                    <a:pt x="86" y="1"/>
                    <a:pt x="0" y="87"/>
                    <a:pt x="0" y="193"/>
                  </a:cubicBezTo>
                  <a:cubicBezTo>
                    <a:pt x="0" y="299"/>
                    <a:pt x="86" y="387"/>
                    <a:pt x="193" y="387"/>
                  </a:cubicBezTo>
                  <a:cubicBezTo>
                    <a:pt x="299" y="387"/>
                    <a:pt x="385" y="299"/>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39"/>
            <p:cNvSpPr/>
            <p:nvPr/>
          </p:nvSpPr>
          <p:spPr>
            <a:xfrm>
              <a:off x="7090825" y="300355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39"/>
            <p:cNvSpPr/>
            <p:nvPr/>
          </p:nvSpPr>
          <p:spPr>
            <a:xfrm>
              <a:off x="7119725" y="2973025"/>
              <a:ext cx="12950" cy="9675"/>
            </a:xfrm>
            <a:custGeom>
              <a:rect b="b" l="l" r="r" t="t"/>
              <a:pathLst>
                <a:path extrusionOk="0" h="387" w="518">
                  <a:moveTo>
                    <a:pt x="259" y="0"/>
                  </a:moveTo>
                  <a:cubicBezTo>
                    <a:pt x="210" y="0"/>
                    <a:pt x="160" y="19"/>
                    <a:pt x="122" y="56"/>
                  </a:cubicBezTo>
                  <a:cubicBezTo>
                    <a:pt x="1" y="179"/>
                    <a:pt x="87" y="387"/>
                    <a:pt x="259" y="387"/>
                  </a:cubicBezTo>
                  <a:cubicBezTo>
                    <a:pt x="431" y="387"/>
                    <a:pt x="518" y="179"/>
                    <a:pt x="397" y="56"/>
                  </a:cubicBezTo>
                  <a:cubicBezTo>
                    <a:pt x="359"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39"/>
            <p:cNvSpPr/>
            <p:nvPr/>
          </p:nvSpPr>
          <p:spPr>
            <a:xfrm>
              <a:off x="6936500" y="3156225"/>
              <a:ext cx="12950" cy="9700"/>
            </a:xfrm>
            <a:custGeom>
              <a:rect b="b" l="l" r="r" t="t"/>
              <a:pathLst>
                <a:path extrusionOk="0" h="388" w="518">
                  <a:moveTo>
                    <a:pt x="259" y="0"/>
                  </a:moveTo>
                  <a:cubicBezTo>
                    <a:pt x="210" y="0"/>
                    <a:pt x="161" y="19"/>
                    <a:pt x="124" y="57"/>
                  </a:cubicBezTo>
                  <a:cubicBezTo>
                    <a:pt x="1" y="180"/>
                    <a:pt x="87" y="388"/>
                    <a:pt x="260" y="388"/>
                  </a:cubicBezTo>
                  <a:cubicBezTo>
                    <a:pt x="431" y="388"/>
                    <a:pt x="518" y="180"/>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0" name="Google Shape;8240;p3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8">
    <p:spTree>
      <p:nvGrpSpPr>
        <p:cNvPr id="8241" name="Shape 8241"/>
        <p:cNvGrpSpPr/>
        <p:nvPr/>
      </p:nvGrpSpPr>
      <p:grpSpPr>
        <a:xfrm>
          <a:off x="0" y="0"/>
          <a:ext cx="0" cy="0"/>
          <a:chOff x="0" y="0"/>
          <a:chExt cx="0" cy="0"/>
        </a:xfrm>
      </p:grpSpPr>
      <p:sp>
        <p:nvSpPr>
          <p:cNvPr id="8242" name="Google Shape;8242;p40"/>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p:txBody>
      </p:sp>
      <p:sp>
        <p:nvSpPr>
          <p:cNvPr id="8243" name="Google Shape;8243;p40"/>
          <p:cNvSpPr/>
          <p:nvPr/>
        </p:nvSpPr>
        <p:spPr>
          <a:xfrm>
            <a:off x="701250" y="1236900"/>
            <a:ext cx="7741500" cy="3906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4" name="Google Shape;8244;p40"/>
          <p:cNvGrpSpPr/>
          <p:nvPr/>
        </p:nvGrpSpPr>
        <p:grpSpPr>
          <a:xfrm>
            <a:off x="753099" y="1283617"/>
            <a:ext cx="349968" cy="2052568"/>
            <a:chOff x="1037125" y="2236325"/>
            <a:chExt cx="149100" cy="874475"/>
          </a:xfrm>
        </p:grpSpPr>
        <p:sp>
          <p:nvSpPr>
            <p:cNvPr id="8245" name="Google Shape;8245;p40"/>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40"/>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40"/>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40"/>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40"/>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40"/>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40"/>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40"/>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40"/>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40"/>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40"/>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40"/>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40"/>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40"/>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40"/>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40"/>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40"/>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40"/>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40"/>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40"/>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40"/>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40"/>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40"/>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40"/>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40"/>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40"/>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40"/>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40"/>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40"/>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40"/>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40"/>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40"/>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40"/>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40"/>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40"/>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40"/>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1" name="Google Shape;8281;p4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9">
    <p:spTree>
      <p:nvGrpSpPr>
        <p:cNvPr id="8282" name="Shape 8282"/>
        <p:cNvGrpSpPr/>
        <p:nvPr/>
      </p:nvGrpSpPr>
      <p:grpSpPr>
        <a:xfrm>
          <a:off x="0" y="0"/>
          <a:ext cx="0" cy="0"/>
          <a:chOff x="0" y="0"/>
          <a:chExt cx="0" cy="0"/>
        </a:xfrm>
      </p:grpSpPr>
      <p:sp>
        <p:nvSpPr>
          <p:cNvPr id="8283" name="Google Shape;8283;p41"/>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800"/>
              <a:buNone/>
              <a:defRPr>
                <a:latin typeface="Poppins Light"/>
                <a:ea typeface="Poppins Light"/>
                <a:cs typeface="Poppins Light"/>
                <a:sym typeface="Poppins Light"/>
              </a:defRPr>
            </a:lvl2pPr>
            <a:lvl3pPr lvl="2">
              <a:spcBef>
                <a:spcPts val="0"/>
              </a:spcBef>
              <a:spcAft>
                <a:spcPts val="0"/>
              </a:spcAft>
              <a:buSzPts val="1800"/>
              <a:buNone/>
              <a:defRPr>
                <a:latin typeface="Poppins Light"/>
                <a:ea typeface="Poppins Light"/>
                <a:cs typeface="Poppins Light"/>
                <a:sym typeface="Poppins Light"/>
              </a:defRPr>
            </a:lvl3pPr>
            <a:lvl4pPr lvl="3">
              <a:spcBef>
                <a:spcPts val="0"/>
              </a:spcBef>
              <a:spcAft>
                <a:spcPts val="0"/>
              </a:spcAft>
              <a:buSzPts val="1800"/>
              <a:buNone/>
              <a:defRPr>
                <a:latin typeface="Poppins Light"/>
                <a:ea typeface="Poppins Light"/>
                <a:cs typeface="Poppins Light"/>
                <a:sym typeface="Poppins Light"/>
              </a:defRPr>
            </a:lvl4pPr>
            <a:lvl5pPr lvl="4">
              <a:spcBef>
                <a:spcPts val="0"/>
              </a:spcBef>
              <a:spcAft>
                <a:spcPts val="0"/>
              </a:spcAft>
              <a:buSzPts val="1800"/>
              <a:buNone/>
              <a:defRPr>
                <a:latin typeface="Poppins Light"/>
                <a:ea typeface="Poppins Light"/>
                <a:cs typeface="Poppins Light"/>
                <a:sym typeface="Poppins Light"/>
              </a:defRPr>
            </a:lvl5pPr>
            <a:lvl6pPr lvl="5">
              <a:spcBef>
                <a:spcPts val="0"/>
              </a:spcBef>
              <a:spcAft>
                <a:spcPts val="0"/>
              </a:spcAft>
              <a:buSzPts val="1800"/>
              <a:buNone/>
              <a:defRPr>
                <a:latin typeface="Poppins Light"/>
                <a:ea typeface="Poppins Light"/>
                <a:cs typeface="Poppins Light"/>
                <a:sym typeface="Poppins Light"/>
              </a:defRPr>
            </a:lvl6pPr>
            <a:lvl7pPr lvl="6">
              <a:spcBef>
                <a:spcPts val="0"/>
              </a:spcBef>
              <a:spcAft>
                <a:spcPts val="0"/>
              </a:spcAft>
              <a:buSzPts val="1800"/>
              <a:buNone/>
              <a:defRPr>
                <a:latin typeface="Poppins Light"/>
                <a:ea typeface="Poppins Light"/>
                <a:cs typeface="Poppins Light"/>
                <a:sym typeface="Poppins Light"/>
              </a:defRPr>
            </a:lvl7pPr>
            <a:lvl8pPr lvl="7">
              <a:spcBef>
                <a:spcPts val="0"/>
              </a:spcBef>
              <a:spcAft>
                <a:spcPts val="0"/>
              </a:spcAft>
              <a:buSzPts val="1800"/>
              <a:buNone/>
              <a:defRPr>
                <a:latin typeface="Poppins Light"/>
                <a:ea typeface="Poppins Light"/>
                <a:cs typeface="Poppins Light"/>
                <a:sym typeface="Poppins Light"/>
              </a:defRPr>
            </a:lvl8pPr>
            <a:lvl9pPr lvl="8">
              <a:spcBef>
                <a:spcPts val="0"/>
              </a:spcBef>
              <a:spcAft>
                <a:spcPts val="0"/>
              </a:spcAft>
              <a:buSzPts val="1800"/>
              <a:buNone/>
              <a:defRPr>
                <a:latin typeface="Poppins Light"/>
                <a:ea typeface="Poppins Light"/>
                <a:cs typeface="Poppins Light"/>
                <a:sym typeface="Poppins Light"/>
              </a:defRPr>
            </a:lvl9pPr>
          </a:lstStyle>
          <a:p/>
        </p:txBody>
      </p:sp>
      <p:sp>
        <p:nvSpPr>
          <p:cNvPr id="8284" name="Google Shape;8284;p41"/>
          <p:cNvSpPr/>
          <p:nvPr/>
        </p:nvSpPr>
        <p:spPr>
          <a:xfrm>
            <a:off x="701250" y="1236900"/>
            <a:ext cx="7741500" cy="3906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5" name="Google Shape;8285;p41"/>
          <p:cNvGrpSpPr/>
          <p:nvPr/>
        </p:nvGrpSpPr>
        <p:grpSpPr>
          <a:xfrm>
            <a:off x="8603299" y="1236892"/>
            <a:ext cx="349968" cy="2052568"/>
            <a:chOff x="1037125" y="2236325"/>
            <a:chExt cx="149100" cy="874475"/>
          </a:xfrm>
        </p:grpSpPr>
        <p:sp>
          <p:nvSpPr>
            <p:cNvPr id="8286" name="Google Shape;8286;p41"/>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41"/>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41"/>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41"/>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41"/>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41"/>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41"/>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41"/>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41"/>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41"/>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41"/>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41"/>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41"/>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41"/>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41"/>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41"/>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41"/>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41"/>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41"/>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41"/>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41"/>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41"/>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41"/>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41"/>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41"/>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41"/>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41"/>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41"/>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41"/>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41"/>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41"/>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41"/>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41"/>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41"/>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41"/>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41"/>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2" name="Google Shape;8322;p4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10">
    <p:spTree>
      <p:nvGrpSpPr>
        <p:cNvPr id="8323" name="Shape 8323"/>
        <p:cNvGrpSpPr/>
        <p:nvPr/>
      </p:nvGrpSpPr>
      <p:grpSpPr>
        <a:xfrm>
          <a:off x="0" y="0"/>
          <a:ext cx="0" cy="0"/>
          <a:chOff x="0" y="0"/>
          <a:chExt cx="0" cy="0"/>
        </a:xfrm>
      </p:grpSpPr>
      <p:sp>
        <p:nvSpPr>
          <p:cNvPr id="8324" name="Google Shape;8324;p42"/>
          <p:cNvSpPr txBox="1"/>
          <p:nvPr>
            <p:ph idx="1" type="subTitle"/>
          </p:nvPr>
        </p:nvSpPr>
        <p:spPr>
          <a:xfrm>
            <a:off x="987275" y="1738267"/>
            <a:ext cx="1962300" cy="67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lgn="ctr">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25" name="Google Shape;8325;p42"/>
          <p:cNvSpPr txBox="1"/>
          <p:nvPr>
            <p:ph idx="2" type="subTitle"/>
          </p:nvPr>
        </p:nvSpPr>
        <p:spPr>
          <a:xfrm>
            <a:off x="987275" y="2100536"/>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160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26" name="Google Shape;8326;p42"/>
          <p:cNvSpPr txBox="1"/>
          <p:nvPr>
            <p:ph idx="3" type="subTitle"/>
          </p:nvPr>
        </p:nvSpPr>
        <p:spPr>
          <a:xfrm>
            <a:off x="3590850" y="1738267"/>
            <a:ext cx="1962300" cy="676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27" name="Google Shape;8327;p42"/>
          <p:cNvSpPr txBox="1"/>
          <p:nvPr>
            <p:ph idx="4" type="subTitle"/>
          </p:nvPr>
        </p:nvSpPr>
        <p:spPr>
          <a:xfrm>
            <a:off x="3590850" y="2100536"/>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160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28" name="Google Shape;8328;p42"/>
          <p:cNvSpPr txBox="1"/>
          <p:nvPr>
            <p:ph idx="5" type="subTitle"/>
          </p:nvPr>
        </p:nvSpPr>
        <p:spPr>
          <a:xfrm>
            <a:off x="6194425" y="1738267"/>
            <a:ext cx="1962300" cy="676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29" name="Google Shape;8329;p42"/>
          <p:cNvSpPr txBox="1"/>
          <p:nvPr>
            <p:ph idx="6" type="subTitle"/>
          </p:nvPr>
        </p:nvSpPr>
        <p:spPr>
          <a:xfrm>
            <a:off x="6194425" y="2100536"/>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160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30" name="Google Shape;8330;p42"/>
          <p:cNvSpPr txBox="1"/>
          <p:nvPr>
            <p:ph idx="7" type="subTitle"/>
          </p:nvPr>
        </p:nvSpPr>
        <p:spPr>
          <a:xfrm>
            <a:off x="987275" y="3607882"/>
            <a:ext cx="1962300" cy="676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31" name="Google Shape;8331;p42"/>
          <p:cNvSpPr txBox="1"/>
          <p:nvPr>
            <p:ph idx="8" type="subTitle"/>
          </p:nvPr>
        </p:nvSpPr>
        <p:spPr>
          <a:xfrm>
            <a:off x="987275" y="3963936"/>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160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32" name="Google Shape;8332;p42"/>
          <p:cNvSpPr txBox="1"/>
          <p:nvPr>
            <p:ph idx="9" type="subTitle"/>
          </p:nvPr>
        </p:nvSpPr>
        <p:spPr>
          <a:xfrm>
            <a:off x="3590850" y="3607882"/>
            <a:ext cx="1962300" cy="676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33" name="Google Shape;8333;p42"/>
          <p:cNvSpPr txBox="1"/>
          <p:nvPr>
            <p:ph idx="13" type="subTitle"/>
          </p:nvPr>
        </p:nvSpPr>
        <p:spPr>
          <a:xfrm>
            <a:off x="3590850" y="3963936"/>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160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34" name="Google Shape;8334;p42"/>
          <p:cNvSpPr txBox="1"/>
          <p:nvPr>
            <p:ph idx="14" type="subTitle"/>
          </p:nvPr>
        </p:nvSpPr>
        <p:spPr>
          <a:xfrm>
            <a:off x="6194425" y="3607882"/>
            <a:ext cx="1962300" cy="676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35" name="Google Shape;8335;p42"/>
          <p:cNvSpPr txBox="1"/>
          <p:nvPr>
            <p:ph idx="15" type="subTitle"/>
          </p:nvPr>
        </p:nvSpPr>
        <p:spPr>
          <a:xfrm>
            <a:off x="6194425" y="3963936"/>
            <a:ext cx="19623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160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36" name="Google Shape;8336;p42"/>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800"/>
              <a:buNone/>
              <a:defRPr>
                <a:latin typeface="Poppins Light"/>
                <a:ea typeface="Poppins Light"/>
                <a:cs typeface="Poppins Light"/>
                <a:sym typeface="Poppins Light"/>
              </a:defRPr>
            </a:lvl2pPr>
            <a:lvl3pPr lvl="2">
              <a:spcBef>
                <a:spcPts val="0"/>
              </a:spcBef>
              <a:spcAft>
                <a:spcPts val="0"/>
              </a:spcAft>
              <a:buSzPts val="1800"/>
              <a:buNone/>
              <a:defRPr>
                <a:latin typeface="Poppins Light"/>
                <a:ea typeface="Poppins Light"/>
                <a:cs typeface="Poppins Light"/>
                <a:sym typeface="Poppins Light"/>
              </a:defRPr>
            </a:lvl3pPr>
            <a:lvl4pPr lvl="3">
              <a:spcBef>
                <a:spcPts val="0"/>
              </a:spcBef>
              <a:spcAft>
                <a:spcPts val="0"/>
              </a:spcAft>
              <a:buSzPts val="1800"/>
              <a:buNone/>
              <a:defRPr>
                <a:latin typeface="Poppins Light"/>
                <a:ea typeface="Poppins Light"/>
                <a:cs typeface="Poppins Light"/>
                <a:sym typeface="Poppins Light"/>
              </a:defRPr>
            </a:lvl4pPr>
            <a:lvl5pPr lvl="4">
              <a:spcBef>
                <a:spcPts val="0"/>
              </a:spcBef>
              <a:spcAft>
                <a:spcPts val="0"/>
              </a:spcAft>
              <a:buSzPts val="1800"/>
              <a:buNone/>
              <a:defRPr>
                <a:latin typeface="Poppins Light"/>
                <a:ea typeface="Poppins Light"/>
                <a:cs typeface="Poppins Light"/>
                <a:sym typeface="Poppins Light"/>
              </a:defRPr>
            </a:lvl5pPr>
            <a:lvl6pPr lvl="5">
              <a:spcBef>
                <a:spcPts val="0"/>
              </a:spcBef>
              <a:spcAft>
                <a:spcPts val="0"/>
              </a:spcAft>
              <a:buSzPts val="1800"/>
              <a:buNone/>
              <a:defRPr>
                <a:latin typeface="Poppins Light"/>
                <a:ea typeface="Poppins Light"/>
                <a:cs typeface="Poppins Light"/>
                <a:sym typeface="Poppins Light"/>
              </a:defRPr>
            </a:lvl6pPr>
            <a:lvl7pPr lvl="6">
              <a:spcBef>
                <a:spcPts val="0"/>
              </a:spcBef>
              <a:spcAft>
                <a:spcPts val="0"/>
              </a:spcAft>
              <a:buSzPts val="1800"/>
              <a:buNone/>
              <a:defRPr>
                <a:latin typeface="Poppins Light"/>
                <a:ea typeface="Poppins Light"/>
                <a:cs typeface="Poppins Light"/>
                <a:sym typeface="Poppins Light"/>
              </a:defRPr>
            </a:lvl7pPr>
            <a:lvl8pPr lvl="7">
              <a:spcBef>
                <a:spcPts val="0"/>
              </a:spcBef>
              <a:spcAft>
                <a:spcPts val="0"/>
              </a:spcAft>
              <a:buSzPts val="1800"/>
              <a:buNone/>
              <a:defRPr>
                <a:latin typeface="Poppins Light"/>
                <a:ea typeface="Poppins Light"/>
                <a:cs typeface="Poppins Light"/>
                <a:sym typeface="Poppins Light"/>
              </a:defRPr>
            </a:lvl8pPr>
            <a:lvl9pPr lvl="8">
              <a:spcBef>
                <a:spcPts val="0"/>
              </a:spcBef>
              <a:spcAft>
                <a:spcPts val="0"/>
              </a:spcAft>
              <a:buSzPts val="1800"/>
              <a:buNone/>
              <a:defRPr>
                <a:latin typeface="Poppins Light"/>
                <a:ea typeface="Poppins Light"/>
                <a:cs typeface="Poppins Light"/>
                <a:sym typeface="Poppins Light"/>
              </a:defRPr>
            </a:lvl9pPr>
          </a:lstStyle>
          <a:p/>
        </p:txBody>
      </p:sp>
      <p:grpSp>
        <p:nvGrpSpPr>
          <p:cNvPr id="8337" name="Google Shape;8337;p42"/>
          <p:cNvGrpSpPr/>
          <p:nvPr/>
        </p:nvGrpSpPr>
        <p:grpSpPr>
          <a:xfrm rot="1396384">
            <a:off x="-981862" y="-430891"/>
            <a:ext cx="1908331" cy="2002239"/>
            <a:chOff x="1978188" y="2669545"/>
            <a:chExt cx="1908398" cy="2002309"/>
          </a:xfrm>
        </p:grpSpPr>
        <p:sp>
          <p:nvSpPr>
            <p:cNvPr id="8338" name="Google Shape;8338;p42"/>
            <p:cNvSpPr/>
            <p:nvPr/>
          </p:nvSpPr>
          <p:spPr>
            <a:xfrm rot="-5400000">
              <a:off x="1995503" y="2780771"/>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42"/>
            <p:cNvSpPr/>
            <p:nvPr/>
          </p:nvSpPr>
          <p:spPr>
            <a:xfrm rot="-5400000">
              <a:off x="1931235" y="2716498"/>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0" name="Google Shape;8340;p4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11">
    <p:spTree>
      <p:nvGrpSpPr>
        <p:cNvPr id="8341" name="Shape 8341"/>
        <p:cNvGrpSpPr/>
        <p:nvPr/>
      </p:nvGrpSpPr>
      <p:grpSpPr>
        <a:xfrm>
          <a:off x="0" y="0"/>
          <a:ext cx="0" cy="0"/>
          <a:chOff x="0" y="0"/>
          <a:chExt cx="0" cy="0"/>
        </a:xfrm>
      </p:grpSpPr>
      <p:sp>
        <p:nvSpPr>
          <p:cNvPr id="8342" name="Google Shape;8342;p43"/>
          <p:cNvSpPr txBox="1"/>
          <p:nvPr>
            <p:ph idx="1" type="subTitle"/>
          </p:nvPr>
        </p:nvSpPr>
        <p:spPr>
          <a:xfrm>
            <a:off x="3872550" y="1174940"/>
            <a:ext cx="1698000" cy="4788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43" name="Google Shape;8343;p43"/>
          <p:cNvSpPr txBox="1"/>
          <p:nvPr>
            <p:ph idx="2" type="subTitle"/>
          </p:nvPr>
        </p:nvSpPr>
        <p:spPr>
          <a:xfrm>
            <a:off x="3872550" y="1505061"/>
            <a:ext cx="1698000" cy="54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44" name="Google Shape;8344;p43"/>
          <p:cNvSpPr txBox="1"/>
          <p:nvPr>
            <p:ph idx="3" type="subTitle"/>
          </p:nvPr>
        </p:nvSpPr>
        <p:spPr>
          <a:xfrm>
            <a:off x="6720450" y="1174940"/>
            <a:ext cx="1698000" cy="4788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45" name="Google Shape;8345;p43"/>
          <p:cNvSpPr txBox="1"/>
          <p:nvPr>
            <p:ph idx="4" type="subTitle"/>
          </p:nvPr>
        </p:nvSpPr>
        <p:spPr>
          <a:xfrm>
            <a:off x="6720450" y="1505061"/>
            <a:ext cx="1698000" cy="54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46" name="Google Shape;8346;p43"/>
          <p:cNvSpPr txBox="1"/>
          <p:nvPr>
            <p:ph idx="5" type="subTitle"/>
          </p:nvPr>
        </p:nvSpPr>
        <p:spPr>
          <a:xfrm>
            <a:off x="3872550" y="2454665"/>
            <a:ext cx="1698000" cy="4788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47" name="Google Shape;8347;p43"/>
          <p:cNvSpPr txBox="1"/>
          <p:nvPr>
            <p:ph idx="6" type="subTitle"/>
          </p:nvPr>
        </p:nvSpPr>
        <p:spPr>
          <a:xfrm>
            <a:off x="3872550" y="2784786"/>
            <a:ext cx="1698000" cy="54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48" name="Google Shape;8348;p43"/>
          <p:cNvSpPr txBox="1"/>
          <p:nvPr>
            <p:ph idx="7" type="subTitle"/>
          </p:nvPr>
        </p:nvSpPr>
        <p:spPr>
          <a:xfrm>
            <a:off x="6720450" y="2454665"/>
            <a:ext cx="1698000" cy="4788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49" name="Google Shape;8349;p43"/>
          <p:cNvSpPr txBox="1"/>
          <p:nvPr>
            <p:ph idx="8" type="subTitle"/>
          </p:nvPr>
        </p:nvSpPr>
        <p:spPr>
          <a:xfrm>
            <a:off x="6720450" y="2784786"/>
            <a:ext cx="1698000" cy="54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50" name="Google Shape;8350;p43"/>
          <p:cNvSpPr txBox="1"/>
          <p:nvPr>
            <p:ph idx="9" type="subTitle"/>
          </p:nvPr>
        </p:nvSpPr>
        <p:spPr>
          <a:xfrm>
            <a:off x="3872550" y="3734390"/>
            <a:ext cx="1698000" cy="4788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51" name="Google Shape;8351;p43"/>
          <p:cNvSpPr txBox="1"/>
          <p:nvPr>
            <p:ph idx="13" type="subTitle"/>
          </p:nvPr>
        </p:nvSpPr>
        <p:spPr>
          <a:xfrm>
            <a:off x="3872550" y="4064511"/>
            <a:ext cx="1698000" cy="54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52" name="Google Shape;8352;p43"/>
          <p:cNvSpPr txBox="1"/>
          <p:nvPr>
            <p:ph idx="14" type="subTitle"/>
          </p:nvPr>
        </p:nvSpPr>
        <p:spPr>
          <a:xfrm>
            <a:off x="6720450" y="3734390"/>
            <a:ext cx="1698000" cy="4788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53" name="Google Shape;8353;p43"/>
          <p:cNvSpPr txBox="1"/>
          <p:nvPr>
            <p:ph idx="15" type="subTitle"/>
          </p:nvPr>
        </p:nvSpPr>
        <p:spPr>
          <a:xfrm>
            <a:off x="6720450" y="4064511"/>
            <a:ext cx="1698000" cy="54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54" name="Google Shape;8354;p43"/>
          <p:cNvSpPr/>
          <p:nvPr/>
        </p:nvSpPr>
        <p:spPr>
          <a:xfrm>
            <a:off x="0" y="-225"/>
            <a:ext cx="26001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43"/>
          <p:cNvSpPr txBox="1"/>
          <p:nvPr>
            <p:ph type="title"/>
          </p:nvPr>
        </p:nvSpPr>
        <p:spPr>
          <a:xfrm>
            <a:off x="2738925" y="431400"/>
            <a:ext cx="5543700" cy="4782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800"/>
              <a:buNone/>
              <a:defRPr>
                <a:latin typeface="Poppins Light"/>
                <a:ea typeface="Poppins Light"/>
                <a:cs typeface="Poppins Light"/>
                <a:sym typeface="Poppins Light"/>
              </a:defRPr>
            </a:lvl2pPr>
            <a:lvl3pPr lvl="2">
              <a:spcBef>
                <a:spcPts val="0"/>
              </a:spcBef>
              <a:spcAft>
                <a:spcPts val="0"/>
              </a:spcAft>
              <a:buSzPts val="1800"/>
              <a:buNone/>
              <a:defRPr>
                <a:latin typeface="Poppins Light"/>
                <a:ea typeface="Poppins Light"/>
                <a:cs typeface="Poppins Light"/>
                <a:sym typeface="Poppins Light"/>
              </a:defRPr>
            </a:lvl3pPr>
            <a:lvl4pPr lvl="3">
              <a:spcBef>
                <a:spcPts val="0"/>
              </a:spcBef>
              <a:spcAft>
                <a:spcPts val="0"/>
              </a:spcAft>
              <a:buSzPts val="1800"/>
              <a:buNone/>
              <a:defRPr>
                <a:latin typeface="Poppins Light"/>
                <a:ea typeface="Poppins Light"/>
                <a:cs typeface="Poppins Light"/>
                <a:sym typeface="Poppins Light"/>
              </a:defRPr>
            </a:lvl4pPr>
            <a:lvl5pPr lvl="4">
              <a:spcBef>
                <a:spcPts val="0"/>
              </a:spcBef>
              <a:spcAft>
                <a:spcPts val="0"/>
              </a:spcAft>
              <a:buSzPts val="1800"/>
              <a:buNone/>
              <a:defRPr>
                <a:latin typeface="Poppins Light"/>
                <a:ea typeface="Poppins Light"/>
                <a:cs typeface="Poppins Light"/>
                <a:sym typeface="Poppins Light"/>
              </a:defRPr>
            </a:lvl5pPr>
            <a:lvl6pPr lvl="5">
              <a:spcBef>
                <a:spcPts val="0"/>
              </a:spcBef>
              <a:spcAft>
                <a:spcPts val="0"/>
              </a:spcAft>
              <a:buSzPts val="1800"/>
              <a:buNone/>
              <a:defRPr>
                <a:latin typeface="Poppins Light"/>
                <a:ea typeface="Poppins Light"/>
                <a:cs typeface="Poppins Light"/>
                <a:sym typeface="Poppins Light"/>
              </a:defRPr>
            </a:lvl6pPr>
            <a:lvl7pPr lvl="6">
              <a:spcBef>
                <a:spcPts val="0"/>
              </a:spcBef>
              <a:spcAft>
                <a:spcPts val="0"/>
              </a:spcAft>
              <a:buSzPts val="1800"/>
              <a:buNone/>
              <a:defRPr>
                <a:latin typeface="Poppins Light"/>
                <a:ea typeface="Poppins Light"/>
                <a:cs typeface="Poppins Light"/>
                <a:sym typeface="Poppins Light"/>
              </a:defRPr>
            </a:lvl7pPr>
            <a:lvl8pPr lvl="7">
              <a:spcBef>
                <a:spcPts val="0"/>
              </a:spcBef>
              <a:spcAft>
                <a:spcPts val="0"/>
              </a:spcAft>
              <a:buSzPts val="1800"/>
              <a:buNone/>
              <a:defRPr>
                <a:latin typeface="Poppins Light"/>
                <a:ea typeface="Poppins Light"/>
                <a:cs typeface="Poppins Light"/>
                <a:sym typeface="Poppins Light"/>
              </a:defRPr>
            </a:lvl8pPr>
            <a:lvl9pPr lvl="8">
              <a:spcBef>
                <a:spcPts val="0"/>
              </a:spcBef>
              <a:spcAft>
                <a:spcPts val="0"/>
              </a:spcAft>
              <a:buSzPts val="1800"/>
              <a:buNone/>
              <a:defRPr>
                <a:latin typeface="Poppins Light"/>
                <a:ea typeface="Poppins Light"/>
                <a:cs typeface="Poppins Light"/>
                <a:sym typeface="Poppins Light"/>
              </a:defRPr>
            </a:lvl9pPr>
          </a:lstStyle>
          <a:p/>
        </p:txBody>
      </p:sp>
      <p:sp>
        <p:nvSpPr>
          <p:cNvPr id="8356" name="Google Shape;8356;p43"/>
          <p:cNvSpPr/>
          <p:nvPr/>
        </p:nvSpPr>
        <p:spPr>
          <a:xfrm>
            <a:off x="3067097" y="1307350"/>
            <a:ext cx="724800" cy="724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43"/>
          <p:cNvSpPr/>
          <p:nvPr/>
        </p:nvSpPr>
        <p:spPr>
          <a:xfrm>
            <a:off x="5915472" y="1307350"/>
            <a:ext cx="724800" cy="724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43"/>
          <p:cNvSpPr/>
          <p:nvPr/>
        </p:nvSpPr>
        <p:spPr>
          <a:xfrm>
            <a:off x="3067097" y="2592263"/>
            <a:ext cx="724800" cy="724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43"/>
          <p:cNvSpPr/>
          <p:nvPr/>
        </p:nvSpPr>
        <p:spPr>
          <a:xfrm>
            <a:off x="5915472" y="2592263"/>
            <a:ext cx="724800" cy="724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43"/>
          <p:cNvSpPr/>
          <p:nvPr/>
        </p:nvSpPr>
        <p:spPr>
          <a:xfrm>
            <a:off x="3067097" y="3877187"/>
            <a:ext cx="724800" cy="724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43"/>
          <p:cNvSpPr/>
          <p:nvPr/>
        </p:nvSpPr>
        <p:spPr>
          <a:xfrm>
            <a:off x="5915472" y="3877187"/>
            <a:ext cx="724800" cy="724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2">
    <p:spTree>
      <p:nvGrpSpPr>
        <p:cNvPr id="8363" name="Shape 8363"/>
        <p:cNvGrpSpPr/>
        <p:nvPr/>
      </p:nvGrpSpPr>
      <p:grpSpPr>
        <a:xfrm>
          <a:off x="0" y="0"/>
          <a:ext cx="0" cy="0"/>
          <a:chOff x="0" y="0"/>
          <a:chExt cx="0" cy="0"/>
        </a:xfrm>
      </p:grpSpPr>
      <p:sp>
        <p:nvSpPr>
          <p:cNvPr id="8364" name="Google Shape;8364;p44"/>
          <p:cNvSpPr txBox="1"/>
          <p:nvPr>
            <p:ph idx="1" type="subTitle"/>
          </p:nvPr>
        </p:nvSpPr>
        <p:spPr>
          <a:xfrm>
            <a:off x="1436475" y="3432210"/>
            <a:ext cx="2327100" cy="47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1600"/>
              <a:buFont typeface="Poppins SemiBold"/>
              <a:buNone/>
              <a:defRPr sz="1800">
                <a:solidFill>
                  <a:schemeClr val="accent1"/>
                </a:solidFill>
                <a:latin typeface="Poppins SemiBold"/>
                <a:ea typeface="Poppins SemiBold"/>
                <a:cs typeface="Poppins SemiBold"/>
                <a:sym typeface="Poppins SemiBold"/>
              </a:defRPr>
            </a:lvl1pPr>
            <a:lvl2pPr lvl="1" rtl="0" algn="ctr">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65" name="Google Shape;8365;p44"/>
          <p:cNvSpPr txBox="1"/>
          <p:nvPr>
            <p:ph idx="2" type="subTitle"/>
          </p:nvPr>
        </p:nvSpPr>
        <p:spPr>
          <a:xfrm>
            <a:off x="1436475" y="3790019"/>
            <a:ext cx="23271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8366" name="Google Shape;8366;p44"/>
          <p:cNvSpPr txBox="1"/>
          <p:nvPr>
            <p:ph idx="3" type="subTitle"/>
          </p:nvPr>
        </p:nvSpPr>
        <p:spPr>
          <a:xfrm>
            <a:off x="5380425" y="3432210"/>
            <a:ext cx="2327100" cy="47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1600"/>
              <a:buFont typeface="Poppins SemiBold"/>
              <a:buNone/>
              <a:defRPr sz="1800">
                <a:solidFill>
                  <a:schemeClr val="accent1"/>
                </a:solidFill>
                <a:latin typeface="Poppins SemiBold"/>
                <a:ea typeface="Poppins SemiBold"/>
                <a:cs typeface="Poppins SemiBold"/>
                <a:sym typeface="Poppins SemiBold"/>
              </a:defRPr>
            </a:lvl1pPr>
            <a:lvl2pPr lvl="1" rtl="0" algn="ctr">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8367" name="Google Shape;8367;p44"/>
          <p:cNvSpPr txBox="1"/>
          <p:nvPr>
            <p:ph idx="4" type="subTitle"/>
          </p:nvPr>
        </p:nvSpPr>
        <p:spPr>
          <a:xfrm>
            <a:off x="5380425" y="3790019"/>
            <a:ext cx="23271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grpSp>
        <p:nvGrpSpPr>
          <p:cNvPr id="8368" name="Google Shape;8368;p44"/>
          <p:cNvGrpSpPr/>
          <p:nvPr/>
        </p:nvGrpSpPr>
        <p:grpSpPr>
          <a:xfrm>
            <a:off x="412974" y="675717"/>
            <a:ext cx="349968" cy="2052568"/>
            <a:chOff x="1037125" y="2236325"/>
            <a:chExt cx="149100" cy="874475"/>
          </a:xfrm>
        </p:grpSpPr>
        <p:sp>
          <p:nvSpPr>
            <p:cNvPr id="8369" name="Google Shape;8369;p44"/>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44"/>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44"/>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44"/>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44"/>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44"/>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44"/>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44"/>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44"/>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44"/>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44"/>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44"/>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44"/>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44"/>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44"/>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44"/>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44"/>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44"/>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44"/>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44"/>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44"/>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44"/>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44"/>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44"/>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44"/>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44"/>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44"/>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44"/>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44"/>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44"/>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44"/>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44"/>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44"/>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44"/>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44"/>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44"/>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5" name="Google Shape;8405;p44"/>
          <p:cNvSpPr/>
          <p:nvPr/>
        </p:nvSpPr>
        <p:spPr>
          <a:xfrm>
            <a:off x="-244675" y="3963664"/>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44"/>
          <p:cNvSpPr/>
          <p:nvPr/>
        </p:nvSpPr>
        <p:spPr>
          <a:xfrm>
            <a:off x="64722" y="2844366"/>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44"/>
          <p:cNvSpPr/>
          <p:nvPr/>
        </p:nvSpPr>
        <p:spPr>
          <a:xfrm rot="-5400000">
            <a:off x="8437842" y="3837115"/>
            <a:ext cx="445241" cy="385621"/>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44"/>
          <p:cNvSpPr/>
          <p:nvPr/>
        </p:nvSpPr>
        <p:spPr>
          <a:xfrm rot="-5400000">
            <a:off x="8257050" y="3215613"/>
            <a:ext cx="1247936" cy="1094228"/>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9" name="Google Shape;8409;p44"/>
          <p:cNvGrpSpPr/>
          <p:nvPr/>
        </p:nvGrpSpPr>
        <p:grpSpPr>
          <a:xfrm>
            <a:off x="8550205" y="438448"/>
            <a:ext cx="1136960" cy="1115243"/>
            <a:chOff x="5930025" y="3771375"/>
            <a:chExt cx="668800" cy="656025"/>
          </a:xfrm>
        </p:grpSpPr>
        <p:sp>
          <p:nvSpPr>
            <p:cNvPr id="8410" name="Google Shape;8410;p44"/>
            <p:cNvSpPr/>
            <p:nvPr/>
          </p:nvSpPr>
          <p:spPr>
            <a:xfrm>
              <a:off x="6046675" y="4331700"/>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44"/>
            <p:cNvSpPr/>
            <p:nvPr/>
          </p:nvSpPr>
          <p:spPr>
            <a:xfrm>
              <a:off x="6067350" y="4331700"/>
              <a:ext cx="18250" cy="15650"/>
            </a:xfrm>
            <a:custGeom>
              <a:rect b="b" l="l" r="r" t="t"/>
              <a:pathLst>
                <a:path extrusionOk="0" h="626" w="730">
                  <a:moveTo>
                    <a:pt x="418" y="1"/>
                  </a:moveTo>
                  <a:cubicBezTo>
                    <a:pt x="140" y="1"/>
                    <a:pt x="1" y="337"/>
                    <a:pt x="198" y="534"/>
                  </a:cubicBezTo>
                  <a:cubicBezTo>
                    <a:pt x="261" y="597"/>
                    <a:pt x="339" y="625"/>
                    <a:pt x="415" y="625"/>
                  </a:cubicBezTo>
                  <a:cubicBezTo>
                    <a:pt x="575" y="625"/>
                    <a:pt x="730" y="501"/>
                    <a:pt x="730" y="313"/>
                  </a:cubicBezTo>
                  <a:cubicBezTo>
                    <a:pt x="730" y="140"/>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44"/>
            <p:cNvSpPr/>
            <p:nvPr/>
          </p:nvSpPr>
          <p:spPr>
            <a:xfrm>
              <a:off x="6093325" y="43317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44"/>
            <p:cNvSpPr/>
            <p:nvPr/>
          </p:nvSpPr>
          <p:spPr>
            <a:xfrm>
              <a:off x="6116650" y="43317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44"/>
            <p:cNvSpPr/>
            <p:nvPr/>
          </p:nvSpPr>
          <p:spPr>
            <a:xfrm>
              <a:off x="6139975" y="43317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44"/>
            <p:cNvSpPr/>
            <p:nvPr/>
          </p:nvSpPr>
          <p:spPr>
            <a:xfrm>
              <a:off x="6160650" y="4331700"/>
              <a:ext cx="18300" cy="15650"/>
            </a:xfrm>
            <a:custGeom>
              <a:rect b="b" l="l" r="r" t="t"/>
              <a:pathLst>
                <a:path extrusionOk="0" h="626" w="732">
                  <a:moveTo>
                    <a:pt x="419" y="1"/>
                  </a:moveTo>
                  <a:cubicBezTo>
                    <a:pt x="140" y="1"/>
                    <a:pt x="1" y="337"/>
                    <a:pt x="198" y="534"/>
                  </a:cubicBezTo>
                  <a:cubicBezTo>
                    <a:pt x="261" y="597"/>
                    <a:pt x="339" y="625"/>
                    <a:pt x="416" y="625"/>
                  </a:cubicBezTo>
                  <a:cubicBezTo>
                    <a:pt x="577" y="625"/>
                    <a:pt x="731" y="501"/>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44"/>
            <p:cNvSpPr/>
            <p:nvPr/>
          </p:nvSpPr>
          <p:spPr>
            <a:xfrm>
              <a:off x="6186625" y="43317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44"/>
            <p:cNvSpPr/>
            <p:nvPr/>
          </p:nvSpPr>
          <p:spPr>
            <a:xfrm>
              <a:off x="620995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44"/>
            <p:cNvSpPr/>
            <p:nvPr/>
          </p:nvSpPr>
          <p:spPr>
            <a:xfrm>
              <a:off x="6233275" y="4331700"/>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44"/>
            <p:cNvSpPr/>
            <p:nvPr/>
          </p:nvSpPr>
          <p:spPr>
            <a:xfrm>
              <a:off x="625660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44"/>
            <p:cNvSpPr/>
            <p:nvPr/>
          </p:nvSpPr>
          <p:spPr>
            <a:xfrm>
              <a:off x="6279950" y="43317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44"/>
            <p:cNvSpPr/>
            <p:nvPr/>
          </p:nvSpPr>
          <p:spPr>
            <a:xfrm>
              <a:off x="630325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44"/>
            <p:cNvSpPr/>
            <p:nvPr/>
          </p:nvSpPr>
          <p:spPr>
            <a:xfrm>
              <a:off x="6323950" y="4331700"/>
              <a:ext cx="18300" cy="15625"/>
            </a:xfrm>
            <a:custGeom>
              <a:rect b="b" l="l" r="r" t="t"/>
              <a:pathLst>
                <a:path extrusionOk="0" h="625" w="732">
                  <a:moveTo>
                    <a:pt x="419" y="1"/>
                  </a:moveTo>
                  <a:cubicBezTo>
                    <a:pt x="140" y="1"/>
                    <a:pt x="1" y="337"/>
                    <a:pt x="198" y="533"/>
                  </a:cubicBezTo>
                  <a:cubicBezTo>
                    <a:pt x="261" y="596"/>
                    <a:pt x="340" y="625"/>
                    <a:pt x="417" y="625"/>
                  </a:cubicBezTo>
                  <a:cubicBezTo>
                    <a:pt x="577" y="625"/>
                    <a:pt x="731" y="501"/>
                    <a:pt x="731" y="313"/>
                  </a:cubicBezTo>
                  <a:cubicBezTo>
                    <a:pt x="731" y="140"/>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44"/>
            <p:cNvSpPr/>
            <p:nvPr/>
          </p:nvSpPr>
          <p:spPr>
            <a:xfrm>
              <a:off x="6349900" y="43317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44"/>
            <p:cNvSpPr/>
            <p:nvPr/>
          </p:nvSpPr>
          <p:spPr>
            <a:xfrm>
              <a:off x="637325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44"/>
            <p:cNvSpPr/>
            <p:nvPr/>
          </p:nvSpPr>
          <p:spPr>
            <a:xfrm>
              <a:off x="6396600" y="4331700"/>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44"/>
            <p:cNvSpPr/>
            <p:nvPr/>
          </p:nvSpPr>
          <p:spPr>
            <a:xfrm>
              <a:off x="641990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44"/>
            <p:cNvSpPr/>
            <p:nvPr/>
          </p:nvSpPr>
          <p:spPr>
            <a:xfrm>
              <a:off x="6443250" y="433170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44"/>
            <p:cNvSpPr/>
            <p:nvPr/>
          </p:nvSpPr>
          <p:spPr>
            <a:xfrm>
              <a:off x="6466550" y="43317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44"/>
            <p:cNvSpPr/>
            <p:nvPr/>
          </p:nvSpPr>
          <p:spPr>
            <a:xfrm>
              <a:off x="6023325" y="431170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44"/>
            <p:cNvSpPr/>
            <p:nvPr/>
          </p:nvSpPr>
          <p:spPr>
            <a:xfrm>
              <a:off x="6046675" y="4311700"/>
              <a:ext cx="15625" cy="15625"/>
            </a:xfrm>
            <a:custGeom>
              <a:rect b="b" l="l" r="r" t="t"/>
              <a:pathLst>
                <a:path extrusionOk="0" h="625" w="625">
                  <a:moveTo>
                    <a:pt x="312" y="0"/>
                  </a:moveTo>
                  <a:cubicBezTo>
                    <a:pt x="139" y="0"/>
                    <a:pt x="0" y="140"/>
                    <a:pt x="0" y="313"/>
                  </a:cubicBezTo>
                  <a:cubicBezTo>
                    <a:pt x="0" y="485"/>
                    <a:pt x="139"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44"/>
            <p:cNvSpPr/>
            <p:nvPr/>
          </p:nvSpPr>
          <p:spPr>
            <a:xfrm>
              <a:off x="6067350" y="4311700"/>
              <a:ext cx="18250" cy="15650"/>
            </a:xfrm>
            <a:custGeom>
              <a:rect b="b" l="l" r="r" t="t"/>
              <a:pathLst>
                <a:path extrusionOk="0" h="626" w="730">
                  <a:moveTo>
                    <a:pt x="418" y="0"/>
                  </a:moveTo>
                  <a:cubicBezTo>
                    <a:pt x="140" y="0"/>
                    <a:pt x="1" y="337"/>
                    <a:pt x="198" y="534"/>
                  </a:cubicBezTo>
                  <a:cubicBezTo>
                    <a:pt x="261" y="597"/>
                    <a:pt x="339" y="625"/>
                    <a:pt x="415" y="625"/>
                  </a:cubicBezTo>
                  <a:cubicBezTo>
                    <a:pt x="575" y="625"/>
                    <a:pt x="730" y="500"/>
                    <a:pt x="730" y="313"/>
                  </a:cubicBezTo>
                  <a:cubicBezTo>
                    <a:pt x="730" y="140"/>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44"/>
            <p:cNvSpPr/>
            <p:nvPr/>
          </p:nvSpPr>
          <p:spPr>
            <a:xfrm>
              <a:off x="6093325" y="431170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44"/>
            <p:cNvSpPr/>
            <p:nvPr/>
          </p:nvSpPr>
          <p:spPr>
            <a:xfrm>
              <a:off x="6116650" y="431170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44"/>
            <p:cNvSpPr/>
            <p:nvPr/>
          </p:nvSpPr>
          <p:spPr>
            <a:xfrm>
              <a:off x="6139975" y="431170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44"/>
            <p:cNvSpPr/>
            <p:nvPr/>
          </p:nvSpPr>
          <p:spPr>
            <a:xfrm>
              <a:off x="6160650" y="4311700"/>
              <a:ext cx="18300" cy="15650"/>
            </a:xfrm>
            <a:custGeom>
              <a:rect b="b" l="l" r="r" t="t"/>
              <a:pathLst>
                <a:path extrusionOk="0" h="626" w="732">
                  <a:moveTo>
                    <a:pt x="419" y="0"/>
                  </a:moveTo>
                  <a:cubicBezTo>
                    <a:pt x="140" y="0"/>
                    <a:pt x="1" y="337"/>
                    <a:pt x="198" y="534"/>
                  </a:cubicBezTo>
                  <a:cubicBezTo>
                    <a:pt x="261" y="597"/>
                    <a:pt x="339" y="625"/>
                    <a:pt x="416" y="625"/>
                  </a:cubicBezTo>
                  <a:cubicBezTo>
                    <a:pt x="577" y="625"/>
                    <a:pt x="731" y="500"/>
                    <a:pt x="731" y="313"/>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44"/>
            <p:cNvSpPr/>
            <p:nvPr/>
          </p:nvSpPr>
          <p:spPr>
            <a:xfrm>
              <a:off x="6186625" y="431170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44"/>
            <p:cNvSpPr/>
            <p:nvPr/>
          </p:nvSpPr>
          <p:spPr>
            <a:xfrm>
              <a:off x="6067350" y="4351725"/>
              <a:ext cx="18250" cy="15650"/>
            </a:xfrm>
            <a:custGeom>
              <a:rect b="b" l="l" r="r" t="t"/>
              <a:pathLst>
                <a:path extrusionOk="0" h="626" w="730">
                  <a:moveTo>
                    <a:pt x="418" y="0"/>
                  </a:moveTo>
                  <a:cubicBezTo>
                    <a:pt x="140" y="0"/>
                    <a:pt x="1" y="337"/>
                    <a:pt x="198" y="534"/>
                  </a:cubicBezTo>
                  <a:cubicBezTo>
                    <a:pt x="261" y="597"/>
                    <a:pt x="339" y="625"/>
                    <a:pt x="416" y="625"/>
                  </a:cubicBezTo>
                  <a:cubicBezTo>
                    <a:pt x="576" y="625"/>
                    <a:pt x="730" y="501"/>
                    <a:pt x="730" y="312"/>
                  </a:cubicBezTo>
                  <a:cubicBezTo>
                    <a:pt x="730" y="139"/>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44"/>
            <p:cNvSpPr/>
            <p:nvPr/>
          </p:nvSpPr>
          <p:spPr>
            <a:xfrm>
              <a:off x="6093325" y="4351725"/>
              <a:ext cx="15625" cy="15625"/>
            </a:xfrm>
            <a:custGeom>
              <a:rect b="b" l="l" r="r" t="t"/>
              <a:pathLst>
                <a:path extrusionOk="0" h="625" w="625">
                  <a:moveTo>
                    <a:pt x="312" y="0"/>
                  </a:moveTo>
                  <a:cubicBezTo>
                    <a:pt x="140" y="0"/>
                    <a:pt x="0" y="139"/>
                    <a:pt x="0" y="312"/>
                  </a:cubicBezTo>
                  <a:cubicBezTo>
                    <a:pt x="0" y="485"/>
                    <a:pt x="140" y="625"/>
                    <a:pt x="312" y="625"/>
                  </a:cubicBezTo>
                  <a:cubicBezTo>
                    <a:pt x="485" y="625"/>
                    <a:pt x="625" y="485"/>
                    <a:pt x="625" y="312"/>
                  </a:cubicBezTo>
                  <a:cubicBezTo>
                    <a:pt x="625" y="139"/>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44"/>
            <p:cNvSpPr/>
            <p:nvPr/>
          </p:nvSpPr>
          <p:spPr>
            <a:xfrm>
              <a:off x="6116650" y="4351725"/>
              <a:ext cx="15650" cy="15625"/>
            </a:xfrm>
            <a:custGeom>
              <a:rect b="b" l="l" r="r" t="t"/>
              <a:pathLst>
                <a:path extrusionOk="0" h="625" w="626">
                  <a:moveTo>
                    <a:pt x="313" y="0"/>
                  </a:moveTo>
                  <a:cubicBezTo>
                    <a:pt x="140" y="0"/>
                    <a:pt x="1" y="139"/>
                    <a:pt x="1" y="312"/>
                  </a:cubicBezTo>
                  <a:cubicBezTo>
                    <a:pt x="1" y="485"/>
                    <a:pt x="140" y="625"/>
                    <a:pt x="313" y="625"/>
                  </a:cubicBezTo>
                  <a:cubicBezTo>
                    <a:pt x="484" y="625"/>
                    <a:pt x="625" y="485"/>
                    <a:pt x="625" y="312"/>
                  </a:cubicBezTo>
                  <a:cubicBezTo>
                    <a:pt x="625" y="139"/>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44"/>
            <p:cNvSpPr/>
            <p:nvPr/>
          </p:nvSpPr>
          <p:spPr>
            <a:xfrm>
              <a:off x="6139975" y="4351725"/>
              <a:ext cx="15625" cy="15625"/>
            </a:xfrm>
            <a:custGeom>
              <a:rect b="b" l="l" r="r" t="t"/>
              <a:pathLst>
                <a:path extrusionOk="0" h="625" w="625">
                  <a:moveTo>
                    <a:pt x="312" y="0"/>
                  </a:moveTo>
                  <a:cubicBezTo>
                    <a:pt x="140" y="0"/>
                    <a:pt x="0" y="139"/>
                    <a:pt x="0" y="312"/>
                  </a:cubicBezTo>
                  <a:cubicBezTo>
                    <a:pt x="0" y="485"/>
                    <a:pt x="140" y="625"/>
                    <a:pt x="312" y="625"/>
                  </a:cubicBezTo>
                  <a:cubicBezTo>
                    <a:pt x="485" y="625"/>
                    <a:pt x="625" y="485"/>
                    <a:pt x="625" y="312"/>
                  </a:cubicBezTo>
                  <a:cubicBezTo>
                    <a:pt x="625" y="139"/>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44"/>
            <p:cNvSpPr/>
            <p:nvPr/>
          </p:nvSpPr>
          <p:spPr>
            <a:xfrm>
              <a:off x="6160650" y="4351725"/>
              <a:ext cx="18300" cy="15650"/>
            </a:xfrm>
            <a:custGeom>
              <a:rect b="b" l="l" r="r" t="t"/>
              <a:pathLst>
                <a:path extrusionOk="0" h="626" w="732">
                  <a:moveTo>
                    <a:pt x="419" y="0"/>
                  </a:moveTo>
                  <a:cubicBezTo>
                    <a:pt x="140" y="0"/>
                    <a:pt x="1" y="337"/>
                    <a:pt x="198" y="534"/>
                  </a:cubicBezTo>
                  <a:cubicBezTo>
                    <a:pt x="261" y="597"/>
                    <a:pt x="340" y="625"/>
                    <a:pt x="417" y="625"/>
                  </a:cubicBezTo>
                  <a:cubicBezTo>
                    <a:pt x="577" y="625"/>
                    <a:pt x="731" y="501"/>
                    <a:pt x="731" y="312"/>
                  </a:cubicBezTo>
                  <a:cubicBezTo>
                    <a:pt x="731" y="139"/>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44"/>
            <p:cNvSpPr/>
            <p:nvPr/>
          </p:nvSpPr>
          <p:spPr>
            <a:xfrm>
              <a:off x="6186625" y="4351725"/>
              <a:ext cx="15625" cy="15625"/>
            </a:xfrm>
            <a:custGeom>
              <a:rect b="b" l="l" r="r" t="t"/>
              <a:pathLst>
                <a:path extrusionOk="0" h="625" w="625">
                  <a:moveTo>
                    <a:pt x="312" y="0"/>
                  </a:moveTo>
                  <a:cubicBezTo>
                    <a:pt x="140" y="0"/>
                    <a:pt x="0" y="139"/>
                    <a:pt x="0" y="312"/>
                  </a:cubicBezTo>
                  <a:cubicBezTo>
                    <a:pt x="0" y="485"/>
                    <a:pt x="140" y="625"/>
                    <a:pt x="312" y="625"/>
                  </a:cubicBezTo>
                  <a:cubicBezTo>
                    <a:pt x="485" y="625"/>
                    <a:pt x="625" y="485"/>
                    <a:pt x="625" y="312"/>
                  </a:cubicBezTo>
                  <a:cubicBezTo>
                    <a:pt x="625" y="139"/>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44"/>
            <p:cNvSpPr/>
            <p:nvPr/>
          </p:nvSpPr>
          <p:spPr>
            <a:xfrm>
              <a:off x="620995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44"/>
            <p:cNvSpPr/>
            <p:nvPr/>
          </p:nvSpPr>
          <p:spPr>
            <a:xfrm>
              <a:off x="6233275" y="4351725"/>
              <a:ext cx="15625" cy="15625"/>
            </a:xfrm>
            <a:custGeom>
              <a:rect b="b" l="l" r="r" t="t"/>
              <a:pathLst>
                <a:path extrusionOk="0" h="625" w="625">
                  <a:moveTo>
                    <a:pt x="312" y="0"/>
                  </a:moveTo>
                  <a:cubicBezTo>
                    <a:pt x="141" y="0"/>
                    <a:pt x="0" y="139"/>
                    <a:pt x="0" y="312"/>
                  </a:cubicBezTo>
                  <a:cubicBezTo>
                    <a:pt x="0" y="485"/>
                    <a:pt x="141" y="625"/>
                    <a:pt x="312" y="625"/>
                  </a:cubicBezTo>
                  <a:cubicBezTo>
                    <a:pt x="485" y="625"/>
                    <a:pt x="625" y="485"/>
                    <a:pt x="625" y="312"/>
                  </a:cubicBezTo>
                  <a:cubicBezTo>
                    <a:pt x="625" y="139"/>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44"/>
            <p:cNvSpPr/>
            <p:nvPr/>
          </p:nvSpPr>
          <p:spPr>
            <a:xfrm>
              <a:off x="625660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44"/>
            <p:cNvSpPr/>
            <p:nvPr/>
          </p:nvSpPr>
          <p:spPr>
            <a:xfrm>
              <a:off x="6279950" y="4351725"/>
              <a:ext cx="15650" cy="15625"/>
            </a:xfrm>
            <a:custGeom>
              <a:rect b="b" l="l" r="r" t="t"/>
              <a:pathLst>
                <a:path extrusionOk="0" h="625" w="626">
                  <a:moveTo>
                    <a:pt x="313" y="0"/>
                  </a:moveTo>
                  <a:cubicBezTo>
                    <a:pt x="140" y="0"/>
                    <a:pt x="1" y="139"/>
                    <a:pt x="1" y="312"/>
                  </a:cubicBezTo>
                  <a:cubicBezTo>
                    <a:pt x="1" y="485"/>
                    <a:pt x="140" y="625"/>
                    <a:pt x="313" y="625"/>
                  </a:cubicBezTo>
                  <a:cubicBezTo>
                    <a:pt x="484" y="625"/>
                    <a:pt x="625" y="485"/>
                    <a:pt x="625" y="312"/>
                  </a:cubicBezTo>
                  <a:cubicBezTo>
                    <a:pt x="625" y="139"/>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44"/>
            <p:cNvSpPr/>
            <p:nvPr/>
          </p:nvSpPr>
          <p:spPr>
            <a:xfrm>
              <a:off x="630325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44"/>
            <p:cNvSpPr/>
            <p:nvPr/>
          </p:nvSpPr>
          <p:spPr>
            <a:xfrm>
              <a:off x="6323950" y="4351725"/>
              <a:ext cx="18300" cy="15650"/>
            </a:xfrm>
            <a:custGeom>
              <a:rect b="b" l="l" r="r" t="t"/>
              <a:pathLst>
                <a:path extrusionOk="0" h="626" w="732">
                  <a:moveTo>
                    <a:pt x="419" y="0"/>
                  </a:moveTo>
                  <a:cubicBezTo>
                    <a:pt x="140" y="0"/>
                    <a:pt x="1" y="337"/>
                    <a:pt x="198" y="534"/>
                  </a:cubicBezTo>
                  <a:cubicBezTo>
                    <a:pt x="261" y="597"/>
                    <a:pt x="340" y="625"/>
                    <a:pt x="416" y="625"/>
                  </a:cubicBezTo>
                  <a:cubicBezTo>
                    <a:pt x="577" y="625"/>
                    <a:pt x="731" y="501"/>
                    <a:pt x="731" y="312"/>
                  </a:cubicBezTo>
                  <a:cubicBezTo>
                    <a:pt x="731" y="139"/>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44"/>
            <p:cNvSpPr/>
            <p:nvPr/>
          </p:nvSpPr>
          <p:spPr>
            <a:xfrm>
              <a:off x="6349900" y="4351725"/>
              <a:ext cx="15650" cy="15625"/>
            </a:xfrm>
            <a:custGeom>
              <a:rect b="b" l="l" r="r" t="t"/>
              <a:pathLst>
                <a:path extrusionOk="0" h="625" w="626">
                  <a:moveTo>
                    <a:pt x="313" y="0"/>
                  </a:moveTo>
                  <a:cubicBezTo>
                    <a:pt x="142" y="0"/>
                    <a:pt x="1" y="139"/>
                    <a:pt x="1" y="312"/>
                  </a:cubicBezTo>
                  <a:cubicBezTo>
                    <a:pt x="1" y="485"/>
                    <a:pt x="142" y="625"/>
                    <a:pt x="313" y="625"/>
                  </a:cubicBezTo>
                  <a:cubicBezTo>
                    <a:pt x="486" y="625"/>
                    <a:pt x="625" y="485"/>
                    <a:pt x="625" y="312"/>
                  </a:cubicBezTo>
                  <a:cubicBezTo>
                    <a:pt x="625" y="139"/>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44"/>
            <p:cNvSpPr/>
            <p:nvPr/>
          </p:nvSpPr>
          <p:spPr>
            <a:xfrm>
              <a:off x="637325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44"/>
            <p:cNvSpPr/>
            <p:nvPr/>
          </p:nvSpPr>
          <p:spPr>
            <a:xfrm>
              <a:off x="6396600" y="4351725"/>
              <a:ext cx="15625" cy="15625"/>
            </a:xfrm>
            <a:custGeom>
              <a:rect b="b" l="l" r="r" t="t"/>
              <a:pathLst>
                <a:path extrusionOk="0" h="625" w="625">
                  <a:moveTo>
                    <a:pt x="313" y="0"/>
                  </a:moveTo>
                  <a:cubicBezTo>
                    <a:pt x="140" y="0"/>
                    <a:pt x="0" y="139"/>
                    <a:pt x="0" y="312"/>
                  </a:cubicBezTo>
                  <a:cubicBezTo>
                    <a:pt x="0" y="485"/>
                    <a:pt x="140" y="625"/>
                    <a:pt x="313" y="625"/>
                  </a:cubicBezTo>
                  <a:cubicBezTo>
                    <a:pt x="484" y="625"/>
                    <a:pt x="625" y="485"/>
                    <a:pt x="625" y="312"/>
                  </a:cubicBezTo>
                  <a:cubicBezTo>
                    <a:pt x="625" y="139"/>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44"/>
            <p:cNvSpPr/>
            <p:nvPr/>
          </p:nvSpPr>
          <p:spPr>
            <a:xfrm>
              <a:off x="641990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44"/>
            <p:cNvSpPr/>
            <p:nvPr/>
          </p:nvSpPr>
          <p:spPr>
            <a:xfrm>
              <a:off x="6443250" y="4351725"/>
              <a:ext cx="15625" cy="15625"/>
            </a:xfrm>
            <a:custGeom>
              <a:rect b="b" l="l" r="r" t="t"/>
              <a:pathLst>
                <a:path extrusionOk="0" h="625" w="625">
                  <a:moveTo>
                    <a:pt x="313" y="0"/>
                  </a:moveTo>
                  <a:cubicBezTo>
                    <a:pt x="140" y="0"/>
                    <a:pt x="0" y="139"/>
                    <a:pt x="0" y="312"/>
                  </a:cubicBezTo>
                  <a:cubicBezTo>
                    <a:pt x="0" y="485"/>
                    <a:pt x="140" y="625"/>
                    <a:pt x="313" y="625"/>
                  </a:cubicBezTo>
                  <a:cubicBezTo>
                    <a:pt x="485" y="625"/>
                    <a:pt x="625" y="485"/>
                    <a:pt x="625" y="312"/>
                  </a:cubicBezTo>
                  <a:cubicBezTo>
                    <a:pt x="625" y="139"/>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44"/>
            <p:cNvSpPr/>
            <p:nvPr/>
          </p:nvSpPr>
          <p:spPr>
            <a:xfrm>
              <a:off x="620995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44"/>
            <p:cNvSpPr/>
            <p:nvPr/>
          </p:nvSpPr>
          <p:spPr>
            <a:xfrm>
              <a:off x="6233275" y="4311700"/>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44"/>
            <p:cNvSpPr/>
            <p:nvPr/>
          </p:nvSpPr>
          <p:spPr>
            <a:xfrm>
              <a:off x="625660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44"/>
            <p:cNvSpPr/>
            <p:nvPr/>
          </p:nvSpPr>
          <p:spPr>
            <a:xfrm>
              <a:off x="6279950" y="431170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44"/>
            <p:cNvSpPr/>
            <p:nvPr/>
          </p:nvSpPr>
          <p:spPr>
            <a:xfrm>
              <a:off x="630325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44"/>
            <p:cNvSpPr/>
            <p:nvPr/>
          </p:nvSpPr>
          <p:spPr>
            <a:xfrm>
              <a:off x="6323950" y="4311700"/>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44"/>
            <p:cNvSpPr/>
            <p:nvPr/>
          </p:nvSpPr>
          <p:spPr>
            <a:xfrm>
              <a:off x="6349900" y="431170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44"/>
            <p:cNvSpPr/>
            <p:nvPr/>
          </p:nvSpPr>
          <p:spPr>
            <a:xfrm>
              <a:off x="637325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44"/>
            <p:cNvSpPr/>
            <p:nvPr/>
          </p:nvSpPr>
          <p:spPr>
            <a:xfrm>
              <a:off x="6396600" y="4311700"/>
              <a:ext cx="15625" cy="15625"/>
            </a:xfrm>
            <a:custGeom>
              <a:rect b="b" l="l" r="r" t="t"/>
              <a:pathLst>
                <a:path extrusionOk="0" h="625" w="625">
                  <a:moveTo>
                    <a:pt x="313" y="0"/>
                  </a:moveTo>
                  <a:cubicBezTo>
                    <a:pt x="140" y="0"/>
                    <a:pt x="0" y="140"/>
                    <a:pt x="0" y="313"/>
                  </a:cubicBezTo>
                  <a:cubicBezTo>
                    <a:pt x="0" y="485"/>
                    <a:pt x="140" y="625"/>
                    <a:pt x="313" y="625"/>
                  </a:cubicBezTo>
                  <a:cubicBezTo>
                    <a:pt x="484" y="625"/>
                    <a:pt x="625" y="485"/>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44"/>
            <p:cNvSpPr/>
            <p:nvPr/>
          </p:nvSpPr>
          <p:spPr>
            <a:xfrm>
              <a:off x="641990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44"/>
            <p:cNvSpPr/>
            <p:nvPr/>
          </p:nvSpPr>
          <p:spPr>
            <a:xfrm>
              <a:off x="6443250" y="431170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44"/>
            <p:cNvSpPr/>
            <p:nvPr/>
          </p:nvSpPr>
          <p:spPr>
            <a:xfrm>
              <a:off x="6466550" y="431170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44"/>
            <p:cNvSpPr/>
            <p:nvPr/>
          </p:nvSpPr>
          <p:spPr>
            <a:xfrm>
              <a:off x="6487275" y="4311700"/>
              <a:ext cx="18250" cy="15650"/>
            </a:xfrm>
            <a:custGeom>
              <a:rect b="b" l="l" r="r" t="t"/>
              <a:pathLst>
                <a:path extrusionOk="0" h="626" w="730">
                  <a:moveTo>
                    <a:pt x="418" y="0"/>
                  </a:moveTo>
                  <a:cubicBezTo>
                    <a:pt x="139" y="0"/>
                    <a:pt x="1" y="337"/>
                    <a:pt x="196" y="534"/>
                  </a:cubicBezTo>
                  <a:cubicBezTo>
                    <a:pt x="260" y="597"/>
                    <a:pt x="338" y="625"/>
                    <a:pt x="415" y="625"/>
                  </a:cubicBezTo>
                  <a:cubicBezTo>
                    <a:pt x="575" y="625"/>
                    <a:pt x="730" y="500"/>
                    <a:pt x="730" y="313"/>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44"/>
            <p:cNvSpPr/>
            <p:nvPr/>
          </p:nvSpPr>
          <p:spPr>
            <a:xfrm>
              <a:off x="5999975" y="429167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44"/>
            <p:cNvSpPr/>
            <p:nvPr/>
          </p:nvSpPr>
          <p:spPr>
            <a:xfrm>
              <a:off x="6023325" y="42916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44"/>
            <p:cNvSpPr/>
            <p:nvPr/>
          </p:nvSpPr>
          <p:spPr>
            <a:xfrm>
              <a:off x="6046675" y="429167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44"/>
            <p:cNvSpPr/>
            <p:nvPr/>
          </p:nvSpPr>
          <p:spPr>
            <a:xfrm>
              <a:off x="6067350" y="4291675"/>
              <a:ext cx="18250" cy="15675"/>
            </a:xfrm>
            <a:custGeom>
              <a:rect b="b" l="l" r="r" t="t"/>
              <a:pathLst>
                <a:path extrusionOk="0" h="627" w="730">
                  <a:moveTo>
                    <a:pt x="418" y="1"/>
                  </a:moveTo>
                  <a:cubicBezTo>
                    <a:pt x="140" y="1"/>
                    <a:pt x="1" y="337"/>
                    <a:pt x="198" y="534"/>
                  </a:cubicBezTo>
                  <a:cubicBezTo>
                    <a:pt x="261" y="598"/>
                    <a:pt x="339" y="626"/>
                    <a:pt x="416" y="626"/>
                  </a:cubicBezTo>
                  <a:cubicBezTo>
                    <a:pt x="576" y="626"/>
                    <a:pt x="730" y="502"/>
                    <a:pt x="730" y="313"/>
                  </a:cubicBezTo>
                  <a:cubicBezTo>
                    <a:pt x="730" y="140"/>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44"/>
            <p:cNvSpPr/>
            <p:nvPr/>
          </p:nvSpPr>
          <p:spPr>
            <a:xfrm>
              <a:off x="6093325" y="42916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44"/>
            <p:cNvSpPr/>
            <p:nvPr/>
          </p:nvSpPr>
          <p:spPr>
            <a:xfrm>
              <a:off x="6116650" y="42916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44"/>
            <p:cNvSpPr/>
            <p:nvPr/>
          </p:nvSpPr>
          <p:spPr>
            <a:xfrm>
              <a:off x="6139975" y="42916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44"/>
            <p:cNvSpPr/>
            <p:nvPr/>
          </p:nvSpPr>
          <p:spPr>
            <a:xfrm>
              <a:off x="6160650" y="4291675"/>
              <a:ext cx="18300" cy="15675"/>
            </a:xfrm>
            <a:custGeom>
              <a:rect b="b" l="l" r="r" t="t"/>
              <a:pathLst>
                <a:path extrusionOk="0" h="627" w="732">
                  <a:moveTo>
                    <a:pt x="419" y="1"/>
                  </a:moveTo>
                  <a:cubicBezTo>
                    <a:pt x="140" y="1"/>
                    <a:pt x="1" y="337"/>
                    <a:pt x="198" y="534"/>
                  </a:cubicBezTo>
                  <a:cubicBezTo>
                    <a:pt x="261" y="598"/>
                    <a:pt x="340" y="626"/>
                    <a:pt x="417" y="626"/>
                  </a:cubicBezTo>
                  <a:cubicBezTo>
                    <a:pt x="577" y="626"/>
                    <a:pt x="731" y="502"/>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44"/>
            <p:cNvSpPr/>
            <p:nvPr/>
          </p:nvSpPr>
          <p:spPr>
            <a:xfrm>
              <a:off x="6186625" y="42916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44"/>
            <p:cNvSpPr/>
            <p:nvPr/>
          </p:nvSpPr>
          <p:spPr>
            <a:xfrm>
              <a:off x="620995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44"/>
            <p:cNvSpPr/>
            <p:nvPr/>
          </p:nvSpPr>
          <p:spPr>
            <a:xfrm>
              <a:off x="6233275" y="429167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44"/>
            <p:cNvSpPr/>
            <p:nvPr/>
          </p:nvSpPr>
          <p:spPr>
            <a:xfrm>
              <a:off x="625660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44"/>
            <p:cNvSpPr/>
            <p:nvPr/>
          </p:nvSpPr>
          <p:spPr>
            <a:xfrm>
              <a:off x="6279950" y="42916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44"/>
            <p:cNvSpPr/>
            <p:nvPr/>
          </p:nvSpPr>
          <p:spPr>
            <a:xfrm>
              <a:off x="630325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44"/>
            <p:cNvSpPr/>
            <p:nvPr/>
          </p:nvSpPr>
          <p:spPr>
            <a:xfrm>
              <a:off x="6323950" y="4291675"/>
              <a:ext cx="18300" cy="15675"/>
            </a:xfrm>
            <a:custGeom>
              <a:rect b="b" l="l" r="r" t="t"/>
              <a:pathLst>
                <a:path extrusionOk="0" h="627" w="732">
                  <a:moveTo>
                    <a:pt x="419" y="1"/>
                  </a:moveTo>
                  <a:cubicBezTo>
                    <a:pt x="140" y="1"/>
                    <a:pt x="1" y="337"/>
                    <a:pt x="198" y="534"/>
                  </a:cubicBezTo>
                  <a:cubicBezTo>
                    <a:pt x="261" y="598"/>
                    <a:pt x="340" y="626"/>
                    <a:pt x="416" y="626"/>
                  </a:cubicBezTo>
                  <a:cubicBezTo>
                    <a:pt x="577" y="626"/>
                    <a:pt x="731" y="502"/>
                    <a:pt x="731" y="313"/>
                  </a:cubicBezTo>
                  <a:cubicBezTo>
                    <a:pt x="731" y="140"/>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44"/>
            <p:cNvSpPr/>
            <p:nvPr/>
          </p:nvSpPr>
          <p:spPr>
            <a:xfrm>
              <a:off x="6349900" y="42916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44"/>
            <p:cNvSpPr/>
            <p:nvPr/>
          </p:nvSpPr>
          <p:spPr>
            <a:xfrm>
              <a:off x="637325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44"/>
            <p:cNvSpPr/>
            <p:nvPr/>
          </p:nvSpPr>
          <p:spPr>
            <a:xfrm>
              <a:off x="6396600" y="429167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44"/>
            <p:cNvSpPr/>
            <p:nvPr/>
          </p:nvSpPr>
          <p:spPr>
            <a:xfrm>
              <a:off x="641990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44"/>
            <p:cNvSpPr/>
            <p:nvPr/>
          </p:nvSpPr>
          <p:spPr>
            <a:xfrm>
              <a:off x="6443250" y="42916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44"/>
            <p:cNvSpPr/>
            <p:nvPr/>
          </p:nvSpPr>
          <p:spPr>
            <a:xfrm>
              <a:off x="6466550" y="42916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44"/>
            <p:cNvSpPr/>
            <p:nvPr/>
          </p:nvSpPr>
          <p:spPr>
            <a:xfrm>
              <a:off x="6487275" y="4291675"/>
              <a:ext cx="18250" cy="15675"/>
            </a:xfrm>
            <a:custGeom>
              <a:rect b="b" l="l" r="r" t="t"/>
              <a:pathLst>
                <a:path extrusionOk="0" h="627" w="730">
                  <a:moveTo>
                    <a:pt x="418" y="1"/>
                  </a:moveTo>
                  <a:cubicBezTo>
                    <a:pt x="139" y="1"/>
                    <a:pt x="1" y="337"/>
                    <a:pt x="196" y="534"/>
                  </a:cubicBezTo>
                  <a:cubicBezTo>
                    <a:pt x="260" y="598"/>
                    <a:pt x="338" y="626"/>
                    <a:pt x="415" y="626"/>
                  </a:cubicBezTo>
                  <a:cubicBezTo>
                    <a:pt x="576" y="626"/>
                    <a:pt x="730" y="502"/>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44"/>
            <p:cNvSpPr/>
            <p:nvPr/>
          </p:nvSpPr>
          <p:spPr>
            <a:xfrm>
              <a:off x="6513250" y="429167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44"/>
            <p:cNvSpPr/>
            <p:nvPr/>
          </p:nvSpPr>
          <p:spPr>
            <a:xfrm>
              <a:off x="5999975" y="4271675"/>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44"/>
            <p:cNvSpPr/>
            <p:nvPr/>
          </p:nvSpPr>
          <p:spPr>
            <a:xfrm>
              <a:off x="6023325" y="4271675"/>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44"/>
            <p:cNvSpPr/>
            <p:nvPr/>
          </p:nvSpPr>
          <p:spPr>
            <a:xfrm>
              <a:off x="6046675" y="4271675"/>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44"/>
            <p:cNvSpPr/>
            <p:nvPr/>
          </p:nvSpPr>
          <p:spPr>
            <a:xfrm>
              <a:off x="6067350" y="4271675"/>
              <a:ext cx="18250" cy="15625"/>
            </a:xfrm>
            <a:custGeom>
              <a:rect b="b" l="l" r="r" t="t"/>
              <a:pathLst>
                <a:path extrusionOk="0" h="625" w="730">
                  <a:moveTo>
                    <a:pt x="418" y="1"/>
                  </a:moveTo>
                  <a:cubicBezTo>
                    <a:pt x="140" y="1"/>
                    <a:pt x="1" y="337"/>
                    <a:pt x="198" y="533"/>
                  </a:cubicBezTo>
                  <a:cubicBezTo>
                    <a:pt x="261" y="596"/>
                    <a:pt x="339" y="625"/>
                    <a:pt x="416" y="625"/>
                  </a:cubicBezTo>
                  <a:cubicBezTo>
                    <a:pt x="576" y="625"/>
                    <a:pt x="730" y="500"/>
                    <a:pt x="730" y="313"/>
                  </a:cubicBezTo>
                  <a:cubicBezTo>
                    <a:pt x="730" y="140"/>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44"/>
            <p:cNvSpPr/>
            <p:nvPr/>
          </p:nvSpPr>
          <p:spPr>
            <a:xfrm>
              <a:off x="6093325" y="4271675"/>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44"/>
            <p:cNvSpPr/>
            <p:nvPr/>
          </p:nvSpPr>
          <p:spPr>
            <a:xfrm>
              <a:off x="6116650" y="4271675"/>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44"/>
            <p:cNvSpPr/>
            <p:nvPr/>
          </p:nvSpPr>
          <p:spPr>
            <a:xfrm>
              <a:off x="6139975" y="4271675"/>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44"/>
            <p:cNvSpPr/>
            <p:nvPr/>
          </p:nvSpPr>
          <p:spPr>
            <a:xfrm>
              <a:off x="6160650" y="4271675"/>
              <a:ext cx="18300" cy="15625"/>
            </a:xfrm>
            <a:custGeom>
              <a:rect b="b" l="l" r="r" t="t"/>
              <a:pathLst>
                <a:path extrusionOk="0" h="625" w="732">
                  <a:moveTo>
                    <a:pt x="419" y="1"/>
                  </a:moveTo>
                  <a:cubicBezTo>
                    <a:pt x="140" y="1"/>
                    <a:pt x="1" y="337"/>
                    <a:pt x="198" y="533"/>
                  </a:cubicBezTo>
                  <a:cubicBezTo>
                    <a:pt x="262" y="596"/>
                    <a:pt x="340" y="625"/>
                    <a:pt x="417" y="625"/>
                  </a:cubicBezTo>
                  <a:cubicBezTo>
                    <a:pt x="577" y="625"/>
                    <a:pt x="731" y="500"/>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44"/>
            <p:cNvSpPr/>
            <p:nvPr/>
          </p:nvSpPr>
          <p:spPr>
            <a:xfrm>
              <a:off x="6186625" y="4271675"/>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44"/>
            <p:cNvSpPr/>
            <p:nvPr/>
          </p:nvSpPr>
          <p:spPr>
            <a:xfrm>
              <a:off x="620995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44"/>
            <p:cNvSpPr/>
            <p:nvPr/>
          </p:nvSpPr>
          <p:spPr>
            <a:xfrm>
              <a:off x="6233275" y="4271675"/>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44"/>
            <p:cNvSpPr/>
            <p:nvPr/>
          </p:nvSpPr>
          <p:spPr>
            <a:xfrm>
              <a:off x="625660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44"/>
            <p:cNvSpPr/>
            <p:nvPr/>
          </p:nvSpPr>
          <p:spPr>
            <a:xfrm>
              <a:off x="6279950" y="4271675"/>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44"/>
            <p:cNvSpPr/>
            <p:nvPr/>
          </p:nvSpPr>
          <p:spPr>
            <a:xfrm>
              <a:off x="630325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44"/>
            <p:cNvSpPr/>
            <p:nvPr/>
          </p:nvSpPr>
          <p:spPr>
            <a:xfrm>
              <a:off x="6323950" y="4271675"/>
              <a:ext cx="18300" cy="15625"/>
            </a:xfrm>
            <a:custGeom>
              <a:rect b="b" l="l" r="r" t="t"/>
              <a:pathLst>
                <a:path extrusionOk="0" h="625" w="732">
                  <a:moveTo>
                    <a:pt x="419" y="1"/>
                  </a:moveTo>
                  <a:cubicBezTo>
                    <a:pt x="140" y="1"/>
                    <a:pt x="1" y="336"/>
                    <a:pt x="198" y="533"/>
                  </a:cubicBezTo>
                  <a:cubicBezTo>
                    <a:pt x="261" y="596"/>
                    <a:pt x="340" y="625"/>
                    <a:pt x="417" y="625"/>
                  </a:cubicBezTo>
                  <a:cubicBezTo>
                    <a:pt x="577" y="625"/>
                    <a:pt x="731" y="500"/>
                    <a:pt x="731" y="313"/>
                  </a:cubicBezTo>
                  <a:cubicBezTo>
                    <a:pt x="731" y="140"/>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44"/>
            <p:cNvSpPr/>
            <p:nvPr/>
          </p:nvSpPr>
          <p:spPr>
            <a:xfrm>
              <a:off x="6349900" y="4271675"/>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44"/>
            <p:cNvSpPr/>
            <p:nvPr/>
          </p:nvSpPr>
          <p:spPr>
            <a:xfrm>
              <a:off x="637325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44"/>
            <p:cNvSpPr/>
            <p:nvPr/>
          </p:nvSpPr>
          <p:spPr>
            <a:xfrm>
              <a:off x="6396600" y="4271675"/>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44"/>
            <p:cNvSpPr/>
            <p:nvPr/>
          </p:nvSpPr>
          <p:spPr>
            <a:xfrm>
              <a:off x="641990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44"/>
            <p:cNvSpPr/>
            <p:nvPr/>
          </p:nvSpPr>
          <p:spPr>
            <a:xfrm>
              <a:off x="6443250" y="4271675"/>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44"/>
            <p:cNvSpPr/>
            <p:nvPr/>
          </p:nvSpPr>
          <p:spPr>
            <a:xfrm>
              <a:off x="6466550" y="4271675"/>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44"/>
            <p:cNvSpPr/>
            <p:nvPr/>
          </p:nvSpPr>
          <p:spPr>
            <a:xfrm>
              <a:off x="6487275" y="4271675"/>
              <a:ext cx="18250" cy="15625"/>
            </a:xfrm>
            <a:custGeom>
              <a:rect b="b" l="l" r="r" t="t"/>
              <a:pathLst>
                <a:path extrusionOk="0" h="625" w="730">
                  <a:moveTo>
                    <a:pt x="418" y="1"/>
                  </a:moveTo>
                  <a:cubicBezTo>
                    <a:pt x="139" y="1"/>
                    <a:pt x="1" y="337"/>
                    <a:pt x="196" y="533"/>
                  </a:cubicBezTo>
                  <a:cubicBezTo>
                    <a:pt x="260" y="596"/>
                    <a:pt x="339" y="625"/>
                    <a:pt x="415" y="625"/>
                  </a:cubicBezTo>
                  <a:cubicBezTo>
                    <a:pt x="576" y="625"/>
                    <a:pt x="730" y="500"/>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44"/>
            <p:cNvSpPr/>
            <p:nvPr/>
          </p:nvSpPr>
          <p:spPr>
            <a:xfrm>
              <a:off x="6513250" y="4271675"/>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44"/>
            <p:cNvSpPr/>
            <p:nvPr/>
          </p:nvSpPr>
          <p:spPr>
            <a:xfrm>
              <a:off x="5976675" y="4251675"/>
              <a:ext cx="15625" cy="15625"/>
            </a:xfrm>
            <a:custGeom>
              <a:rect b="b" l="l" r="r" t="t"/>
              <a:pathLst>
                <a:path extrusionOk="0" h="625" w="625">
                  <a:moveTo>
                    <a:pt x="313" y="0"/>
                  </a:moveTo>
                  <a:cubicBezTo>
                    <a:pt x="140" y="0"/>
                    <a:pt x="0" y="140"/>
                    <a:pt x="0" y="312"/>
                  </a:cubicBezTo>
                  <a:cubicBezTo>
                    <a:pt x="0" y="484"/>
                    <a:pt x="140" y="625"/>
                    <a:pt x="313" y="625"/>
                  </a:cubicBezTo>
                  <a:cubicBezTo>
                    <a:pt x="485" y="625"/>
                    <a:pt x="625" y="484"/>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44"/>
            <p:cNvSpPr/>
            <p:nvPr/>
          </p:nvSpPr>
          <p:spPr>
            <a:xfrm>
              <a:off x="5999975" y="4251675"/>
              <a:ext cx="15650" cy="15625"/>
            </a:xfrm>
            <a:custGeom>
              <a:rect b="b" l="l" r="r" t="t"/>
              <a:pathLst>
                <a:path extrusionOk="0" h="625" w="626">
                  <a:moveTo>
                    <a:pt x="313" y="0"/>
                  </a:moveTo>
                  <a:cubicBezTo>
                    <a:pt x="141" y="0"/>
                    <a:pt x="1" y="140"/>
                    <a:pt x="1" y="312"/>
                  </a:cubicBezTo>
                  <a:cubicBezTo>
                    <a:pt x="1" y="484"/>
                    <a:pt x="141" y="625"/>
                    <a:pt x="313" y="625"/>
                  </a:cubicBezTo>
                  <a:cubicBezTo>
                    <a:pt x="486" y="625"/>
                    <a:pt x="625" y="484"/>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44"/>
            <p:cNvSpPr/>
            <p:nvPr/>
          </p:nvSpPr>
          <p:spPr>
            <a:xfrm>
              <a:off x="6023325" y="4251675"/>
              <a:ext cx="15625" cy="15625"/>
            </a:xfrm>
            <a:custGeom>
              <a:rect b="b" l="l" r="r" t="t"/>
              <a:pathLst>
                <a:path extrusionOk="0" h="625" w="625">
                  <a:moveTo>
                    <a:pt x="313" y="0"/>
                  </a:moveTo>
                  <a:cubicBezTo>
                    <a:pt x="140" y="0"/>
                    <a:pt x="0" y="140"/>
                    <a:pt x="0" y="312"/>
                  </a:cubicBezTo>
                  <a:cubicBezTo>
                    <a:pt x="0" y="484"/>
                    <a:pt x="140" y="625"/>
                    <a:pt x="313" y="625"/>
                  </a:cubicBezTo>
                  <a:cubicBezTo>
                    <a:pt x="485" y="625"/>
                    <a:pt x="625" y="484"/>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44"/>
            <p:cNvSpPr/>
            <p:nvPr/>
          </p:nvSpPr>
          <p:spPr>
            <a:xfrm>
              <a:off x="6046675" y="4251675"/>
              <a:ext cx="15625" cy="15625"/>
            </a:xfrm>
            <a:custGeom>
              <a:rect b="b" l="l" r="r" t="t"/>
              <a:pathLst>
                <a:path extrusionOk="0" h="625" w="625">
                  <a:moveTo>
                    <a:pt x="312" y="0"/>
                  </a:moveTo>
                  <a:cubicBezTo>
                    <a:pt x="139" y="0"/>
                    <a:pt x="0" y="140"/>
                    <a:pt x="0" y="312"/>
                  </a:cubicBezTo>
                  <a:cubicBezTo>
                    <a:pt x="0" y="484"/>
                    <a:pt x="139" y="625"/>
                    <a:pt x="312" y="625"/>
                  </a:cubicBezTo>
                  <a:cubicBezTo>
                    <a:pt x="485" y="625"/>
                    <a:pt x="625" y="484"/>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44"/>
            <p:cNvSpPr/>
            <p:nvPr/>
          </p:nvSpPr>
          <p:spPr>
            <a:xfrm>
              <a:off x="6067350" y="4251675"/>
              <a:ext cx="18250" cy="15625"/>
            </a:xfrm>
            <a:custGeom>
              <a:rect b="b" l="l" r="r" t="t"/>
              <a:pathLst>
                <a:path extrusionOk="0" h="625" w="730">
                  <a:moveTo>
                    <a:pt x="418" y="0"/>
                  </a:moveTo>
                  <a:cubicBezTo>
                    <a:pt x="140" y="0"/>
                    <a:pt x="1" y="337"/>
                    <a:pt x="198" y="532"/>
                  </a:cubicBezTo>
                  <a:cubicBezTo>
                    <a:pt x="261" y="596"/>
                    <a:pt x="339" y="625"/>
                    <a:pt x="416" y="625"/>
                  </a:cubicBezTo>
                  <a:cubicBezTo>
                    <a:pt x="576" y="625"/>
                    <a:pt x="730" y="500"/>
                    <a:pt x="730" y="312"/>
                  </a:cubicBezTo>
                  <a:cubicBezTo>
                    <a:pt x="730" y="140"/>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44"/>
            <p:cNvSpPr/>
            <p:nvPr/>
          </p:nvSpPr>
          <p:spPr>
            <a:xfrm>
              <a:off x="6093325" y="4251675"/>
              <a:ext cx="15625" cy="15625"/>
            </a:xfrm>
            <a:custGeom>
              <a:rect b="b" l="l" r="r" t="t"/>
              <a:pathLst>
                <a:path extrusionOk="0" h="625" w="625">
                  <a:moveTo>
                    <a:pt x="312" y="0"/>
                  </a:moveTo>
                  <a:cubicBezTo>
                    <a:pt x="140" y="0"/>
                    <a:pt x="0" y="140"/>
                    <a:pt x="0" y="312"/>
                  </a:cubicBezTo>
                  <a:cubicBezTo>
                    <a:pt x="0" y="484"/>
                    <a:pt x="140" y="625"/>
                    <a:pt x="312" y="625"/>
                  </a:cubicBezTo>
                  <a:cubicBezTo>
                    <a:pt x="485" y="625"/>
                    <a:pt x="625" y="484"/>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44"/>
            <p:cNvSpPr/>
            <p:nvPr/>
          </p:nvSpPr>
          <p:spPr>
            <a:xfrm>
              <a:off x="6116650" y="4251675"/>
              <a:ext cx="15650" cy="15625"/>
            </a:xfrm>
            <a:custGeom>
              <a:rect b="b" l="l" r="r" t="t"/>
              <a:pathLst>
                <a:path extrusionOk="0" h="625" w="626">
                  <a:moveTo>
                    <a:pt x="313" y="0"/>
                  </a:moveTo>
                  <a:cubicBezTo>
                    <a:pt x="140" y="0"/>
                    <a:pt x="1" y="140"/>
                    <a:pt x="1" y="312"/>
                  </a:cubicBezTo>
                  <a:cubicBezTo>
                    <a:pt x="1" y="484"/>
                    <a:pt x="140" y="625"/>
                    <a:pt x="313" y="625"/>
                  </a:cubicBezTo>
                  <a:cubicBezTo>
                    <a:pt x="484" y="625"/>
                    <a:pt x="625" y="484"/>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44"/>
            <p:cNvSpPr/>
            <p:nvPr/>
          </p:nvSpPr>
          <p:spPr>
            <a:xfrm>
              <a:off x="6139975" y="4251675"/>
              <a:ext cx="15625" cy="15625"/>
            </a:xfrm>
            <a:custGeom>
              <a:rect b="b" l="l" r="r" t="t"/>
              <a:pathLst>
                <a:path extrusionOk="0" h="625" w="625">
                  <a:moveTo>
                    <a:pt x="312" y="0"/>
                  </a:moveTo>
                  <a:cubicBezTo>
                    <a:pt x="140" y="0"/>
                    <a:pt x="0" y="140"/>
                    <a:pt x="0" y="312"/>
                  </a:cubicBezTo>
                  <a:cubicBezTo>
                    <a:pt x="0" y="484"/>
                    <a:pt x="140" y="625"/>
                    <a:pt x="312" y="625"/>
                  </a:cubicBezTo>
                  <a:cubicBezTo>
                    <a:pt x="485" y="625"/>
                    <a:pt x="625" y="484"/>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44"/>
            <p:cNvSpPr/>
            <p:nvPr/>
          </p:nvSpPr>
          <p:spPr>
            <a:xfrm>
              <a:off x="6160650" y="4251675"/>
              <a:ext cx="18300" cy="15625"/>
            </a:xfrm>
            <a:custGeom>
              <a:rect b="b" l="l" r="r" t="t"/>
              <a:pathLst>
                <a:path extrusionOk="0" h="625" w="732">
                  <a:moveTo>
                    <a:pt x="419" y="0"/>
                  </a:moveTo>
                  <a:cubicBezTo>
                    <a:pt x="140" y="0"/>
                    <a:pt x="1" y="337"/>
                    <a:pt x="198" y="532"/>
                  </a:cubicBezTo>
                  <a:cubicBezTo>
                    <a:pt x="262" y="596"/>
                    <a:pt x="340" y="625"/>
                    <a:pt x="417" y="625"/>
                  </a:cubicBezTo>
                  <a:cubicBezTo>
                    <a:pt x="577" y="625"/>
                    <a:pt x="731" y="500"/>
                    <a:pt x="731" y="312"/>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44"/>
            <p:cNvSpPr/>
            <p:nvPr/>
          </p:nvSpPr>
          <p:spPr>
            <a:xfrm>
              <a:off x="6186625" y="4251675"/>
              <a:ext cx="15625" cy="15625"/>
            </a:xfrm>
            <a:custGeom>
              <a:rect b="b" l="l" r="r" t="t"/>
              <a:pathLst>
                <a:path extrusionOk="0" h="625" w="625">
                  <a:moveTo>
                    <a:pt x="312" y="0"/>
                  </a:moveTo>
                  <a:cubicBezTo>
                    <a:pt x="140" y="0"/>
                    <a:pt x="0" y="140"/>
                    <a:pt x="0" y="312"/>
                  </a:cubicBezTo>
                  <a:cubicBezTo>
                    <a:pt x="0" y="484"/>
                    <a:pt x="140" y="625"/>
                    <a:pt x="312" y="625"/>
                  </a:cubicBezTo>
                  <a:cubicBezTo>
                    <a:pt x="485" y="625"/>
                    <a:pt x="625" y="484"/>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44"/>
            <p:cNvSpPr/>
            <p:nvPr/>
          </p:nvSpPr>
          <p:spPr>
            <a:xfrm>
              <a:off x="620995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44"/>
            <p:cNvSpPr/>
            <p:nvPr/>
          </p:nvSpPr>
          <p:spPr>
            <a:xfrm>
              <a:off x="6233275" y="4251675"/>
              <a:ext cx="15625" cy="15625"/>
            </a:xfrm>
            <a:custGeom>
              <a:rect b="b" l="l" r="r" t="t"/>
              <a:pathLst>
                <a:path extrusionOk="0" h="625" w="625">
                  <a:moveTo>
                    <a:pt x="312" y="0"/>
                  </a:moveTo>
                  <a:cubicBezTo>
                    <a:pt x="141" y="0"/>
                    <a:pt x="0" y="140"/>
                    <a:pt x="0" y="312"/>
                  </a:cubicBezTo>
                  <a:cubicBezTo>
                    <a:pt x="0" y="484"/>
                    <a:pt x="141" y="625"/>
                    <a:pt x="312" y="625"/>
                  </a:cubicBezTo>
                  <a:cubicBezTo>
                    <a:pt x="485" y="625"/>
                    <a:pt x="625" y="484"/>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44"/>
            <p:cNvSpPr/>
            <p:nvPr/>
          </p:nvSpPr>
          <p:spPr>
            <a:xfrm>
              <a:off x="625660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44"/>
            <p:cNvSpPr/>
            <p:nvPr/>
          </p:nvSpPr>
          <p:spPr>
            <a:xfrm>
              <a:off x="6279950" y="4251675"/>
              <a:ext cx="15650" cy="15625"/>
            </a:xfrm>
            <a:custGeom>
              <a:rect b="b" l="l" r="r" t="t"/>
              <a:pathLst>
                <a:path extrusionOk="0" h="625" w="626">
                  <a:moveTo>
                    <a:pt x="313" y="0"/>
                  </a:moveTo>
                  <a:cubicBezTo>
                    <a:pt x="140" y="0"/>
                    <a:pt x="1" y="140"/>
                    <a:pt x="1" y="312"/>
                  </a:cubicBezTo>
                  <a:cubicBezTo>
                    <a:pt x="1" y="484"/>
                    <a:pt x="140" y="625"/>
                    <a:pt x="313" y="625"/>
                  </a:cubicBezTo>
                  <a:cubicBezTo>
                    <a:pt x="484" y="625"/>
                    <a:pt x="625" y="484"/>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44"/>
            <p:cNvSpPr/>
            <p:nvPr/>
          </p:nvSpPr>
          <p:spPr>
            <a:xfrm>
              <a:off x="630325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44"/>
            <p:cNvSpPr/>
            <p:nvPr/>
          </p:nvSpPr>
          <p:spPr>
            <a:xfrm>
              <a:off x="6323950" y="4251675"/>
              <a:ext cx="18300" cy="15625"/>
            </a:xfrm>
            <a:custGeom>
              <a:rect b="b" l="l" r="r" t="t"/>
              <a:pathLst>
                <a:path extrusionOk="0" h="625" w="732">
                  <a:moveTo>
                    <a:pt x="419" y="0"/>
                  </a:moveTo>
                  <a:cubicBezTo>
                    <a:pt x="140" y="0"/>
                    <a:pt x="1" y="335"/>
                    <a:pt x="198" y="532"/>
                  </a:cubicBezTo>
                  <a:cubicBezTo>
                    <a:pt x="261" y="596"/>
                    <a:pt x="340" y="625"/>
                    <a:pt x="417" y="625"/>
                  </a:cubicBezTo>
                  <a:cubicBezTo>
                    <a:pt x="577" y="625"/>
                    <a:pt x="731" y="500"/>
                    <a:pt x="731" y="312"/>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44"/>
            <p:cNvSpPr/>
            <p:nvPr/>
          </p:nvSpPr>
          <p:spPr>
            <a:xfrm>
              <a:off x="6349900" y="4251675"/>
              <a:ext cx="15650" cy="15625"/>
            </a:xfrm>
            <a:custGeom>
              <a:rect b="b" l="l" r="r" t="t"/>
              <a:pathLst>
                <a:path extrusionOk="0" h="625" w="626">
                  <a:moveTo>
                    <a:pt x="313" y="0"/>
                  </a:moveTo>
                  <a:cubicBezTo>
                    <a:pt x="142" y="0"/>
                    <a:pt x="1" y="140"/>
                    <a:pt x="1" y="312"/>
                  </a:cubicBezTo>
                  <a:cubicBezTo>
                    <a:pt x="1" y="484"/>
                    <a:pt x="142" y="625"/>
                    <a:pt x="313" y="625"/>
                  </a:cubicBezTo>
                  <a:cubicBezTo>
                    <a:pt x="486" y="625"/>
                    <a:pt x="625" y="484"/>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44"/>
            <p:cNvSpPr/>
            <p:nvPr/>
          </p:nvSpPr>
          <p:spPr>
            <a:xfrm>
              <a:off x="637325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44"/>
            <p:cNvSpPr/>
            <p:nvPr/>
          </p:nvSpPr>
          <p:spPr>
            <a:xfrm>
              <a:off x="6396600" y="4251675"/>
              <a:ext cx="15625" cy="15625"/>
            </a:xfrm>
            <a:custGeom>
              <a:rect b="b" l="l" r="r" t="t"/>
              <a:pathLst>
                <a:path extrusionOk="0" h="625" w="625">
                  <a:moveTo>
                    <a:pt x="313" y="0"/>
                  </a:moveTo>
                  <a:cubicBezTo>
                    <a:pt x="140" y="0"/>
                    <a:pt x="0" y="140"/>
                    <a:pt x="0" y="312"/>
                  </a:cubicBezTo>
                  <a:cubicBezTo>
                    <a:pt x="0" y="484"/>
                    <a:pt x="140" y="625"/>
                    <a:pt x="313" y="625"/>
                  </a:cubicBezTo>
                  <a:cubicBezTo>
                    <a:pt x="484" y="625"/>
                    <a:pt x="625" y="484"/>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44"/>
            <p:cNvSpPr/>
            <p:nvPr/>
          </p:nvSpPr>
          <p:spPr>
            <a:xfrm>
              <a:off x="641990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44"/>
            <p:cNvSpPr/>
            <p:nvPr/>
          </p:nvSpPr>
          <p:spPr>
            <a:xfrm>
              <a:off x="6443250" y="4251675"/>
              <a:ext cx="15625" cy="15625"/>
            </a:xfrm>
            <a:custGeom>
              <a:rect b="b" l="l" r="r" t="t"/>
              <a:pathLst>
                <a:path extrusionOk="0" h="625" w="625">
                  <a:moveTo>
                    <a:pt x="313" y="0"/>
                  </a:moveTo>
                  <a:cubicBezTo>
                    <a:pt x="140" y="0"/>
                    <a:pt x="0" y="140"/>
                    <a:pt x="0" y="312"/>
                  </a:cubicBezTo>
                  <a:cubicBezTo>
                    <a:pt x="0" y="484"/>
                    <a:pt x="140" y="625"/>
                    <a:pt x="313" y="625"/>
                  </a:cubicBezTo>
                  <a:cubicBezTo>
                    <a:pt x="485" y="625"/>
                    <a:pt x="625" y="484"/>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44"/>
            <p:cNvSpPr/>
            <p:nvPr/>
          </p:nvSpPr>
          <p:spPr>
            <a:xfrm>
              <a:off x="6466550" y="4251675"/>
              <a:ext cx="15650" cy="15625"/>
            </a:xfrm>
            <a:custGeom>
              <a:rect b="b" l="l" r="r" t="t"/>
              <a:pathLst>
                <a:path extrusionOk="0" h="625" w="626">
                  <a:moveTo>
                    <a:pt x="313" y="0"/>
                  </a:moveTo>
                  <a:cubicBezTo>
                    <a:pt x="142" y="0"/>
                    <a:pt x="1" y="140"/>
                    <a:pt x="1" y="312"/>
                  </a:cubicBezTo>
                  <a:cubicBezTo>
                    <a:pt x="1" y="484"/>
                    <a:pt x="142" y="625"/>
                    <a:pt x="313" y="625"/>
                  </a:cubicBezTo>
                  <a:cubicBezTo>
                    <a:pt x="486" y="625"/>
                    <a:pt x="625" y="484"/>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44"/>
            <p:cNvSpPr/>
            <p:nvPr/>
          </p:nvSpPr>
          <p:spPr>
            <a:xfrm>
              <a:off x="6487275" y="4251675"/>
              <a:ext cx="18250" cy="15625"/>
            </a:xfrm>
            <a:custGeom>
              <a:rect b="b" l="l" r="r" t="t"/>
              <a:pathLst>
                <a:path extrusionOk="0" h="625" w="730">
                  <a:moveTo>
                    <a:pt x="418" y="0"/>
                  </a:moveTo>
                  <a:cubicBezTo>
                    <a:pt x="139" y="0"/>
                    <a:pt x="1" y="337"/>
                    <a:pt x="196" y="532"/>
                  </a:cubicBezTo>
                  <a:cubicBezTo>
                    <a:pt x="260" y="596"/>
                    <a:pt x="339" y="625"/>
                    <a:pt x="415" y="625"/>
                  </a:cubicBezTo>
                  <a:cubicBezTo>
                    <a:pt x="576" y="625"/>
                    <a:pt x="730" y="500"/>
                    <a:pt x="730" y="312"/>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44"/>
            <p:cNvSpPr/>
            <p:nvPr/>
          </p:nvSpPr>
          <p:spPr>
            <a:xfrm>
              <a:off x="6513250" y="4251675"/>
              <a:ext cx="15625" cy="15625"/>
            </a:xfrm>
            <a:custGeom>
              <a:rect b="b" l="l" r="r" t="t"/>
              <a:pathLst>
                <a:path extrusionOk="0" h="625" w="625">
                  <a:moveTo>
                    <a:pt x="312" y="0"/>
                  </a:moveTo>
                  <a:cubicBezTo>
                    <a:pt x="140" y="0"/>
                    <a:pt x="0" y="140"/>
                    <a:pt x="0" y="312"/>
                  </a:cubicBezTo>
                  <a:cubicBezTo>
                    <a:pt x="0" y="484"/>
                    <a:pt x="140" y="625"/>
                    <a:pt x="312" y="625"/>
                  </a:cubicBezTo>
                  <a:cubicBezTo>
                    <a:pt x="484" y="625"/>
                    <a:pt x="625" y="484"/>
                    <a:pt x="625" y="312"/>
                  </a:cubicBezTo>
                  <a:cubicBezTo>
                    <a:pt x="625" y="140"/>
                    <a:pt x="484"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44"/>
            <p:cNvSpPr/>
            <p:nvPr/>
          </p:nvSpPr>
          <p:spPr>
            <a:xfrm>
              <a:off x="5976675" y="423165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44"/>
            <p:cNvSpPr/>
            <p:nvPr/>
          </p:nvSpPr>
          <p:spPr>
            <a:xfrm>
              <a:off x="5999975" y="4231650"/>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44"/>
            <p:cNvSpPr/>
            <p:nvPr/>
          </p:nvSpPr>
          <p:spPr>
            <a:xfrm>
              <a:off x="6023325" y="423165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44"/>
            <p:cNvSpPr/>
            <p:nvPr/>
          </p:nvSpPr>
          <p:spPr>
            <a:xfrm>
              <a:off x="6046675" y="4231650"/>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44"/>
            <p:cNvSpPr/>
            <p:nvPr/>
          </p:nvSpPr>
          <p:spPr>
            <a:xfrm>
              <a:off x="6067350" y="4231650"/>
              <a:ext cx="18250" cy="15650"/>
            </a:xfrm>
            <a:custGeom>
              <a:rect b="b" l="l" r="r" t="t"/>
              <a:pathLst>
                <a:path extrusionOk="0" h="626" w="730">
                  <a:moveTo>
                    <a:pt x="418" y="1"/>
                  </a:moveTo>
                  <a:cubicBezTo>
                    <a:pt x="140" y="1"/>
                    <a:pt x="1" y="336"/>
                    <a:pt x="198" y="533"/>
                  </a:cubicBezTo>
                  <a:cubicBezTo>
                    <a:pt x="261" y="597"/>
                    <a:pt x="339" y="625"/>
                    <a:pt x="416" y="625"/>
                  </a:cubicBezTo>
                  <a:cubicBezTo>
                    <a:pt x="576" y="625"/>
                    <a:pt x="730" y="501"/>
                    <a:pt x="730" y="313"/>
                  </a:cubicBezTo>
                  <a:cubicBezTo>
                    <a:pt x="730" y="140"/>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44"/>
            <p:cNvSpPr/>
            <p:nvPr/>
          </p:nvSpPr>
          <p:spPr>
            <a:xfrm>
              <a:off x="6093325" y="423165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44"/>
            <p:cNvSpPr/>
            <p:nvPr/>
          </p:nvSpPr>
          <p:spPr>
            <a:xfrm>
              <a:off x="6116650" y="423165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44"/>
            <p:cNvSpPr/>
            <p:nvPr/>
          </p:nvSpPr>
          <p:spPr>
            <a:xfrm>
              <a:off x="6139975" y="423165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44"/>
            <p:cNvSpPr/>
            <p:nvPr/>
          </p:nvSpPr>
          <p:spPr>
            <a:xfrm>
              <a:off x="6160650" y="4231650"/>
              <a:ext cx="18300" cy="15650"/>
            </a:xfrm>
            <a:custGeom>
              <a:rect b="b" l="l" r="r" t="t"/>
              <a:pathLst>
                <a:path extrusionOk="0" h="626" w="732">
                  <a:moveTo>
                    <a:pt x="419" y="1"/>
                  </a:moveTo>
                  <a:cubicBezTo>
                    <a:pt x="140" y="1"/>
                    <a:pt x="1" y="336"/>
                    <a:pt x="198" y="533"/>
                  </a:cubicBezTo>
                  <a:cubicBezTo>
                    <a:pt x="262" y="597"/>
                    <a:pt x="340" y="625"/>
                    <a:pt x="417" y="625"/>
                  </a:cubicBezTo>
                  <a:cubicBezTo>
                    <a:pt x="577" y="625"/>
                    <a:pt x="731" y="501"/>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44"/>
            <p:cNvSpPr/>
            <p:nvPr/>
          </p:nvSpPr>
          <p:spPr>
            <a:xfrm>
              <a:off x="6186625" y="423165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44"/>
            <p:cNvSpPr/>
            <p:nvPr/>
          </p:nvSpPr>
          <p:spPr>
            <a:xfrm>
              <a:off x="620995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44"/>
            <p:cNvSpPr/>
            <p:nvPr/>
          </p:nvSpPr>
          <p:spPr>
            <a:xfrm>
              <a:off x="6233275" y="4231650"/>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44"/>
            <p:cNvSpPr/>
            <p:nvPr/>
          </p:nvSpPr>
          <p:spPr>
            <a:xfrm>
              <a:off x="625660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44"/>
            <p:cNvSpPr/>
            <p:nvPr/>
          </p:nvSpPr>
          <p:spPr>
            <a:xfrm>
              <a:off x="6279950" y="423165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44"/>
            <p:cNvSpPr/>
            <p:nvPr/>
          </p:nvSpPr>
          <p:spPr>
            <a:xfrm>
              <a:off x="630325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44"/>
            <p:cNvSpPr/>
            <p:nvPr/>
          </p:nvSpPr>
          <p:spPr>
            <a:xfrm>
              <a:off x="6323950" y="4231650"/>
              <a:ext cx="18300" cy="15650"/>
            </a:xfrm>
            <a:custGeom>
              <a:rect b="b" l="l" r="r" t="t"/>
              <a:pathLst>
                <a:path extrusionOk="0" h="626" w="732">
                  <a:moveTo>
                    <a:pt x="422" y="1"/>
                  </a:moveTo>
                  <a:cubicBezTo>
                    <a:pt x="421" y="1"/>
                    <a:pt x="420" y="1"/>
                    <a:pt x="419" y="1"/>
                  </a:cubicBezTo>
                  <a:cubicBezTo>
                    <a:pt x="418" y="1"/>
                    <a:pt x="418" y="1"/>
                    <a:pt x="417" y="1"/>
                  </a:cubicBezTo>
                  <a:cubicBezTo>
                    <a:pt x="139" y="1"/>
                    <a:pt x="1" y="336"/>
                    <a:pt x="198" y="533"/>
                  </a:cubicBezTo>
                  <a:cubicBezTo>
                    <a:pt x="261" y="597"/>
                    <a:pt x="340" y="625"/>
                    <a:pt x="417" y="625"/>
                  </a:cubicBezTo>
                  <a:cubicBezTo>
                    <a:pt x="577" y="625"/>
                    <a:pt x="731" y="501"/>
                    <a:pt x="731" y="313"/>
                  </a:cubicBezTo>
                  <a:cubicBezTo>
                    <a:pt x="731" y="141"/>
                    <a:pt x="593" y="1"/>
                    <a:pt x="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44"/>
            <p:cNvSpPr/>
            <p:nvPr/>
          </p:nvSpPr>
          <p:spPr>
            <a:xfrm>
              <a:off x="6349900" y="423165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44"/>
            <p:cNvSpPr/>
            <p:nvPr/>
          </p:nvSpPr>
          <p:spPr>
            <a:xfrm>
              <a:off x="637325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44"/>
            <p:cNvSpPr/>
            <p:nvPr/>
          </p:nvSpPr>
          <p:spPr>
            <a:xfrm>
              <a:off x="6396600" y="4231650"/>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44"/>
            <p:cNvSpPr/>
            <p:nvPr/>
          </p:nvSpPr>
          <p:spPr>
            <a:xfrm>
              <a:off x="641990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44"/>
            <p:cNvSpPr/>
            <p:nvPr/>
          </p:nvSpPr>
          <p:spPr>
            <a:xfrm>
              <a:off x="6443250" y="423165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44"/>
            <p:cNvSpPr/>
            <p:nvPr/>
          </p:nvSpPr>
          <p:spPr>
            <a:xfrm>
              <a:off x="6466550" y="423165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44"/>
            <p:cNvSpPr/>
            <p:nvPr/>
          </p:nvSpPr>
          <p:spPr>
            <a:xfrm>
              <a:off x="6487275" y="4231650"/>
              <a:ext cx="18250" cy="15650"/>
            </a:xfrm>
            <a:custGeom>
              <a:rect b="b" l="l" r="r" t="t"/>
              <a:pathLst>
                <a:path extrusionOk="0" h="626" w="730">
                  <a:moveTo>
                    <a:pt x="418" y="1"/>
                  </a:moveTo>
                  <a:cubicBezTo>
                    <a:pt x="139" y="1"/>
                    <a:pt x="1" y="336"/>
                    <a:pt x="196" y="533"/>
                  </a:cubicBezTo>
                  <a:cubicBezTo>
                    <a:pt x="260" y="597"/>
                    <a:pt x="339" y="625"/>
                    <a:pt x="415" y="625"/>
                  </a:cubicBezTo>
                  <a:cubicBezTo>
                    <a:pt x="576" y="625"/>
                    <a:pt x="730" y="501"/>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44"/>
            <p:cNvSpPr/>
            <p:nvPr/>
          </p:nvSpPr>
          <p:spPr>
            <a:xfrm>
              <a:off x="6513250" y="4231650"/>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44"/>
            <p:cNvSpPr/>
            <p:nvPr/>
          </p:nvSpPr>
          <p:spPr>
            <a:xfrm>
              <a:off x="5953325" y="4211650"/>
              <a:ext cx="15650" cy="15600"/>
            </a:xfrm>
            <a:custGeom>
              <a:rect b="b" l="l" r="r" t="t"/>
              <a:pathLst>
                <a:path extrusionOk="0" h="624" w="626">
                  <a:moveTo>
                    <a:pt x="313" y="0"/>
                  </a:moveTo>
                  <a:cubicBezTo>
                    <a:pt x="141" y="0"/>
                    <a:pt x="0" y="140"/>
                    <a:pt x="0" y="313"/>
                  </a:cubicBezTo>
                  <a:cubicBezTo>
                    <a:pt x="0" y="484"/>
                    <a:pt x="141" y="623"/>
                    <a:pt x="313" y="623"/>
                  </a:cubicBezTo>
                  <a:cubicBezTo>
                    <a:pt x="486" y="623"/>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44"/>
            <p:cNvSpPr/>
            <p:nvPr/>
          </p:nvSpPr>
          <p:spPr>
            <a:xfrm>
              <a:off x="5976675" y="4211650"/>
              <a:ext cx="15625" cy="15600"/>
            </a:xfrm>
            <a:custGeom>
              <a:rect b="b" l="l" r="r" t="t"/>
              <a:pathLst>
                <a:path extrusionOk="0" h="624" w="625">
                  <a:moveTo>
                    <a:pt x="313" y="0"/>
                  </a:moveTo>
                  <a:cubicBezTo>
                    <a:pt x="140" y="0"/>
                    <a:pt x="0" y="140"/>
                    <a:pt x="0" y="313"/>
                  </a:cubicBezTo>
                  <a:cubicBezTo>
                    <a:pt x="0" y="484"/>
                    <a:pt x="140" y="623"/>
                    <a:pt x="313" y="623"/>
                  </a:cubicBezTo>
                  <a:cubicBezTo>
                    <a:pt x="485" y="623"/>
                    <a:pt x="625" y="484"/>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44"/>
            <p:cNvSpPr/>
            <p:nvPr/>
          </p:nvSpPr>
          <p:spPr>
            <a:xfrm>
              <a:off x="5999975" y="4211650"/>
              <a:ext cx="15650" cy="15600"/>
            </a:xfrm>
            <a:custGeom>
              <a:rect b="b" l="l" r="r" t="t"/>
              <a:pathLst>
                <a:path extrusionOk="0" h="624" w="626">
                  <a:moveTo>
                    <a:pt x="313" y="0"/>
                  </a:moveTo>
                  <a:cubicBezTo>
                    <a:pt x="141" y="0"/>
                    <a:pt x="1" y="140"/>
                    <a:pt x="1" y="313"/>
                  </a:cubicBezTo>
                  <a:cubicBezTo>
                    <a:pt x="1" y="484"/>
                    <a:pt x="141" y="623"/>
                    <a:pt x="313" y="623"/>
                  </a:cubicBezTo>
                  <a:cubicBezTo>
                    <a:pt x="486" y="623"/>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44"/>
            <p:cNvSpPr/>
            <p:nvPr/>
          </p:nvSpPr>
          <p:spPr>
            <a:xfrm>
              <a:off x="6023325" y="4211650"/>
              <a:ext cx="15625" cy="15600"/>
            </a:xfrm>
            <a:custGeom>
              <a:rect b="b" l="l" r="r" t="t"/>
              <a:pathLst>
                <a:path extrusionOk="0" h="624" w="625">
                  <a:moveTo>
                    <a:pt x="313" y="0"/>
                  </a:moveTo>
                  <a:cubicBezTo>
                    <a:pt x="140" y="0"/>
                    <a:pt x="0" y="140"/>
                    <a:pt x="0" y="313"/>
                  </a:cubicBezTo>
                  <a:cubicBezTo>
                    <a:pt x="0" y="484"/>
                    <a:pt x="140" y="623"/>
                    <a:pt x="313" y="623"/>
                  </a:cubicBezTo>
                  <a:cubicBezTo>
                    <a:pt x="485" y="623"/>
                    <a:pt x="625" y="484"/>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44"/>
            <p:cNvSpPr/>
            <p:nvPr/>
          </p:nvSpPr>
          <p:spPr>
            <a:xfrm>
              <a:off x="6046675" y="4211650"/>
              <a:ext cx="15625" cy="15600"/>
            </a:xfrm>
            <a:custGeom>
              <a:rect b="b" l="l" r="r" t="t"/>
              <a:pathLst>
                <a:path extrusionOk="0" h="624" w="625">
                  <a:moveTo>
                    <a:pt x="312" y="0"/>
                  </a:moveTo>
                  <a:cubicBezTo>
                    <a:pt x="139" y="0"/>
                    <a:pt x="0" y="140"/>
                    <a:pt x="0" y="313"/>
                  </a:cubicBezTo>
                  <a:cubicBezTo>
                    <a:pt x="0" y="484"/>
                    <a:pt x="139" y="623"/>
                    <a:pt x="312" y="623"/>
                  </a:cubicBezTo>
                  <a:cubicBezTo>
                    <a:pt x="485" y="623"/>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44"/>
            <p:cNvSpPr/>
            <p:nvPr/>
          </p:nvSpPr>
          <p:spPr>
            <a:xfrm>
              <a:off x="6067350" y="4211650"/>
              <a:ext cx="18250" cy="15625"/>
            </a:xfrm>
            <a:custGeom>
              <a:rect b="b" l="l" r="r" t="t"/>
              <a:pathLst>
                <a:path extrusionOk="0" h="625" w="730">
                  <a:moveTo>
                    <a:pt x="418" y="0"/>
                  </a:moveTo>
                  <a:cubicBezTo>
                    <a:pt x="140" y="0"/>
                    <a:pt x="1" y="335"/>
                    <a:pt x="198" y="533"/>
                  </a:cubicBezTo>
                  <a:cubicBezTo>
                    <a:pt x="261" y="596"/>
                    <a:pt x="339" y="625"/>
                    <a:pt x="416" y="625"/>
                  </a:cubicBezTo>
                  <a:cubicBezTo>
                    <a:pt x="576" y="625"/>
                    <a:pt x="730" y="500"/>
                    <a:pt x="730" y="313"/>
                  </a:cubicBezTo>
                  <a:cubicBezTo>
                    <a:pt x="730" y="140"/>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44"/>
            <p:cNvSpPr/>
            <p:nvPr/>
          </p:nvSpPr>
          <p:spPr>
            <a:xfrm>
              <a:off x="6093325"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44"/>
            <p:cNvSpPr/>
            <p:nvPr/>
          </p:nvSpPr>
          <p:spPr>
            <a:xfrm>
              <a:off x="6116650" y="4211650"/>
              <a:ext cx="15650" cy="15600"/>
            </a:xfrm>
            <a:custGeom>
              <a:rect b="b" l="l" r="r" t="t"/>
              <a:pathLst>
                <a:path extrusionOk="0" h="624" w="626">
                  <a:moveTo>
                    <a:pt x="313" y="0"/>
                  </a:moveTo>
                  <a:cubicBezTo>
                    <a:pt x="140" y="0"/>
                    <a:pt x="1" y="140"/>
                    <a:pt x="1" y="313"/>
                  </a:cubicBezTo>
                  <a:cubicBezTo>
                    <a:pt x="1" y="484"/>
                    <a:pt x="140" y="623"/>
                    <a:pt x="313" y="623"/>
                  </a:cubicBezTo>
                  <a:cubicBezTo>
                    <a:pt x="484" y="623"/>
                    <a:pt x="625" y="484"/>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44"/>
            <p:cNvSpPr/>
            <p:nvPr/>
          </p:nvSpPr>
          <p:spPr>
            <a:xfrm>
              <a:off x="6139975"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44"/>
            <p:cNvSpPr/>
            <p:nvPr/>
          </p:nvSpPr>
          <p:spPr>
            <a:xfrm>
              <a:off x="6160650" y="4211650"/>
              <a:ext cx="18300" cy="15625"/>
            </a:xfrm>
            <a:custGeom>
              <a:rect b="b" l="l" r="r" t="t"/>
              <a:pathLst>
                <a:path extrusionOk="0" h="625" w="732">
                  <a:moveTo>
                    <a:pt x="419" y="0"/>
                  </a:moveTo>
                  <a:cubicBezTo>
                    <a:pt x="140" y="0"/>
                    <a:pt x="1" y="335"/>
                    <a:pt x="198" y="533"/>
                  </a:cubicBezTo>
                  <a:cubicBezTo>
                    <a:pt x="262" y="596"/>
                    <a:pt x="340" y="625"/>
                    <a:pt x="417" y="625"/>
                  </a:cubicBezTo>
                  <a:cubicBezTo>
                    <a:pt x="577" y="625"/>
                    <a:pt x="731" y="500"/>
                    <a:pt x="731" y="313"/>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44"/>
            <p:cNvSpPr/>
            <p:nvPr/>
          </p:nvSpPr>
          <p:spPr>
            <a:xfrm>
              <a:off x="6186625"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44"/>
            <p:cNvSpPr/>
            <p:nvPr/>
          </p:nvSpPr>
          <p:spPr>
            <a:xfrm>
              <a:off x="620995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44"/>
            <p:cNvSpPr/>
            <p:nvPr/>
          </p:nvSpPr>
          <p:spPr>
            <a:xfrm>
              <a:off x="6233275" y="4211650"/>
              <a:ext cx="15625" cy="15600"/>
            </a:xfrm>
            <a:custGeom>
              <a:rect b="b" l="l" r="r" t="t"/>
              <a:pathLst>
                <a:path extrusionOk="0" h="624" w="625">
                  <a:moveTo>
                    <a:pt x="312" y="0"/>
                  </a:moveTo>
                  <a:cubicBezTo>
                    <a:pt x="141" y="0"/>
                    <a:pt x="0" y="140"/>
                    <a:pt x="0" y="313"/>
                  </a:cubicBezTo>
                  <a:cubicBezTo>
                    <a:pt x="0" y="484"/>
                    <a:pt x="141" y="623"/>
                    <a:pt x="312" y="623"/>
                  </a:cubicBezTo>
                  <a:cubicBezTo>
                    <a:pt x="485" y="623"/>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44"/>
            <p:cNvSpPr/>
            <p:nvPr/>
          </p:nvSpPr>
          <p:spPr>
            <a:xfrm>
              <a:off x="625660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44"/>
            <p:cNvSpPr/>
            <p:nvPr/>
          </p:nvSpPr>
          <p:spPr>
            <a:xfrm>
              <a:off x="6279950" y="4211650"/>
              <a:ext cx="15650" cy="15600"/>
            </a:xfrm>
            <a:custGeom>
              <a:rect b="b" l="l" r="r" t="t"/>
              <a:pathLst>
                <a:path extrusionOk="0" h="624" w="626">
                  <a:moveTo>
                    <a:pt x="313" y="0"/>
                  </a:moveTo>
                  <a:cubicBezTo>
                    <a:pt x="140" y="0"/>
                    <a:pt x="1" y="140"/>
                    <a:pt x="1" y="313"/>
                  </a:cubicBezTo>
                  <a:cubicBezTo>
                    <a:pt x="1" y="484"/>
                    <a:pt x="140" y="623"/>
                    <a:pt x="313" y="623"/>
                  </a:cubicBezTo>
                  <a:cubicBezTo>
                    <a:pt x="484" y="623"/>
                    <a:pt x="625" y="484"/>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44"/>
            <p:cNvSpPr/>
            <p:nvPr/>
          </p:nvSpPr>
          <p:spPr>
            <a:xfrm>
              <a:off x="630325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44"/>
            <p:cNvSpPr/>
            <p:nvPr/>
          </p:nvSpPr>
          <p:spPr>
            <a:xfrm>
              <a:off x="6323950" y="4211650"/>
              <a:ext cx="18300" cy="15625"/>
            </a:xfrm>
            <a:custGeom>
              <a:rect b="b" l="l" r="r" t="t"/>
              <a:pathLst>
                <a:path extrusionOk="0" h="625" w="732">
                  <a:moveTo>
                    <a:pt x="422" y="0"/>
                  </a:moveTo>
                  <a:cubicBezTo>
                    <a:pt x="421" y="0"/>
                    <a:pt x="420" y="0"/>
                    <a:pt x="419" y="0"/>
                  </a:cubicBezTo>
                  <a:cubicBezTo>
                    <a:pt x="418" y="0"/>
                    <a:pt x="418" y="0"/>
                    <a:pt x="417" y="0"/>
                  </a:cubicBezTo>
                  <a:cubicBezTo>
                    <a:pt x="139" y="0"/>
                    <a:pt x="1" y="336"/>
                    <a:pt x="198" y="533"/>
                  </a:cubicBezTo>
                  <a:cubicBezTo>
                    <a:pt x="261" y="596"/>
                    <a:pt x="340" y="625"/>
                    <a:pt x="417" y="625"/>
                  </a:cubicBezTo>
                  <a:cubicBezTo>
                    <a:pt x="577" y="625"/>
                    <a:pt x="731" y="500"/>
                    <a:pt x="731" y="313"/>
                  </a:cubicBezTo>
                  <a:cubicBezTo>
                    <a:pt x="731" y="141"/>
                    <a:pt x="593" y="0"/>
                    <a:pt x="4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44"/>
            <p:cNvSpPr/>
            <p:nvPr/>
          </p:nvSpPr>
          <p:spPr>
            <a:xfrm>
              <a:off x="6349900" y="4211650"/>
              <a:ext cx="15650" cy="15600"/>
            </a:xfrm>
            <a:custGeom>
              <a:rect b="b" l="l" r="r" t="t"/>
              <a:pathLst>
                <a:path extrusionOk="0" h="624" w="626">
                  <a:moveTo>
                    <a:pt x="313" y="0"/>
                  </a:moveTo>
                  <a:cubicBezTo>
                    <a:pt x="142" y="0"/>
                    <a:pt x="1" y="140"/>
                    <a:pt x="1" y="313"/>
                  </a:cubicBezTo>
                  <a:cubicBezTo>
                    <a:pt x="1" y="484"/>
                    <a:pt x="142" y="623"/>
                    <a:pt x="313" y="623"/>
                  </a:cubicBezTo>
                  <a:cubicBezTo>
                    <a:pt x="486" y="623"/>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44"/>
            <p:cNvSpPr/>
            <p:nvPr/>
          </p:nvSpPr>
          <p:spPr>
            <a:xfrm>
              <a:off x="637325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44"/>
            <p:cNvSpPr/>
            <p:nvPr/>
          </p:nvSpPr>
          <p:spPr>
            <a:xfrm>
              <a:off x="6396600" y="4211650"/>
              <a:ext cx="15625" cy="15600"/>
            </a:xfrm>
            <a:custGeom>
              <a:rect b="b" l="l" r="r" t="t"/>
              <a:pathLst>
                <a:path extrusionOk="0" h="624" w="625">
                  <a:moveTo>
                    <a:pt x="313" y="0"/>
                  </a:moveTo>
                  <a:cubicBezTo>
                    <a:pt x="140" y="0"/>
                    <a:pt x="0" y="140"/>
                    <a:pt x="0" y="313"/>
                  </a:cubicBezTo>
                  <a:cubicBezTo>
                    <a:pt x="0" y="484"/>
                    <a:pt x="140" y="623"/>
                    <a:pt x="313" y="623"/>
                  </a:cubicBezTo>
                  <a:cubicBezTo>
                    <a:pt x="484" y="623"/>
                    <a:pt x="625" y="484"/>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44"/>
            <p:cNvSpPr/>
            <p:nvPr/>
          </p:nvSpPr>
          <p:spPr>
            <a:xfrm>
              <a:off x="641990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44"/>
            <p:cNvSpPr/>
            <p:nvPr/>
          </p:nvSpPr>
          <p:spPr>
            <a:xfrm>
              <a:off x="6443250" y="4211650"/>
              <a:ext cx="15625" cy="15600"/>
            </a:xfrm>
            <a:custGeom>
              <a:rect b="b" l="l" r="r" t="t"/>
              <a:pathLst>
                <a:path extrusionOk="0" h="624" w="625">
                  <a:moveTo>
                    <a:pt x="313" y="0"/>
                  </a:moveTo>
                  <a:cubicBezTo>
                    <a:pt x="140" y="0"/>
                    <a:pt x="0" y="140"/>
                    <a:pt x="0" y="313"/>
                  </a:cubicBezTo>
                  <a:cubicBezTo>
                    <a:pt x="0" y="484"/>
                    <a:pt x="140" y="623"/>
                    <a:pt x="313" y="623"/>
                  </a:cubicBezTo>
                  <a:cubicBezTo>
                    <a:pt x="485" y="623"/>
                    <a:pt x="625" y="484"/>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44"/>
            <p:cNvSpPr/>
            <p:nvPr/>
          </p:nvSpPr>
          <p:spPr>
            <a:xfrm>
              <a:off x="6466550" y="4211650"/>
              <a:ext cx="15650" cy="15600"/>
            </a:xfrm>
            <a:custGeom>
              <a:rect b="b" l="l" r="r" t="t"/>
              <a:pathLst>
                <a:path extrusionOk="0" h="624" w="626">
                  <a:moveTo>
                    <a:pt x="313" y="0"/>
                  </a:moveTo>
                  <a:cubicBezTo>
                    <a:pt x="142" y="0"/>
                    <a:pt x="1" y="140"/>
                    <a:pt x="1" y="313"/>
                  </a:cubicBezTo>
                  <a:cubicBezTo>
                    <a:pt x="1" y="484"/>
                    <a:pt x="142" y="623"/>
                    <a:pt x="313" y="623"/>
                  </a:cubicBezTo>
                  <a:cubicBezTo>
                    <a:pt x="486" y="623"/>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44"/>
            <p:cNvSpPr/>
            <p:nvPr/>
          </p:nvSpPr>
          <p:spPr>
            <a:xfrm>
              <a:off x="6487275" y="4211650"/>
              <a:ext cx="18250" cy="15625"/>
            </a:xfrm>
            <a:custGeom>
              <a:rect b="b" l="l" r="r" t="t"/>
              <a:pathLst>
                <a:path extrusionOk="0" h="625" w="730">
                  <a:moveTo>
                    <a:pt x="418" y="0"/>
                  </a:moveTo>
                  <a:cubicBezTo>
                    <a:pt x="139" y="0"/>
                    <a:pt x="1" y="335"/>
                    <a:pt x="196" y="533"/>
                  </a:cubicBezTo>
                  <a:cubicBezTo>
                    <a:pt x="260" y="596"/>
                    <a:pt x="339" y="625"/>
                    <a:pt x="415" y="625"/>
                  </a:cubicBezTo>
                  <a:cubicBezTo>
                    <a:pt x="576" y="625"/>
                    <a:pt x="730" y="500"/>
                    <a:pt x="730" y="313"/>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44"/>
            <p:cNvSpPr/>
            <p:nvPr/>
          </p:nvSpPr>
          <p:spPr>
            <a:xfrm>
              <a:off x="6513250" y="4211650"/>
              <a:ext cx="15625" cy="15600"/>
            </a:xfrm>
            <a:custGeom>
              <a:rect b="b" l="l" r="r" t="t"/>
              <a:pathLst>
                <a:path extrusionOk="0" h="624" w="625">
                  <a:moveTo>
                    <a:pt x="312" y="0"/>
                  </a:moveTo>
                  <a:cubicBezTo>
                    <a:pt x="140" y="0"/>
                    <a:pt x="0" y="140"/>
                    <a:pt x="0" y="313"/>
                  </a:cubicBezTo>
                  <a:cubicBezTo>
                    <a:pt x="0" y="484"/>
                    <a:pt x="140" y="623"/>
                    <a:pt x="312" y="623"/>
                  </a:cubicBezTo>
                  <a:cubicBezTo>
                    <a:pt x="484" y="623"/>
                    <a:pt x="625" y="484"/>
                    <a:pt x="625" y="313"/>
                  </a:cubicBezTo>
                  <a:cubicBezTo>
                    <a:pt x="625" y="140"/>
                    <a:pt x="484"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44"/>
            <p:cNvSpPr/>
            <p:nvPr/>
          </p:nvSpPr>
          <p:spPr>
            <a:xfrm>
              <a:off x="5953325" y="4191600"/>
              <a:ext cx="15650" cy="15650"/>
            </a:xfrm>
            <a:custGeom>
              <a:rect b="b" l="l" r="r" t="t"/>
              <a:pathLst>
                <a:path extrusionOk="0" h="626" w="626">
                  <a:moveTo>
                    <a:pt x="313" y="1"/>
                  </a:moveTo>
                  <a:cubicBezTo>
                    <a:pt x="141" y="1"/>
                    <a:pt x="0" y="142"/>
                    <a:pt x="0" y="313"/>
                  </a:cubicBezTo>
                  <a:cubicBezTo>
                    <a:pt x="0" y="486"/>
                    <a:pt x="141"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44"/>
            <p:cNvSpPr/>
            <p:nvPr/>
          </p:nvSpPr>
          <p:spPr>
            <a:xfrm>
              <a:off x="5976675" y="419160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44"/>
            <p:cNvSpPr/>
            <p:nvPr/>
          </p:nvSpPr>
          <p:spPr>
            <a:xfrm>
              <a:off x="5999975" y="4191600"/>
              <a:ext cx="15650" cy="15650"/>
            </a:xfrm>
            <a:custGeom>
              <a:rect b="b" l="l" r="r" t="t"/>
              <a:pathLst>
                <a:path extrusionOk="0" h="626" w="626">
                  <a:moveTo>
                    <a:pt x="313" y="1"/>
                  </a:moveTo>
                  <a:cubicBezTo>
                    <a:pt x="141" y="1"/>
                    <a:pt x="1" y="142"/>
                    <a:pt x="1" y="313"/>
                  </a:cubicBezTo>
                  <a:cubicBezTo>
                    <a:pt x="1" y="486"/>
                    <a:pt x="141"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44"/>
            <p:cNvSpPr/>
            <p:nvPr/>
          </p:nvSpPr>
          <p:spPr>
            <a:xfrm>
              <a:off x="6023325" y="419160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44"/>
            <p:cNvSpPr/>
            <p:nvPr/>
          </p:nvSpPr>
          <p:spPr>
            <a:xfrm>
              <a:off x="6046675" y="4191600"/>
              <a:ext cx="15625" cy="15650"/>
            </a:xfrm>
            <a:custGeom>
              <a:rect b="b" l="l" r="r" t="t"/>
              <a:pathLst>
                <a:path extrusionOk="0" h="626" w="625">
                  <a:moveTo>
                    <a:pt x="312" y="1"/>
                  </a:moveTo>
                  <a:cubicBezTo>
                    <a:pt x="139" y="1"/>
                    <a:pt x="0" y="142"/>
                    <a:pt x="0" y="313"/>
                  </a:cubicBezTo>
                  <a:cubicBezTo>
                    <a:pt x="0" y="486"/>
                    <a:pt x="139"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44"/>
            <p:cNvSpPr/>
            <p:nvPr/>
          </p:nvSpPr>
          <p:spPr>
            <a:xfrm>
              <a:off x="6067350" y="4191600"/>
              <a:ext cx="18250" cy="15675"/>
            </a:xfrm>
            <a:custGeom>
              <a:rect b="b" l="l" r="r" t="t"/>
              <a:pathLst>
                <a:path extrusionOk="0" h="627" w="730">
                  <a:moveTo>
                    <a:pt x="418" y="1"/>
                  </a:moveTo>
                  <a:cubicBezTo>
                    <a:pt x="140" y="1"/>
                    <a:pt x="1" y="337"/>
                    <a:pt x="198" y="534"/>
                  </a:cubicBezTo>
                  <a:cubicBezTo>
                    <a:pt x="261" y="598"/>
                    <a:pt x="339" y="626"/>
                    <a:pt x="416" y="626"/>
                  </a:cubicBezTo>
                  <a:cubicBezTo>
                    <a:pt x="576" y="626"/>
                    <a:pt x="730" y="502"/>
                    <a:pt x="730" y="313"/>
                  </a:cubicBezTo>
                  <a:cubicBezTo>
                    <a:pt x="730" y="142"/>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44"/>
            <p:cNvSpPr/>
            <p:nvPr/>
          </p:nvSpPr>
          <p:spPr>
            <a:xfrm>
              <a:off x="6093325"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44"/>
            <p:cNvSpPr/>
            <p:nvPr/>
          </p:nvSpPr>
          <p:spPr>
            <a:xfrm>
              <a:off x="6116650" y="419160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44"/>
            <p:cNvSpPr/>
            <p:nvPr/>
          </p:nvSpPr>
          <p:spPr>
            <a:xfrm>
              <a:off x="6139975"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44"/>
            <p:cNvSpPr/>
            <p:nvPr/>
          </p:nvSpPr>
          <p:spPr>
            <a:xfrm>
              <a:off x="6160650" y="4191600"/>
              <a:ext cx="18300" cy="15675"/>
            </a:xfrm>
            <a:custGeom>
              <a:rect b="b" l="l" r="r" t="t"/>
              <a:pathLst>
                <a:path extrusionOk="0" h="627" w="732">
                  <a:moveTo>
                    <a:pt x="419" y="1"/>
                  </a:moveTo>
                  <a:cubicBezTo>
                    <a:pt x="140" y="1"/>
                    <a:pt x="1" y="337"/>
                    <a:pt x="198" y="534"/>
                  </a:cubicBezTo>
                  <a:cubicBezTo>
                    <a:pt x="262" y="598"/>
                    <a:pt x="340" y="626"/>
                    <a:pt x="417" y="626"/>
                  </a:cubicBezTo>
                  <a:cubicBezTo>
                    <a:pt x="577" y="626"/>
                    <a:pt x="731" y="502"/>
                    <a:pt x="731" y="313"/>
                  </a:cubicBezTo>
                  <a:cubicBezTo>
                    <a:pt x="731" y="142"/>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44"/>
            <p:cNvSpPr/>
            <p:nvPr/>
          </p:nvSpPr>
          <p:spPr>
            <a:xfrm>
              <a:off x="6186625"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44"/>
            <p:cNvSpPr/>
            <p:nvPr/>
          </p:nvSpPr>
          <p:spPr>
            <a:xfrm>
              <a:off x="620995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44"/>
            <p:cNvSpPr/>
            <p:nvPr/>
          </p:nvSpPr>
          <p:spPr>
            <a:xfrm>
              <a:off x="6233275" y="4191600"/>
              <a:ext cx="15625" cy="15650"/>
            </a:xfrm>
            <a:custGeom>
              <a:rect b="b" l="l" r="r" t="t"/>
              <a:pathLst>
                <a:path extrusionOk="0" h="626" w="625">
                  <a:moveTo>
                    <a:pt x="312" y="1"/>
                  </a:moveTo>
                  <a:cubicBezTo>
                    <a:pt x="141" y="1"/>
                    <a:pt x="0" y="142"/>
                    <a:pt x="0" y="313"/>
                  </a:cubicBezTo>
                  <a:cubicBezTo>
                    <a:pt x="0" y="486"/>
                    <a:pt x="141"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44"/>
            <p:cNvSpPr/>
            <p:nvPr/>
          </p:nvSpPr>
          <p:spPr>
            <a:xfrm>
              <a:off x="625660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44"/>
            <p:cNvSpPr/>
            <p:nvPr/>
          </p:nvSpPr>
          <p:spPr>
            <a:xfrm>
              <a:off x="6279950" y="419160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44"/>
            <p:cNvSpPr/>
            <p:nvPr/>
          </p:nvSpPr>
          <p:spPr>
            <a:xfrm>
              <a:off x="630325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44"/>
            <p:cNvSpPr/>
            <p:nvPr/>
          </p:nvSpPr>
          <p:spPr>
            <a:xfrm>
              <a:off x="6323950" y="4191600"/>
              <a:ext cx="18300" cy="15675"/>
            </a:xfrm>
            <a:custGeom>
              <a:rect b="b" l="l" r="r" t="t"/>
              <a:pathLst>
                <a:path extrusionOk="0" h="627" w="732">
                  <a:moveTo>
                    <a:pt x="419" y="1"/>
                  </a:moveTo>
                  <a:cubicBezTo>
                    <a:pt x="140" y="1"/>
                    <a:pt x="1" y="337"/>
                    <a:pt x="198" y="534"/>
                  </a:cubicBezTo>
                  <a:cubicBezTo>
                    <a:pt x="261" y="598"/>
                    <a:pt x="340" y="626"/>
                    <a:pt x="416" y="626"/>
                  </a:cubicBezTo>
                  <a:cubicBezTo>
                    <a:pt x="577" y="626"/>
                    <a:pt x="731" y="502"/>
                    <a:pt x="731" y="313"/>
                  </a:cubicBezTo>
                  <a:cubicBezTo>
                    <a:pt x="731" y="142"/>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44"/>
            <p:cNvSpPr/>
            <p:nvPr/>
          </p:nvSpPr>
          <p:spPr>
            <a:xfrm>
              <a:off x="6349900" y="419160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44"/>
            <p:cNvSpPr/>
            <p:nvPr/>
          </p:nvSpPr>
          <p:spPr>
            <a:xfrm>
              <a:off x="637325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44"/>
            <p:cNvSpPr/>
            <p:nvPr/>
          </p:nvSpPr>
          <p:spPr>
            <a:xfrm>
              <a:off x="6396600" y="4191600"/>
              <a:ext cx="15625" cy="15650"/>
            </a:xfrm>
            <a:custGeom>
              <a:rect b="b" l="l" r="r" t="t"/>
              <a:pathLst>
                <a:path extrusionOk="0" h="626" w="625">
                  <a:moveTo>
                    <a:pt x="313" y="1"/>
                  </a:moveTo>
                  <a:cubicBezTo>
                    <a:pt x="140" y="1"/>
                    <a:pt x="0" y="142"/>
                    <a:pt x="0" y="313"/>
                  </a:cubicBezTo>
                  <a:cubicBezTo>
                    <a:pt x="0" y="486"/>
                    <a:pt x="140" y="625"/>
                    <a:pt x="313" y="625"/>
                  </a:cubicBezTo>
                  <a:cubicBezTo>
                    <a:pt x="484" y="625"/>
                    <a:pt x="625" y="486"/>
                    <a:pt x="625" y="313"/>
                  </a:cubicBezTo>
                  <a:cubicBezTo>
                    <a:pt x="625" y="142"/>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44"/>
            <p:cNvSpPr/>
            <p:nvPr/>
          </p:nvSpPr>
          <p:spPr>
            <a:xfrm>
              <a:off x="641990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44"/>
            <p:cNvSpPr/>
            <p:nvPr/>
          </p:nvSpPr>
          <p:spPr>
            <a:xfrm>
              <a:off x="6443250" y="419160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44"/>
            <p:cNvSpPr/>
            <p:nvPr/>
          </p:nvSpPr>
          <p:spPr>
            <a:xfrm>
              <a:off x="6466550" y="419160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44"/>
            <p:cNvSpPr/>
            <p:nvPr/>
          </p:nvSpPr>
          <p:spPr>
            <a:xfrm>
              <a:off x="6487275" y="4191600"/>
              <a:ext cx="18250" cy="15675"/>
            </a:xfrm>
            <a:custGeom>
              <a:rect b="b" l="l" r="r" t="t"/>
              <a:pathLst>
                <a:path extrusionOk="0" h="627" w="730">
                  <a:moveTo>
                    <a:pt x="418" y="1"/>
                  </a:moveTo>
                  <a:cubicBezTo>
                    <a:pt x="139" y="1"/>
                    <a:pt x="1" y="337"/>
                    <a:pt x="196" y="534"/>
                  </a:cubicBezTo>
                  <a:cubicBezTo>
                    <a:pt x="260" y="598"/>
                    <a:pt x="338" y="626"/>
                    <a:pt x="415" y="626"/>
                  </a:cubicBezTo>
                  <a:cubicBezTo>
                    <a:pt x="576" y="626"/>
                    <a:pt x="730" y="502"/>
                    <a:pt x="730" y="313"/>
                  </a:cubicBezTo>
                  <a:cubicBezTo>
                    <a:pt x="730" y="142"/>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44"/>
            <p:cNvSpPr/>
            <p:nvPr/>
          </p:nvSpPr>
          <p:spPr>
            <a:xfrm>
              <a:off x="6513250" y="4191600"/>
              <a:ext cx="15625" cy="15650"/>
            </a:xfrm>
            <a:custGeom>
              <a:rect b="b" l="l" r="r" t="t"/>
              <a:pathLst>
                <a:path extrusionOk="0" h="626" w="625">
                  <a:moveTo>
                    <a:pt x="312" y="1"/>
                  </a:moveTo>
                  <a:cubicBezTo>
                    <a:pt x="140" y="1"/>
                    <a:pt x="0" y="142"/>
                    <a:pt x="0" y="313"/>
                  </a:cubicBezTo>
                  <a:cubicBezTo>
                    <a:pt x="0" y="486"/>
                    <a:pt x="140" y="625"/>
                    <a:pt x="312" y="625"/>
                  </a:cubicBezTo>
                  <a:cubicBezTo>
                    <a:pt x="484" y="625"/>
                    <a:pt x="625" y="486"/>
                    <a:pt x="625" y="313"/>
                  </a:cubicBezTo>
                  <a:cubicBezTo>
                    <a:pt x="625" y="142"/>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44"/>
            <p:cNvSpPr/>
            <p:nvPr/>
          </p:nvSpPr>
          <p:spPr>
            <a:xfrm>
              <a:off x="5953325" y="4171600"/>
              <a:ext cx="15650" cy="15625"/>
            </a:xfrm>
            <a:custGeom>
              <a:rect b="b" l="l" r="r" t="t"/>
              <a:pathLst>
                <a:path extrusionOk="0" h="625" w="626">
                  <a:moveTo>
                    <a:pt x="313" y="0"/>
                  </a:moveTo>
                  <a:cubicBezTo>
                    <a:pt x="141" y="0"/>
                    <a:pt x="0" y="140"/>
                    <a:pt x="0" y="312"/>
                  </a:cubicBezTo>
                  <a:cubicBezTo>
                    <a:pt x="0" y="485"/>
                    <a:pt x="141"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44"/>
            <p:cNvSpPr/>
            <p:nvPr/>
          </p:nvSpPr>
          <p:spPr>
            <a:xfrm>
              <a:off x="5976675" y="4171600"/>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44"/>
            <p:cNvSpPr/>
            <p:nvPr/>
          </p:nvSpPr>
          <p:spPr>
            <a:xfrm>
              <a:off x="5999975" y="4171600"/>
              <a:ext cx="15650" cy="15625"/>
            </a:xfrm>
            <a:custGeom>
              <a:rect b="b" l="l" r="r" t="t"/>
              <a:pathLst>
                <a:path extrusionOk="0" h="625" w="626">
                  <a:moveTo>
                    <a:pt x="313" y="0"/>
                  </a:moveTo>
                  <a:cubicBezTo>
                    <a:pt x="141" y="0"/>
                    <a:pt x="1" y="140"/>
                    <a:pt x="1" y="312"/>
                  </a:cubicBezTo>
                  <a:cubicBezTo>
                    <a:pt x="1" y="485"/>
                    <a:pt x="141"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44"/>
            <p:cNvSpPr/>
            <p:nvPr/>
          </p:nvSpPr>
          <p:spPr>
            <a:xfrm>
              <a:off x="6023325" y="4171600"/>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44"/>
            <p:cNvSpPr/>
            <p:nvPr/>
          </p:nvSpPr>
          <p:spPr>
            <a:xfrm>
              <a:off x="6046675" y="4171600"/>
              <a:ext cx="15625" cy="15625"/>
            </a:xfrm>
            <a:custGeom>
              <a:rect b="b" l="l" r="r" t="t"/>
              <a:pathLst>
                <a:path extrusionOk="0" h="625" w="625">
                  <a:moveTo>
                    <a:pt x="312" y="0"/>
                  </a:moveTo>
                  <a:cubicBezTo>
                    <a:pt x="139" y="0"/>
                    <a:pt x="0" y="140"/>
                    <a:pt x="0" y="312"/>
                  </a:cubicBezTo>
                  <a:cubicBezTo>
                    <a:pt x="0" y="485"/>
                    <a:pt x="139"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44"/>
            <p:cNvSpPr/>
            <p:nvPr/>
          </p:nvSpPr>
          <p:spPr>
            <a:xfrm>
              <a:off x="6067350" y="4171600"/>
              <a:ext cx="18250" cy="15675"/>
            </a:xfrm>
            <a:custGeom>
              <a:rect b="b" l="l" r="r" t="t"/>
              <a:pathLst>
                <a:path extrusionOk="0" h="627" w="730">
                  <a:moveTo>
                    <a:pt x="418" y="0"/>
                  </a:moveTo>
                  <a:cubicBezTo>
                    <a:pt x="140" y="0"/>
                    <a:pt x="1" y="337"/>
                    <a:pt x="198" y="534"/>
                  </a:cubicBezTo>
                  <a:cubicBezTo>
                    <a:pt x="261" y="598"/>
                    <a:pt x="339" y="626"/>
                    <a:pt x="416" y="626"/>
                  </a:cubicBezTo>
                  <a:cubicBezTo>
                    <a:pt x="576" y="626"/>
                    <a:pt x="730" y="501"/>
                    <a:pt x="730" y="312"/>
                  </a:cubicBezTo>
                  <a:cubicBezTo>
                    <a:pt x="730" y="140"/>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44"/>
            <p:cNvSpPr/>
            <p:nvPr/>
          </p:nvSpPr>
          <p:spPr>
            <a:xfrm>
              <a:off x="6093325"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44"/>
            <p:cNvSpPr/>
            <p:nvPr/>
          </p:nvSpPr>
          <p:spPr>
            <a:xfrm>
              <a:off x="6116650" y="41716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44"/>
            <p:cNvSpPr/>
            <p:nvPr/>
          </p:nvSpPr>
          <p:spPr>
            <a:xfrm>
              <a:off x="6139975"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44"/>
            <p:cNvSpPr/>
            <p:nvPr/>
          </p:nvSpPr>
          <p:spPr>
            <a:xfrm>
              <a:off x="6160650" y="4171600"/>
              <a:ext cx="18300" cy="15675"/>
            </a:xfrm>
            <a:custGeom>
              <a:rect b="b" l="l" r="r" t="t"/>
              <a:pathLst>
                <a:path extrusionOk="0" h="627" w="732">
                  <a:moveTo>
                    <a:pt x="419" y="0"/>
                  </a:moveTo>
                  <a:cubicBezTo>
                    <a:pt x="140" y="0"/>
                    <a:pt x="1" y="337"/>
                    <a:pt x="198" y="534"/>
                  </a:cubicBezTo>
                  <a:cubicBezTo>
                    <a:pt x="262" y="598"/>
                    <a:pt x="340" y="626"/>
                    <a:pt x="417" y="626"/>
                  </a:cubicBezTo>
                  <a:cubicBezTo>
                    <a:pt x="577" y="626"/>
                    <a:pt x="731" y="501"/>
                    <a:pt x="731" y="312"/>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44"/>
            <p:cNvSpPr/>
            <p:nvPr/>
          </p:nvSpPr>
          <p:spPr>
            <a:xfrm>
              <a:off x="6186625"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44"/>
            <p:cNvSpPr/>
            <p:nvPr/>
          </p:nvSpPr>
          <p:spPr>
            <a:xfrm>
              <a:off x="620995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44"/>
            <p:cNvSpPr/>
            <p:nvPr/>
          </p:nvSpPr>
          <p:spPr>
            <a:xfrm>
              <a:off x="6233275" y="4171600"/>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44"/>
            <p:cNvSpPr/>
            <p:nvPr/>
          </p:nvSpPr>
          <p:spPr>
            <a:xfrm>
              <a:off x="625660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44"/>
            <p:cNvSpPr/>
            <p:nvPr/>
          </p:nvSpPr>
          <p:spPr>
            <a:xfrm>
              <a:off x="6279950" y="41716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44"/>
            <p:cNvSpPr/>
            <p:nvPr/>
          </p:nvSpPr>
          <p:spPr>
            <a:xfrm>
              <a:off x="630325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44"/>
            <p:cNvSpPr/>
            <p:nvPr/>
          </p:nvSpPr>
          <p:spPr>
            <a:xfrm>
              <a:off x="6323950" y="4171600"/>
              <a:ext cx="18300" cy="15675"/>
            </a:xfrm>
            <a:custGeom>
              <a:rect b="b" l="l" r="r" t="t"/>
              <a:pathLst>
                <a:path extrusionOk="0" h="627" w="732">
                  <a:moveTo>
                    <a:pt x="419" y="0"/>
                  </a:moveTo>
                  <a:cubicBezTo>
                    <a:pt x="140" y="0"/>
                    <a:pt x="1" y="337"/>
                    <a:pt x="198" y="534"/>
                  </a:cubicBezTo>
                  <a:cubicBezTo>
                    <a:pt x="261" y="598"/>
                    <a:pt x="340" y="626"/>
                    <a:pt x="416" y="626"/>
                  </a:cubicBezTo>
                  <a:cubicBezTo>
                    <a:pt x="577" y="626"/>
                    <a:pt x="731" y="501"/>
                    <a:pt x="731" y="312"/>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44"/>
            <p:cNvSpPr/>
            <p:nvPr/>
          </p:nvSpPr>
          <p:spPr>
            <a:xfrm>
              <a:off x="6349900" y="4171600"/>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44"/>
            <p:cNvSpPr/>
            <p:nvPr/>
          </p:nvSpPr>
          <p:spPr>
            <a:xfrm>
              <a:off x="637325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44"/>
            <p:cNvSpPr/>
            <p:nvPr/>
          </p:nvSpPr>
          <p:spPr>
            <a:xfrm>
              <a:off x="6396600" y="4171600"/>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44"/>
            <p:cNvSpPr/>
            <p:nvPr/>
          </p:nvSpPr>
          <p:spPr>
            <a:xfrm>
              <a:off x="641990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44"/>
            <p:cNvSpPr/>
            <p:nvPr/>
          </p:nvSpPr>
          <p:spPr>
            <a:xfrm>
              <a:off x="6443250" y="4171600"/>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44"/>
            <p:cNvSpPr/>
            <p:nvPr/>
          </p:nvSpPr>
          <p:spPr>
            <a:xfrm>
              <a:off x="6466550" y="4171600"/>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44"/>
            <p:cNvSpPr/>
            <p:nvPr/>
          </p:nvSpPr>
          <p:spPr>
            <a:xfrm>
              <a:off x="6487275" y="4171600"/>
              <a:ext cx="18250" cy="15675"/>
            </a:xfrm>
            <a:custGeom>
              <a:rect b="b" l="l" r="r" t="t"/>
              <a:pathLst>
                <a:path extrusionOk="0" h="627" w="730">
                  <a:moveTo>
                    <a:pt x="418" y="0"/>
                  </a:moveTo>
                  <a:cubicBezTo>
                    <a:pt x="139" y="0"/>
                    <a:pt x="1" y="337"/>
                    <a:pt x="196" y="534"/>
                  </a:cubicBezTo>
                  <a:cubicBezTo>
                    <a:pt x="260" y="598"/>
                    <a:pt x="338" y="626"/>
                    <a:pt x="415" y="626"/>
                  </a:cubicBezTo>
                  <a:cubicBezTo>
                    <a:pt x="576" y="626"/>
                    <a:pt x="730" y="501"/>
                    <a:pt x="730" y="312"/>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44"/>
            <p:cNvSpPr/>
            <p:nvPr/>
          </p:nvSpPr>
          <p:spPr>
            <a:xfrm>
              <a:off x="6513250" y="4171600"/>
              <a:ext cx="15625" cy="15625"/>
            </a:xfrm>
            <a:custGeom>
              <a:rect b="b" l="l" r="r" t="t"/>
              <a:pathLst>
                <a:path extrusionOk="0" h="625" w="625">
                  <a:moveTo>
                    <a:pt x="312" y="0"/>
                  </a:moveTo>
                  <a:cubicBezTo>
                    <a:pt x="140" y="0"/>
                    <a:pt x="0" y="140"/>
                    <a:pt x="0" y="312"/>
                  </a:cubicBezTo>
                  <a:cubicBezTo>
                    <a:pt x="0" y="485"/>
                    <a:pt x="140" y="625"/>
                    <a:pt x="312" y="625"/>
                  </a:cubicBezTo>
                  <a:cubicBezTo>
                    <a:pt x="484" y="625"/>
                    <a:pt x="625" y="485"/>
                    <a:pt x="625" y="312"/>
                  </a:cubicBezTo>
                  <a:cubicBezTo>
                    <a:pt x="625" y="140"/>
                    <a:pt x="484"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44"/>
            <p:cNvSpPr/>
            <p:nvPr/>
          </p:nvSpPr>
          <p:spPr>
            <a:xfrm>
              <a:off x="5953325" y="4151575"/>
              <a:ext cx="15650" cy="15650"/>
            </a:xfrm>
            <a:custGeom>
              <a:rect b="b" l="l" r="r" t="t"/>
              <a:pathLst>
                <a:path extrusionOk="0" h="626" w="626">
                  <a:moveTo>
                    <a:pt x="313" y="1"/>
                  </a:moveTo>
                  <a:cubicBezTo>
                    <a:pt x="141" y="1"/>
                    <a:pt x="0" y="140"/>
                    <a:pt x="0" y="313"/>
                  </a:cubicBezTo>
                  <a:cubicBezTo>
                    <a:pt x="0" y="486"/>
                    <a:pt x="141"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44"/>
            <p:cNvSpPr/>
            <p:nvPr/>
          </p:nvSpPr>
          <p:spPr>
            <a:xfrm>
              <a:off x="5976675"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44"/>
            <p:cNvSpPr/>
            <p:nvPr/>
          </p:nvSpPr>
          <p:spPr>
            <a:xfrm>
              <a:off x="5930025"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44"/>
            <p:cNvSpPr/>
            <p:nvPr/>
          </p:nvSpPr>
          <p:spPr>
            <a:xfrm>
              <a:off x="5999975" y="415157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44"/>
            <p:cNvSpPr/>
            <p:nvPr/>
          </p:nvSpPr>
          <p:spPr>
            <a:xfrm>
              <a:off x="6023325"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44"/>
            <p:cNvSpPr/>
            <p:nvPr/>
          </p:nvSpPr>
          <p:spPr>
            <a:xfrm>
              <a:off x="6046675" y="415157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44"/>
            <p:cNvSpPr/>
            <p:nvPr/>
          </p:nvSpPr>
          <p:spPr>
            <a:xfrm>
              <a:off x="6067350" y="4151575"/>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0"/>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44"/>
            <p:cNvSpPr/>
            <p:nvPr/>
          </p:nvSpPr>
          <p:spPr>
            <a:xfrm>
              <a:off x="6093325"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44"/>
            <p:cNvSpPr/>
            <p:nvPr/>
          </p:nvSpPr>
          <p:spPr>
            <a:xfrm>
              <a:off x="6116650" y="41515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44"/>
            <p:cNvSpPr/>
            <p:nvPr/>
          </p:nvSpPr>
          <p:spPr>
            <a:xfrm>
              <a:off x="6139975"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44"/>
            <p:cNvSpPr/>
            <p:nvPr/>
          </p:nvSpPr>
          <p:spPr>
            <a:xfrm>
              <a:off x="6160650" y="4151575"/>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44"/>
            <p:cNvSpPr/>
            <p:nvPr/>
          </p:nvSpPr>
          <p:spPr>
            <a:xfrm>
              <a:off x="6186625"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44"/>
            <p:cNvSpPr/>
            <p:nvPr/>
          </p:nvSpPr>
          <p:spPr>
            <a:xfrm>
              <a:off x="620995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44"/>
            <p:cNvSpPr/>
            <p:nvPr/>
          </p:nvSpPr>
          <p:spPr>
            <a:xfrm>
              <a:off x="6233275" y="415157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44"/>
            <p:cNvSpPr/>
            <p:nvPr/>
          </p:nvSpPr>
          <p:spPr>
            <a:xfrm>
              <a:off x="625660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44"/>
            <p:cNvSpPr/>
            <p:nvPr/>
          </p:nvSpPr>
          <p:spPr>
            <a:xfrm>
              <a:off x="6279950" y="41515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44"/>
            <p:cNvSpPr/>
            <p:nvPr/>
          </p:nvSpPr>
          <p:spPr>
            <a:xfrm>
              <a:off x="630325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44"/>
            <p:cNvSpPr/>
            <p:nvPr/>
          </p:nvSpPr>
          <p:spPr>
            <a:xfrm>
              <a:off x="6323950" y="4151575"/>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0"/>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44"/>
            <p:cNvSpPr/>
            <p:nvPr/>
          </p:nvSpPr>
          <p:spPr>
            <a:xfrm>
              <a:off x="6349900" y="41515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44"/>
            <p:cNvSpPr/>
            <p:nvPr/>
          </p:nvSpPr>
          <p:spPr>
            <a:xfrm>
              <a:off x="637325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44"/>
            <p:cNvSpPr/>
            <p:nvPr/>
          </p:nvSpPr>
          <p:spPr>
            <a:xfrm>
              <a:off x="6396600" y="415157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44"/>
            <p:cNvSpPr/>
            <p:nvPr/>
          </p:nvSpPr>
          <p:spPr>
            <a:xfrm>
              <a:off x="641990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44"/>
            <p:cNvSpPr/>
            <p:nvPr/>
          </p:nvSpPr>
          <p:spPr>
            <a:xfrm>
              <a:off x="6443250"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44"/>
            <p:cNvSpPr/>
            <p:nvPr/>
          </p:nvSpPr>
          <p:spPr>
            <a:xfrm>
              <a:off x="6466550" y="41515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44"/>
            <p:cNvSpPr/>
            <p:nvPr/>
          </p:nvSpPr>
          <p:spPr>
            <a:xfrm>
              <a:off x="6487275" y="4151575"/>
              <a:ext cx="18250" cy="15675"/>
            </a:xfrm>
            <a:custGeom>
              <a:rect b="b" l="l" r="r" t="t"/>
              <a:pathLst>
                <a:path extrusionOk="0" h="627" w="730">
                  <a:moveTo>
                    <a:pt x="418" y="1"/>
                  </a:moveTo>
                  <a:cubicBezTo>
                    <a:pt x="139" y="1"/>
                    <a:pt x="1" y="337"/>
                    <a:pt x="196" y="534"/>
                  </a:cubicBezTo>
                  <a:cubicBezTo>
                    <a:pt x="260" y="598"/>
                    <a:pt x="338" y="627"/>
                    <a:pt x="415" y="627"/>
                  </a:cubicBezTo>
                  <a:cubicBezTo>
                    <a:pt x="576" y="627"/>
                    <a:pt x="730" y="502"/>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44"/>
            <p:cNvSpPr/>
            <p:nvPr/>
          </p:nvSpPr>
          <p:spPr>
            <a:xfrm>
              <a:off x="6513250" y="415157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44"/>
            <p:cNvSpPr/>
            <p:nvPr/>
          </p:nvSpPr>
          <p:spPr>
            <a:xfrm>
              <a:off x="5930025"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44"/>
            <p:cNvSpPr/>
            <p:nvPr/>
          </p:nvSpPr>
          <p:spPr>
            <a:xfrm>
              <a:off x="5953325" y="4131575"/>
              <a:ext cx="15650" cy="15625"/>
            </a:xfrm>
            <a:custGeom>
              <a:rect b="b" l="l" r="r" t="t"/>
              <a:pathLst>
                <a:path extrusionOk="0" h="625" w="626">
                  <a:moveTo>
                    <a:pt x="313" y="0"/>
                  </a:moveTo>
                  <a:cubicBezTo>
                    <a:pt x="141" y="0"/>
                    <a:pt x="0" y="140"/>
                    <a:pt x="0" y="313"/>
                  </a:cubicBezTo>
                  <a:cubicBezTo>
                    <a:pt x="0" y="486"/>
                    <a:pt x="141"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44"/>
            <p:cNvSpPr/>
            <p:nvPr/>
          </p:nvSpPr>
          <p:spPr>
            <a:xfrm>
              <a:off x="5976675"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44"/>
            <p:cNvSpPr/>
            <p:nvPr/>
          </p:nvSpPr>
          <p:spPr>
            <a:xfrm>
              <a:off x="5999975" y="4131575"/>
              <a:ext cx="15650" cy="15625"/>
            </a:xfrm>
            <a:custGeom>
              <a:rect b="b" l="l" r="r" t="t"/>
              <a:pathLst>
                <a:path extrusionOk="0" h="625" w="626">
                  <a:moveTo>
                    <a:pt x="313" y="0"/>
                  </a:moveTo>
                  <a:cubicBezTo>
                    <a:pt x="141" y="0"/>
                    <a:pt x="1" y="140"/>
                    <a:pt x="1" y="313"/>
                  </a:cubicBezTo>
                  <a:cubicBezTo>
                    <a:pt x="1" y="486"/>
                    <a:pt x="141"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44"/>
            <p:cNvSpPr/>
            <p:nvPr/>
          </p:nvSpPr>
          <p:spPr>
            <a:xfrm>
              <a:off x="6023325"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44"/>
            <p:cNvSpPr/>
            <p:nvPr/>
          </p:nvSpPr>
          <p:spPr>
            <a:xfrm>
              <a:off x="6046675" y="4131575"/>
              <a:ext cx="15625" cy="15625"/>
            </a:xfrm>
            <a:custGeom>
              <a:rect b="b" l="l" r="r" t="t"/>
              <a:pathLst>
                <a:path extrusionOk="0" h="625" w="625">
                  <a:moveTo>
                    <a:pt x="312" y="0"/>
                  </a:moveTo>
                  <a:cubicBezTo>
                    <a:pt x="139" y="0"/>
                    <a:pt x="0" y="140"/>
                    <a:pt x="0" y="313"/>
                  </a:cubicBezTo>
                  <a:cubicBezTo>
                    <a:pt x="0" y="486"/>
                    <a:pt x="139" y="625"/>
                    <a:pt x="312" y="625"/>
                  </a:cubicBezTo>
                  <a:cubicBezTo>
                    <a:pt x="485" y="625"/>
                    <a:pt x="625" y="486"/>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44"/>
            <p:cNvSpPr/>
            <p:nvPr/>
          </p:nvSpPr>
          <p:spPr>
            <a:xfrm>
              <a:off x="6067350" y="413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3"/>
                  </a:cubicBezTo>
                  <a:cubicBezTo>
                    <a:pt x="730" y="140"/>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44"/>
            <p:cNvSpPr/>
            <p:nvPr/>
          </p:nvSpPr>
          <p:spPr>
            <a:xfrm>
              <a:off x="6093325"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44"/>
            <p:cNvSpPr/>
            <p:nvPr/>
          </p:nvSpPr>
          <p:spPr>
            <a:xfrm>
              <a:off x="6116650" y="4131575"/>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44"/>
            <p:cNvSpPr/>
            <p:nvPr/>
          </p:nvSpPr>
          <p:spPr>
            <a:xfrm>
              <a:off x="6139975"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44"/>
            <p:cNvSpPr/>
            <p:nvPr/>
          </p:nvSpPr>
          <p:spPr>
            <a:xfrm>
              <a:off x="6160650" y="4131575"/>
              <a:ext cx="18300" cy="15650"/>
            </a:xfrm>
            <a:custGeom>
              <a:rect b="b" l="l" r="r" t="t"/>
              <a:pathLst>
                <a:path extrusionOk="0" h="626" w="732">
                  <a:moveTo>
                    <a:pt x="419" y="0"/>
                  </a:moveTo>
                  <a:cubicBezTo>
                    <a:pt x="140" y="0"/>
                    <a:pt x="1" y="337"/>
                    <a:pt x="198" y="534"/>
                  </a:cubicBezTo>
                  <a:cubicBezTo>
                    <a:pt x="261" y="597"/>
                    <a:pt x="340" y="626"/>
                    <a:pt x="417" y="626"/>
                  </a:cubicBezTo>
                  <a:cubicBezTo>
                    <a:pt x="577" y="626"/>
                    <a:pt x="731" y="501"/>
                    <a:pt x="731" y="313"/>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44"/>
            <p:cNvSpPr/>
            <p:nvPr/>
          </p:nvSpPr>
          <p:spPr>
            <a:xfrm>
              <a:off x="6186625"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44"/>
            <p:cNvSpPr/>
            <p:nvPr/>
          </p:nvSpPr>
          <p:spPr>
            <a:xfrm>
              <a:off x="620995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44"/>
            <p:cNvSpPr/>
            <p:nvPr/>
          </p:nvSpPr>
          <p:spPr>
            <a:xfrm>
              <a:off x="6233275" y="4131575"/>
              <a:ext cx="15625" cy="15625"/>
            </a:xfrm>
            <a:custGeom>
              <a:rect b="b" l="l" r="r" t="t"/>
              <a:pathLst>
                <a:path extrusionOk="0" h="625" w="625">
                  <a:moveTo>
                    <a:pt x="312" y="0"/>
                  </a:moveTo>
                  <a:cubicBezTo>
                    <a:pt x="141" y="0"/>
                    <a:pt x="0" y="140"/>
                    <a:pt x="0" y="313"/>
                  </a:cubicBezTo>
                  <a:cubicBezTo>
                    <a:pt x="0" y="486"/>
                    <a:pt x="141" y="625"/>
                    <a:pt x="312" y="625"/>
                  </a:cubicBezTo>
                  <a:cubicBezTo>
                    <a:pt x="485" y="625"/>
                    <a:pt x="625" y="486"/>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44"/>
            <p:cNvSpPr/>
            <p:nvPr/>
          </p:nvSpPr>
          <p:spPr>
            <a:xfrm>
              <a:off x="625660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44"/>
            <p:cNvSpPr/>
            <p:nvPr/>
          </p:nvSpPr>
          <p:spPr>
            <a:xfrm>
              <a:off x="6279950" y="4131575"/>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44"/>
            <p:cNvSpPr/>
            <p:nvPr/>
          </p:nvSpPr>
          <p:spPr>
            <a:xfrm>
              <a:off x="630325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44"/>
            <p:cNvSpPr/>
            <p:nvPr/>
          </p:nvSpPr>
          <p:spPr>
            <a:xfrm>
              <a:off x="6323950" y="4131575"/>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3"/>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44"/>
            <p:cNvSpPr/>
            <p:nvPr/>
          </p:nvSpPr>
          <p:spPr>
            <a:xfrm>
              <a:off x="6349900" y="4131575"/>
              <a:ext cx="15650" cy="15625"/>
            </a:xfrm>
            <a:custGeom>
              <a:rect b="b" l="l" r="r" t="t"/>
              <a:pathLst>
                <a:path extrusionOk="0" h="625" w="626">
                  <a:moveTo>
                    <a:pt x="313" y="0"/>
                  </a:moveTo>
                  <a:cubicBezTo>
                    <a:pt x="142" y="0"/>
                    <a:pt x="1" y="140"/>
                    <a:pt x="1" y="313"/>
                  </a:cubicBezTo>
                  <a:cubicBezTo>
                    <a:pt x="1" y="486"/>
                    <a:pt x="142"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44"/>
            <p:cNvSpPr/>
            <p:nvPr/>
          </p:nvSpPr>
          <p:spPr>
            <a:xfrm>
              <a:off x="637325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44"/>
            <p:cNvSpPr/>
            <p:nvPr/>
          </p:nvSpPr>
          <p:spPr>
            <a:xfrm>
              <a:off x="6396600" y="4131575"/>
              <a:ext cx="15625" cy="15625"/>
            </a:xfrm>
            <a:custGeom>
              <a:rect b="b" l="l" r="r" t="t"/>
              <a:pathLst>
                <a:path extrusionOk="0" h="625" w="625">
                  <a:moveTo>
                    <a:pt x="313" y="0"/>
                  </a:moveTo>
                  <a:cubicBezTo>
                    <a:pt x="140" y="0"/>
                    <a:pt x="0" y="140"/>
                    <a:pt x="0" y="313"/>
                  </a:cubicBezTo>
                  <a:cubicBezTo>
                    <a:pt x="0" y="486"/>
                    <a:pt x="140" y="625"/>
                    <a:pt x="313" y="625"/>
                  </a:cubicBezTo>
                  <a:cubicBezTo>
                    <a:pt x="484" y="625"/>
                    <a:pt x="625" y="486"/>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44"/>
            <p:cNvSpPr/>
            <p:nvPr/>
          </p:nvSpPr>
          <p:spPr>
            <a:xfrm>
              <a:off x="641990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44"/>
            <p:cNvSpPr/>
            <p:nvPr/>
          </p:nvSpPr>
          <p:spPr>
            <a:xfrm>
              <a:off x="6443250"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44"/>
            <p:cNvSpPr/>
            <p:nvPr/>
          </p:nvSpPr>
          <p:spPr>
            <a:xfrm>
              <a:off x="6466550" y="4131575"/>
              <a:ext cx="15650" cy="15625"/>
            </a:xfrm>
            <a:custGeom>
              <a:rect b="b" l="l" r="r" t="t"/>
              <a:pathLst>
                <a:path extrusionOk="0" h="625" w="626">
                  <a:moveTo>
                    <a:pt x="313" y="0"/>
                  </a:moveTo>
                  <a:cubicBezTo>
                    <a:pt x="142" y="0"/>
                    <a:pt x="1" y="140"/>
                    <a:pt x="1" y="313"/>
                  </a:cubicBezTo>
                  <a:cubicBezTo>
                    <a:pt x="1" y="486"/>
                    <a:pt x="142"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44"/>
            <p:cNvSpPr/>
            <p:nvPr/>
          </p:nvSpPr>
          <p:spPr>
            <a:xfrm>
              <a:off x="6487275" y="4131575"/>
              <a:ext cx="18250" cy="15650"/>
            </a:xfrm>
            <a:custGeom>
              <a:rect b="b" l="l" r="r" t="t"/>
              <a:pathLst>
                <a:path extrusionOk="0" h="626" w="730">
                  <a:moveTo>
                    <a:pt x="418" y="0"/>
                  </a:moveTo>
                  <a:cubicBezTo>
                    <a:pt x="139" y="0"/>
                    <a:pt x="1" y="337"/>
                    <a:pt x="196" y="534"/>
                  </a:cubicBezTo>
                  <a:cubicBezTo>
                    <a:pt x="260" y="597"/>
                    <a:pt x="338" y="626"/>
                    <a:pt x="415" y="626"/>
                  </a:cubicBezTo>
                  <a:cubicBezTo>
                    <a:pt x="576" y="626"/>
                    <a:pt x="730" y="501"/>
                    <a:pt x="730" y="313"/>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44"/>
            <p:cNvSpPr/>
            <p:nvPr/>
          </p:nvSpPr>
          <p:spPr>
            <a:xfrm>
              <a:off x="6513250" y="4131575"/>
              <a:ext cx="15625" cy="15625"/>
            </a:xfrm>
            <a:custGeom>
              <a:rect b="b" l="l" r="r" t="t"/>
              <a:pathLst>
                <a:path extrusionOk="0" h="625" w="625">
                  <a:moveTo>
                    <a:pt x="312" y="0"/>
                  </a:moveTo>
                  <a:cubicBezTo>
                    <a:pt x="140" y="0"/>
                    <a:pt x="0" y="140"/>
                    <a:pt x="0" y="313"/>
                  </a:cubicBezTo>
                  <a:cubicBezTo>
                    <a:pt x="0" y="486"/>
                    <a:pt x="140" y="625"/>
                    <a:pt x="312" y="625"/>
                  </a:cubicBezTo>
                  <a:cubicBezTo>
                    <a:pt x="484" y="625"/>
                    <a:pt x="625" y="486"/>
                    <a:pt x="625" y="313"/>
                  </a:cubicBezTo>
                  <a:cubicBezTo>
                    <a:pt x="625" y="140"/>
                    <a:pt x="484"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44"/>
            <p:cNvSpPr/>
            <p:nvPr/>
          </p:nvSpPr>
          <p:spPr>
            <a:xfrm>
              <a:off x="5930025"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44"/>
            <p:cNvSpPr/>
            <p:nvPr/>
          </p:nvSpPr>
          <p:spPr>
            <a:xfrm>
              <a:off x="5953325" y="4111575"/>
              <a:ext cx="15650" cy="15625"/>
            </a:xfrm>
            <a:custGeom>
              <a:rect b="b" l="l" r="r" t="t"/>
              <a:pathLst>
                <a:path extrusionOk="0" h="625" w="626">
                  <a:moveTo>
                    <a:pt x="313" y="0"/>
                  </a:moveTo>
                  <a:cubicBezTo>
                    <a:pt x="141" y="0"/>
                    <a:pt x="0" y="140"/>
                    <a:pt x="0" y="312"/>
                  </a:cubicBezTo>
                  <a:cubicBezTo>
                    <a:pt x="0" y="485"/>
                    <a:pt x="141"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44"/>
            <p:cNvSpPr/>
            <p:nvPr/>
          </p:nvSpPr>
          <p:spPr>
            <a:xfrm>
              <a:off x="5976675"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44"/>
            <p:cNvSpPr/>
            <p:nvPr/>
          </p:nvSpPr>
          <p:spPr>
            <a:xfrm>
              <a:off x="5999975" y="4111575"/>
              <a:ext cx="15650" cy="15625"/>
            </a:xfrm>
            <a:custGeom>
              <a:rect b="b" l="l" r="r" t="t"/>
              <a:pathLst>
                <a:path extrusionOk="0" h="625" w="626">
                  <a:moveTo>
                    <a:pt x="313" y="0"/>
                  </a:moveTo>
                  <a:cubicBezTo>
                    <a:pt x="141" y="0"/>
                    <a:pt x="1" y="140"/>
                    <a:pt x="1" y="312"/>
                  </a:cubicBezTo>
                  <a:cubicBezTo>
                    <a:pt x="1" y="485"/>
                    <a:pt x="141"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44"/>
            <p:cNvSpPr/>
            <p:nvPr/>
          </p:nvSpPr>
          <p:spPr>
            <a:xfrm>
              <a:off x="6023325"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44"/>
            <p:cNvSpPr/>
            <p:nvPr/>
          </p:nvSpPr>
          <p:spPr>
            <a:xfrm>
              <a:off x="6046675" y="4111575"/>
              <a:ext cx="15625" cy="15625"/>
            </a:xfrm>
            <a:custGeom>
              <a:rect b="b" l="l" r="r" t="t"/>
              <a:pathLst>
                <a:path extrusionOk="0" h="625" w="625">
                  <a:moveTo>
                    <a:pt x="312" y="0"/>
                  </a:moveTo>
                  <a:cubicBezTo>
                    <a:pt x="139" y="0"/>
                    <a:pt x="0" y="140"/>
                    <a:pt x="0" y="312"/>
                  </a:cubicBezTo>
                  <a:cubicBezTo>
                    <a:pt x="0" y="485"/>
                    <a:pt x="139"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44"/>
            <p:cNvSpPr/>
            <p:nvPr/>
          </p:nvSpPr>
          <p:spPr>
            <a:xfrm>
              <a:off x="6067350" y="411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2"/>
                  </a:cubicBezTo>
                  <a:cubicBezTo>
                    <a:pt x="730" y="140"/>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44"/>
            <p:cNvSpPr/>
            <p:nvPr/>
          </p:nvSpPr>
          <p:spPr>
            <a:xfrm>
              <a:off x="6093325"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44"/>
            <p:cNvSpPr/>
            <p:nvPr/>
          </p:nvSpPr>
          <p:spPr>
            <a:xfrm>
              <a:off x="6116650" y="411157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44"/>
            <p:cNvSpPr/>
            <p:nvPr/>
          </p:nvSpPr>
          <p:spPr>
            <a:xfrm>
              <a:off x="6139975"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44"/>
            <p:cNvSpPr/>
            <p:nvPr/>
          </p:nvSpPr>
          <p:spPr>
            <a:xfrm>
              <a:off x="6160650" y="4111575"/>
              <a:ext cx="18300" cy="15650"/>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2"/>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44"/>
            <p:cNvSpPr/>
            <p:nvPr/>
          </p:nvSpPr>
          <p:spPr>
            <a:xfrm>
              <a:off x="6186625"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44"/>
            <p:cNvSpPr/>
            <p:nvPr/>
          </p:nvSpPr>
          <p:spPr>
            <a:xfrm>
              <a:off x="620995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44"/>
            <p:cNvSpPr/>
            <p:nvPr/>
          </p:nvSpPr>
          <p:spPr>
            <a:xfrm>
              <a:off x="6233275" y="4111575"/>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44"/>
            <p:cNvSpPr/>
            <p:nvPr/>
          </p:nvSpPr>
          <p:spPr>
            <a:xfrm>
              <a:off x="625660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44"/>
            <p:cNvSpPr/>
            <p:nvPr/>
          </p:nvSpPr>
          <p:spPr>
            <a:xfrm>
              <a:off x="6279950" y="411157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44"/>
            <p:cNvSpPr/>
            <p:nvPr/>
          </p:nvSpPr>
          <p:spPr>
            <a:xfrm>
              <a:off x="630325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44"/>
            <p:cNvSpPr/>
            <p:nvPr/>
          </p:nvSpPr>
          <p:spPr>
            <a:xfrm>
              <a:off x="6323950" y="4111575"/>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2"/>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44"/>
            <p:cNvSpPr/>
            <p:nvPr/>
          </p:nvSpPr>
          <p:spPr>
            <a:xfrm>
              <a:off x="6349900" y="411157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44"/>
            <p:cNvSpPr/>
            <p:nvPr/>
          </p:nvSpPr>
          <p:spPr>
            <a:xfrm>
              <a:off x="637325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44"/>
            <p:cNvSpPr/>
            <p:nvPr/>
          </p:nvSpPr>
          <p:spPr>
            <a:xfrm>
              <a:off x="6396600" y="4111575"/>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44"/>
            <p:cNvSpPr/>
            <p:nvPr/>
          </p:nvSpPr>
          <p:spPr>
            <a:xfrm>
              <a:off x="641990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44"/>
            <p:cNvSpPr/>
            <p:nvPr/>
          </p:nvSpPr>
          <p:spPr>
            <a:xfrm>
              <a:off x="6443250"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44"/>
            <p:cNvSpPr/>
            <p:nvPr/>
          </p:nvSpPr>
          <p:spPr>
            <a:xfrm>
              <a:off x="6466550" y="411157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44"/>
            <p:cNvSpPr/>
            <p:nvPr/>
          </p:nvSpPr>
          <p:spPr>
            <a:xfrm>
              <a:off x="6487275" y="4111575"/>
              <a:ext cx="18250" cy="15650"/>
            </a:xfrm>
            <a:custGeom>
              <a:rect b="b" l="l" r="r" t="t"/>
              <a:pathLst>
                <a:path extrusionOk="0" h="626" w="730">
                  <a:moveTo>
                    <a:pt x="418" y="0"/>
                  </a:moveTo>
                  <a:cubicBezTo>
                    <a:pt x="139" y="0"/>
                    <a:pt x="1" y="337"/>
                    <a:pt x="196" y="534"/>
                  </a:cubicBezTo>
                  <a:cubicBezTo>
                    <a:pt x="260" y="597"/>
                    <a:pt x="338" y="626"/>
                    <a:pt x="415" y="626"/>
                  </a:cubicBezTo>
                  <a:cubicBezTo>
                    <a:pt x="576" y="626"/>
                    <a:pt x="730" y="501"/>
                    <a:pt x="730" y="312"/>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44"/>
            <p:cNvSpPr/>
            <p:nvPr/>
          </p:nvSpPr>
          <p:spPr>
            <a:xfrm>
              <a:off x="6513250" y="4111575"/>
              <a:ext cx="15625" cy="15625"/>
            </a:xfrm>
            <a:custGeom>
              <a:rect b="b" l="l" r="r" t="t"/>
              <a:pathLst>
                <a:path extrusionOk="0" h="625" w="625">
                  <a:moveTo>
                    <a:pt x="312" y="0"/>
                  </a:moveTo>
                  <a:cubicBezTo>
                    <a:pt x="140" y="0"/>
                    <a:pt x="0" y="140"/>
                    <a:pt x="0" y="312"/>
                  </a:cubicBezTo>
                  <a:cubicBezTo>
                    <a:pt x="0" y="485"/>
                    <a:pt x="140" y="625"/>
                    <a:pt x="312" y="625"/>
                  </a:cubicBezTo>
                  <a:cubicBezTo>
                    <a:pt x="484" y="625"/>
                    <a:pt x="625" y="485"/>
                    <a:pt x="625" y="312"/>
                  </a:cubicBezTo>
                  <a:cubicBezTo>
                    <a:pt x="625" y="140"/>
                    <a:pt x="484"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44"/>
            <p:cNvSpPr/>
            <p:nvPr/>
          </p:nvSpPr>
          <p:spPr>
            <a:xfrm>
              <a:off x="5930025"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44"/>
            <p:cNvSpPr/>
            <p:nvPr/>
          </p:nvSpPr>
          <p:spPr>
            <a:xfrm>
              <a:off x="5953325" y="4091550"/>
              <a:ext cx="15650" cy="15650"/>
            </a:xfrm>
            <a:custGeom>
              <a:rect b="b" l="l" r="r" t="t"/>
              <a:pathLst>
                <a:path extrusionOk="0" h="626" w="626">
                  <a:moveTo>
                    <a:pt x="313" y="1"/>
                  </a:moveTo>
                  <a:cubicBezTo>
                    <a:pt x="141" y="1"/>
                    <a:pt x="0" y="140"/>
                    <a:pt x="0" y="313"/>
                  </a:cubicBezTo>
                  <a:cubicBezTo>
                    <a:pt x="0" y="486"/>
                    <a:pt x="141"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44"/>
            <p:cNvSpPr/>
            <p:nvPr/>
          </p:nvSpPr>
          <p:spPr>
            <a:xfrm>
              <a:off x="5976675"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44"/>
            <p:cNvSpPr/>
            <p:nvPr/>
          </p:nvSpPr>
          <p:spPr>
            <a:xfrm>
              <a:off x="5999975" y="4091550"/>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44"/>
            <p:cNvSpPr/>
            <p:nvPr/>
          </p:nvSpPr>
          <p:spPr>
            <a:xfrm>
              <a:off x="6023325"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44"/>
            <p:cNvSpPr/>
            <p:nvPr/>
          </p:nvSpPr>
          <p:spPr>
            <a:xfrm>
              <a:off x="6046675" y="4091550"/>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44"/>
            <p:cNvSpPr/>
            <p:nvPr/>
          </p:nvSpPr>
          <p:spPr>
            <a:xfrm>
              <a:off x="6067350" y="4091550"/>
              <a:ext cx="18250" cy="15650"/>
            </a:xfrm>
            <a:custGeom>
              <a:rect b="b" l="l" r="r" t="t"/>
              <a:pathLst>
                <a:path extrusionOk="0" h="626" w="730">
                  <a:moveTo>
                    <a:pt x="418" y="1"/>
                  </a:moveTo>
                  <a:cubicBezTo>
                    <a:pt x="140" y="1"/>
                    <a:pt x="1" y="337"/>
                    <a:pt x="198" y="534"/>
                  </a:cubicBezTo>
                  <a:cubicBezTo>
                    <a:pt x="261" y="598"/>
                    <a:pt x="339" y="626"/>
                    <a:pt x="416" y="626"/>
                  </a:cubicBezTo>
                  <a:cubicBezTo>
                    <a:pt x="576" y="626"/>
                    <a:pt x="730" y="502"/>
                    <a:pt x="730" y="313"/>
                  </a:cubicBezTo>
                  <a:cubicBezTo>
                    <a:pt x="730" y="140"/>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44"/>
            <p:cNvSpPr/>
            <p:nvPr/>
          </p:nvSpPr>
          <p:spPr>
            <a:xfrm>
              <a:off x="6093325"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44"/>
            <p:cNvSpPr/>
            <p:nvPr/>
          </p:nvSpPr>
          <p:spPr>
            <a:xfrm>
              <a:off x="6116650" y="409155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44"/>
            <p:cNvSpPr/>
            <p:nvPr/>
          </p:nvSpPr>
          <p:spPr>
            <a:xfrm>
              <a:off x="6139975"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44"/>
            <p:cNvSpPr/>
            <p:nvPr/>
          </p:nvSpPr>
          <p:spPr>
            <a:xfrm>
              <a:off x="6160650" y="4091550"/>
              <a:ext cx="18300" cy="15650"/>
            </a:xfrm>
            <a:custGeom>
              <a:rect b="b" l="l" r="r" t="t"/>
              <a:pathLst>
                <a:path extrusionOk="0" h="626" w="732">
                  <a:moveTo>
                    <a:pt x="419" y="1"/>
                  </a:moveTo>
                  <a:cubicBezTo>
                    <a:pt x="140" y="1"/>
                    <a:pt x="1" y="337"/>
                    <a:pt x="198" y="534"/>
                  </a:cubicBezTo>
                  <a:cubicBezTo>
                    <a:pt x="261" y="598"/>
                    <a:pt x="340" y="626"/>
                    <a:pt x="417" y="626"/>
                  </a:cubicBezTo>
                  <a:cubicBezTo>
                    <a:pt x="577" y="626"/>
                    <a:pt x="731" y="502"/>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44"/>
            <p:cNvSpPr/>
            <p:nvPr/>
          </p:nvSpPr>
          <p:spPr>
            <a:xfrm>
              <a:off x="6186625"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44"/>
            <p:cNvSpPr/>
            <p:nvPr/>
          </p:nvSpPr>
          <p:spPr>
            <a:xfrm>
              <a:off x="620995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44"/>
            <p:cNvSpPr/>
            <p:nvPr/>
          </p:nvSpPr>
          <p:spPr>
            <a:xfrm>
              <a:off x="6233275" y="4091550"/>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44"/>
            <p:cNvSpPr/>
            <p:nvPr/>
          </p:nvSpPr>
          <p:spPr>
            <a:xfrm>
              <a:off x="625660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44"/>
            <p:cNvSpPr/>
            <p:nvPr/>
          </p:nvSpPr>
          <p:spPr>
            <a:xfrm>
              <a:off x="6279950" y="409155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44"/>
            <p:cNvSpPr/>
            <p:nvPr/>
          </p:nvSpPr>
          <p:spPr>
            <a:xfrm>
              <a:off x="630325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44"/>
            <p:cNvSpPr/>
            <p:nvPr/>
          </p:nvSpPr>
          <p:spPr>
            <a:xfrm>
              <a:off x="6323950" y="4091550"/>
              <a:ext cx="18300" cy="15650"/>
            </a:xfrm>
            <a:custGeom>
              <a:rect b="b" l="l" r="r" t="t"/>
              <a:pathLst>
                <a:path extrusionOk="0" h="626" w="732">
                  <a:moveTo>
                    <a:pt x="419" y="1"/>
                  </a:moveTo>
                  <a:cubicBezTo>
                    <a:pt x="140" y="1"/>
                    <a:pt x="1" y="337"/>
                    <a:pt x="198" y="534"/>
                  </a:cubicBezTo>
                  <a:cubicBezTo>
                    <a:pt x="261" y="598"/>
                    <a:pt x="340" y="626"/>
                    <a:pt x="416" y="626"/>
                  </a:cubicBezTo>
                  <a:cubicBezTo>
                    <a:pt x="577" y="626"/>
                    <a:pt x="731" y="502"/>
                    <a:pt x="731" y="313"/>
                  </a:cubicBezTo>
                  <a:cubicBezTo>
                    <a:pt x="731" y="140"/>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44"/>
            <p:cNvSpPr/>
            <p:nvPr/>
          </p:nvSpPr>
          <p:spPr>
            <a:xfrm>
              <a:off x="6349900" y="409155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44"/>
            <p:cNvSpPr/>
            <p:nvPr/>
          </p:nvSpPr>
          <p:spPr>
            <a:xfrm>
              <a:off x="637325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44"/>
            <p:cNvSpPr/>
            <p:nvPr/>
          </p:nvSpPr>
          <p:spPr>
            <a:xfrm>
              <a:off x="6396600" y="4091550"/>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44"/>
            <p:cNvSpPr/>
            <p:nvPr/>
          </p:nvSpPr>
          <p:spPr>
            <a:xfrm>
              <a:off x="641990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44"/>
            <p:cNvSpPr/>
            <p:nvPr/>
          </p:nvSpPr>
          <p:spPr>
            <a:xfrm>
              <a:off x="6443250"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44"/>
            <p:cNvSpPr/>
            <p:nvPr/>
          </p:nvSpPr>
          <p:spPr>
            <a:xfrm>
              <a:off x="6466550" y="409155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44"/>
            <p:cNvSpPr/>
            <p:nvPr/>
          </p:nvSpPr>
          <p:spPr>
            <a:xfrm>
              <a:off x="6487275" y="4091550"/>
              <a:ext cx="18250" cy="15650"/>
            </a:xfrm>
            <a:custGeom>
              <a:rect b="b" l="l" r="r" t="t"/>
              <a:pathLst>
                <a:path extrusionOk="0" h="626" w="730">
                  <a:moveTo>
                    <a:pt x="418" y="1"/>
                  </a:moveTo>
                  <a:cubicBezTo>
                    <a:pt x="139" y="1"/>
                    <a:pt x="1" y="337"/>
                    <a:pt x="196" y="534"/>
                  </a:cubicBezTo>
                  <a:cubicBezTo>
                    <a:pt x="260" y="598"/>
                    <a:pt x="338" y="626"/>
                    <a:pt x="415" y="626"/>
                  </a:cubicBezTo>
                  <a:cubicBezTo>
                    <a:pt x="576" y="626"/>
                    <a:pt x="730" y="502"/>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44"/>
            <p:cNvSpPr/>
            <p:nvPr/>
          </p:nvSpPr>
          <p:spPr>
            <a:xfrm>
              <a:off x="6513250" y="4091550"/>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44"/>
            <p:cNvSpPr/>
            <p:nvPr/>
          </p:nvSpPr>
          <p:spPr>
            <a:xfrm>
              <a:off x="5930025"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44"/>
            <p:cNvSpPr/>
            <p:nvPr/>
          </p:nvSpPr>
          <p:spPr>
            <a:xfrm>
              <a:off x="5953325" y="4071550"/>
              <a:ext cx="15650" cy="15625"/>
            </a:xfrm>
            <a:custGeom>
              <a:rect b="b" l="l" r="r" t="t"/>
              <a:pathLst>
                <a:path extrusionOk="0" h="625" w="626">
                  <a:moveTo>
                    <a:pt x="313" y="0"/>
                  </a:moveTo>
                  <a:cubicBezTo>
                    <a:pt x="141" y="0"/>
                    <a:pt x="0" y="140"/>
                    <a:pt x="0" y="313"/>
                  </a:cubicBezTo>
                  <a:cubicBezTo>
                    <a:pt x="0" y="485"/>
                    <a:pt x="141"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44"/>
            <p:cNvSpPr/>
            <p:nvPr/>
          </p:nvSpPr>
          <p:spPr>
            <a:xfrm>
              <a:off x="5976675"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44"/>
            <p:cNvSpPr/>
            <p:nvPr/>
          </p:nvSpPr>
          <p:spPr>
            <a:xfrm>
              <a:off x="5999975" y="4071550"/>
              <a:ext cx="15650" cy="15625"/>
            </a:xfrm>
            <a:custGeom>
              <a:rect b="b" l="l" r="r" t="t"/>
              <a:pathLst>
                <a:path extrusionOk="0" h="625" w="626">
                  <a:moveTo>
                    <a:pt x="313" y="0"/>
                  </a:moveTo>
                  <a:cubicBezTo>
                    <a:pt x="141" y="0"/>
                    <a:pt x="1" y="140"/>
                    <a:pt x="1" y="313"/>
                  </a:cubicBezTo>
                  <a:cubicBezTo>
                    <a:pt x="1" y="485"/>
                    <a:pt x="141"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44"/>
            <p:cNvSpPr/>
            <p:nvPr/>
          </p:nvSpPr>
          <p:spPr>
            <a:xfrm>
              <a:off x="6023325"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44"/>
            <p:cNvSpPr/>
            <p:nvPr/>
          </p:nvSpPr>
          <p:spPr>
            <a:xfrm>
              <a:off x="6046675" y="4071550"/>
              <a:ext cx="15625" cy="15625"/>
            </a:xfrm>
            <a:custGeom>
              <a:rect b="b" l="l" r="r" t="t"/>
              <a:pathLst>
                <a:path extrusionOk="0" h="625" w="625">
                  <a:moveTo>
                    <a:pt x="312" y="0"/>
                  </a:moveTo>
                  <a:cubicBezTo>
                    <a:pt x="139" y="0"/>
                    <a:pt x="0" y="140"/>
                    <a:pt x="0" y="313"/>
                  </a:cubicBezTo>
                  <a:cubicBezTo>
                    <a:pt x="0" y="485"/>
                    <a:pt x="139"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44"/>
            <p:cNvSpPr/>
            <p:nvPr/>
          </p:nvSpPr>
          <p:spPr>
            <a:xfrm>
              <a:off x="6067350" y="4071550"/>
              <a:ext cx="18250" cy="15650"/>
            </a:xfrm>
            <a:custGeom>
              <a:rect b="b" l="l" r="r" t="t"/>
              <a:pathLst>
                <a:path extrusionOk="0" h="626" w="730">
                  <a:moveTo>
                    <a:pt x="418" y="0"/>
                  </a:moveTo>
                  <a:cubicBezTo>
                    <a:pt x="140" y="0"/>
                    <a:pt x="1" y="337"/>
                    <a:pt x="198" y="534"/>
                  </a:cubicBezTo>
                  <a:cubicBezTo>
                    <a:pt x="261" y="597"/>
                    <a:pt x="339" y="625"/>
                    <a:pt x="415" y="625"/>
                  </a:cubicBezTo>
                  <a:cubicBezTo>
                    <a:pt x="575" y="625"/>
                    <a:pt x="730" y="501"/>
                    <a:pt x="730" y="313"/>
                  </a:cubicBezTo>
                  <a:cubicBezTo>
                    <a:pt x="730" y="140"/>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44"/>
            <p:cNvSpPr/>
            <p:nvPr/>
          </p:nvSpPr>
          <p:spPr>
            <a:xfrm>
              <a:off x="6093325"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44"/>
            <p:cNvSpPr/>
            <p:nvPr/>
          </p:nvSpPr>
          <p:spPr>
            <a:xfrm>
              <a:off x="6116650" y="407155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44"/>
            <p:cNvSpPr/>
            <p:nvPr/>
          </p:nvSpPr>
          <p:spPr>
            <a:xfrm>
              <a:off x="6139975"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44"/>
            <p:cNvSpPr/>
            <p:nvPr/>
          </p:nvSpPr>
          <p:spPr>
            <a:xfrm>
              <a:off x="6160650" y="4071550"/>
              <a:ext cx="18300" cy="15650"/>
            </a:xfrm>
            <a:custGeom>
              <a:rect b="b" l="l" r="r" t="t"/>
              <a:pathLst>
                <a:path extrusionOk="0" h="626" w="732">
                  <a:moveTo>
                    <a:pt x="419" y="0"/>
                  </a:moveTo>
                  <a:cubicBezTo>
                    <a:pt x="140" y="0"/>
                    <a:pt x="1" y="337"/>
                    <a:pt x="198" y="534"/>
                  </a:cubicBezTo>
                  <a:cubicBezTo>
                    <a:pt x="261" y="597"/>
                    <a:pt x="339" y="625"/>
                    <a:pt x="416" y="625"/>
                  </a:cubicBezTo>
                  <a:cubicBezTo>
                    <a:pt x="577" y="625"/>
                    <a:pt x="731" y="501"/>
                    <a:pt x="731" y="313"/>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44"/>
            <p:cNvSpPr/>
            <p:nvPr/>
          </p:nvSpPr>
          <p:spPr>
            <a:xfrm>
              <a:off x="6186625"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44"/>
            <p:cNvSpPr/>
            <p:nvPr/>
          </p:nvSpPr>
          <p:spPr>
            <a:xfrm>
              <a:off x="620995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44"/>
            <p:cNvSpPr/>
            <p:nvPr/>
          </p:nvSpPr>
          <p:spPr>
            <a:xfrm>
              <a:off x="6233275" y="4071550"/>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44"/>
            <p:cNvSpPr/>
            <p:nvPr/>
          </p:nvSpPr>
          <p:spPr>
            <a:xfrm>
              <a:off x="625660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44"/>
            <p:cNvSpPr/>
            <p:nvPr/>
          </p:nvSpPr>
          <p:spPr>
            <a:xfrm>
              <a:off x="6279950" y="407155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44"/>
            <p:cNvSpPr/>
            <p:nvPr/>
          </p:nvSpPr>
          <p:spPr>
            <a:xfrm>
              <a:off x="630325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44"/>
            <p:cNvSpPr/>
            <p:nvPr/>
          </p:nvSpPr>
          <p:spPr>
            <a:xfrm>
              <a:off x="6323950" y="4071550"/>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44"/>
            <p:cNvSpPr/>
            <p:nvPr/>
          </p:nvSpPr>
          <p:spPr>
            <a:xfrm>
              <a:off x="6349900" y="407155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44"/>
            <p:cNvSpPr/>
            <p:nvPr/>
          </p:nvSpPr>
          <p:spPr>
            <a:xfrm>
              <a:off x="637325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44"/>
            <p:cNvSpPr/>
            <p:nvPr/>
          </p:nvSpPr>
          <p:spPr>
            <a:xfrm>
              <a:off x="6396600" y="4071550"/>
              <a:ext cx="15625" cy="15625"/>
            </a:xfrm>
            <a:custGeom>
              <a:rect b="b" l="l" r="r" t="t"/>
              <a:pathLst>
                <a:path extrusionOk="0" h="625" w="625">
                  <a:moveTo>
                    <a:pt x="313" y="0"/>
                  </a:moveTo>
                  <a:cubicBezTo>
                    <a:pt x="140" y="0"/>
                    <a:pt x="0" y="140"/>
                    <a:pt x="0" y="313"/>
                  </a:cubicBezTo>
                  <a:cubicBezTo>
                    <a:pt x="0" y="485"/>
                    <a:pt x="140" y="625"/>
                    <a:pt x="313" y="625"/>
                  </a:cubicBezTo>
                  <a:cubicBezTo>
                    <a:pt x="484" y="625"/>
                    <a:pt x="625" y="485"/>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44"/>
            <p:cNvSpPr/>
            <p:nvPr/>
          </p:nvSpPr>
          <p:spPr>
            <a:xfrm>
              <a:off x="641990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44"/>
            <p:cNvSpPr/>
            <p:nvPr/>
          </p:nvSpPr>
          <p:spPr>
            <a:xfrm>
              <a:off x="6443250"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44"/>
            <p:cNvSpPr/>
            <p:nvPr/>
          </p:nvSpPr>
          <p:spPr>
            <a:xfrm>
              <a:off x="6466550" y="407155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44"/>
            <p:cNvSpPr/>
            <p:nvPr/>
          </p:nvSpPr>
          <p:spPr>
            <a:xfrm>
              <a:off x="6487275" y="4071550"/>
              <a:ext cx="18250" cy="15650"/>
            </a:xfrm>
            <a:custGeom>
              <a:rect b="b" l="l" r="r" t="t"/>
              <a:pathLst>
                <a:path extrusionOk="0" h="626" w="730">
                  <a:moveTo>
                    <a:pt x="418" y="0"/>
                  </a:moveTo>
                  <a:cubicBezTo>
                    <a:pt x="139" y="0"/>
                    <a:pt x="1" y="337"/>
                    <a:pt x="196" y="534"/>
                  </a:cubicBezTo>
                  <a:cubicBezTo>
                    <a:pt x="260" y="597"/>
                    <a:pt x="338" y="625"/>
                    <a:pt x="415" y="625"/>
                  </a:cubicBezTo>
                  <a:cubicBezTo>
                    <a:pt x="575" y="625"/>
                    <a:pt x="730" y="501"/>
                    <a:pt x="730" y="313"/>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44"/>
            <p:cNvSpPr/>
            <p:nvPr/>
          </p:nvSpPr>
          <p:spPr>
            <a:xfrm>
              <a:off x="6513250" y="4071550"/>
              <a:ext cx="15625" cy="15625"/>
            </a:xfrm>
            <a:custGeom>
              <a:rect b="b" l="l" r="r" t="t"/>
              <a:pathLst>
                <a:path extrusionOk="0" h="625" w="625">
                  <a:moveTo>
                    <a:pt x="312" y="0"/>
                  </a:moveTo>
                  <a:cubicBezTo>
                    <a:pt x="140" y="0"/>
                    <a:pt x="0" y="140"/>
                    <a:pt x="0" y="313"/>
                  </a:cubicBezTo>
                  <a:cubicBezTo>
                    <a:pt x="0" y="485"/>
                    <a:pt x="140" y="625"/>
                    <a:pt x="312" y="625"/>
                  </a:cubicBezTo>
                  <a:cubicBezTo>
                    <a:pt x="484" y="625"/>
                    <a:pt x="625" y="485"/>
                    <a:pt x="625" y="313"/>
                  </a:cubicBezTo>
                  <a:cubicBezTo>
                    <a:pt x="625" y="140"/>
                    <a:pt x="484"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44"/>
            <p:cNvSpPr/>
            <p:nvPr/>
          </p:nvSpPr>
          <p:spPr>
            <a:xfrm>
              <a:off x="5930025"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44"/>
            <p:cNvSpPr/>
            <p:nvPr/>
          </p:nvSpPr>
          <p:spPr>
            <a:xfrm>
              <a:off x="5953325" y="4051525"/>
              <a:ext cx="15650" cy="15650"/>
            </a:xfrm>
            <a:custGeom>
              <a:rect b="b" l="l" r="r" t="t"/>
              <a:pathLst>
                <a:path extrusionOk="0" h="626" w="626">
                  <a:moveTo>
                    <a:pt x="313" y="1"/>
                  </a:moveTo>
                  <a:cubicBezTo>
                    <a:pt x="141" y="1"/>
                    <a:pt x="0" y="140"/>
                    <a:pt x="0" y="313"/>
                  </a:cubicBezTo>
                  <a:cubicBezTo>
                    <a:pt x="0" y="486"/>
                    <a:pt x="141" y="626"/>
                    <a:pt x="313" y="626"/>
                  </a:cubicBezTo>
                  <a:cubicBezTo>
                    <a:pt x="486" y="626"/>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44"/>
            <p:cNvSpPr/>
            <p:nvPr/>
          </p:nvSpPr>
          <p:spPr>
            <a:xfrm>
              <a:off x="5976675"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44"/>
            <p:cNvSpPr/>
            <p:nvPr/>
          </p:nvSpPr>
          <p:spPr>
            <a:xfrm>
              <a:off x="5999975" y="4051525"/>
              <a:ext cx="15650" cy="15650"/>
            </a:xfrm>
            <a:custGeom>
              <a:rect b="b" l="l" r="r" t="t"/>
              <a:pathLst>
                <a:path extrusionOk="0" h="626" w="626">
                  <a:moveTo>
                    <a:pt x="313" y="1"/>
                  </a:moveTo>
                  <a:cubicBezTo>
                    <a:pt x="141" y="1"/>
                    <a:pt x="1" y="140"/>
                    <a:pt x="1" y="313"/>
                  </a:cubicBezTo>
                  <a:cubicBezTo>
                    <a:pt x="1" y="486"/>
                    <a:pt x="141" y="626"/>
                    <a:pt x="313" y="626"/>
                  </a:cubicBezTo>
                  <a:cubicBezTo>
                    <a:pt x="486" y="626"/>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44"/>
            <p:cNvSpPr/>
            <p:nvPr/>
          </p:nvSpPr>
          <p:spPr>
            <a:xfrm>
              <a:off x="6023325"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44"/>
            <p:cNvSpPr/>
            <p:nvPr/>
          </p:nvSpPr>
          <p:spPr>
            <a:xfrm>
              <a:off x="6046675" y="4051525"/>
              <a:ext cx="15625" cy="15650"/>
            </a:xfrm>
            <a:custGeom>
              <a:rect b="b" l="l" r="r" t="t"/>
              <a:pathLst>
                <a:path extrusionOk="0" h="626" w="625">
                  <a:moveTo>
                    <a:pt x="312" y="1"/>
                  </a:moveTo>
                  <a:cubicBezTo>
                    <a:pt x="139" y="1"/>
                    <a:pt x="0" y="140"/>
                    <a:pt x="0" y="313"/>
                  </a:cubicBezTo>
                  <a:cubicBezTo>
                    <a:pt x="0" y="486"/>
                    <a:pt x="139" y="626"/>
                    <a:pt x="312" y="626"/>
                  </a:cubicBezTo>
                  <a:cubicBezTo>
                    <a:pt x="485" y="626"/>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44"/>
            <p:cNvSpPr/>
            <p:nvPr/>
          </p:nvSpPr>
          <p:spPr>
            <a:xfrm>
              <a:off x="6067350" y="4051525"/>
              <a:ext cx="18250" cy="15650"/>
            </a:xfrm>
            <a:custGeom>
              <a:rect b="b" l="l" r="r" t="t"/>
              <a:pathLst>
                <a:path extrusionOk="0" h="626" w="730">
                  <a:moveTo>
                    <a:pt x="418" y="1"/>
                  </a:moveTo>
                  <a:cubicBezTo>
                    <a:pt x="140" y="1"/>
                    <a:pt x="1" y="336"/>
                    <a:pt x="198" y="533"/>
                  </a:cubicBezTo>
                  <a:cubicBezTo>
                    <a:pt x="261" y="597"/>
                    <a:pt x="339" y="625"/>
                    <a:pt x="416" y="625"/>
                  </a:cubicBezTo>
                  <a:cubicBezTo>
                    <a:pt x="576" y="625"/>
                    <a:pt x="730" y="501"/>
                    <a:pt x="730" y="313"/>
                  </a:cubicBezTo>
                  <a:cubicBezTo>
                    <a:pt x="730" y="140"/>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44"/>
            <p:cNvSpPr/>
            <p:nvPr/>
          </p:nvSpPr>
          <p:spPr>
            <a:xfrm>
              <a:off x="6093325"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44"/>
            <p:cNvSpPr/>
            <p:nvPr/>
          </p:nvSpPr>
          <p:spPr>
            <a:xfrm>
              <a:off x="6116650" y="4051525"/>
              <a:ext cx="15650" cy="15650"/>
            </a:xfrm>
            <a:custGeom>
              <a:rect b="b" l="l" r="r" t="t"/>
              <a:pathLst>
                <a:path extrusionOk="0" h="626" w="626">
                  <a:moveTo>
                    <a:pt x="313" y="1"/>
                  </a:moveTo>
                  <a:cubicBezTo>
                    <a:pt x="140" y="1"/>
                    <a:pt x="1" y="140"/>
                    <a:pt x="1" y="313"/>
                  </a:cubicBezTo>
                  <a:cubicBezTo>
                    <a:pt x="1" y="486"/>
                    <a:pt x="140" y="626"/>
                    <a:pt x="313" y="626"/>
                  </a:cubicBezTo>
                  <a:cubicBezTo>
                    <a:pt x="484" y="626"/>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44"/>
            <p:cNvSpPr/>
            <p:nvPr/>
          </p:nvSpPr>
          <p:spPr>
            <a:xfrm>
              <a:off x="6139975"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44"/>
            <p:cNvSpPr/>
            <p:nvPr/>
          </p:nvSpPr>
          <p:spPr>
            <a:xfrm>
              <a:off x="6160650" y="4051525"/>
              <a:ext cx="18300" cy="15650"/>
            </a:xfrm>
            <a:custGeom>
              <a:rect b="b" l="l" r="r" t="t"/>
              <a:pathLst>
                <a:path extrusionOk="0" h="626" w="732">
                  <a:moveTo>
                    <a:pt x="419" y="1"/>
                  </a:moveTo>
                  <a:cubicBezTo>
                    <a:pt x="140" y="1"/>
                    <a:pt x="1" y="336"/>
                    <a:pt x="198" y="533"/>
                  </a:cubicBezTo>
                  <a:cubicBezTo>
                    <a:pt x="262" y="597"/>
                    <a:pt x="340" y="625"/>
                    <a:pt x="417" y="625"/>
                  </a:cubicBezTo>
                  <a:cubicBezTo>
                    <a:pt x="577" y="625"/>
                    <a:pt x="731" y="501"/>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44"/>
            <p:cNvSpPr/>
            <p:nvPr/>
          </p:nvSpPr>
          <p:spPr>
            <a:xfrm>
              <a:off x="6186625"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44"/>
            <p:cNvSpPr/>
            <p:nvPr/>
          </p:nvSpPr>
          <p:spPr>
            <a:xfrm>
              <a:off x="620995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44"/>
            <p:cNvSpPr/>
            <p:nvPr/>
          </p:nvSpPr>
          <p:spPr>
            <a:xfrm>
              <a:off x="6233275" y="4051525"/>
              <a:ext cx="15625" cy="15650"/>
            </a:xfrm>
            <a:custGeom>
              <a:rect b="b" l="l" r="r" t="t"/>
              <a:pathLst>
                <a:path extrusionOk="0" h="626" w="625">
                  <a:moveTo>
                    <a:pt x="312" y="1"/>
                  </a:moveTo>
                  <a:cubicBezTo>
                    <a:pt x="141" y="1"/>
                    <a:pt x="0" y="140"/>
                    <a:pt x="0" y="313"/>
                  </a:cubicBezTo>
                  <a:cubicBezTo>
                    <a:pt x="0" y="486"/>
                    <a:pt x="141" y="626"/>
                    <a:pt x="312" y="626"/>
                  </a:cubicBezTo>
                  <a:cubicBezTo>
                    <a:pt x="485" y="626"/>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44"/>
            <p:cNvSpPr/>
            <p:nvPr/>
          </p:nvSpPr>
          <p:spPr>
            <a:xfrm>
              <a:off x="625660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44"/>
            <p:cNvSpPr/>
            <p:nvPr/>
          </p:nvSpPr>
          <p:spPr>
            <a:xfrm>
              <a:off x="6279950" y="4051525"/>
              <a:ext cx="15650" cy="15650"/>
            </a:xfrm>
            <a:custGeom>
              <a:rect b="b" l="l" r="r" t="t"/>
              <a:pathLst>
                <a:path extrusionOk="0" h="626" w="626">
                  <a:moveTo>
                    <a:pt x="313" y="1"/>
                  </a:moveTo>
                  <a:cubicBezTo>
                    <a:pt x="140" y="1"/>
                    <a:pt x="1" y="140"/>
                    <a:pt x="1" y="313"/>
                  </a:cubicBezTo>
                  <a:cubicBezTo>
                    <a:pt x="1" y="486"/>
                    <a:pt x="140" y="626"/>
                    <a:pt x="313" y="626"/>
                  </a:cubicBezTo>
                  <a:cubicBezTo>
                    <a:pt x="484" y="626"/>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44"/>
            <p:cNvSpPr/>
            <p:nvPr/>
          </p:nvSpPr>
          <p:spPr>
            <a:xfrm>
              <a:off x="630325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44"/>
            <p:cNvSpPr/>
            <p:nvPr/>
          </p:nvSpPr>
          <p:spPr>
            <a:xfrm>
              <a:off x="6323950" y="4051525"/>
              <a:ext cx="18300" cy="15650"/>
            </a:xfrm>
            <a:custGeom>
              <a:rect b="b" l="l" r="r" t="t"/>
              <a:pathLst>
                <a:path extrusionOk="0" h="626" w="732">
                  <a:moveTo>
                    <a:pt x="422" y="1"/>
                  </a:moveTo>
                  <a:cubicBezTo>
                    <a:pt x="421" y="1"/>
                    <a:pt x="420" y="1"/>
                    <a:pt x="419" y="1"/>
                  </a:cubicBezTo>
                  <a:cubicBezTo>
                    <a:pt x="418" y="1"/>
                    <a:pt x="418" y="1"/>
                    <a:pt x="417" y="1"/>
                  </a:cubicBezTo>
                  <a:cubicBezTo>
                    <a:pt x="139" y="1"/>
                    <a:pt x="1" y="336"/>
                    <a:pt x="198" y="533"/>
                  </a:cubicBezTo>
                  <a:cubicBezTo>
                    <a:pt x="261" y="597"/>
                    <a:pt x="340" y="625"/>
                    <a:pt x="417" y="625"/>
                  </a:cubicBezTo>
                  <a:cubicBezTo>
                    <a:pt x="577" y="625"/>
                    <a:pt x="731" y="501"/>
                    <a:pt x="731" y="313"/>
                  </a:cubicBezTo>
                  <a:cubicBezTo>
                    <a:pt x="731" y="141"/>
                    <a:pt x="593" y="1"/>
                    <a:pt x="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44"/>
            <p:cNvSpPr/>
            <p:nvPr/>
          </p:nvSpPr>
          <p:spPr>
            <a:xfrm>
              <a:off x="6349900" y="4051525"/>
              <a:ext cx="15650" cy="15650"/>
            </a:xfrm>
            <a:custGeom>
              <a:rect b="b" l="l" r="r" t="t"/>
              <a:pathLst>
                <a:path extrusionOk="0" h="626" w="626">
                  <a:moveTo>
                    <a:pt x="313" y="1"/>
                  </a:moveTo>
                  <a:cubicBezTo>
                    <a:pt x="142" y="1"/>
                    <a:pt x="1" y="140"/>
                    <a:pt x="1" y="313"/>
                  </a:cubicBezTo>
                  <a:cubicBezTo>
                    <a:pt x="1" y="486"/>
                    <a:pt x="142" y="626"/>
                    <a:pt x="313" y="626"/>
                  </a:cubicBezTo>
                  <a:cubicBezTo>
                    <a:pt x="486" y="626"/>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44"/>
            <p:cNvSpPr/>
            <p:nvPr/>
          </p:nvSpPr>
          <p:spPr>
            <a:xfrm>
              <a:off x="637325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44"/>
            <p:cNvSpPr/>
            <p:nvPr/>
          </p:nvSpPr>
          <p:spPr>
            <a:xfrm>
              <a:off x="6396600" y="4051525"/>
              <a:ext cx="15625" cy="15650"/>
            </a:xfrm>
            <a:custGeom>
              <a:rect b="b" l="l" r="r" t="t"/>
              <a:pathLst>
                <a:path extrusionOk="0" h="626" w="625">
                  <a:moveTo>
                    <a:pt x="313" y="1"/>
                  </a:moveTo>
                  <a:cubicBezTo>
                    <a:pt x="140" y="1"/>
                    <a:pt x="0" y="140"/>
                    <a:pt x="0" y="313"/>
                  </a:cubicBezTo>
                  <a:cubicBezTo>
                    <a:pt x="0" y="486"/>
                    <a:pt x="140" y="626"/>
                    <a:pt x="313" y="626"/>
                  </a:cubicBezTo>
                  <a:cubicBezTo>
                    <a:pt x="484" y="626"/>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44"/>
            <p:cNvSpPr/>
            <p:nvPr/>
          </p:nvSpPr>
          <p:spPr>
            <a:xfrm>
              <a:off x="641990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44"/>
            <p:cNvSpPr/>
            <p:nvPr/>
          </p:nvSpPr>
          <p:spPr>
            <a:xfrm>
              <a:off x="6443250"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44"/>
            <p:cNvSpPr/>
            <p:nvPr/>
          </p:nvSpPr>
          <p:spPr>
            <a:xfrm>
              <a:off x="6466550" y="4051525"/>
              <a:ext cx="15650" cy="15650"/>
            </a:xfrm>
            <a:custGeom>
              <a:rect b="b" l="l" r="r" t="t"/>
              <a:pathLst>
                <a:path extrusionOk="0" h="626" w="626">
                  <a:moveTo>
                    <a:pt x="313" y="1"/>
                  </a:moveTo>
                  <a:cubicBezTo>
                    <a:pt x="142" y="1"/>
                    <a:pt x="1" y="140"/>
                    <a:pt x="1" y="313"/>
                  </a:cubicBezTo>
                  <a:cubicBezTo>
                    <a:pt x="1" y="486"/>
                    <a:pt x="142" y="626"/>
                    <a:pt x="313" y="626"/>
                  </a:cubicBezTo>
                  <a:cubicBezTo>
                    <a:pt x="486" y="626"/>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44"/>
            <p:cNvSpPr/>
            <p:nvPr/>
          </p:nvSpPr>
          <p:spPr>
            <a:xfrm>
              <a:off x="6487275" y="4051525"/>
              <a:ext cx="18250" cy="15650"/>
            </a:xfrm>
            <a:custGeom>
              <a:rect b="b" l="l" r="r" t="t"/>
              <a:pathLst>
                <a:path extrusionOk="0" h="626" w="730">
                  <a:moveTo>
                    <a:pt x="418" y="1"/>
                  </a:moveTo>
                  <a:cubicBezTo>
                    <a:pt x="139" y="1"/>
                    <a:pt x="1" y="336"/>
                    <a:pt x="196" y="533"/>
                  </a:cubicBezTo>
                  <a:cubicBezTo>
                    <a:pt x="260" y="597"/>
                    <a:pt x="339" y="625"/>
                    <a:pt x="415" y="625"/>
                  </a:cubicBezTo>
                  <a:cubicBezTo>
                    <a:pt x="576" y="625"/>
                    <a:pt x="730" y="501"/>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44"/>
            <p:cNvSpPr/>
            <p:nvPr/>
          </p:nvSpPr>
          <p:spPr>
            <a:xfrm>
              <a:off x="6513250" y="4051525"/>
              <a:ext cx="15625" cy="15650"/>
            </a:xfrm>
            <a:custGeom>
              <a:rect b="b" l="l" r="r" t="t"/>
              <a:pathLst>
                <a:path extrusionOk="0" h="626" w="625">
                  <a:moveTo>
                    <a:pt x="312" y="1"/>
                  </a:moveTo>
                  <a:cubicBezTo>
                    <a:pt x="140" y="1"/>
                    <a:pt x="0" y="140"/>
                    <a:pt x="0" y="313"/>
                  </a:cubicBezTo>
                  <a:cubicBezTo>
                    <a:pt x="0" y="486"/>
                    <a:pt x="140" y="626"/>
                    <a:pt x="312" y="626"/>
                  </a:cubicBezTo>
                  <a:cubicBezTo>
                    <a:pt x="484" y="626"/>
                    <a:pt x="625" y="486"/>
                    <a:pt x="625" y="313"/>
                  </a:cubicBezTo>
                  <a:cubicBezTo>
                    <a:pt x="625" y="140"/>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44"/>
            <p:cNvSpPr/>
            <p:nvPr/>
          </p:nvSpPr>
          <p:spPr>
            <a:xfrm>
              <a:off x="5953325" y="4031525"/>
              <a:ext cx="15650" cy="15650"/>
            </a:xfrm>
            <a:custGeom>
              <a:rect b="b" l="l" r="r" t="t"/>
              <a:pathLst>
                <a:path extrusionOk="0" h="626" w="626">
                  <a:moveTo>
                    <a:pt x="313" y="1"/>
                  </a:moveTo>
                  <a:cubicBezTo>
                    <a:pt x="141" y="1"/>
                    <a:pt x="0" y="140"/>
                    <a:pt x="0" y="313"/>
                  </a:cubicBezTo>
                  <a:cubicBezTo>
                    <a:pt x="0" y="486"/>
                    <a:pt x="141"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44"/>
            <p:cNvSpPr/>
            <p:nvPr/>
          </p:nvSpPr>
          <p:spPr>
            <a:xfrm>
              <a:off x="5976675"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44"/>
            <p:cNvSpPr/>
            <p:nvPr/>
          </p:nvSpPr>
          <p:spPr>
            <a:xfrm>
              <a:off x="5930025"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44"/>
            <p:cNvSpPr/>
            <p:nvPr/>
          </p:nvSpPr>
          <p:spPr>
            <a:xfrm>
              <a:off x="5999975" y="403152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44"/>
            <p:cNvSpPr/>
            <p:nvPr/>
          </p:nvSpPr>
          <p:spPr>
            <a:xfrm>
              <a:off x="6023325"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44"/>
            <p:cNvSpPr/>
            <p:nvPr/>
          </p:nvSpPr>
          <p:spPr>
            <a:xfrm>
              <a:off x="6046675" y="403152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44"/>
            <p:cNvSpPr/>
            <p:nvPr/>
          </p:nvSpPr>
          <p:spPr>
            <a:xfrm>
              <a:off x="6067350" y="4031525"/>
              <a:ext cx="18250" cy="15625"/>
            </a:xfrm>
            <a:custGeom>
              <a:rect b="b" l="l" r="r" t="t"/>
              <a:pathLst>
                <a:path extrusionOk="0" h="625" w="730">
                  <a:moveTo>
                    <a:pt x="418" y="1"/>
                  </a:moveTo>
                  <a:cubicBezTo>
                    <a:pt x="140" y="1"/>
                    <a:pt x="1" y="337"/>
                    <a:pt x="198" y="533"/>
                  </a:cubicBezTo>
                  <a:cubicBezTo>
                    <a:pt x="261" y="596"/>
                    <a:pt x="339" y="625"/>
                    <a:pt x="416" y="625"/>
                  </a:cubicBezTo>
                  <a:cubicBezTo>
                    <a:pt x="576" y="625"/>
                    <a:pt x="730" y="500"/>
                    <a:pt x="730" y="313"/>
                  </a:cubicBezTo>
                  <a:cubicBezTo>
                    <a:pt x="730" y="140"/>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44"/>
            <p:cNvSpPr/>
            <p:nvPr/>
          </p:nvSpPr>
          <p:spPr>
            <a:xfrm>
              <a:off x="6093325"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44"/>
            <p:cNvSpPr/>
            <p:nvPr/>
          </p:nvSpPr>
          <p:spPr>
            <a:xfrm>
              <a:off x="6116650" y="40315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44"/>
            <p:cNvSpPr/>
            <p:nvPr/>
          </p:nvSpPr>
          <p:spPr>
            <a:xfrm>
              <a:off x="6139975"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44"/>
            <p:cNvSpPr/>
            <p:nvPr/>
          </p:nvSpPr>
          <p:spPr>
            <a:xfrm>
              <a:off x="6160650" y="4031525"/>
              <a:ext cx="18300" cy="15625"/>
            </a:xfrm>
            <a:custGeom>
              <a:rect b="b" l="l" r="r" t="t"/>
              <a:pathLst>
                <a:path extrusionOk="0" h="625" w="732">
                  <a:moveTo>
                    <a:pt x="419" y="1"/>
                  </a:moveTo>
                  <a:cubicBezTo>
                    <a:pt x="140" y="1"/>
                    <a:pt x="1" y="337"/>
                    <a:pt x="198" y="533"/>
                  </a:cubicBezTo>
                  <a:cubicBezTo>
                    <a:pt x="262" y="596"/>
                    <a:pt x="340" y="625"/>
                    <a:pt x="417" y="625"/>
                  </a:cubicBezTo>
                  <a:cubicBezTo>
                    <a:pt x="577" y="625"/>
                    <a:pt x="731" y="500"/>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44"/>
            <p:cNvSpPr/>
            <p:nvPr/>
          </p:nvSpPr>
          <p:spPr>
            <a:xfrm>
              <a:off x="6186625"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44"/>
            <p:cNvSpPr/>
            <p:nvPr/>
          </p:nvSpPr>
          <p:spPr>
            <a:xfrm>
              <a:off x="620995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44"/>
            <p:cNvSpPr/>
            <p:nvPr/>
          </p:nvSpPr>
          <p:spPr>
            <a:xfrm>
              <a:off x="6233275" y="403152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44"/>
            <p:cNvSpPr/>
            <p:nvPr/>
          </p:nvSpPr>
          <p:spPr>
            <a:xfrm>
              <a:off x="625660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44"/>
            <p:cNvSpPr/>
            <p:nvPr/>
          </p:nvSpPr>
          <p:spPr>
            <a:xfrm>
              <a:off x="6279950" y="40315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44"/>
            <p:cNvSpPr/>
            <p:nvPr/>
          </p:nvSpPr>
          <p:spPr>
            <a:xfrm>
              <a:off x="630325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44"/>
            <p:cNvSpPr/>
            <p:nvPr/>
          </p:nvSpPr>
          <p:spPr>
            <a:xfrm>
              <a:off x="6323950" y="4031525"/>
              <a:ext cx="18300" cy="15625"/>
            </a:xfrm>
            <a:custGeom>
              <a:rect b="b" l="l" r="r" t="t"/>
              <a:pathLst>
                <a:path extrusionOk="0" h="625" w="732">
                  <a:moveTo>
                    <a:pt x="419" y="1"/>
                  </a:moveTo>
                  <a:cubicBezTo>
                    <a:pt x="140" y="1"/>
                    <a:pt x="1" y="337"/>
                    <a:pt x="198" y="533"/>
                  </a:cubicBezTo>
                  <a:cubicBezTo>
                    <a:pt x="261" y="596"/>
                    <a:pt x="340" y="625"/>
                    <a:pt x="417" y="625"/>
                  </a:cubicBezTo>
                  <a:cubicBezTo>
                    <a:pt x="577" y="625"/>
                    <a:pt x="731" y="500"/>
                    <a:pt x="731" y="313"/>
                  </a:cubicBezTo>
                  <a:cubicBezTo>
                    <a:pt x="731" y="140"/>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44"/>
            <p:cNvSpPr/>
            <p:nvPr/>
          </p:nvSpPr>
          <p:spPr>
            <a:xfrm>
              <a:off x="6349900" y="40315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44"/>
            <p:cNvSpPr/>
            <p:nvPr/>
          </p:nvSpPr>
          <p:spPr>
            <a:xfrm>
              <a:off x="637325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44"/>
            <p:cNvSpPr/>
            <p:nvPr/>
          </p:nvSpPr>
          <p:spPr>
            <a:xfrm>
              <a:off x="6396600" y="403152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44"/>
            <p:cNvSpPr/>
            <p:nvPr/>
          </p:nvSpPr>
          <p:spPr>
            <a:xfrm>
              <a:off x="641990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44"/>
            <p:cNvSpPr/>
            <p:nvPr/>
          </p:nvSpPr>
          <p:spPr>
            <a:xfrm>
              <a:off x="6443250"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44"/>
            <p:cNvSpPr/>
            <p:nvPr/>
          </p:nvSpPr>
          <p:spPr>
            <a:xfrm>
              <a:off x="6466550" y="40315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44"/>
            <p:cNvSpPr/>
            <p:nvPr/>
          </p:nvSpPr>
          <p:spPr>
            <a:xfrm>
              <a:off x="6487275" y="4031525"/>
              <a:ext cx="18250" cy="15625"/>
            </a:xfrm>
            <a:custGeom>
              <a:rect b="b" l="l" r="r" t="t"/>
              <a:pathLst>
                <a:path extrusionOk="0" h="625" w="730">
                  <a:moveTo>
                    <a:pt x="418" y="1"/>
                  </a:moveTo>
                  <a:cubicBezTo>
                    <a:pt x="139" y="1"/>
                    <a:pt x="1" y="337"/>
                    <a:pt x="196" y="533"/>
                  </a:cubicBezTo>
                  <a:cubicBezTo>
                    <a:pt x="260" y="596"/>
                    <a:pt x="339" y="625"/>
                    <a:pt x="415" y="625"/>
                  </a:cubicBezTo>
                  <a:cubicBezTo>
                    <a:pt x="576" y="625"/>
                    <a:pt x="730" y="500"/>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44"/>
            <p:cNvSpPr/>
            <p:nvPr/>
          </p:nvSpPr>
          <p:spPr>
            <a:xfrm>
              <a:off x="6513250" y="403152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44"/>
            <p:cNvSpPr/>
            <p:nvPr/>
          </p:nvSpPr>
          <p:spPr>
            <a:xfrm>
              <a:off x="5953325" y="4011525"/>
              <a:ext cx="15650" cy="15625"/>
            </a:xfrm>
            <a:custGeom>
              <a:rect b="b" l="l" r="r" t="t"/>
              <a:pathLst>
                <a:path extrusionOk="0" h="625" w="626">
                  <a:moveTo>
                    <a:pt x="313" y="0"/>
                  </a:moveTo>
                  <a:cubicBezTo>
                    <a:pt x="141" y="0"/>
                    <a:pt x="0" y="140"/>
                    <a:pt x="0" y="313"/>
                  </a:cubicBezTo>
                  <a:cubicBezTo>
                    <a:pt x="0" y="484"/>
                    <a:pt x="141" y="625"/>
                    <a:pt x="313" y="625"/>
                  </a:cubicBezTo>
                  <a:cubicBezTo>
                    <a:pt x="486" y="625"/>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44"/>
            <p:cNvSpPr/>
            <p:nvPr/>
          </p:nvSpPr>
          <p:spPr>
            <a:xfrm>
              <a:off x="5976675" y="4011525"/>
              <a:ext cx="15625" cy="15625"/>
            </a:xfrm>
            <a:custGeom>
              <a:rect b="b" l="l" r="r" t="t"/>
              <a:pathLst>
                <a:path extrusionOk="0" h="625" w="625">
                  <a:moveTo>
                    <a:pt x="313" y="0"/>
                  </a:moveTo>
                  <a:cubicBezTo>
                    <a:pt x="140" y="0"/>
                    <a:pt x="0" y="140"/>
                    <a:pt x="0" y="313"/>
                  </a:cubicBezTo>
                  <a:cubicBezTo>
                    <a:pt x="0" y="484"/>
                    <a:pt x="140" y="625"/>
                    <a:pt x="313" y="625"/>
                  </a:cubicBezTo>
                  <a:cubicBezTo>
                    <a:pt x="485" y="625"/>
                    <a:pt x="625" y="484"/>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44"/>
            <p:cNvSpPr/>
            <p:nvPr/>
          </p:nvSpPr>
          <p:spPr>
            <a:xfrm>
              <a:off x="5999975" y="4011525"/>
              <a:ext cx="15650" cy="15625"/>
            </a:xfrm>
            <a:custGeom>
              <a:rect b="b" l="l" r="r" t="t"/>
              <a:pathLst>
                <a:path extrusionOk="0" h="625" w="626">
                  <a:moveTo>
                    <a:pt x="313" y="0"/>
                  </a:moveTo>
                  <a:cubicBezTo>
                    <a:pt x="141" y="0"/>
                    <a:pt x="1" y="140"/>
                    <a:pt x="1" y="313"/>
                  </a:cubicBezTo>
                  <a:cubicBezTo>
                    <a:pt x="1" y="484"/>
                    <a:pt x="141" y="625"/>
                    <a:pt x="313" y="625"/>
                  </a:cubicBezTo>
                  <a:cubicBezTo>
                    <a:pt x="486" y="625"/>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44"/>
            <p:cNvSpPr/>
            <p:nvPr/>
          </p:nvSpPr>
          <p:spPr>
            <a:xfrm>
              <a:off x="6023325" y="4011525"/>
              <a:ext cx="15625" cy="15625"/>
            </a:xfrm>
            <a:custGeom>
              <a:rect b="b" l="l" r="r" t="t"/>
              <a:pathLst>
                <a:path extrusionOk="0" h="625" w="625">
                  <a:moveTo>
                    <a:pt x="313" y="0"/>
                  </a:moveTo>
                  <a:cubicBezTo>
                    <a:pt x="140" y="0"/>
                    <a:pt x="0" y="140"/>
                    <a:pt x="0" y="313"/>
                  </a:cubicBezTo>
                  <a:cubicBezTo>
                    <a:pt x="0" y="484"/>
                    <a:pt x="140" y="625"/>
                    <a:pt x="313" y="625"/>
                  </a:cubicBezTo>
                  <a:cubicBezTo>
                    <a:pt x="485" y="625"/>
                    <a:pt x="625" y="484"/>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44"/>
            <p:cNvSpPr/>
            <p:nvPr/>
          </p:nvSpPr>
          <p:spPr>
            <a:xfrm>
              <a:off x="6046675" y="4011525"/>
              <a:ext cx="15625" cy="15625"/>
            </a:xfrm>
            <a:custGeom>
              <a:rect b="b" l="l" r="r" t="t"/>
              <a:pathLst>
                <a:path extrusionOk="0" h="625" w="625">
                  <a:moveTo>
                    <a:pt x="312" y="0"/>
                  </a:moveTo>
                  <a:cubicBezTo>
                    <a:pt x="139" y="0"/>
                    <a:pt x="0" y="140"/>
                    <a:pt x="0" y="313"/>
                  </a:cubicBezTo>
                  <a:cubicBezTo>
                    <a:pt x="0" y="484"/>
                    <a:pt x="139" y="625"/>
                    <a:pt x="312" y="625"/>
                  </a:cubicBezTo>
                  <a:cubicBezTo>
                    <a:pt x="485" y="625"/>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44"/>
            <p:cNvSpPr/>
            <p:nvPr/>
          </p:nvSpPr>
          <p:spPr>
            <a:xfrm>
              <a:off x="6067350" y="4011525"/>
              <a:ext cx="18250" cy="15625"/>
            </a:xfrm>
            <a:custGeom>
              <a:rect b="b" l="l" r="r" t="t"/>
              <a:pathLst>
                <a:path extrusionOk="0" h="625" w="730">
                  <a:moveTo>
                    <a:pt x="418" y="0"/>
                  </a:moveTo>
                  <a:cubicBezTo>
                    <a:pt x="140" y="0"/>
                    <a:pt x="1" y="337"/>
                    <a:pt x="198" y="532"/>
                  </a:cubicBezTo>
                  <a:cubicBezTo>
                    <a:pt x="261" y="596"/>
                    <a:pt x="339" y="625"/>
                    <a:pt x="416" y="625"/>
                  </a:cubicBezTo>
                  <a:cubicBezTo>
                    <a:pt x="576" y="625"/>
                    <a:pt x="730" y="500"/>
                    <a:pt x="730" y="313"/>
                  </a:cubicBezTo>
                  <a:cubicBezTo>
                    <a:pt x="730" y="140"/>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44"/>
            <p:cNvSpPr/>
            <p:nvPr/>
          </p:nvSpPr>
          <p:spPr>
            <a:xfrm>
              <a:off x="6093325"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44"/>
            <p:cNvSpPr/>
            <p:nvPr/>
          </p:nvSpPr>
          <p:spPr>
            <a:xfrm>
              <a:off x="6116650" y="4011525"/>
              <a:ext cx="15650" cy="15625"/>
            </a:xfrm>
            <a:custGeom>
              <a:rect b="b" l="l" r="r" t="t"/>
              <a:pathLst>
                <a:path extrusionOk="0" h="625" w="626">
                  <a:moveTo>
                    <a:pt x="313" y="0"/>
                  </a:moveTo>
                  <a:cubicBezTo>
                    <a:pt x="140" y="0"/>
                    <a:pt x="1" y="140"/>
                    <a:pt x="1" y="313"/>
                  </a:cubicBezTo>
                  <a:cubicBezTo>
                    <a:pt x="1" y="484"/>
                    <a:pt x="140" y="625"/>
                    <a:pt x="313" y="625"/>
                  </a:cubicBezTo>
                  <a:cubicBezTo>
                    <a:pt x="484" y="625"/>
                    <a:pt x="625" y="484"/>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44"/>
            <p:cNvSpPr/>
            <p:nvPr/>
          </p:nvSpPr>
          <p:spPr>
            <a:xfrm>
              <a:off x="6139975"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44"/>
            <p:cNvSpPr/>
            <p:nvPr/>
          </p:nvSpPr>
          <p:spPr>
            <a:xfrm>
              <a:off x="6160650" y="4011525"/>
              <a:ext cx="18300" cy="15625"/>
            </a:xfrm>
            <a:custGeom>
              <a:rect b="b" l="l" r="r" t="t"/>
              <a:pathLst>
                <a:path extrusionOk="0" h="625" w="732">
                  <a:moveTo>
                    <a:pt x="419" y="0"/>
                  </a:moveTo>
                  <a:cubicBezTo>
                    <a:pt x="140" y="0"/>
                    <a:pt x="1" y="337"/>
                    <a:pt x="198" y="532"/>
                  </a:cubicBezTo>
                  <a:cubicBezTo>
                    <a:pt x="262" y="596"/>
                    <a:pt x="340" y="625"/>
                    <a:pt x="417" y="625"/>
                  </a:cubicBezTo>
                  <a:cubicBezTo>
                    <a:pt x="577" y="625"/>
                    <a:pt x="731" y="500"/>
                    <a:pt x="731" y="313"/>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44"/>
            <p:cNvSpPr/>
            <p:nvPr/>
          </p:nvSpPr>
          <p:spPr>
            <a:xfrm>
              <a:off x="6186625"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44"/>
            <p:cNvSpPr/>
            <p:nvPr/>
          </p:nvSpPr>
          <p:spPr>
            <a:xfrm>
              <a:off x="620995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44"/>
            <p:cNvSpPr/>
            <p:nvPr/>
          </p:nvSpPr>
          <p:spPr>
            <a:xfrm>
              <a:off x="6233275" y="4011525"/>
              <a:ext cx="15625" cy="15625"/>
            </a:xfrm>
            <a:custGeom>
              <a:rect b="b" l="l" r="r" t="t"/>
              <a:pathLst>
                <a:path extrusionOk="0" h="625" w="625">
                  <a:moveTo>
                    <a:pt x="312" y="0"/>
                  </a:moveTo>
                  <a:cubicBezTo>
                    <a:pt x="141" y="0"/>
                    <a:pt x="0" y="140"/>
                    <a:pt x="0" y="313"/>
                  </a:cubicBezTo>
                  <a:cubicBezTo>
                    <a:pt x="0" y="484"/>
                    <a:pt x="141" y="625"/>
                    <a:pt x="312" y="625"/>
                  </a:cubicBezTo>
                  <a:cubicBezTo>
                    <a:pt x="485" y="625"/>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44"/>
            <p:cNvSpPr/>
            <p:nvPr/>
          </p:nvSpPr>
          <p:spPr>
            <a:xfrm>
              <a:off x="625660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44"/>
            <p:cNvSpPr/>
            <p:nvPr/>
          </p:nvSpPr>
          <p:spPr>
            <a:xfrm>
              <a:off x="6279950" y="4011525"/>
              <a:ext cx="15650" cy="15625"/>
            </a:xfrm>
            <a:custGeom>
              <a:rect b="b" l="l" r="r" t="t"/>
              <a:pathLst>
                <a:path extrusionOk="0" h="625" w="626">
                  <a:moveTo>
                    <a:pt x="313" y="0"/>
                  </a:moveTo>
                  <a:cubicBezTo>
                    <a:pt x="140" y="0"/>
                    <a:pt x="1" y="140"/>
                    <a:pt x="1" y="313"/>
                  </a:cubicBezTo>
                  <a:cubicBezTo>
                    <a:pt x="1" y="484"/>
                    <a:pt x="140" y="625"/>
                    <a:pt x="313" y="625"/>
                  </a:cubicBezTo>
                  <a:cubicBezTo>
                    <a:pt x="484" y="625"/>
                    <a:pt x="625" y="484"/>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44"/>
            <p:cNvSpPr/>
            <p:nvPr/>
          </p:nvSpPr>
          <p:spPr>
            <a:xfrm>
              <a:off x="630325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44"/>
            <p:cNvSpPr/>
            <p:nvPr/>
          </p:nvSpPr>
          <p:spPr>
            <a:xfrm>
              <a:off x="6323950" y="4011525"/>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44"/>
            <p:cNvSpPr/>
            <p:nvPr/>
          </p:nvSpPr>
          <p:spPr>
            <a:xfrm>
              <a:off x="6349900" y="4011525"/>
              <a:ext cx="15650" cy="15625"/>
            </a:xfrm>
            <a:custGeom>
              <a:rect b="b" l="l" r="r" t="t"/>
              <a:pathLst>
                <a:path extrusionOk="0" h="625" w="626">
                  <a:moveTo>
                    <a:pt x="313" y="0"/>
                  </a:moveTo>
                  <a:cubicBezTo>
                    <a:pt x="142" y="0"/>
                    <a:pt x="1" y="140"/>
                    <a:pt x="1" y="313"/>
                  </a:cubicBezTo>
                  <a:cubicBezTo>
                    <a:pt x="1" y="484"/>
                    <a:pt x="142" y="625"/>
                    <a:pt x="313" y="625"/>
                  </a:cubicBezTo>
                  <a:cubicBezTo>
                    <a:pt x="486" y="625"/>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44"/>
            <p:cNvSpPr/>
            <p:nvPr/>
          </p:nvSpPr>
          <p:spPr>
            <a:xfrm>
              <a:off x="637325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44"/>
            <p:cNvSpPr/>
            <p:nvPr/>
          </p:nvSpPr>
          <p:spPr>
            <a:xfrm>
              <a:off x="6396600" y="4011525"/>
              <a:ext cx="15625" cy="15625"/>
            </a:xfrm>
            <a:custGeom>
              <a:rect b="b" l="l" r="r" t="t"/>
              <a:pathLst>
                <a:path extrusionOk="0" h="625" w="625">
                  <a:moveTo>
                    <a:pt x="313" y="0"/>
                  </a:moveTo>
                  <a:cubicBezTo>
                    <a:pt x="140" y="0"/>
                    <a:pt x="0" y="140"/>
                    <a:pt x="0" y="313"/>
                  </a:cubicBezTo>
                  <a:cubicBezTo>
                    <a:pt x="0" y="484"/>
                    <a:pt x="140" y="625"/>
                    <a:pt x="313" y="625"/>
                  </a:cubicBezTo>
                  <a:cubicBezTo>
                    <a:pt x="484" y="625"/>
                    <a:pt x="625" y="484"/>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44"/>
            <p:cNvSpPr/>
            <p:nvPr/>
          </p:nvSpPr>
          <p:spPr>
            <a:xfrm>
              <a:off x="641990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44"/>
            <p:cNvSpPr/>
            <p:nvPr/>
          </p:nvSpPr>
          <p:spPr>
            <a:xfrm>
              <a:off x="6443250" y="4011525"/>
              <a:ext cx="15625" cy="15625"/>
            </a:xfrm>
            <a:custGeom>
              <a:rect b="b" l="l" r="r" t="t"/>
              <a:pathLst>
                <a:path extrusionOk="0" h="625" w="625">
                  <a:moveTo>
                    <a:pt x="313" y="0"/>
                  </a:moveTo>
                  <a:cubicBezTo>
                    <a:pt x="140" y="0"/>
                    <a:pt x="0" y="140"/>
                    <a:pt x="0" y="313"/>
                  </a:cubicBezTo>
                  <a:cubicBezTo>
                    <a:pt x="0" y="484"/>
                    <a:pt x="140" y="625"/>
                    <a:pt x="313" y="625"/>
                  </a:cubicBezTo>
                  <a:cubicBezTo>
                    <a:pt x="485" y="625"/>
                    <a:pt x="625" y="484"/>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44"/>
            <p:cNvSpPr/>
            <p:nvPr/>
          </p:nvSpPr>
          <p:spPr>
            <a:xfrm>
              <a:off x="6466550" y="4011525"/>
              <a:ext cx="15650" cy="15625"/>
            </a:xfrm>
            <a:custGeom>
              <a:rect b="b" l="l" r="r" t="t"/>
              <a:pathLst>
                <a:path extrusionOk="0" h="625" w="626">
                  <a:moveTo>
                    <a:pt x="313" y="0"/>
                  </a:moveTo>
                  <a:cubicBezTo>
                    <a:pt x="142" y="0"/>
                    <a:pt x="1" y="140"/>
                    <a:pt x="1" y="313"/>
                  </a:cubicBezTo>
                  <a:cubicBezTo>
                    <a:pt x="1" y="484"/>
                    <a:pt x="142" y="625"/>
                    <a:pt x="313" y="625"/>
                  </a:cubicBezTo>
                  <a:cubicBezTo>
                    <a:pt x="486" y="625"/>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44"/>
            <p:cNvSpPr/>
            <p:nvPr/>
          </p:nvSpPr>
          <p:spPr>
            <a:xfrm>
              <a:off x="6487275" y="4011525"/>
              <a:ext cx="18250" cy="15625"/>
            </a:xfrm>
            <a:custGeom>
              <a:rect b="b" l="l" r="r" t="t"/>
              <a:pathLst>
                <a:path extrusionOk="0" h="625" w="730">
                  <a:moveTo>
                    <a:pt x="418" y="0"/>
                  </a:moveTo>
                  <a:cubicBezTo>
                    <a:pt x="139" y="0"/>
                    <a:pt x="1" y="337"/>
                    <a:pt x="196" y="532"/>
                  </a:cubicBezTo>
                  <a:cubicBezTo>
                    <a:pt x="260" y="596"/>
                    <a:pt x="339" y="625"/>
                    <a:pt x="415" y="625"/>
                  </a:cubicBezTo>
                  <a:cubicBezTo>
                    <a:pt x="576" y="625"/>
                    <a:pt x="730" y="500"/>
                    <a:pt x="730" y="313"/>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44"/>
            <p:cNvSpPr/>
            <p:nvPr/>
          </p:nvSpPr>
          <p:spPr>
            <a:xfrm>
              <a:off x="6513250" y="4011525"/>
              <a:ext cx="15625" cy="15625"/>
            </a:xfrm>
            <a:custGeom>
              <a:rect b="b" l="l" r="r" t="t"/>
              <a:pathLst>
                <a:path extrusionOk="0" h="625" w="625">
                  <a:moveTo>
                    <a:pt x="312" y="0"/>
                  </a:moveTo>
                  <a:cubicBezTo>
                    <a:pt x="140" y="0"/>
                    <a:pt x="0" y="140"/>
                    <a:pt x="0" y="313"/>
                  </a:cubicBezTo>
                  <a:cubicBezTo>
                    <a:pt x="0" y="484"/>
                    <a:pt x="140" y="625"/>
                    <a:pt x="312" y="625"/>
                  </a:cubicBezTo>
                  <a:cubicBezTo>
                    <a:pt x="484" y="625"/>
                    <a:pt x="625" y="484"/>
                    <a:pt x="625" y="313"/>
                  </a:cubicBezTo>
                  <a:cubicBezTo>
                    <a:pt x="625" y="140"/>
                    <a:pt x="484"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44"/>
            <p:cNvSpPr/>
            <p:nvPr/>
          </p:nvSpPr>
          <p:spPr>
            <a:xfrm>
              <a:off x="5953325" y="3991500"/>
              <a:ext cx="15650" cy="15650"/>
            </a:xfrm>
            <a:custGeom>
              <a:rect b="b" l="l" r="r" t="t"/>
              <a:pathLst>
                <a:path extrusionOk="0" h="626" w="626">
                  <a:moveTo>
                    <a:pt x="313" y="1"/>
                  </a:moveTo>
                  <a:cubicBezTo>
                    <a:pt x="141" y="1"/>
                    <a:pt x="0" y="140"/>
                    <a:pt x="0" y="313"/>
                  </a:cubicBezTo>
                  <a:cubicBezTo>
                    <a:pt x="0" y="484"/>
                    <a:pt x="141"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44"/>
            <p:cNvSpPr/>
            <p:nvPr/>
          </p:nvSpPr>
          <p:spPr>
            <a:xfrm>
              <a:off x="5976675" y="399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44"/>
            <p:cNvSpPr/>
            <p:nvPr/>
          </p:nvSpPr>
          <p:spPr>
            <a:xfrm>
              <a:off x="5999975" y="3991500"/>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44"/>
            <p:cNvSpPr/>
            <p:nvPr/>
          </p:nvSpPr>
          <p:spPr>
            <a:xfrm>
              <a:off x="6023325" y="399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44"/>
            <p:cNvSpPr/>
            <p:nvPr/>
          </p:nvSpPr>
          <p:spPr>
            <a:xfrm>
              <a:off x="6046675" y="3991500"/>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44"/>
            <p:cNvSpPr/>
            <p:nvPr/>
          </p:nvSpPr>
          <p:spPr>
            <a:xfrm>
              <a:off x="6067350" y="3991500"/>
              <a:ext cx="18250" cy="15650"/>
            </a:xfrm>
            <a:custGeom>
              <a:rect b="b" l="l" r="r" t="t"/>
              <a:pathLst>
                <a:path extrusionOk="0" h="626" w="730">
                  <a:moveTo>
                    <a:pt x="418" y="1"/>
                  </a:moveTo>
                  <a:cubicBezTo>
                    <a:pt x="140" y="1"/>
                    <a:pt x="1" y="337"/>
                    <a:pt x="198" y="533"/>
                  </a:cubicBezTo>
                  <a:cubicBezTo>
                    <a:pt x="261" y="597"/>
                    <a:pt x="339" y="625"/>
                    <a:pt x="416" y="625"/>
                  </a:cubicBezTo>
                  <a:cubicBezTo>
                    <a:pt x="576" y="625"/>
                    <a:pt x="730" y="501"/>
                    <a:pt x="730" y="313"/>
                  </a:cubicBezTo>
                  <a:cubicBezTo>
                    <a:pt x="730" y="140"/>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44"/>
            <p:cNvSpPr/>
            <p:nvPr/>
          </p:nvSpPr>
          <p:spPr>
            <a:xfrm>
              <a:off x="6093325"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44"/>
            <p:cNvSpPr/>
            <p:nvPr/>
          </p:nvSpPr>
          <p:spPr>
            <a:xfrm>
              <a:off x="6116650" y="399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44"/>
            <p:cNvSpPr/>
            <p:nvPr/>
          </p:nvSpPr>
          <p:spPr>
            <a:xfrm>
              <a:off x="6139975"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44"/>
            <p:cNvSpPr/>
            <p:nvPr/>
          </p:nvSpPr>
          <p:spPr>
            <a:xfrm>
              <a:off x="6160650" y="3991500"/>
              <a:ext cx="18300" cy="15650"/>
            </a:xfrm>
            <a:custGeom>
              <a:rect b="b" l="l" r="r" t="t"/>
              <a:pathLst>
                <a:path extrusionOk="0" h="626" w="732">
                  <a:moveTo>
                    <a:pt x="419" y="1"/>
                  </a:moveTo>
                  <a:cubicBezTo>
                    <a:pt x="140" y="1"/>
                    <a:pt x="1" y="337"/>
                    <a:pt x="198" y="533"/>
                  </a:cubicBezTo>
                  <a:cubicBezTo>
                    <a:pt x="262" y="597"/>
                    <a:pt x="340" y="625"/>
                    <a:pt x="417" y="625"/>
                  </a:cubicBezTo>
                  <a:cubicBezTo>
                    <a:pt x="577" y="625"/>
                    <a:pt x="731" y="501"/>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44"/>
            <p:cNvSpPr/>
            <p:nvPr/>
          </p:nvSpPr>
          <p:spPr>
            <a:xfrm>
              <a:off x="6186625"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44"/>
            <p:cNvSpPr/>
            <p:nvPr/>
          </p:nvSpPr>
          <p:spPr>
            <a:xfrm>
              <a:off x="620995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44"/>
            <p:cNvSpPr/>
            <p:nvPr/>
          </p:nvSpPr>
          <p:spPr>
            <a:xfrm>
              <a:off x="6233275" y="3991500"/>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44"/>
            <p:cNvSpPr/>
            <p:nvPr/>
          </p:nvSpPr>
          <p:spPr>
            <a:xfrm>
              <a:off x="625660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44"/>
            <p:cNvSpPr/>
            <p:nvPr/>
          </p:nvSpPr>
          <p:spPr>
            <a:xfrm>
              <a:off x="6279950" y="399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44"/>
            <p:cNvSpPr/>
            <p:nvPr/>
          </p:nvSpPr>
          <p:spPr>
            <a:xfrm>
              <a:off x="630325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44"/>
            <p:cNvSpPr/>
            <p:nvPr/>
          </p:nvSpPr>
          <p:spPr>
            <a:xfrm>
              <a:off x="6323950" y="3991500"/>
              <a:ext cx="18300" cy="15650"/>
            </a:xfrm>
            <a:custGeom>
              <a:rect b="b" l="l" r="r" t="t"/>
              <a:pathLst>
                <a:path extrusionOk="0" h="626" w="732">
                  <a:moveTo>
                    <a:pt x="419" y="1"/>
                  </a:moveTo>
                  <a:cubicBezTo>
                    <a:pt x="140" y="1"/>
                    <a:pt x="1" y="336"/>
                    <a:pt x="198" y="533"/>
                  </a:cubicBezTo>
                  <a:cubicBezTo>
                    <a:pt x="261" y="597"/>
                    <a:pt x="340" y="625"/>
                    <a:pt x="417" y="625"/>
                  </a:cubicBezTo>
                  <a:cubicBezTo>
                    <a:pt x="577" y="625"/>
                    <a:pt x="731" y="501"/>
                    <a:pt x="731" y="313"/>
                  </a:cubicBezTo>
                  <a:cubicBezTo>
                    <a:pt x="731" y="140"/>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44"/>
            <p:cNvSpPr/>
            <p:nvPr/>
          </p:nvSpPr>
          <p:spPr>
            <a:xfrm>
              <a:off x="6349900" y="399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44"/>
            <p:cNvSpPr/>
            <p:nvPr/>
          </p:nvSpPr>
          <p:spPr>
            <a:xfrm>
              <a:off x="637325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44"/>
            <p:cNvSpPr/>
            <p:nvPr/>
          </p:nvSpPr>
          <p:spPr>
            <a:xfrm>
              <a:off x="6396600" y="3991500"/>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44"/>
            <p:cNvSpPr/>
            <p:nvPr/>
          </p:nvSpPr>
          <p:spPr>
            <a:xfrm>
              <a:off x="641990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44"/>
            <p:cNvSpPr/>
            <p:nvPr/>
          </p:nvSpPr>
          <p:spPr>
            <a:xfrm>
              <a:off x="6443250" y="399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44"/>
            <p:cNvSpPr/>
            <p:nvPr/>
          </p:nvSpPr>
          <p:spPr>
            <a:xfrm>
              <a:off x="6466550" y="399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44"/>
            <p:cNvSpPr/>
            <p:nvPr/>
          </p:nvSpPr>
          <p:spPr>
            <a:xfrm>
              <a:off x="6487275" y="3991500"/>
              <a:ext cx="18250" cy="15650"/>
            </a:xfrm>
            <a:custGeom>
              <a:rect b="b" l="l" r="r" t="t"/>
              <a:pathLst>
                <a:path extrusionOk="0" h="626" w="730">
                  <a:moveTo>
                    <a:pt x="418" y="1"/>
                  </a:moveTo>
                  <a:cubicBezTo>
                    <a:pt x="139" y="1"/>
                    <a:pt x="1" y="337"/>
                    <a:pt x="196" y="533"/>
                  </a:cubicBezTo>
                  <a:cubicBezTo>
                    <a:pt x="260" y="597"/>
                    <a:pt x="339" y="625"/>
                    <a:pt x="415" y="625"/>
                  </a:cubicBezTo>
                  <a:cubicBezTo>
                    <a:pt x="576" y="625"/>
                    <a:pt x="730" y="501"/>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44"/>
            <p:cNvSpPr/>
            <p:nvPr/>
          </p:nvSpPr>
          <p:spPr>
            <a:xfrm>
              <a:off x="6513250" y="3991500"/>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44"/>
            <p:cNvSpPr/>
            <p:nvPr/>
          </p:nvSpPr>
          <p:spPr>
            <a:xfrm>
              <a:off x="5953325" y="3971500"/>
              <a:ext cx="15650" cy="15650"/>
            </a:xfrm>
            <a:custGeom>
              <a:rect b="b" l="l" r="r" t="t"/>
              <a:pathLst>
                <a:path extrusionOk="0" h="626" w="626">
                  <a:moveTo>
                    <a:pt x="313" y="1"/>
                  </a:moveTo>
                  <a:cubicBezTo>
                    <a:pt x="141" y="1"/>
                    <a:pt x="0" y="140"/>
                    <a:pt x="0" y="313"/>
                  </a:cubicBezTo>
                  <a:cubicBezTo>
                    <a:pt x="0" y="484"/>
                    <a:pt x="141"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44"/>
            <p:cNvSpPr/>
            <p:nvPr/>
          </p:nvSpPr>
          <p:spPr>
            <a:xfrm>
              <a:off x="5976675" y="397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44"/>
            <p:cNvSpPr/>
            <p:nvPr/>
          </p:nvSpPr>
          <p:spPr>
            <a:xfrm>
              <a:off x="5999975" y="3971500"/>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44"/>
            <p:cNvSpPr/>
            <p:nvPr/>
          </p:nvSpPr>
          <p:spPr>
            <a:xfrm>
              <a:off x="6023325" y="397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44"/>
            <p:cNvSpPr/>
            <p:nvPr/>
          </p:nvSpPr>
          <p:spPr>
            <a:xfrm>
              <a:off x="6046675" y="3971500"/>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44"/>
            <p:cNvSpPr/>
            <p:nvPr/>
          </p:nvSpPr>
          <p:spPr>
            <a:xfrm>
              <a:off x="6067350" y="3971475"/>
              <a:ext cx="18250" cy="15650"/>
            </a:xfrm>
            <a:custGeom>
              <a:rect b="b" l="l" r="r" t="t"/>
              <a:pathLst>
                <a:path extrusionOk="0" h="626" w="730">
                  <a:moveTo>
                    <a:pt x="418" y="0"/>
                  </a:moveTo>
                  <a:cubicBezTo>
                    <a:pt x="140" y="0"/>
                    <a:pt x="1" y="337"/>
                    <a:pt x="198" y="534"/>
                  </a:cubicBezTo>
                  <a:cubicBezTo>
                    <a:pt x="261" y="597"/>
                    <a:pt x="339" y="625"/>
                    <a:pt x="416" y="625"/>
                  </a:cubicBezTo>
                  <a:cubicBezTo>
                    <a:pt x="576" y="625"/>
                    <a:pt x="730" y="501"/>
                    <a:pt x="730" y="312"/>
                  </a:cubicBezTo>
                  <a:cubicBezTo>
                    <a:pt x="730" y="139"/>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44"/>
            <p:cNvSpPr/>
            <p:nvPr/>
          </p:nvSpPr>
          <p:spPr>
            <a:xfrm>
              <a:off x="6093325"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44"/>
            <p:cNvSpPr/>
            <p:nvPr/>
          </p:nvSpPr>
          <p:spPr>
            <a:xfrm>
              <a:off x="6116650" y="397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44"/>
            <p:cNvSpPr/>
            <p:nvPr/>
          </p:nvSpPr>
          <p:spPr>
            <a:xfrm>
              <a:off x="6139975"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44"/>
            <p:cNvSpPr/>
            <p:nvPr/>
          </p:nvSpPr>
          <p:spPr>
            <a:xfrm>
              <a:off x="6160650" y="3971475"/>
              <a:ext cx="18300" cy="15650"/>
            </a:xfrm>
            <a:custGeom>
              <a:rect b="b" l="l" r="r" t="t"/>
              <a:pathLst>
                <a:path extrusionOk="0" h="626" w="732">
                  <a:moveTo>
                    <a:pt x="419" y="0"/>
                  </a:moveTo>
                  <a:cubicBezTo>
                    <a:pt x="140" y="0"/>
                    <a:pt x="1" y="337"/>
                    <a:pt x="198" y="534"/>
                  </a:cubicBezTo>
                  <a:cubicBezTo>
                    <a:pt x="261" y="597"/>
                    <a:pt x="340" y="625"/>
                    <a:pt x="417" y="625"/>
                  </a:cubicBezTo>
                  <a:cubicBezTo>
                    <a:pt x="577" y="625"/>
                    <a:pt x="731" y="501"/>
                    <a:pt x="731" y="312"/>
                  </a:cubicBezTo>
                  <a:cubicBezTo>
                    <a:pt x="731" y="139"/>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44"/>
            <p:cNvSpPr/>
            <p:nvPr/>
          </p:nvSpPr>
          <p:spPr>
            <a:xfrm>
              <a:off x="6186625"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44"/>
            <p:cNvSpPr/>
            <p:nvPr/>
          </p:nvSpPr>
          <p:spPr>
            <a:xfrm>
              <a:off x="620995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44"/>
            <p:cNvSpPr/>
            <p:nvPr/>
          </p:nvSpPr>
          <p:spPr>
            <a:xfrm>
              <a:off x="6233275" y="3971500"/>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44"/>
            <p:cNvSpPr/>
            <p:nvPr/>
          </p:nvSpPr>
          <p:spPr>
            <a:xfrm>
              <a:off x="625660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44"/>
            <p:cNvSpPr/>
            <p:nvPr/>
          </p:nvSpPr>
          <p:spPr>
            <a:xfrm>
              <a:off x="6279950" y="397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44"/>
            <p:cNvSpPr/>
            <p:nvPr/>
          </p:nvSpPr>
          <p:spPr>
            <a:xfrm>
              <a:off x="630325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44"/>
            <p:cNvSpPr/>
            <p:nvPr/>
          </p:nvSpPr>
          <p:spPr>
            <a:xfrm>
              <a:off x="6323950" y="3971475"/>
              <a:ext cx="18300" cy="15650"/>
            </a:xfrm>
            <a:custGeom>
              <a:rect b="b" l="l" r="r" t="t"/>
              <a:pathLst>
                <a:path extrusionOk="0" h="626" w="732">
                  <a:moveTo>
                    <a:pt x="419" y="0"/>
                  </a:moveTo>
                  <a:cubicBezTo>
                    <a:pt x="140" y="0"/>
                    <a:pt x="1" y="337"/>
                    <a:pt x="198" y="534"/>
                  </a:cubicBezTo>
                  <a:cubicBezTo>
                    <a:pt x="261" y="597"/>
                    <a:pt x="340" y="625"/>
                    <a:pt x="416" y="625"/>
                  </a:cubicBezTo>
                  <a:cubicBezTo>
                    <a:pt x="577" y="625"/>
                    <a:pt x="731" y="501"/>
                    <a:pt x="731" y="312"/>
                  </a:cubicBezTo>
                  <a:cubicBezTo>
                    <a:pt x="731" y="139"/>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44"/>
            <p:cNvSpPr/>
            <p:nvPr/>
          </p:nvSpPr>
          <p:spPr>
            <a:xfrm>
              <a:off x="6349900" y="397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44"/>
            <p:cNvSpPr/>
            <p:nvPr/>
          </p:nvSpPr>
          <p:spPr>
            <a:xfrm>
              <a:off x="637325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44"/>
            <p:cNvSpPr/>
            <p:nvPr/>
          </p:nvSpPr>
          <p:spPr>
            <a:xfrm>
              <a:off x="6396600" y="3971500"/>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44"/>
            <p:cNvSpPr/>
            <p:nvPr/>
          </p:nvSpPr>
          <p:spPr>
            <a:xfrm>
              <a:off x="641990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44"/>
            <p:cNvSpPr/>
            <p:nvPr/>
          </p:nvSpPr>
          <p:spPr>
            <a:xfrm>
              <a:off x="6443250" y="397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44"/>
            <p:cNvSpPr/>
            <p:nvPr/>
          </p:nvSpPr>
          <p:spPr>
            <a:xfrm>
              <a:off x="6466550" y="397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44"/>
            <p:cNvSpPr/>
            <p:nvPr/>
          </p:nvSpPr>
          <p:spPr>
            <a:xfrm>
              <a:off x="6487275" y="3971475"/>
              <a:ext cx="18250" cy="15650"/>
            </a:xfrm>
            <a:custGeom>
              <a:rect b="b" l="l" r="r" t="t"/>
              <a:pathLst>
                <a:path extrusionOk="0" h="626" w="730">
                  <a:moveTo>
                    <a:pt x="418" y="0"/>
                  </a:moveTo>
                  <a:cubicBezTo>
                    <a:pt x="139" y="0"/>
                    <a:pt x="1" y="337"/>
                    <a:pt x="196" y="534"/>
                  </a:cubicBezTo>
                  <a:cubicBezTo>
                    <a:pt x="260" y="597"/>
                    <a:pt x="338" y="625"/>
                    <a:pt x="415" y="625"/>
                  </a:cubicBezTo>
                  <a:cubicBezTo>
                    <a:pt x="576" y="625"/>
                    <a:pt x="730" y="501"/>
                    <a:pt x="730" y="312"/>
                  </a:cubicBezTo>
                  <a:cubicBezTo>
                    <a:pt x="730" y="139"/>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44"/>
            <p:cNvSpPr/>
            <p:nvPr/>
          </p:nvSpPr>
          <p:spPr>
            <a:xfrm>
              <a:off x="6513250" y="3971500"/>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44"/>
            <p:cNvSpPr/>
            <p:nvPr/>
          </p:nvSpPr>
          <p:spPr>
            <a:xfrm>
              <a:off x="5976675" y="395145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44"/>
            <p:cNvSpPr/>
            <p:nvPr/>
          </p:nvSpPr>
          <p:spPr>
            <a:xfrm>
              <a:off x="5999975" y="3951450"/>
              <a:ext cx="15650" cy="15650"/>
            </a:xfrm>
            <a:custGeom>
              <a:rect b="b" l="l" r="r" t="t"/>
              <a:pathLst>
                <a:path extrusionOk="0" h="626" w="626">
                  <a:moveTo>
                    <a:pt x="313" y="1"/>
                  </a:moveTo>
                  <a:cubicBezTo>
                    <a:pt x="141" y="1"/>
                    <a:pt x="1" y="142"/>
                    <a:pt x="1" y="313"/>
                  </a:cubicBezTo>
                  <a:cubicBezTo>
                    <a:pt x="1" y="486"/>
                    <a:pt x="141"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44"/>
            <p:cNvSpPr/>
            <p:nvPr/>
          </p:nvSpPr>
          <p:spPr>
            <a:xfrm>
              <a:off x="6023325" y="395145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44"/>
            <p:cNvSpPr/>
            <p:nvPr/>
          </p:nvSpPr>
          <p:spPr>
            <a:xfrm>
              <a:off x="6046675" y="3951450"/>
              <a:ext cx="15625" cy="15650"/>
            </a:xfrm>
            <a:custGeom>
              <a:rect b="b" l="l" r="r" t="t"/>
              <a:pathLst>
                <a:path extrusionOk="0" h="626" w="625">
                  <a:moveTo>
                    <a:pt x="312" y="1"/>
                  </a:moveTo>
                  <a:cubicBezTo>
                    <a:pt x="139" y="1"/>
                    <a:pt x="0" y="142"/>
                    <a:pt x="0" y="313"/>
                  </a:cubicBezTo>
                  <a:cubicBezTo>
                    <a:pt x="0" y="486"/>
                    <a:pt x="139"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44"/>
            <p:cNvSpPr/>
            <p:nvPr/>
          </p:nvSpPr>
          <p:spPr>
            <a:xfrm>
              <a:off x="6067350" y="3951500"/>
              <a:ext cx="18250" cy="15625"/>
            </a:xfrm>
            <a:custGeom>
              <a:rect b="b" l="l" r="r" t="t"/>
              <a:pathLst>
                <a:path extrusionOk="0" h="625" w="730">
                  <a:moveTo>
                    <a:pt x="418" y="0"/>
                  </a:moveTo>
                  <a:cubicBezTo>
                    <a:pt x="140" y="0"/>
                    <a:pt x="1" y="335"/>
                    <a:pt x="198" y="532"/>
                  </a:cubicBezTo>
                  <a:cubicBezTo>
                    <a:pt x="261" y="596"/>
                    <a:pt x="339" y="625"/>
                    <a:pt x="416" y="625"/>
                  </a:cubicBezTo>
                  <a:cubicBezTo>
                    <a:pt x="576" y="625"/>
                    <a:pt x="730" y="500"/>
                    <a:pt x="730" y="312"/>
                  </a:cubicBezTo>
                  <a:cubicBezTo>
                    <a:pt x="730" y="140"/>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44"/>
            <p:cNvSpPr/>
            <p:nvPr/>
          </p:nvSpPr>
          <p:spPr>
            <a:xfrm>
              <a:off x="6093325" y="395145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44"/>
            <p:cNvSpPr/>
            <p:nvPr/>
          </p:nvSpPr>
          <p:spPr>
            <a:xfrm>
              <a:off x="6116650" y="395145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44"/>
            <p:cNvSpPr/>
            <p:nvPr/>
          </p:nvSpPr>
          <p:spPr>
            <a:xfrm>
              <a:off x="6139975" y="395145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44"/>
            <p:cNvSpPr/>
            <p:nvPr/>
          </p:nvSpPr>
          <p:spPr>
            <a:xfrm>
              <a:off x="6160650" y="3951500"/>
              <a:ext cx="18300" cy="15625"/>
            </a:xfrm>
            <a:custGeom>
              <a:rect b="b" l="l" r="r" t="t"/>
              <a:pathLst>
                <a:path extrusionOk="0" h="625" w="732">
                  <a:moveTo>
                    <a:pt x="419" y="0"/>
                  </a:moveTo>
                  <a:cubicBezTo>
                    <a:pt x="140" y="0"/>
                    <a:pt x="1" y="335"/>
                    <a:pt x="198" y="532"/>
                  </a:cubicBezTo>
                  <a:cubicBezTo>
                    <a:pt x="262" y="596"/>
                    <a:pt x="340" y="625"/>
                    <a:pt x="417" y="625"/>
                  </a:cubicBezTo>
                  <a:cubicBezTo>
                    <a:pt x="577" y="625"/>
                    <a:pt x="731" y="500"/>
                    <a:pt x="731" y="312"/>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44"/>
            <p:cNvSpPr/>
            <p:nvPr/>
          </p:nvSpPr>
          <p:spPr>
            <a:xfrm>
              <a:off x="6186625" y="395145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44"/>
            <p:cNvSpPr/>
            <p:nvPr/>
          </p:nvSpPr>
          <p:spPr>
            <a:xfrm>
              <a:off x="620995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44"/>
            <p:cNvSpPr/>
            <p:nvPr/>
          </p:nvSpPr>
          <p:spPr>
            <a:xfrm>
              <a:off x="6233275" y="3951450"/>
              <a:ext cx="15625" cy="15650"/>
            </a:xfrm>
            <a:custGeom>
              <a:rect b="b" l="l" r="r" t="t"/>
              <a:pathLst>
                <a:path extrusionOk="0" h="626" w="625">
                  <a:moveTo>
                    <a:pt x="312" y="1"/>
                  </a:moveTo>
                  <a:cubicBezTo>
                    <a:pt x="141" y="1"/>
                    <a:pt x="0" y="142"/>
                    <a:pt x="0" y="313"/>
                  </a:cubicBezTo>
                  <a:cubicBezTo>
                    <a:pt x="0" y="486"/>
                    <a:pt x="141"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44"/>
            <p:cNvSpPr/>
            <p:nvPr/>
          </p:nvSpPr>
          <p:spPr>
            <a:xfrm>
              <a:off x="625660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44"/>
            <p:cNvSpPr/>
            <p:nvPr/>
          </p:nvSpPr>
          <p:spPr>
            <a:xfrm>
              <a:off x="6279950" y="395145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44"/>
            <p:cNvSpPr/>
            <p:nvPr/>
          </p:nvSpPr>
          <p:spPr>
            <a:xfrm>
              <a:off x="630325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44"/>
            <p:cNvSpPr/>
            <p:nvPr/>
          </p:nvSpPr>
          <p:spPr>
            <a:xfrm>
              <a:off x="6323950" y="3951500"/>
              <a:ext cx="18300" cy="15625"/>
            </a:xfrm>
            <a:custGeom>
              <a:rect b="b" l="l" r="r" t="t"/>
              <a:pathLst>
                <a:path extrusionOk="0" h="625" w="732">
                  <a:moveTo>
                    <a:pt x="422" y="0"/>
                  </a:moveTo>
                  <a:cubicBezTo>
                    <a:pt x="421" y="0"/>
                    <a:pt x="420" y="0"/>
                    <a:pt x="419" y="0"/>
                  </a:cubicBezTo>
                  <a:cubicBezTo>
                    <a:pt x="418" y="0"/>
                    <a:pt x="418" y="0"/>
                    <a:pt x="417" y="0"/>
                  </a:cubicBezTo>
                  <a:cubicBezTo>
                    <a:pt x="139" y="0"/>
                    <a:pt x="1" y="336"/>
                    <a:pt x="198" y="532"/>
                  </a:cubicBezTo>
                  <a:cubicBezTo>
                    <a:pt x="261" y="596"/>
                    <a:pt x="340" y="625"/>
                    <a:pt x="417" y="625"/>
                  </a:cubicBezTo>
                  <a:cubicBezTo>
                    <a:pt x="577" y="625"/>
                    <a:pt x="731" y="500"/>
                    <a:pt x="731" y="312"/>
                  </a:cubicBezTo>
                  <a:cubicBezTo>
                    <a:pt x="731" y="141"/>
                    <a:pt x="593" y="0"/>
                    <a:pt x="4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44"/>
            <p:cNvSpPr/>
            <p:nvPr/>
          </p:nvSpPr>
          <p:spPr>
            <a:xfrm>
              <a:off x="6349900" y="395145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44"/>
            <p:cNvSpPr/>
            <p:nvPr/>
          </p:nvSpPr>
          <p:spPr>
            <a:xfrm>
              <a:off x="637325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44"/>
            <p:cNvSpPr/>
            <p:nvPr/>
          </p:nvSpPr>
          <p:spPr>
            <a:xfrm>
              <a:off x="6396600" y="3951450"/>
              <a:ext cx="15625" cy="15650"/>
            </a:xfrm>
            <a:custGeom>
              <a:rect b="b" l="l" r="r" t="t"/>
              <a:pathLst>
                <a:path extrusionOk="0" h="626" w="625">
                  <a:moveTo>
                    <a:pt x="313" y="1"/>
                  </a:moveTo>
                  <a:cubicBezTo>
                    <a:pt x="140" y="1"/>
                    <a:pt x="0" y="142"/>
                    <a:pt x="0" y="313"/>
                  </a:cubicBezTo>
                  <a:cubicBezTo>
                    <a:pt x="0" y="486"/>
                    <a:pt x="140" y="625"/>
                    <a:pt x="313" y="625"/>
                  </a:cubicBezTo>
                  <a:cubicBezTo>
                    <a:pt x="484" y="625"/>
                    <a:pt x="625" y="486"/>
                    <a:pt x="625" y="313"/>
                  </a:cubicBezTo>
                  <a:cubicBezTo>
                    <a:pt x="625" y="142"/>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44"/>
            <p:cNvSpPr/>
            <p:nvPr/>
          </p:nvSpPr>
          <p:spPr>
            <a:xfrm>
              <a:off x="641990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44"/>
            <p:cNvSpPr/>
            <p:nvPr/>
          </p:nvSpPr>
          <p:spPr>
            <a:xfrm>
              <a:off x="6443250" y="395145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44"/>
            <p:cNvSpPr/>
            <p:nvPr/>
          </p:nvSpPr>
          <p:spPr>
            <a:xfrm>
              <a:off x="6466550" y="395145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44"/>
            <p:cNvSpPr/>
            <p:nvPr/>
          </p:nvSpPr>
          <p:spPr>
            <a:xfrm>
              <a:off x="6487275" y="3951500"/>
              <a:ext cx="18250" cy="15625"/>
            </a:xfrm>
            <a:custGeom>
              <a:rect b="b" l="l" r="r" t="t"/>
              <a:pathLst>
                <a:path extrusionOk="0" h="625" w="730">
                  <a:moveTo>
                    <a:pt x="418" y="0"/>
                  </a:moveTo>
                  <a:cubicBezTo>
                    <a:pt x="139" y="0"/>
                    <a:pt x="1" y="335"/>
                    <a:pt x="196" y="532"/>
                  </a:cubicBezTo>
                  <a:cubicBezTo>
                    <a:pt x="260" y="596"/>
                    <a:pt x="339" y="625"/>
                    <a:pt x="415" y="625"/>
                  </a:cubicBezTo>
                  <a:cubicBezTo>
                    <a:pt x="576" y="625"/>
                    <a:pt x="730" y="500"/>
                    <a:pt x="730" y="312"/>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44"/>
            <p:cNvSpPr/>
            <p:nvPr/>
          </p:nvSpPr>
          <p:spPr>
            <a:xfrm>
              <a:off x="6513250" y="3951450"/>
              <a:ext cx="15625" cy="15650"/>
            </a:xfrm>
            <a:custGeom>
              <a:rect b="b" l="l" r="r" t="t"/>
              <a:pathLst>
                <a:path extrusionOk="0" h="626" w="625">
                  <a:moveTo>
                    <a:pt x="312" y="1"/>
                  </a:moveTo>
                  <a:cubicBezTo>
                    <a:pt x="140" y="1"/>
                    <a:pt x="0" y="142"/>
                    <a:pt x="0" y="313"/>
                  </a:cubicBezTo>
                  <a:cubicBezTo>
                    <a:pt x="0" y="486"/>
                    <a:pt x="140" y="625"/>
                    <a:pt x="312" y="625"/>
                  </a:cubicBezTo>
                  <a:cubicBezTo>
                    <a:pt x="484" y="625"/>
                    <a:pt x="625" y="486"/>
                    <a:pt x="625" y="313"/>
                  </a:cubicBezTo>
                  <a:cubicBezTo>
                    <a:pt x="625" y="142"/>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44"/>
            <p:cNvSpPr/>
            <p:nvPr/>
          </p:nvSpPr>
          <p:spPr>
            <a:xfrm>
              <a:off x="5976675" y="3931450"/>
              <a:ext cx="15625" cy="15625"/>
            </a:xfrm>
            <a:custGeom>
              <a:rect b="b" l="l" r="r" t="t"/>
              <a:pathLst>
                <a:path extrusionOk="0" h="625" w="625">
                  <a:moveTo>
                    <a:pt x="313" y="0"/>
                  </a:moveTo>
                  <a:cubicBezTo>
                    <a:pt x="140" y="0"/>
                    <a:pt x="0" y="141"/>
                    <a:pt x="0" y="313"/>
                  </a:cubicBezTo>
                  <a:cubicBezTo>
                    <a:pt x="0" y="485"/>
                    <a:pt x="140" y="625"/>
                    <a:pt x="313" y="625"/>
                  </a:cubicBezTo>
                  <a:cubicBezTo>
                    <a:pt x="485" y="625"/>
                    <a:pt x="625" y="485"/>
                    <a:pt x="625" y="313"/>
                  </a:cubicBezTo>
                  <a:cubicBezTo>
                    <a:pt x="625" y="141"/>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44"/>
            <p:cNvSpPr/>
            <p:nvPr/>
          </p:nvSpPr>
          <p:spPr>
            <a:xfrm>
              <a:off x="5999975" y="3931450"/>
              <a:ext cx="15650" cy="15625"/>
            </a:xfrm>
            <a:custGeom>
              <a:rect b="b" l="l" r="r" t="t"/>
              <a:pathLst>
                <a:path extrusionOk="0" h="625" w="626">
                  <a:moveTo>
                    <a:pt x="313" y="0"/>
                  </a:moveTo>
                  <a:cubicBezTo>
                    <a:pt x="141" y="0"/>
                    <a:pt x="1" y="141"/>
                    <a:pt x="1" y="313"/>
                  </a:cubicBezTo>
                  <a:cubicBezTo>
                    <a:pt x="1" y="485"/>
                    <a:pt x="141" y="625"/>
                    <a:pt x="313" y="625"/>
                  </a:cubicBezTo>
                  <a:cubicBezTo>
                    <a:pt x="486" y="625"/>
                    <a:pt x="625" y="485"/>
                    <a:pt x="625" y="313"/>
                  </a:cubicBezTo>
                  <a:cubicBezTo>
                    <a:pt x="625" y="141"/>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44"/>
            <p:cNvSpPr/>
            <p:nvPr/>
          </p:nvSpPr>
          <p:spPr>
            <a:xfrm>
              <a:off x="6023325" y="3931450"/>
              <a:ext cx="15625" cy="15625"/>
            </a:xfrm>
            <a:custGeom>
              <a:rect b="b" l="l" r="r" t="t"/>
              <a:pathLst>
                <a:path extrusionOk="0" h="625" w="625">
                  <a:moveTo>
                    <a:pt x="313" y="0"/>
                  </a:moveTo>
                  <a:cubicBezTo>
                    <a:pt x="140" y="0"/>
                    <a:pt x="0" y="141"/>
                    <a:pt x="0" y="313"/>
                  </a:cubicBezTo>
                  <a:cubicBezTo>
                    <a:pt x="0" y="485"/>
                    <a:pt x="140" y="625"/>
                    <a:pt x="313" y="625"/>
                  </a:cubicBezTo>
                  <a:cubicBezTo>
                    <a:pt x="485" y="625"/>
                    <a:pt x="625" y="485"/>
                    <a:pt x="625" y="313"/>
                  </a:cubicBezTo>
                  <a:cubicBezTo>
                    <a:pt x="625" y="141"/>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44"/>
            <p:cNvSpPr/>
            <p:nvPr/>
          </p:nvSpPr>
          <p:spPr>
            <a:xfrm>
              <a:off x="6046675" y="3931450"/>
              <a:ext cx="15625" cy="15625"/>
            </a:xfrm>
            <a:custGeom>
              <a:rect b="b" l="l" r="r" t="t"/>
              <a:pathLst>
                <a:path extrusionOk="0" h="625" w="625">
                  <a:moveTo>
                    <a:pt x="312" y="0"/>
                  </a:moveTo>
                  <a:cubicBezTo>
                    <a:pt x="139" y="0"/>
                    <a:pt x="0" y="141"/>
                    <a:pt x="0" y="313"/>
                  </a:cubicBezTo>
                  <a:cubicBezTo>
                    <a:pt x="0" y="485"/>
                    <a:pt x="139" y="625"/>
                    <a:pt x="312" y="625"/>
                  </a:cubicBezTo>
                  <a:cubicBezTo>
                    <a:pt x="485" y="625"/>
                    <a:pt x="625" y="485"/>
                    <a:pt x="625" y="313"/>
                  </a:cubicBezTo>
                  <a:cubicBezTo>
                    <a:pt x="625" y="141"/>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44"/>
            <p:cNvSpPr/>
            <p:nvPr/>
          </p:nvSpPr>
          <p:spPr>
            <a:xfrm>
              <a:off x="6067350" y="3931450"/>
              <a:ext cx="18250" cy="15675"/>
            </a:xfrm>
            <a:custGeom>
              <a:rect b="b" l="l" r="r" t="t"/>
              <a:pathLst>
                <a:path extrusionOk="0" h="627" w="730">
                  <a:moveTo>
                    <a:pt x="418" y="0"/>
                  </a:moveTo>
                  <a:cubicBezTo>
                    <a:pt x="140" y="0"/>
                    <a:pt x="1" y="337"/>
                    <a:pt x="198" y="534"/>
                  </a:cubicBezTo>
                  <a:cubicBezTo>
                    <a:pt x="261" y="598"/>
                    <a:pt x="339" y="626"/>
                    <a:pt x="416" y="626"/>
                  </a:cubicBezTo>
                  <a:cubicBezTo>
                    <a:pt x="576" y="626"/>
                    <a:pt x="730" y="501"/>
                    <a:pt x="730" y="313"/>
                  </a:cubicBezTo>
                  <a:cubicBezTo>
                    <a:pt x="730" y="141"/>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44"/>
            <p:cNvSpPr/>
            <p:nvPr/>
          </p:nvSpPr>
          <p:spPr>
            <a:xfrm>
              <a:off x="6093325" y="3931450"/>
              <a:ext cx="15625" cy="15625"/>
            </a:xfrm>
            <a:custGeom>
              <a:rect b="b" l="l" r="r" t="t"/>
              <a:pathLst>
                <a:path extrusionOk="0" h="625" w="625">
                  <a:moveTo>
                    <a:pt x="312" y="0"/>
                  </a:moveTo>
                  <a:cubicBezTo>
                    <a:pt x="140" y="0"/>
                    <a:pt x="0" y="141"/>
                    <a:pt x="0" y="313"/>
                  </a:cubicBezTo>
                  <a:cubicBezTo>
                    <a:pt x="0" y="485"/>
                    <a:pt x="140" y="625"/>
                    <a:pt x="312" y="625"/>
                  </a:cubicBezTo>
                  <a:cubicBezTo>
                    <a:pt x="485" y="625"/>
                    <a:pt x="625" y="485"/>
                    <a:pt x="625" y="313"/>
                  </a:cubicBezTo>
                  <a:cubicBezTo>
                    <a:pt x="625" y="141"/>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44"/>
            <p:cNvSpPr/>
            <p:nvPr/>
          </p:nvSpPr>
          <p:spPr>
            <a:xfrm>
              <a:off x="6116650" y="3931450"/>
              <a:ext cx="15650" cy="15625"/>
            </a:xfrm>
            <a:custGeom>
              <a:rect b="b" l="l" r="r" t="t"/>
              <a:pathLst>
                <a:path extrusionOk="0" h="625" w="626">
                  <a:moveTo>
                    <a:pt x="313" y="0"/>
                  </a:moveTo>
                  <a:cubicBezTo>
                    <a:pt x="140" y="0"/>
                    <a:pt x="1" y="141"/>
                    <a:pt x="1" y="313"/>
                  </a:cubicBezTo>
                  <a:cubicBezTo>
                    <a:pt x="1" y="485"/>
                    <a:pt x="140" y="625"/>
                    <a:pt x="313" y="625"/>
                  </a:cubicBezTo>
                  <a:cubicBezTo>
                    <a:pt x="484" y="625"/>
                    <a:pt x="625" y="485"/>
                    <a:pt x="625" y="313"/>
                  </a:cubicBezTo>
                  <a:cubicBezTo>
                    <a:pt x="625" y="141"/>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44"/>
            <p:cNvSpPr/>
            <p:nvPr/>
          </p:nvSpPr>
          <p:spPr>
            <a:xfrm>
              <a:off x="6139975" y="3931450"/>
              <a:ext cx="15625" cy="15625"/>
            </a:xfrm>
            <a:custGeom>
              <a:rect b="b" l="l" r="r" t="t"/>
              <a:pathLst>
                <a:path extrusionOk="0" h="625" w="625">
                  <a:moveTo>
                    <a:pt x="312" y="0"/>
                  </a:moveTo>
                  <a:cubicBezTo>
                    <a:pt x="140" y="0"/>
                    <a:pt x="0" y="141"/>
                    <a:pt x="0" y="313"/>
                  </a:cubicBezTo>
                  <a:cubicBezTo>
                    <a:pt x="0" y="485"/>
                    <a:pt x="140" y="625"/>
                    <a:pt x="312" y="625"/>
                  </a:cubicBezTo>
                  <a:cubicBezTo>
                    <a:pt x="485" y="625"/>
                    <a:pt x="625" y="485"/>
                    <a:pt x="625" y="313"/>
                  </a:cubicBezTo>
                  <a:cubicBezTo>
                    <a:pt x="625" y="141"/>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44"/>
            <p:cNvSpPr/>
            <p:nvPr/>
          </p:nvSpPr>
          <p:spPr>
            <a:xfrm>
              <a:off x="6160650" y="3931450"/>
              <a:ext cx="18300" cy="15675"/>
            </a:xfrm>
            <a:custGeom>
              <a:rect b="b" l="l" r="r" t="t"/>
              <a:pathLst>
                <a:path extrusionOk="0" h="627" w="732">
                  <a:moveTo>
                    <a:pt x="419" y="0"/>
                  </a:moveTo>
                  <a:cubicBezTo>
                    <a:pt x="140" y="0"/>
                    <a:pt x="1" y="337"/>
                    <a:pt x="198" y="534"/>
                  </a:cubicBezTo>
                  <a:cubicBezTo>
                    <a:pt x="262" y="598"/>
                    <a:pt x="340" y="626"/>
                    <a:pt x="417" y="626"/>
                  </a:cubicBezTo>
                  <a:cubicBezTo>
                    <a:pt x="577" y="626"/>
                    <a:pt x="731" y="501"/>
                    <a:pt x="731" y="313"/>
                  </a:cubicBezTo>
                  <a:cubicBezTo>
                    <a:pt x="731" y="141"/>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44"/>
            <p:cNvSpPr/>
            <p:nvPr/>
          </p:nvSpPr>
          <p:spPr>
            <a:xfrm>
              <a:off x="6186625" y="3931450"/>
              <a:ext cx="15625" cy="15625"/>
            </a:xfrm>
            <a:custGeom>
              <a:rect b="b" l="l" r="r" t="t"/>
              <a:pathLst>
                <a:path extrusionOk="0" h="625" w="625">
                  <a:moveTo>
                    <a:pt x="312" y="0"/>
                  </a:moveTo>
                  <a:cubicBezTo>
                    <a:pt x="140" y="0"/>
                    <a:pt x="0" y="141"/>
                    <a:pt x="0" y="313"/>
                  </a:cubicBezTo>
                  <a:cubicBezTo>
                    <a:pt x="0" y="485"/>
                    <a:pt x="140" y="625"/>
                    <a:pt x="312" y="625"/>
                  </a:cubicBezTo>
                  <a:cubicBezTo>
                    <a:pt x="485" y="625"/>
                    <a:pt x="625" y="485"/>
                    <a:pt x="625" y="313"/>
                  </a:cubicBezTo>
                  <a:cubicBezTo>
                    <a:pt x="625" y="141"/>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44"/>
            <p:cNvSpPr/>
            <p:nvPr/>
          </p:nvSpPr>
          <p:spPr>
            <a:xfrm>
              <a:off x="620995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44"/>
            <p:cNvSpPr/>
            <p:nvPr/>
          </p:nvSpPr>
          <p:spPr>
            <a:xfrm>
              <a:off x="6233275" y="3931450"/>
              <a:ext cx="15625" cy="15625"/>
            </a:xfrm>
            <a:custGeom>
              <a:rect b="b" l="l" r="r" t="t"/>
              <a:pathLst>
                <a:path extrusionOk="0" h="625" w="625">
                  <a:moveTo>
                    <a:pt x="312" y="0"/>
                  </a:moveTo>
                  <a:cubicBezTo>
                    <a:pt x="141" y="0"/>
                    <a:pt x="0" y="141"/>
                    <a:pt x="0" y="313"/>
                  </a:cubicBezTo>
                  <a:cubicBezTo>
                    <a:pt x="0" y="485"/>
                    <a:pt x="141" y="625"/>
                    <a:pt x="312" y="625"/>
                  </a:cubicBezTo>
                  <a:cubicBezTo>
                    <a:pt x="485" y="625"/>
                    <a:pt x="625" y="485"/>
                    <a:pt x="625" y="313"/>
                  </a:cubicBezTo>
                  <a:cubicBezTo>
                    <a:pt x="625" y="141"/>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44"/>
            <p:cNvSpPr/>
            <p:nvPr/>
          </p:nvSpPr>
          <p:spPr>
            <a:xfrm>
              <a:off x="625660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44"/>
            <p:cNvSpPr/>
            <p:nvPr/>
          </p:nvSpPr>
          <p:spPr>
            <a:xfrm>
              <a:off x="6279950" y="3931450"/>
              <a:ext cx="15650" cy="15625"/>
            </a:xfrm>
            <a:custGeom>
              <a:rect b="b" l="l" r="r" t="t"/>
              <a:pathLst>
                <a:path extrusionOk="0" h="625" w="626">
                  <a:moveTo>
                    <a:pt x="313" y="0"/>
                  </a:moveTo>
                  <a:cubicBezTo>
                    <a:pt x="140" y="0"/>
                    <a:pt x="1" y="141"/>
                    <a:pt x="1" y="313"/>
                  </a:cubicBezTo>
                  <a:cubicBezTo>
                    <a:pt x="1" y="485"/>
                    <a:pt x="140" y="625"/>
                    <a:pt x="313" y="625"/>
                  </a:cubicBezTo>
                  <a:cubicBezTo>
                    <a:pt x="484" y="625"/>
                    <a:pt x="625" y="485"/>
                    <a:pt x="625" y="313"/>
                  </a:cubicBezTo>
                  <a:cubicBezTo>
                    <a:pt x="625" y="141"/>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44"/>
            <p:cNvSpPr/>
            <p:nvPr/>
          </p:nvSpPr>
          <p:spPr>
            <a:xfrm>
              <a:off x="630325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44"/>
            <p:cNvSpPr/>
            <p:nvPr/>
          </p:nvSpPr>
          <p:spPr>
            <a:xfrm>
              <a:off x="6323950" y="3931450"/>
              <a:ext cx="18300" cy="15675"/>
            </a:xfrm>
            <a:custGeom>
              <a:rect b="b" l="l" r="r" t="t"/>
              <a:pathLst>
                <a:path extrusionOk="0" h="627" w="732">
                  <a:moveTo>
                    <a:pt x="419" y="0"/>
                  </a:moveTo>
                  <a:cubicBezTo>
                    <a:pt x="140" y="0"/>
                    <a:pt x="1" y="337"/>
                    <a:pt x="198" y="534"/>
                  </a:cubicBezTo>
                  <a:cubicBezTo>
                    <a:pt x="261" y="598"/>
                    <a:pt x="340" y="626"/>
                    <a:pt x="416" y="626"/>
                  </a:cubicBezTo>
                  <a:cubicBezTo>
                    <a:pt x="577" y="626"/>
                    <a:pt x="731" y="501"/>
                    <a:pt x="731" y="313"/>
                  </a:cubicBezTo>
                  <a:cubicBezTo>
                    <a:pt x="731" y="141"/>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44"/>
            <p:cNvSpPr/>
            <p:nvPr/>
          </p:nvSpPr>
          <p:spPr>
            <a:xfrm>
              <a:off x="6349900" y="3931450"/>
              <a:ext cx="15650" cy="15625"/>
            </a:xfrm>
            <a:custGeom>
              <a:rect b="b" l="l" r="r" t="t"/>
              <a:pathLst>
                <a:path extrusionOk="0" h="625" w="626">
                  <a:moveTo>
                    <a:pt x="313" y="0"/>
                  </a:moveTo>
                  <a:cubicBezTo>
                    <a:pt x="142" y="0"/>
                    <a:pt x="1" y="141"/>
                    <a:pt x="1" y="313"/>
                  </a:cubicBezTo>
                  <a:cubicBezTo>
                    <a:pt x="1" y="485"/>
                    <a:pt x="142" y="625"/>
                    <a:pt x="313" y="625"/>
                  </a:cubicBezTo>
                  <a:cubicBezTo>
                    <a:pt x="486" y="625"/>
                    <a:pt x="625" y="485"/>
                    <a:pt x="625" y="313"/>
                  </a:cubicBezTo>
                  <a:cubicBezTo>
                    <a:pt x="625" y="141"/>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44"/>
            <p:cNvSpPr/>
            <p:nvPr/>
          </p:nvSpPr>
          <p:spPr>
            <a:xfrm>
              <a:off x="637325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44"/>
            <p:cNvSpPr/>
            <p:nvPr/>
          </p:nvSpPr>
          <p:spPr>
            <a:xfrm>
              <a:off x="6396600" y="3931450"/>
              <a:ext cx="15625" cy="15625"/>
            </a:xfrm>
            <a:custGeom>
              <a:rect b="b" l="l" r="r" t="t"/>
              <a:pathLst>
                <a:path extrusionOk="0" h="625" w="625">
                  <a:moveTo>
                    <a:pt x="313" y="0"/>
                  </a:moveTo>
                  <a:cubicBezTo>
                    <a:pt x="140" y="0"/>
                    <a:pt x="0" y="141"/>
                    <a:pt x="0" y="313"/>
                  </a:cubicBezTo>
                  <a:cubicBezTo>
                    <a:pt x="0" y="485"/>
                    <a:pt x="140" y="625"/>
                    <a:pt x="313" y="625"/>
                  </a:cubicBezTo>
                  <a:cubicBezTo>
                    <a:pt x="484" y="625"/>
                    <a:pt x="625" y="485"/>
                    <a:pt x="625" y="313"/>
                  </a:cubicBezTo>
                  <a:cubicBezTo>
                    <a:pt x="625" y="141"/>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44"/>
            <p:cNvSpPr/>
            <p:nvPr/>
          </p:nvSpPr>
          <p:spPr>
            <a:xfrm>
              <a:off x="641990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44"/>
            <p:cNvSpPr/>
            <p:nvPr/>
          </p:nvSpPr>
          <p:spPr>
            <a:xfrm>
              <a:off x="6443250" y="3931450"/>
              <a:ext cx="15625" cy="15625"/>
            </a:xfrm>
            <a:custGeom>
              <a:rect b="b" l="l" r="r" t="t"/>
              <a:pathLst>
                <a:path extrusionOk="0" h="625" w="625">
                  <a:moveTo>
                    <a:pt x="313" y="0"/>
                  </a:moveTo>
                  <a:cubicBezTo>
                    <a:pt x="140" y="0"/>
                    <a:pt x="0" y="141"/>
                    <a:pt x="0" y="313"/>
                  </a:cubicBezTo>
                  <a:cubicBezTo>
                    <a:pt x="0" y="485"/>
                    <a:pt x="140" y="625"/>
                    <a:pt x="313" y="625"/>
                  </a:cubicBezTo>
                  <a:cubicBezTo>
                    <a:pt x="485" y="625"/>
                    <a:pt x="625" y="485"/>
                    <a:pt x="625" y="313"/>
                  </a:cubicBezTo>
                  <a:cubicBezTo>
                    <a:pt x="625" y="141"/>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44"/>
            <p:cNvSpPr/>
            <p:nvPr/>
          </p:nvSpPr>
          <p:spPr>
            <a:xfrm>
              <a:off x="6466550" y="3931450"/>
              <a:ext cx="15650" cy="15625"/>
            </a:xfrm>
            <a:custGeom>
              <a:rect b="b" l="l" r="r" t="t"/>
              <a:pathLst>
                <a:path extrusionOk="0" h="625" w="626">
                  <a:moveTo>
                    <a:pt x="313" y="0"/>
                  </a:moveTo>
                  <a:cubicBezTo>
                    <a:pt x="142" y="0"/>
                    <a:pt x="1" y="141"/>
                    <a:pt x="1" y="313"/>
                  </a:cubicBezTo>
                  <a:cubicBezTo>
                    <a:pt x="1" y="485"/>
                    <a:pt x="142" y="625"/>
                    <a:pt x="313" y="625"/>
                  </a:cubicBezTo>
                  <a:cubicBezTo>
                    <a:pt x="486" y="625"/>
                    <a:pt x="625" y="485"/>
                    <a:pt x="625" y="313"/>
                  </a:cubicBezTo>
                  <a:cubicBezTo>
                    <a:pt x="625" y="141"/>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44"/>
            <p:cNvSpPr/>
            <p:nvPr/>
          </p:nvSpPr>
          <p:spPr>
            <a:xfrm>
              <a:off x="6487275" y="3931450"/>
              <a:ext cx="18250" cy="15675"/>
            </a:xfrm>
            <a:custGeom>
              <a:rect b="b" l="l" r="r" t="t"/>
              <a:pathLst>
                <a:path extrusionOk="0" h="627" w="730">
                  <a:moveTo>
                    <a:pt x="418" y="0"/>
                  </a:moveTo>
                  <a:cubicBezTo>
                    <a:pt x="139" y="0"/>
                    <a:pt x="1" y="337"/>
                    <a:pt x="196" y="534"/>
                  </a:cubicBezTo>
                  <a:cubicBezTo>
                    <a:pt x="260" y="598"/>
                    <a:pt x="338" y="626"/>
                    <a:pt x="415" y="626"/>
                  </a:cubicBezTo>
                  <a:cubicBezTo>
                    <a:pt x="576" y="626"/>
                    <a:pt x="730" y="501"/>
                    <a:pt x="730" y="313"/>
                  </a:cubicBezTo>
                  <a:cubicBezTo>
                    <a:pt x="730" y="141"/>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44"/>
            <p:cNvSpPr/>
            <p:nvPr/>
          </p:nvSpPr>
          <p:spPr>
            <a:xfrm>
              <a:off x="6513250" y="3931450"/>
              <a:ext cx="15625" cy="15625"/>
            </a:xfrm>
            <a:custGeom>
              <a:rect b="b" l="l" r="r" t="t"/>
              <a:pathLst>
                <a:path extrusionOk="0" h="625" w="625">
                  <a:moveTo>
                    <a:pt x="312" y="0"/>
                  </a:moveTo>
                  <a:cubicBezTo>
                    <a:pt x="140" y="0"/>
                    <a:pt x="0" y="141"/>
                    <a:pt x="0" y="313"/>
                  </a:cubicBezTo>
                  <a:cubicBezTo>
                    <a:pt x="0" y="485"/>
                    <a:pt x="140" y="625"/>
                    <a:pt x="312" y="625"/>
                  </a:cubicBezTo>
                  <a:cubicBezTo>
                    <a:pt x="484" y="625"/>
                    <a:pt x="625" y="485"/>
                    <a:pt x="625" y="313"/>
                  </a:cubicBezTo>
                  <a:cubicBezTo>
                    <a:pt x="625" y="141"/>
                    <a:pt x="484"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44"/>
            <p:cNvSpPr/>
            <p:nvPr/>
          </p:nvSpPr>
          <p:spPr>
            <a:xfrm>
              <a:off x="5999975" y="3911425"/>
              <a:ext cx="15650" cy="15650"/>
            </a:xfrm>
            <a:custGeom>
              <a:rect b="b" l="l" r="r" t="t"/>
              <a:pathLst>
                <a:path extrusionOk="0" h="626" w="626">
                  <a:moveTo>
                    <a:pt x="313" y="1"/>
                  </a:moveTo>
                  <a:cubicBezTo>
                    <a:pt x="141" y="1"/>
                    <a:pt x="1" y="142"/>
                    <a:pt x="1" y="313"/>
                  </a:cubicBezTo>
                  <a:cubicBezTo>
                    <a:pt x="1" y="486"/>
                    <a:pt x="141"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44"/>
            <p:cNvSpPr/>
            <p:nvPr/>
          </p:nvSpPr>
          <p:spPr>
            <a:xfrm>
              <a:off x="6023325" y="3911425"/>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44"/>
            <p:cNvSpPr/>
            <p:nvPr/>
          </p:nvSpPr>
          <p:spPr>
            <a:xfrm>
              <a:off x="6046675" y="3911425"/>
              <a:ext cx="15625" cy="15650"/>
            </a:xfrm>
            <a:custGeom>
              <a:rect b="b" l="l" r="r" t="t"/>
              <a:pathLst>
                <a:path extrusionOk="0" h="626" w="625">
                  <a:moveTo>
                    <a:pt x="312" y="1"/>
                  </a:moveTo>
                  <a:cubicBezTo>
                    <a:pt x="139" y="1"/>
                    <a:pt x="0" y="142"/>
                    <a:pt x="0" y="313"/>
                  </a:cubicBezTo>
                  <a:cubicBezTo>
                    <a:pt x="0" y="486"/>
                    <a:pt x="139"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44"/>
            <p:cNvSpPr/>
            <p:nvPr/>
          </p:nvSpPr>
          <p:spPr>
            <a:xfrm>
              <a:off x="6067350" y="3911425"/>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2"/>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44"/>
            <p:cNvSpPr/>
            <p:nvPr/>
          </p:nvSpPr>
          <p:spPr>
            <a:xfrm>
              <a:off x="6093325" y="3911425"/>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44"/>
            <p:cNvSpPr/>
            <p:nvPr/>
          </p:nvSpPr>
          <p:spPr>
            <a:xfrm>
              <a:off x="6116650" y="3911425"/>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44"/>
            <p:cNvSpPr/>
            <p:nvPr/>
          </p:nvSpPr>
          <p:spPr>
            <a:xfrm>
              <a:off x="6139975" y="3911425"/>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44"/>
            <p:cNvSpPr/>
            <p:nvPr/>
          </p:nvSpPr>
          <p:spPr>
            <a:xfrm>
              <a:off x="6160650" y="3911425"/>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2"/>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44"/>
            <p:cNvSpPr/>
            <p:nvPr/>
          </p:nvSpPr>
          <p:spPr>
            <a:xfrm>
              <a:off x="6186625" y="3911425"/>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44"/>
            <p:cNvSpPr/>
            <p:nvPr/>
          </p:nvSpPr>
          <p:spPr>
            <a:xfrm>
              <a:off x="620995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44"/>
            <p:cNvSpPr/>
            <p:nvPr/>
          </p:nvSpPr>
          <p:spPr>
            <a:xfrm>
              <a:off x="6233275" y="3911425"/>
              <a:ext cx="15625" cy="15650"/>
            </a:xfrm>
            <a:custGeom>
              <a:rect b="b" l="l" r="r" t="t"/>
              <a:pathLst>
                <a:path extrusionOk="0" h="626" w="625">
                  <a:moveTo>
                    <a:pt x="312" y="1"/>
                  </a:moveTo>
                  <a:cubicBezTo>
                    <a:pt x="141" y="1"/>
                    <a:pt x="0" y="142"/>
                    <a:pt x="0" y="313"/>
                  </a:cubicBezTo>
                  <a:cubicBezTo>
                    <a:pt x="0" y="486"/>
                    <a:pt x="141"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44"/>
            <p:cNvSpPr/>
            <p:nvPr/>
          </p:nvSpPr>
          <p:spPr>
            <a:xfrm>
              <a:off x="625660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44"/>
            <p:cNvSpPr/>
            <p:nvPr/>
          </p:nvSpPr>
          <p:spPr>
            <a:xfrm>
              <a:off x="6279950" y="3911425"/>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44"/>
            <p:cNvSpPr/>
            <p:nvPr/>
          </p:nvSpPr>
          <p:spPr>
            <a:xfrm>
              <a:off x="630325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44"/>
            <p:cNvSpPr/>
            <p:nvPr/>
          </p:nvSpPr>
          <p:spPr>
            <a:xfrm>
              <a:off x="6323950" y="3911425"/>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2"/>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44"/>
            <p:cNvSpPr/>
            <p:nvPr/>
          </p:nvSpPr>
          <p:spPr>
            <a:xfrm>
              <a:off x="6349900" y="3911425"/>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44"/>
            <p:cNvSpPr/>
            <p:nvPr/>
          </p:nvSpPr>
          <p:spPr>
            <a:xfrm>
              <a:off x="637325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44"/>
            <p:cNvSpPr/>
            <p:nvPr/>
          </p:nvSpPr>
          <p:spPr>
            <a:xfrm>
              <a:off x="6396600" y="3911425"/>
              <a:ext cx="15625" cy="15650"/>
            </a:xfrm>
            <a:custGeom>
              <a:rect b="b" l="l" r="r" t="t"/>
              <a:pathLst>
                <a:path extrusionOk="0" h="626" w="625">
                  <a:moveTo>
                    <a:pt x="313" y="1"/>
                  </a:moveTo>
                  <a:cubicBezTo>
                    <a:pt x="140" y="1"/>
                    <a:pt x="0" y="142"/>
                    <a:pt x="0" y="313"/>
                  </a:cubicBezTo>
                  <a:cubicBezTo>
                    <a:pt x="0" y="486"/>
                    <a:pt x="140" y="625"/>
                    <a:pt x="313" y="625"/>
                  </a:cubicBezTo>
                  <a:cubicBezTo>
                    <a:pt x="484" y="625"/>
                    <a:pt x="625" y="486"/>
                    <a:pt x="625" y="313"/>
                  </a:cubicBezTo>
                  <a:cubicBezTo>
                    <a:pt x="625" y="142"/>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44"/>
            <p:cNvSpPr/>
            <p:nvPr/>
          </p:nvSpPr>
          <p:spPr>
            <a:xfrm>
              <a:off x="641990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44"/>
            <p:cNvSpPr/>
            <p:nvPr/>
          </p:nvSpPr>
          <p:spPr>
            <a:xfrm>
              <a:off x="6443250" y="3911425"/>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44"/>
            <p:cNvSpPr/>
            <p:nvPr/>
          </p:nvSpPr>
          <p:spPr>
            <a:xfrm>
              <a:off x="6466550" y="3911425"/>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44"/>
            <p:cNvSpPr/>
            <p:nvPr/>
          </p:nvSpPr>
          <p:spPr>
            <a:xfrm>
              <a:off x="6487275" y="3911425"/>
              <a:ext cx="18250" cy="15675"/>
            </a:xfrm>
            <a:custGeom>
              <a:rect b="b" l="l" r="r" t="t"/>
              <a:pathLst>
                <a:path extrusionOk="0" h="627" w="730">
                  <a:moveTo>
                    <a:pt x="418" y="1"/>
                  </a:moveTo>
                  <a:cubicBezTo>
                    <a:pt x="139" y="1"/>
                    <a:pt x="1" y="337"/>
                    <a:pt x="196" y="534"/>
                  </a:cubicBezTo>
                  <a:cubicBezTo>
                    <a:pt x="260" y="598"/>
                    <a:pt x="338" y="627"/>
                    <a:pt x="415" y="627"/>
                  </a:cubicBezTo>
                  <a:cubicBezTo>
                    <a:pt x="576" y="627"/>
                    <a:pt x="730" y="502"/>
                    <a:pt x="730" y="313"/>
                  </a:cubicBezTo>
                  <a:cubicBezTo>
                    <a:pt x="730" y="142"/>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44"/>
            <p:cNvSpPr/>
            <p:nvPr/>
          </p:nvSpPr>
          <p:spPr>
            <a:xfrm>
              <a:off x="6513250" y="3911425"/>
              <a:ext cx="15625" cy="15650"/>
            </a:xfrm>
            <a:custGeom>
              <a:rect b="b" l="l" r="r" t="t"/>
              <a:pathLst>
                <a:path extrusionOk="0" h="626" w="625">
                  <a:moveTo>
                    <a:pt x="312" y="1"/>
                  </a:moveTo>
                  <a:cubicBezTo>
                    <a:pt x="140" y="1"/>
                    <a:pt x="0" y="142"/>
                    <a:pt x="0" y="313"/>
                  </a:cubicBezTo>
                  <a:cubicBezTo>
                    <a:pt x="0" y="486"/>
                    <a:pt x="140" y="625"/>
                    <a:pt x="312" y="625"/>
                  </a:cubicBezTo>
                  <a:cubicBezTo>
                    <a:pt x="484" y="625"/>
                    <a:pt x="625" y="486"/>
                    <a:pt x="625" y="313"/>
                  </a:cubicBezTo>
                  <a:cubicBezTo>
                    <a:pt x="625" y="142"/>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44"/>
            <p:cNvSpPr/>
            <p:nvPr/>
          </p:nvSpPr>
          <p:spPr>
            <a:xfrm>
              <a:off x="5999975" y="389142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44"/>
            <p:cNvSpPr/>
            <p:nvPr/>
          </p:nvSpPr>
          <p:spPr>
            <a:xfrm>
              <a:off x="6023325" y="38914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44"/>
            <p:cNvSpPr/>
            <p:nvPr/>
          </p:nvSpPr>
          <p:spPr>
            <a:xfrm>
              <a:off x="6046675" y="389142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44"/>
            <p:cNvSpPr/>
            <p:nvPr/>
          </p:nvSpPr>
          <p:spPr>
            <a:xfrm>
              <a:off x="6067350" y="3891425"/>
              <a:ext cx="18250" cy="15675"/>
            </a:xfrm>
            <a:custGeom>
              <a:rect b="b" l="l" r="r" t="t"/>
              <a:pathLst>
                <a:path extrusionOk="0" h="627" w="730">
                  <a:moveTo>
                    <a:pt x="418" y="1"/>
                  </a:moveTo>
                  <a:cubicBezTo>
                    <a:pt x="140" y="1"/>
                    <a:pt x="1" y="337"/>
                    <a:pt x="198" y="534"/>
                  </a:cubicBezTo>
                  <a:cubicBezTo>
                    <a:pt x="261" y="598"/>
                    <a:pt x="339" y="626"/>
                    <a:pt x="416" y="626"/>
                  </a:cubicBezTo>
                  <a:cubicBezTo>
                    <a:pt x="576" y="626"/>
                    <a:pt x="730" y="502"/>
                    <a:pt x="730" y="313"/>
                  </a:cubicBezTo>
                  <a:cubicBezTo>
                    <a:pt x="730" y="140"/>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44"/>
            <p:cNvSpPr/>
            <p:nvPr/>
          </p:nvSpPr>
          <p:spPr>
            <a:xfrm>
              <a:off x="6093325" y="38914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44"/>
            <p:cNvSpPr/>
            <p:nvPr/>
          </p:nvSpPr>
          <p:spPr>
            <a:xfrm>
              <a:off x="6116650" y="38914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44"/>
            <p:cNvSpPr/>
            <p:nvPr/>
          </p:nvSpPr>
          <p:spPr>
            <a:xfrm>
              <a:off x="6139975" y="38914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44"/>
            <p:cNvSpPr/>
            <p:nvPr/>
          </p:nvSpPr>
          <p:spPr>
            <a:xfrm>
              <a:off x="6160650" y="3891425"/>
              <a:ext cx="18300" cy="15675"/>
            </a:xfrm>
            <a:custGeom>
              <a:rect b="b" l="l" r="r" t="t"/>
              <a:pathLst>
                <a:path extrusionOk="0" h="627" w="732">
                  <a:moveTo>
                    <a:pt x="419" y="1"/>
                  </a:moveTo>
                  <a:cubicBezTo>
                    <a:pt x="140" y="1"/>
                    <a:pt x="1" y="337"/>
                    <a:pt x="198" y="534"/>
                  </a:cubicBezTo>
                  <a:cubicBezTo>
                    <a:pt x="262" y="598"/>
                    <a:pt x="340" y="626"/>
                    <a:pt x="417" y="626"/>
                  </a:cubicBezTo>
                  <a:cubicBezTo>
                    <a:pt x="577" y="626"/>
                    <a:pt x="731" y="502"/>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44"/>
            <p:cNvSpPr/>
            <p:nvPr/>
          </p:nvSpPr>
          <p:spPr>
            <a:xfrm>
              <a:off x="6186625" y="38914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44"/>
            <p:cNvSpPr/>
            <p:nvPr/>
          </p:nvSpPr>
          <p:spPr>
            <a:xfrm>
              <a:off x="620995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44"/>
            <p:cNvSpPr/>
            <p:nvPr/>
          </p:nvSpPr>
          <p:spPr>
            <a:xfrm>
              <a:off x="6233275" y="389142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44"/>
            <p:cNvSpPr/>
            <p:nvPr/>
          </p:nvSpPr>
          <p:spPr>
            <a:xfrm>
              <a:off x="625660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44"/>
            <p:cNvSpPr/>
            <p:nvPr/>
          </p:nvSpPr>
          <p:spPr>
            <a:xfrm>
              <a:off x="6279950" y="38914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44"/>
            <p:cNvSpPr/>
            <p:nvPr/>
          </p:nvSpPr>
          <p:spPr>
            <a:xfrm>
              <a:off x="630325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44"/>
            <p:cNvSpPr/>
            <p:nvPr/>
          </p:nvSpPr>
          <p:spPr>
            <a:xfrm>
              <a:off x="6323950" y="3891425"/>
              <a:ext cx="18300" cy="15675"/>
            </a:xfrm>
            <a:custGeom>
              <a:rect b="b" l="l" r="r" t="t"/>
              <a:pathLst>
                <a:path extrusionOk="0" h="627" w="732">
                  <a:moveTo>
                    <a:pt x="419" y="1"/>
                  </a:moveTo>
                  <a:cubicBezTo>
                    <a:pt x="140" y="1"/>
                    <a:pt x="1" y="337"/>
                    <a:pt x="198" y="534"/>
                  </a:cubicBezTo>
                  <a:cubicBezTo>
                    <a:pt x="261" y="598"/>
                    <a:pt x="340" y="626"/>
                    <a:pt x="416" y="626"/>
                  </a:cubicBezTo>
                  <a:cubicBezTo>
                    <a:pt x="577" y="626"/>
                    <a:pt x="731" y="502"/>
                    <a:pt x="731" y="313"/>
                  </a:cubicBezTo>
                  <a:cubicBezTo>
                    <a:pt x="731" y="140"/>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44"/>
            <p:cNvSpPr/>
            <p:nvPr/>
          </p:nvSpPr>
          <p:spPr>
            <a:xfrm>
              <a:off x="6349900" y="38914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44"/>
            <p:cNvSpPr/>
            <p:nvPr/>
          </p:nvSpPr>
          <p:spPr>
            <a:xfrm>
              <a:off x="637325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44"/>
            <p:cNvSpPr/>
            <p:nvPr/>
          </p:nvSpPr>
          <p:spPr>
            <a:xfrm>
              <a:off x="6396600" y="389142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44"/>
            <p:cNvSpPr/>
            <p:nvPr/>
          </p:nvSpPr>
          <p:spPr>
            <a:xfrm>
              <a:off x="641990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44"/>
            <p:cNvSpPr/>
            <p:nvPr/>
          </p:nvSpPr>
          <p:spPr>
            <a:xfrm>
              <a:off x="6443250" y="38914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44"/>
            <p:cNvSpPr/>
            <p:nvPr/>
          </p:nvSpPr>
          <p:spPr>
            <a:xfrm>
              <a:off x="6466550" y="38914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44"/>
            <p:cNvSpPr/>
            <p:nvPr/>
          </p:nvSpPr>
          <p:spPr>
            <a:xfrm>
              <a:off x="6487275" y="3891425"/>
              <a:ext cx="18250" cy="15675"/>
            </a:xfrm>
            <a:custGeom>
              <a:rect b="b" l="l" r="r" t="t"/>
              <a:pathLst>
                <a:path extrusionOk="0" h="627" w="730">
                  <a:moveTo>
                    <a:pt x="418" y="1"/>
                  </a:moveTo>
                  <a:cubicBezTo>
                    <a:pt x="139" y="1"/>
                    <a:pt x="1" y="337"/>
                    <a:pt x="196" y="534"/>
                  </a:cubicBezTo>
                  <a:cubicBezTo>
                    <a:pt x="260" y="598"/>
                    <a:pt x="338" y="626"/>
                    <a:pt x="415" y="626"/>
                  </a:cubicBezTo>
                  <a:cubicBezTo>
                    <a:pt x="576" y="626"/>
                    <a:pt x="730" y="502"/>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44"/>
            <p:cNvSpPr/>
            <p:nvPr/>
          </p:nvSpPr>
          <p:spPr>
            <a:xfrm>
              <a:off x="6513250" y="389142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44"/>
            <p:cNvSpPr/>
            <p:nvPr/>
          </p:nvSpPr>
          <p:spPr>
            <a:xfrm>
              <a:off x="6023325" y="387142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44"/>
            <p:cNvSpPr/>
            <p:nvPr/>
          </p:nvSpPr>
          <p:spPr>
            <a:xfrm>
              <a:off x="6046675" y="3871425"/>
              <a:ext cx="15625" cy="15625"/>
            </a:xfrm>
            <a:custGeom>
              <a:rect b="b" l="l" r="r" t="t"/>
              <a:pathLst>
                <a:path extrusionOk="0" h="625" w="625">
                  <a:moveTo>
                    <a:pt x="312" y="0"/>
                  </a:moveTo>
                  <a:cubicBezTo>
                    <a:pt x="139" y="0"/>
                    <a:pt x="0" y="140"/>
                    <a:pt x="0" y="312"/>
                  </a:cubicBezTo>
                  <a:cubicBezTo>
                    <a:pt x="0" y="485"/>
                    <a:pt x="139"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44"/>
            <p:cNvSpPr/>
            <p:nvPr/>
          </p:nvSpPr>
          <p:spPr>
            <a:xfrm>
              <a:off x="6067350" y="3871425"/>
              <a:ext cx="18250" cy="15675"/>
            </a:xfrm>
            <a:custGeom>
              <a:rect b="b" l="l" r="r" t="t"/>
              <a:pathLst>
                <a:path extrusionOk="0" h="627" w="730">
                  <a:moveTo>
                    <a:pt x="418" y="0"/>
                  </a:moveTo>
                  <a:cubicBezTo>
                    <a:pt x="140" y="0"/>
                    <a:pt x="1" y="337"/>
                    <a:pt x="198" y="534"/>
                  </a:cubicBezTo>
                  <a:cubicBezTo>
                    <a:pt x="261" y="597"/>
                    <a:pt x="339" y="626"/>
                    <a:pt x="416" y="626"/>
                  </a:cubicBezTo>
                  <a:cubicBezTo>
                    <a:pt x="576" y="626"/>
                    <a:pt x="730" y="501"/>
                    <a:pt x="730" y="312"/>
                  </a:cubicBezTo>
                  <a:cubicBezTo>
                    <a:pt x="730" y="140"/>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44"/>
            <p:cNvSpPr/>
            <p:nvPr/>
          </p:nvSpPr>
          <p:spPr>
            <a:xfrm>
              <a:off x="6093325" y="387142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44"/>
            <p:cNvSpPr/>
            <p:nvPr/>
          </p:nvSpPr>
          <p:spPr>
            <a:xfrm>
              <a:off x="6116650" y="387142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44"/>
            <p:cNvSpPr/>
            <p:nvPr/>
          </p:nvSpPr>
          <p:spPr>
            <a:xfrm>
              <a:off x="6139975" y="387142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44"/>
            <p:cNvSpPr/>
            <p:nvPr/>
          </p:nvSpPr>
          <p:spPr>
            <a:xfrm>
              <a:off x="6160650" y="3871425"/>
              <a:ext cx="18300" cy="15675"/>
            </a:xfrm>
            <a:custGeom>
              <a:rect b="b" l="l" r="r" t="t"/>
              <a:pathLst>
                <a:path extrusionOk="0" h="627" w="732">
                  <a:moveTo>
                    <a:pt x="419" y="0"/>
                  </a:moveTo>
                  <a:cubicBezTo>
                    <a:pt x="140" y="0"/>
                    <a:pt x="1" y="337"/>
                    <a:pt x="198" y="534"/>
                  </a:cubicBezTo>
                  <a:cubicBezTo>
                    <a:pt x="262" y="597"/>
                    <a:pt x="340" y="626"/>
                    <a:pt x="417" y="626"/>
                  </a:cubicBezTo>
                  <a:cubicBezTo>
                    <a:pt x="577" y="626"/>
                    <a:pt x="731" y="501"/>
                    <a:pt x="731" y="312"/>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44"/>
            <p:cNvSpPr/>
            <p:nvPr/>
          </p:nvSpPr>
          <p:spPr>
            <a:xfrm>
              <a:off x="6186625" y="387142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44"/>
            <p:cNvSpPr/>
            <p:nvPr/>
          </p:nvSpPr>
          <p:spPr>
            <a:xfrm>
              <a:off x="620995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44"/>
            <p:cNvSpPr/>
            <p:nvPr/>
          </p:nvSpPr>
          <p:spPr>
            <a:xfrm>
              <a:off x="6233275" y="3871425"/>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44"/>
            <p:cNvSpPr/>
            <p:nvPr/>
          </p:nvSpPr>
          <p:spPr>
            <a:xfrm>
              <a:off x="625660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44"/>
            <p:cNvSpPr/>
            <p:nvPr/>
          </p:nvSpPr>
          <p:spPr>
            <a:xfrm>
              <a:off x="6279950" y="387142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44"/>
            <p:cNvSpPr/>
            <p:nvPr/>
          </p:nvSpPr>
          <p:spPr>
            <a:xfrm>
              <a:off x="630325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44"/>
            <p:cNvSpPr/>
            <p:nvPr/>
          </p:nvSpPr>
          <p:spPr>
            <a:xfrm>
              <a:off x="6323950" y="3871425"/>
              <a:ext cx="18300" cy="15675"/>
            </a:xfrm>
            <a:custGeom>
              <a:rect b="b" l="l" r="r" t="t"/>
              <a:pathLst>
                <a:path extrusionOk="0" h="627" w="732">
                  <a:moveTo>
                    <a:pt x="419" y="0"/>
                  </a:moveTo>
                  <a:cubicBezTo>
                    <a:pt x="140" y="0"/>
                    <a:pt x="1" y="337"/>
                    <a:pt x="198" y="534"/>
                  </a:cubicBezTo>
                  <a:cubicBezTo>
                    <a:pt x="261" y="597"/>
                    <a:pt x="340" y="626"/>
                    <a:pt x="416" y="626"/>
                  </a:cubicBezTo>
                  <a:cubicBezTo>
                    <a:pt x="577" y="626"/>
                    <a:pt x="731" y="501"/>
                    <a:pt x="731" y="312"/>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44"/>
            <p:cNvSpPr/>
            <p:nvPr/>
          </p:nvSpPr>
          <p:spPr>
            <a:xfrm>
              <a:off x="6349900" y="387142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44"/>
            <p:cNvSpPr/>
            <p:nvPr/>
          </p:nvSpPr>
          <p:spPr>
            <a:xfrm>
              <a:off x="637325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44"/>
            <p:cNvSpPr/>
            <p:nvPr/>
          </p:nvSpPr>
          <p:spPr>
            <a:xfrm>
              <a:off x="6396600" y="3871425"/>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44"/>
            <p:cNvSpPr/>
            <p:nvPr/>
          </p:nvSpPr>
          <p:spPr>
            <a:xfrm>
              <a:off x="641990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44"/>
            <p:cNvSpPr/>
            <p:nvPr/>
          </p:nvSpPr>
          <p:spPr>
            <a:xfrm>
              <a:off x="6443250" y="387142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44"/>
            <p:cNvSpPr/>
            <p:nvPr/>
          </p:nvSpPr>
          <p:spPr>
            <a:xfrm>
              <a:off x="6466550" y="387142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44"/>
            <p:cNvSpPr/>
            <p:nvPr/>
          </p:nvSpPr>
          <p:spPr>
            <a:xfrm>
              <a:off x="6487275" y="3871425"/>
              <a:ext cx="18250" cy="15675"/>
            </a:xfrm>
            <a:custGeom>
              <a:rect b="b" l="l" r="r" t="t"/>
              <a:pathLst>
                <a:path extrusionOk="0" h="627" w="730">
                  <a:moveTo>
                    <a:pt x="418" y="0"/>
                  </a:moveTo>
                  <a:cubicBezTo>
                    <a:pt x="139" y="0"/>
                    <a:pt x="1" y="337"/>
                    <a:pt x="196" y="534"/>
                  </a:cubicBezTo>
                  <a:cubicBezTo>
                    <a:pt x="260" y="597"/>
                    <a:pt x="338" y="626"/>
                    <a:pt x="415" y="626"/>
                  </a:cubicBezTo>
                  <a:cubicBezTo>
                    <a:pt x="576" y="626"/>
                    <a:pt x="730" y="501"/>
                    <a:pt x="730" y="312"/>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44"/>
            <p:cNvSpPr/>
            <p:nvPr/>
          </p:nvSpPr>
          <p:spPr>
            <a:xfrm>
              <a:off x="6046675" y="3851400"/>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44"/>
            <p:cNvSpPr/>
            <p:nvPr/>
          </p:nvSpPr>
          <p:spPr>
            <a:xfrm>
              <a:off x="6067350" y="3851400"/>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0"/>
                    <a:pt x="590"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44"/>
            <p:cNvSpPr/>
            <p:nvPr/>
          </p:nvSpPr>
          <p:spPr>
            <a:xfrm>
              <a:off x="6093325" y="38514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44"/>
            <p:cNvSpPr/>
            <p:nvPr/>
          </p:nvSpPr>
          <p:spPr>
            <a:xfrm>
              <a:off x="6116650" y="38514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44"/>
            <p:cNvSpPr/>
            <p:nvPr/>
          </p:nvSpPr>
          <p:spPr>
            <a:xfrm>
              <a:off x="6139975" y="38514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44"/>
            <p:cNvSpPr/>
            <p:nvPr/>
          </p:nvSpPr>
          <p:spPr>
            <a:xfrm>
              <a:off x="6160650" y="3851400"/>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44"/>
            <p:cNvSpPr/>
            <p:nvPr/>
          </p:nvSpPr>
          <p:spPr>
            <a:xfrm>
              <a:off x="6186625" y="38514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44"/>
            <p:cNvSpPr/>
            <p:nvPr/>
          </p:nvSpPr>
          <p:spPr>
            <a:xfrm>
              <a:off x="620995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44"/>
            <p:cNvSpPr/>
            <p:nvPr/>
          </p:nvSpPr>
          <p:spPr>
            <a:xfrm>
              <a:off x="6233275" y="3851400"/>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44"/>
            <p:cNvSpPr/>
            <p:nvPr/>
          </p:nvSpPr>
          <p:spPr>
            <a:xfrm>
              <a:off x="625660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44"/>
            <p:cNvSpPr/>
            <p:nvPr/>
          </p:nvSpPr>
          <p:spPr>
            <a:xfrm>
              <a:off x="6279950" y="38514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44"/>
            <p:cNvSpPr/>
            <p:nvPr/>
          </p:nvSpPr>
          <p:spPr>
            <a:xfrm>
              <a:off x="630325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44"/>
            <p:cNvSpPr/>
            <p:nvPr/>
          </p:nvSpPr>
          <p:spPr>
            <a:xfrm>
              <a:off x="6323950" y="3851400"/>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0"/>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44"/>
            <p:cNvSpPr/>
            <p:nvPr/>
          </p:nvSpPr>
          <p:spPr>
            <a:xfrm>
              <a:off x="6349900" y="38514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44"/>
            <p:cNvSpPr/>
            <p:nvPr/>
          </p:nvSpPr>
          <p:spPr>
            <a:xfrm>
              <a:off x="637325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44"/>
            <p:cNvSpPr/>
            <p:nvPr/>
          </p:nvSpPr>
          <p:spPr>
            <a:xfrm>
              <a:off x="6396600" y="3851400"/>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44"/>
            <p:cNvSpPr/>
            <p:nvPr/>
          </p:nvSpPr>
          <p:spPr>
            <a:xfrm>
              <a:off x="641990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44"/>
            <p:cNvSpPr/>
            <p:nvPr/>
          </p:nvSpPr>
          <p:spPr>
            <a:xfrm>
              <a:off x="6443250" y="385140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44"/>
            <p:cNvSpPr/>
            <p:nvPr/>
          </p:nvSpPr>
          <p:spPr>
            <a:xfrm>
              <a:off x="6466550" y="38514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44"/>
            <p:cNvSpPr/>
            <p:nvPr/>
          </p:nvSpPr>
          <p:spPr>
            <a:xfrm>
              <a:off x="6067350" y="3831400"/>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3"/>
                  </a:cubicBezTo>
                  <a:cubicBezTo>
                    <a:pt x="730" y="140"/>
                    <a:pt x="590"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44"/>
            <p:cNvSpPr/>
            <p:nvPr/>
          </p:nvSpPr>
          <p:spPr>
            <a:xfrm>
              <a:off x="6093325" y="3831400"/>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44"/>
            <p:cNvSpPr/>
            <p:nvPr/>
          </p:nvSpPr>
          <p:spPr>
            <a:xfrm>
              <a:off x="6116650" y="3831400"/>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44"/>
            <p:cNvSpPr/>
            <p:nvPr/>
          </p:nvSpPr>
          <p:spPr>
            <a:xfrm>
              <a:off x="6139975" y="3831400"/>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44"/>
            <p:cNvSpPr/>
            <p:nvPr/>
          </p:nvSpPr>
          <p:spPr>
            <a:xfrm>
              <a:off x="6160650" y="3831400"/>
              <a:ext cx="18300" cy="15650"/>
            </a:xfrm>
            <a:custGeom>
              <a:rect b="b" l="l" r="r" t="t"/>
              <a:pathLst>
                <a:path extrusionOk="0" h="626" w="732">
                  <a:moveTo>
                    <a:pt x="419" y="0"/>
                  </a:moveTo>
                  <a:cubicBezTo>
                    <a:pt x="140" y="0"/>
                    <a:pt x="1" y="337"/>
                    <a:pt x="198" y="534"/>
                  </a:cubicBezTo>
                  <a:cubicBezTo>
                    <a:pt x="261" y="597"/>
                    <a:pt x="340" y="626"/>
                    <a:pt x="417" y="626"/>
                  </a:cubicBezTo>
                  <a:cubicBezTo>
                    <a:pt x="577" y="626"/>
                    <a:pt x="731" y="501"/>
                    <a:pt x="731" y="313"/>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44"/>
            <p:cNvSpPr/>
            <p:nvPr/>
          </p:nvSpPr>
          <p:spPr>
            <a:xfrm>
              <a:off x="6186625" y="3831400"/>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44"/>
            <p:cNvSpPr/>
            <p:nvPr/>
          </p:nvSpPr>
          <p:spPr>
            <a:xfrm>
              <a:off x="620995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44"/>
            <p:cNvSpPr/>
            <p:nvPr/>
          </p:nvSpPr>
          <p:spPr>
            <a:xfrm>
              <a:off x="6233275" y="3831400"/>
              <a:ext cx="15625" cy="15625"/>
            </a:xfrm>
            <a:custGeom>
              <a:rect b="b" l="l" r="r" t="t"/>
              <a:pathLst>
                <a:path extrusionOk="0" h="625" w="625">
                  <a:moveTo>
                    <a:pt x="312" y="0"/>
                  </a:moveTo>
                  <a:cubicBezTo>
                    <a:pt x="141" y="0"/>
                    <a:pt x="0" y="140"/>
                    <a:pt x="0" y="313"/>
                  </a:cubicBezTo>
                  <a:cubicBezTo>
                    <a:pt x="0" y="486"/>
                    <a:pt x="141" y="625"/>
                    <a:pt x="312" y="625"/>
                  </a:cubicBezTo>
                  <a:cubicBezTo>
                    <a:pt x="485" y="625"/>
                    <a:pt x="625" y="486"/>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44"/>
            <p:cNvSpPr/>
            <p:nvPr/>
          </p:nvSpPr>
          <p:spPr>
            <a:xfrm>
              <a:off x="625660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44"/>
            <p:cNvSpPr/>
            <p:nvPr/>
          </p:nvSpPr>
          <p:spPr>
            <a:xfrm>
              <a:off x="6279950" y="3831400"/>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44"/>
            <p:cNvSpPr/>
            <p:nvPr/>
          </p:nvSpPr>
          <p:spPr>
            <a:xfrm>
              <a:off x="630325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44"/>
            <p:cNvSpPr/>
            <p:nvPr/>
          </p:nvSpPr>
          <p:spPr>
            <a:xfrm>
              <a:off x="6323950" y="3831400"/>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3"/>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44"/>
            <p:cNvSpPr/>
            <p:nvPr/>
          </p:nvSpPr>
          <p:spPr>
            <a:xfrm>
              <a:off x="6349900" y="3831400"/>
              <a:ext cx="15650" cy="15625"/>
            </a:xfrm>
            <a:custGeom>
              <a:rect b="b" l="l" r="r" t="t"/>
              <a:pathLst>
                <a:path extrusionOk="0" h="625" w="626">
                  <a:moveTo>
                    <a:pt x="313" y="0"/>
                  </a:moveTo>
                  <a:cubicBezTo>
                    <a:pt x="142" y="0"/>
                    <a:pt x="1" y="140"/>
                    <a:pt x="1" y="313"/>
                  </a:cubicBezTo>
                  <a:cubicBezTo>
                    <a:pt x="1" y="486"/>
                    <a:pt x="142"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44"/>
            <p:cNvSpPr/>
            <p:nvPr/>
          </p:nvSpPr>
          <p:spPr>
            <a:xfrm>
              <a:off x="637325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44"/>
            <p:cNvSpPr/>
            <p:nvPr/>
          </p:nvSpPr>
          <p:spPr>
            <a:xfrm>
              <a:off x="6396600" y="3831400"/>
              <a:ext cx="15625" cy="15625"/>
            </a:xfrm>
            <a:custGeom>
              <a:rect b="b" l="l" r="r" t="t"/>
              <a:pathLst>
                <a:path extrusionOk="0" h="625" w="625">
                  <a:moveTo>
                    <a:pt x="313" y="0"/>
                  </a:moveTo>
                  <a:cubicBezTo>
                    <a:pt x="140" y="0"/>
                    <a:pt x="0" y="140"/>
                    <a:pt x="0" y="313"/>
                  </a:cubicBezTo>
                  <a:cubicBezTo>
                    <a:pt x="0" y="486"/>
                    <a:pt x="140" y="625"/>
                    <a:pt x="313" y="625"/>
                  </a:cubicBezTo>
                  <a:cubicBezTo>
                    <a:pt x="484" y="625"/>
                    <a:pt x="625" y="486"/>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44"/>
            <p:cNvSpPr/>
            <p:nvPr/>
          </p:nvSpPr>
          <p:spPr>
            <a:xfrm>
              <a:off x="641990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44"/>
            <p:cNvSpPr/>
            <p:nvPr/>
          </p:nvSpPr>
          <p:spPr>
            <a:xfrm>
              <a:off x="6443250" y="3831400"/>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44"/>
            <p:cNvSpPr/>
            <p:nvPr/>
          </p:nvSpPr>
          <p:spPr>
            <a:xfrm>
              <a:off x="6093325" y="38114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44"/>
            <p:cNvSpPr/>
            <p:nvPr/>
          </p:nvSpPr>
          <p:spPr>
            <a:xfrm>
              <a:off x="6116650" y="38114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44"/>
            <p:cNvSpPr/>
            <p:nvPr/>
          </p:nvSpPr>
          <p:spPr>
            <a:xfrm>
              <a:off x="6139975" y="38114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44"/>
            <p:cNvSpPr/>
            <p:nvPr/>
          </p:nvSpPr>
          <p:spPr>
            <a:xfrm>
              <a:off x="6160650" y="3811400"/>
              <a:ext cx="18300" cy="15650"/>
            </a:xfrm>
            <a:custGeom>
              <a:rect b="b" l="l" r="r" t="t"/>
              <a:pathLst>
                <a:path extrusionOk="0" h="626" w="732">
                  <a:moveTo>
                    <a:pt x="419" y="0"/>
                  </a:moveTo>
                  <a:cubicBezTo>
                    <a:pt x="140" y="0"/>
                    <a:pt x="1" y="337"/>
                    <a:pt x="198" y="534"/>
                  </a:cubicBezTo>
                  <a:cubicBezTo>
                    <a:pt x="261" y="597"/>
                    <a:pt x="340" y="625"/>
                    <a:pt x="417" y="625"/>
                  </a:cubicBezTo>
                  <a:cubicBezTo>
                    <a:pt x="577" y="625"/>
                    <a:pt x="731" y="501"/>
                    <a:pt x="731" y="312"/>
                  </a:cubicBezTo>
                  <a:cubicBezTo>
                    <a:pt x="731" y="140"/>
                    <a:pt x="590"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44"/>
            <p:cNvSpPr/>
            <p:nvPr/>
          </p:nvSpPr>
          <p:spPr>
            <a:xfrm>
              <a:off x="6186625" y="38114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44"/>
            <p:cNvSpPr/>
            <p:nvPr/>
          </p:nvSpPr>
          <p:spPr>
            <a:xfrm>
              <a:off x="620995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44"/>
            <p:cNvSpPr/>
            <p:nvPr/>
          </p:nvSpPr>
          <p:spPr>
            <a:xfrm>
              <a:off x="6233275" y="3811400"/>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44"/>
            <p:cNvSpPr/>
            <p:nvPr/>
          </p:nvSpPr>
          <p:spPr>
            <a:xfrm>
              <a:off x="625660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44"/>
            <p:cNvSpPr/>
            <p:nvPr/>
          </p:nvSpPr>
          <p:spPr>
            <a:xfrm>
              <a:off x="6279950" y="38114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44"/>
            <p:cNvSpPr/>
            <p:nvPr/>
          </p:nvSpPr>
          <p:spPr>
            <a:xfrm>
              <a:off x="630325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44"/>
            <p:cNvSpPr/>
            <p:nvPr/>
          </p:nvSpPr>
          <p:spPr>
            <a:xfrm>
              <a:off x="6323950" y="3811400"/>
              <a:ext cx="18300" cy="15650"/>
            </a:xfrm>
            <a:custGeom>
              <a:rect b="b" l="l" r="r" t="t"/>
              <a:pathLst>
                <a:path extrusionOk="0" h="626" w="732">
                  <a:moveTo>
                    <a:pt x="419" y="0"/>
                  </a:moveTo>
                  <a:cubicBezTo>
                    <a:pt x="140" y="0"/>
                    <a:pt x="1" y="337"/>
                    <a:pt x="198" y="534"/>
                  </a:cubicBezTo>
                  <a:cubicBezTo>
                    <a:pt x="261" y="597"/>
                    <a:pt x="340" y="625"/>
                    <a:pt x="416" y="625"/>
                  </a:cubicBezTo>
                  <a:cubicBezTo>
                    <a:pt x="577" y="625"/>
                    <a:pt x="731" y="501"/>
                    <a:pt x="731" y="312"/>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44"/>
            <p:cNvSpPr/>
            <p:nvPr/>
          </p:nvSpPr>
          <p:spPr>
            <a:xfrm>
              <a:off x="6349900" y="3811400"/>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44"/>
            <p:cNvSpPr/>
            <p:nvPr/>
          </p:nvSpPr>
          <p:spPr>
            <a:xfrm>
              <a:off x="637325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44"/>
            <p:cNvSpPr/>
            <p:nvPr/>
          </p:nvSpPr>
          <p:spPr>
            <a:xfrm>
              <a:off x="6396600" y="3811400"/>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44"/>
            <p:cNvSpPr/>
            <p:nvPr/>
          </p:nvSpPr>
          <p:spPr>
            <a:xfrm>
              <a:off x="641990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44"/>
            <p:cNvSpPr/>
            <p:nvPr/>
          </p:nvSpPr>
          <p:spPr>
            <a:xfrm>
              <a:off x="6139975" y="37913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44"/>
            <p:cNvSpPr/>
            <p:nvPr/>
          </p:nvSpPr>
          <p:spPr>
            <a:xfrm>
              <a:off x="6160650" y="3791375"/>
              <a:ext cx="18300" cy="15650"/>
            </a:xfrm>
            <a:custGeom>
              <a:rect b="b" l="l" r="r" t="t"/>
              <a:pathLst>
                <a:path extrusionOk="0" h="626" w="732">
                  <a:moveTo>
                    <a:pt x="419" y="1"/>
                  </a:moveTo>
                  <a:cubicBezTo>
                    <a:pt x="140" y="1"/>
                    <a:pt x="1" y="337"/>
                    <a:pt x="198" y="534"/>
                  </a:cubicBezTo>
                  <a:cubicBezTo>
                    <a:pt x="261" y="597"/>
                    <a:pt x="339" y="626"/>
                    <a:pt x="416" y="626"/>
                  </a:cubicBezTo>
                  <a:cubicBezTo>
                    <a:pt x="577" y="626"/>
                    <a:pt x="731" y="501"/>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44"/>
            <p:cNvSpPr/>
            <p:nvPr/>
          </p:nvSpPr>
          <p:spPr>
            <a:xfrm>
              <a:off x="6186625" y="37913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44"/>
            <p:cNvSpPr/>
            <p:nvPr/>
          </p:nvSpPr>
          <p:spPr>
            <a:xfrm>
              <a:off x="620995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44"/>
            <p:cNvSpPr/>
            <p:nvPr/>
          </p:nvSpPr>
          <p:spPr>
            <a:xfrm>
              <a:off x="6233275" y="379137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44"/>
            <p:cNvSpPr/>
            <p:nvPr/>
          </p:nvSpPr>
          <p:spPr>
            <a:xfrm>
              <a:off x="625660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44"/>
            <p:cNvSpPr/>
            <p:nvPr/>
          </p:nvSpPr>
          <p:spPr>
            <a:xfrm>
              <a:off x="6279950" y="37913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44"/>
            <p:cNvSpPr/>
            <p:nvPr/>
          </p:nvSpPr>
          <p:spPr>
            <a:xfrm>
              <a:off x="630325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44"/>
            <p:cNvSpPr/>
            <p:nvPr/>
          </p:nvSpPr>
          <p:spPr>
            <a:xfrm>
              <a:off x="6323950" y="3791375"/>
              <a:ext cx="18300" cy="15650"/>
            </a:xfrm>
            <a:custGeom>
              <a:rect b="b" l="l" r="r" t="t"/>
              <a:pathLst>
                <a:path extrusionOk="0" h="626" w="732">
                  <a:moveTo>
                    <a:pt x="419" y="1"/>
                  </a:moveTo>
                  <a:cubicBezTo>
                    <a:pt x="140" y="1"/>
                    <a:pt x="1" y="337"/>
                    <a:pt x="198" y="533"/>
                  </a:cubicBezTo>
                  <a:cubicBezTo>
                    <a:pt x="261" y="597"/>
                    <a:pt x="340" y="625"/>
                    <a:pt x="417" y="625"/>
                  </a:cubicBezTo>
                  <a:cubicBezTo>
                    <a:pt x="577" y="625"/>
                    <a:pt x="731" y="501"/>
                    <a:pt x="731" y="313"/>
                  </a:cubicBezTo>
                  <a:cubicBezTo>
                    <a:pt x="731" y="140"/>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44"/>
            <p:cNvSpPr/>
            <p:nvPr/>
          </p:nvSpPr>
          <p:spPr>
            <a:xfrm>
              <a:off x="6349900" y="37913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44"/>
            <p:cNvSpPr/>
            <p:nvPr/>
          </p:nvSpPr>
          <p:spPr>
            <a:xfrm>
              <a:off x="637325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44"/>
            <p:cNvSpPr/>
            <p:nvPr/>
          </p:nvSpPr>
          <p:spPr>
            <a:xfrm>
              <a:off x="6186625" y="377137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44"/>
            <p:cNvSpPr/>
            <p:nvPr/>
          </p:nvSpPr>
          <p:spPr>
            <a:xfrm>
              <a:off x="6209950" y="377137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44"/>
            <p:cNvSpPr/>
            <p:nvPr/>
          </p:nvSpPr>
          <p:spPr>
            <a:xfrm>
              <a:off x="6233275" y="3771375"/>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44"/>
            <p:cNvSpPr/>
            <p:nvPr/>
          </p:nvSpPr>
          <p:spPr>
            <a:xfrm>
              <a:off x="6256600" y="377137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44"/>
            <p:cNvSpPr/>
            <p:nvPr/>
          </p:nvSpPr>
          <p:spPr>
            <a:xfrm>
              <a:off x="6279950" y="3771375"/>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44"/>
            <p:cNvSpPr/>
            <p:nvPr/>
          </p:nvSpPr>
          <p:spPr>
            <a:xfrm>
              <a:off x="6303250" y="377137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44"/>
            <p:cNvSpPr/>
            <p:nvPr/>
          </p:nvSpPr>
          <p:spPr>
            <a:xfrm>
              <a:off x="6323950" y="3771375"/>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44"/>
            <p:cNvSpPr/>
            <p:nvPr/>
          </p:nvSpPr>
          <p:spPr>
            <a:xfrm>
              <a:off x="6139975" y="43917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44"/>
            <p:cNvSpPr/>
            <p:nvPr/>
          </p:nvSpPr>
          <p:spPr>
            <a:xfrm>
              <a:off x="6160650" y="4391725"/>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0"/>
                    <a:pt x="590"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44"/>
            <p:cNvSpPr/>
            <p:nvPr/>
          </p:nvSpPr>
          <p:spPr>
            <a:xfrm>
              <a:off x="6186625" y="43917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44"/>
            <p:cNvSpPr/>
            <p:nvPr/>
          </p:nvSpPr>
          <p:spPr>
            <a:xfrm>
              <a:off x="620995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44"/>
            <p:cNvSpPr/>
            <p:nvPr/>
          </p:nvSpPr>
          <p:spPr>
            <a:xfrm>
              <a:off x="6233275" y="439172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44"/>
            <p:cNvSpPr/>
            <p:nvPr/>
          </p:nvSpPr>
          <p:spPr>
            <a:xfrm>
              <a:off x="625660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44"/>
            <p:cNvSpPr/>
            <p:nvPr/>
          </p:nvSpPr>
          <p:spPr>
            <a:xfrm>
              <a:off x="6279950" y="43917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44"/>
            <p:cNvSpPr/>
            <p:nvPr/>
          </p:nvSpPr>
          <p:spPr>
            <a:xfrm>
              <a:off x="630325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44"/>
            <p:cNvSpPr/>
            <p:nvPr/>
          </p:nvSpPr>
          <p:spPr>
            <a:xfrm>
              <a:off x="6323950" y="4391725"/>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0"/>
                    <a:pt x="592"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44"/>
            <p:cNvSpPr/>
            <p:nvPr/>
          </p:nvSpPr>
          <p:spPr>
            <a:xfrm>
              <a:off x="6349900" y="43917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44"/>
            <p:cNvSpPr/>
            <p:nvPr/>
          </p:nvSpPr>
          <p:spPr>
            <a:xfrm>
              <a:off x="637325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44"/>
            <p:cNvSpPr/>
            <p:nvPr/>
          </p:nvSpPr>
          <p:spPr>
            <a:xfrm>
              <a:off x="6093325" y="437172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44"/>
            <p:cNvSpPr/>
            <p:nvPr/>
          </p:nvSpPr>
          <p:spPr>
            <a:xfrm>
              <a:off x="6116650" y="4371725"/>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44"/>
            <p:cNvSpPr/>
            <p:nvPr/>
          </p:nvSpPr>
          <p:spPr>
            <a:xfrm>
              <a:off x="6139975" y="437172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44"/>
            <p:cNvSpPr/>
            <p:nvPr/>
          </p:nvSpPr>
          <p:spPr>
            <a:xfrm>
              <a:off x="6160650" y="4371750"/>
              <a:ext cx="18300" cy="15650"/>
            </a:xfrm>
            <a:custGeom>
              <a:rect b="b" l="l" r="r" t="t"/>
              <a:pathLst>
                <a:path extrusionOk="0" h="626" w="732">
                  <a:moveTo>
                    <a:pt x="422" y="1"/>
                  </a:moveTo>
                  <a:cubicBezTo>
                    <a:pt x="421" y="1"/>
                    <a:pt x="420" y="1"/>
                    <a:pt x="419" y="1"/>
                  </a:cubicBezTo>
                  <a:cubicBezTo>
                    <a:pt x="140" y="1"/>
                    <a:pt x="1" y="336"/>
                    <a:pt x="198" y="533"/>
                  </a:cubicBezTo>
                  <a:cubicBezTo>
                    <a:pt x="262" y="597"/>
                    <a:pt x="340" y="625"/>
                    <a:pt x="417" y="625"/>
                  </a:cubicBezTo>
                  <a:cubicBezTo>
                    <a:pt x="577" y="625"/>
                    <a:pt x="731" y="501"/>
                    <a:pt x="731" y="313"/>
                  </a:cubicBezTo>
                  <a:cubicBezTo>
                    <a:pt x="731" y="141"/>
                    <a:pt x="592" y="1"/>
                    <a:pt x="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44"/>
            <p:cNvSpPr/>
            <p:nvPr/>
          </p:nvSpPr>
          <p:spPr>
            <a:xfrm>
              <a:off x="6186625" y="437172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44"/>
            <p:cNvSpPr/>
            <p:nvPr/>
          </p:nvSpPr>
          <p:spPr>
            <a:xfrm>
              <a:off x="6186625" y="441175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44"/>
            <p:cNvSpPr/>
            <p:nvPr/>
          </p:nvSpPr>
          <p:spPr>
            <a:xfrm>
              <a:off x="6209950" y="441175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44"/>
            <p:cNvSpPr/>
            <p:nvPr/>
          </p:nvSpPr>
          <p:spPr>
            <a:xfrm>
              <a:off x="6233275" y="4411750"/>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44"/>
            <p:cNvSpPr/>
            <p:nvPr/>
          </p:nvSpPr>
          <p:spPr>
            <a:xfrm>
              <a:off x="6256600" y="441175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44"/>
            <p:cNvSpPr/>
            <p:nvPr/>
          </p:nvSpPr>
          <p:spPr>
            <a:xfrm>
              <a:off x="6279950" y="441175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44"/>
            <p:cNvSpPr/>
            <p:nvPr/>
          </p:nvSpPr>
          <p:spPr>
            <a:xfrm>
              <a:off x="6303250" y="441175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44"/>
            <p:cNvSpPr/>
            <p:nvPr/>
          </p:nvSpPr>
          <p:spPr>
            <a:xfrm>
              <a:off x="6323950" y="4411750"/>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2"/>
                  </a:cubicBezTo>
                  <a:cubicBezTo>
                    <a:pt x="731" y="140"/>
                    <a:pt x="592"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44"/>
            <p:cNvSpPr/>
            <p:nvPr/>
          </p:nvSpPr>
          <p:spPr>
            <a:xfrm>
              <a:off x="620995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44"/>
            <p:cNvSpPr/>
            <p:nvPr/>
          </p:nvSpPr>
          <p:spPr>
            <a:xfrm>
              <a:off x="6233275" y="4371725"/>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44"/>
            <p:cNvSpPr/>
            <p:nvPr/>
          </p:nvSpPr>
          <p:spPr>
            <a:xfrm>
              <a:off x="625660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44"/>
            <p:cNvSpPr/>
            <p:nvPr/>
          </p:nvSpPr>
          <p:spPr>
            <a:xfrm>
              <a:off x="6279950" y="4371725"/>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44"/>
            <p:cNvSpPr/>
            <p:nvPr/>
          </p:nvSpPr>
          <p:spPr>
            <a:xfrm>
              <a:off x="630325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44"/>
            <p:cNvSpPr/>
            <p:nvPr/>
          </p:nvSpPr>
          <p:spPr>
            <a:xfrm>
              <a:off x="6323950" y="4371750"/>
              <a:ext cx="18300" cy="15650"/>
            </a:xfrm>
            <a:custGeom>
              <a:rect b="b" l="l" r="r" t="t"/>
              <a:pathLst>
                <a:path extrusionOk="0" h="626" w="732">
                  <a:moveTo>
                    <a:pt x="422" y="1"/>
                  </a:moveTo>
                  <a:cubicBezTo>
                    <a:pt x="421" y="1"/>
                    <a:pt x="420" y="1"/>
                    <a:pt x="419" y="1"/>
                  </a:cubicBezTo>
                  <a:cubicBezTo>
                    <a:pt x="418" y="1"/>
                    <a:pt x="418" y="1"/>
                    <a:pt x="417" y="1"/>
                  </a:cubicBezTo>
                  <a:cubicBezTo>
                    <a:pt x="139" y="1"/>
                    <a:pt x="1" y="336"/>
                    <a:pt x="198" y="533"/>
                  </a:cubicBezTo>
                  <a:cubicBezTo>
                    <a:pt x="261" y="597"/>
                    <a:pt x="340" y="625"/>
                    <a:pt x="417" y="625"/>
                  </a:cubicBezTo>
                  <a:cubicBezTo>
                    <a:pt x="577" y="625"/>
                    <a:pt x="731" y="501"/>
                    <a:pt x="731" y="313"/>
                  </a:cubicBezTo>
                  <a:cubicBezTo>
                    <a:pt x="731" y="141"/>
                    <a:pt x="593" y="1"/>
                    <a:pt x="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44"/>
            <p:cNvSpPr/>
            <p:nvPr/>
          </p:nvSpPr>
          <p:spPr>
            <a:xfrm>
              <a:off x="6349900" y="4371725"/>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44"/>
            <p:cNvSpPr/>
            <p:nvPr/>
          </p:nvSpPr>
          <p:spPr>
            <a:xfrm>
              <a:off x="637325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44"/>
            <p:cNvSpPr/>
            <p:nvPr/>
          </p:nvSpPr>
          <p:spPr>
            <a:xfrm>
              <a:off x="6396600" y="4371725"/>
              <a:ext cx="15625" cy="15625"/>
            </a:xfrm>
            <a:custGeom>
              <a:rect b="b" l="l" r="r" t="t"/>
              <a:pathLst>
                <a:path extrusionOk="0" h="625" w="625">
                  <a:moveTo>
                    <a:pt x="313" y="0"/>
                  </a:moveTo>
                  <a:cubicBezTo>
                    <a:pt x="140" y="0"/>
                    <a:pt x="0" y="140"/>
                    <a:pt x="0" y="313"/>
                  </a:cubicBezTo>
                  <a:cubicBezTo>
                    <a:pt x="0" y="485"/>
                    <a:pt x="140" y="625"/>
                    <a:pt x="313" y="625"/>
                  </a:cubicBezTo>
                  <a:cubicBezTo>
                    <a:pt x="484" y="625"/>
                    <a:pt x="625" y="485"/>
                    <a:pt x="625" y="313"/>
                  </a:cubicBezTo>
                  <a:cubicBezTo>
                    <a:pt x="625" y="140"/>
                    <a:pt x="484"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44"/>
            <p:cNvSpPr/>
            <p:nvPr/>
          </p:nvSpPr>
          <p:spPr>
            <a:xfrm>
              <a:off x="641990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44"/>
            <p:cNvSpPr/>
            <p:nvPr/>
          </p:nvSpPr>
          <p:spPr>
            <a:xfrm>
              <a:off x="6536550" y="4251675"/>
              <a:ext cx="15625" cy="15625"/>
            </a:xfrm>
            <a:custGeom>
              <a:rect b="b" l="l" r="r" t="t"/>
              <a:pathLst>
                <a:path extrusionOk="0" h="625" w="625">
                  <a:moveTo>
                    <a:pt x="313" y="0"/>
                  </a:moveTo>
                  <a:cubicBezTo>
                    <a:pt x="140" y="0"/>
                    <a:pt x="0" y="140"/>
                    <a:pt x="0" y="312"/>
                  </a:cubicBezTo>
                  <a:cubicBezTo>
                    <a:pt x="0" y="484"/>
                    <a:pt x="140" y="625"/>
                    <a:pt x="313" y="625"/>
                  </a:cubicBezTo>
                  <a:cubicBezTo>
                    <a:pt x="486" y="625"/>
                    <a:pt x="625" y="484"/>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44"/>
            <p:cNvSpPr/>
            <p:nvPr/>
          </p:nvSpPr>
          <p:spPr>
            <a:xfrm>
              <a:off x="6536550" y="4231650"/>
              <a:ext cx="15625" cy="15650"/>
            </a:xfrm>
            <a:custGeom>
              <a:rect b="b" l="l" r="r" t="t"/>
              <a:pathLst>
                <a:path extrusionOk="0" h="626" w="625">
                  <a:moveTo>
                    <a:pt x="313" y="1"/>
                  </a:moveTo>
                  <a:cubicBezTo>
                    <a:pt x="140" y="1"/>
                    <a:pt x="0" y="140"/>
                    <a:pt x="0" y="313"/>
                  </a:cubicBezTo>
                  <a:cubicBezTo>
                    <a:pt x="0"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44"/>
            <p:cNvSpPr/>
            <p:nvPr/>
          </p:nvSpPr>
          <p:spPr>
            <a:xfrm>
              <a:off x="6536550" y="4211650"/>
              <a:ext cx="15625" cy="15600"/>
            </a:xfrm>
            <a:custGeom>
              <a:rect b="b" l="l" r="r" t="t"/>
              <a:pathLst>
                <a:path extrusionOk="0" h="624" w="625">
                  <a:moveTo>
                    <a:pt x="313" y="0"/>
                  </a:moveTo>
                  <a:cubicBezTo>
                    <a:pt x="140" y="0"/>
                    <a:pt x="0" y="140"/>
                    <a:pt x="0" y="313"/>
                  </a:cubicBezTo>
                  <a:cubicBezTo>
                    <a:pt x="0" y="484"/>
                    <a:pt x="140" y="623"/>
                    <a:pt x="313" y="623"/>
                  </a:cubicBezTo>
                  <a:cubicBezTo>
                    <a:pt x="486" y="623"/>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44"/>
            <p:cNvSpPr/>
            <p:nvPr/>
          </p:nvSpPr>
          <p:spPr>
            <a:xfrm>
              <a:off x="6559900"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44"/>
            <p:cNvSpPr/>
            <p:nvPr/>
          </p:nvSpPr>
          <p:spPr>
            <a:xfrm>
              <a:off x="6536550" y="4191600"/>
              <a:ext cx="15625" cy="15650"/>
            </a:xfrm>
            <a:custGeom>
              <a:rect b="b" l="l" r="r" t="t"/>
              <a:pathLst>
                <a:path extrusionOk="0" h="626" w="625">
                  <a:moveTo>
                    <a:pt x="313" y="1"/>
                  </a:moveTo>
                  <a:cubicBezTo>
                    <a:pt x="140" y="1"/>
                    <a:pt x="0" y="142"/>
                    <a:pt x="0" y="313"/>
                  </a:cubicBezTo>
                  <a:cubicBezTo>
                    <a:pt x="0"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44"/>
            <p:cNvSpPr/>
            <p:nvPr/>
          </p:nvSpPr>
          <p:spPr>
            <a:xfrm>
              <a:off x="6559900"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44"/>
            <p:cNvSpPr/>
            <p:nvPr/>
          </p:nvSpPr>
          <p:spPr>
            <a:xfrm>
              <a:off x="6536550" y="4171600"/>
              <a:ext cx="15625" cy="15625"/>
            </a:xfrm>
            <a:custGeom>
              <a:rect b="b" l="l" r="r" t="t"/>
              <a:pathLst>
                <a:path extrusionOk="0" h="625" w="625">
                  <a:moveTo>
                    <a:pt x="313" y="0"/>
                  </a:moveTo>
                  <a:cubicBezTo>
                    <a:pt x="140" y="0"/>
                    <a:pt x="0" y="140"/>
                    <a:pt x="0" y="312"/>
                  </a:cubicBezTo>
                  <a:cubicBezTo>
                    <a:pt x="0"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44"/>
            <p:cNvSpPr/>
            <p:nvPr/>
          </p:nvSpPr>
          <p:spPr>
            <a:xfrm>
              <a:off x="6559900"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44"/>
            <p:cNvSpPr/>
            <p:nvPr/>
          </p:nvSpPr>
          <p:spPr>
            <a:xfrm>
              <a:off x="6536550" y="4151575"/>
              <a:ext cx="15625" cy="15650"/>
            </a:xfrm>
            <a:custGeom>
              <a:rect b="b" l="l" r="r" t="t"/>
              <a:pathLst>
                <a:path extrusionOk="0" h="626" w="625">
                  <a:moveTo>
                    <a:pt x="313" y="1"/>
                  </a:moveTo>
                  <a:cubicBezTo>
                    <a:pt x="140" y="1"/>
                    <a:pt x="0" y="140"/>
                    <a:pt x="0" y="313"/>
                  </a:cubicBezTo>
                  <a:cubicBezTo>
                    <a:pt x="0"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44"/>
            <p:cNvSpPr/>
            <p:nvPr/>
          </p:nvSpPr>
          <p:spPr>
            <a:xfrm>
              <a:off x="6559900"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44"/>
            <p:cNvSpPr/>
            <p:nvPr/>
          </p:nvSpPr>
          <p:spPr>
            <a:xfrm>
              <a:off x="6580575" y="4151575"/>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44"/>
            <p:cNvSpPr/>
            <p:nvPr/>
          </p:nvSpPr>
          <p:spPr>
            <a:xfrm>
              <a:off x="6536550" y="4131575"/>
              <a:ext cx="15625" cy="15625"/>
            </a:xfrm>
            <a:custGeom>
              <a:rect b="b" l="l" r="r" t="t"/>
              <a:pathLst>
                <a:path extrusionOk="0" h="625" w="625">
                  <a:moveTo>
                    <a:pt x="313" y="0"/>
                  </a:moveTo>
                  <a:cubicBezTo>
                    <a:pt x="140" y="0"/>
                    <a:pt x="0" y="140"/>
                    <a:pt x="0" y="313"/>
                  </a:cubicBezTo>
                  <a:cubicBezTo>
                    <a:pt x="0" y="486"/>
                    <a:pt x="140" y="625"/>
                    <a:pt x="313" y="625"/>
                  </a:cubicBezTo>
                  <a:cubicBezTo>
                    <a:pt x="486" y="625"/>
                    <a:pt x="625" y="486"/>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44"/>
            <p:cNvSpPr/>
            <p:nvPr/>
          </p:nvSpPr>
          <p:spPr>
            <a:xfrm>
              <a:off x="6559900"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44"/>
            <p:cNvSpPr/>
            <p:nvPr/>
          </p:nvSpPr>
          <p:spPr>
            <a:xfrm>
              <a:off x="6580575" y="413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3"/>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44"/>
            <p:cNvSpPr/>
            <p:nvPr/>
          </p:nvSpPr>
          <p:spPr>
            <a:xfrm>
              <a:off x="6536550" y="4111575"/>
              <a:ext cx="15625" cy="15625"/>
            </a:xfrm>
            <a:custGeom>
              <a:rect b="b" l="l" r="r" t="t"/>
              <a:pathLst>
                <a:path extrusionOk="0" h="625" w="625">
                  <a:moveTo>
                    <a:pt x="313" y="0"/>
                  </a:moveTo>
                  <a:cubicBezTo>
                    <a:pt x="140" y="0"/>
                    <a:pt x="0" y="140"/>
                    <a:pt x="0" y="312"/>
                  </a:cubicBezTo>
                  <a:cubicBezTo>
                    <a:pt x="0" y="485"/>
                    <a:pt x="140" y="625"/>
                    <a:pt x="313" y="625"/>
                  </a:cubicBezTo>
                  <a:cubicBezTo>
                    <a:pt x="486" y="625"/>
                    <a:pt x="625" y="485"/>
                    <a:pt x="625" y="312"/>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44"/>
            <p:cNvSpPr/>
            <p:nvPr/>
          </p:nvSpPr>
          <p:spPr>
            <a:xfrm>
              <a:off x="6559900"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44"/>
            <p:cNvSpPr/>
            <p:nvPr/>
          </p:nvSpPr>
          <p:spPr>
            <a:xfrm>
              <a:off x="6580575" y="411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2"/>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44"/>
            <p:cNvSpPr/>
            <p:nvPr/>
          </p:nvSpPr>
          <p:spPr>
            <a:xfrm>
              <a:off x="6536550" y="4091550"/>
              <a:ext cx="15625" cy="15650"/>
            </a:xfrm>
            <a:custGeom>
              <a:rect b="b" l="l" r="r" t="t"/>
              <a:pathLst>
                <a:path extrusionOk="0" h="626" w="625">
                  <a:moveTo>
                    <a:pt x="313" y="1"/>
                  </a:moveTo>
                  <a:cubicBezTo>
                    <a:pt x="140" y="1"/>
                    <a:pt x="0" y="140"/>
                    <a:pt x="0" y="313"/>
                  </a:cubicBezTo>
                  <a:cubicBezTo>
                    <a:pt x="0"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44"/>
            <p:cNvSpPr/>
            <p:nvPr/>
          </p:nvSpPr>
          <p:spPr>
            <a:xfrm>
              <a:off x="6559900"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44"/>
            <p:cNvSpPr/>
            <p:nvPr/>
          </p:nvSpPr>
          <p:spPr>
            <a:xfrm>
              <a:off x="6580575" y="4091550"/>
              <a:ext cx="18250" cy="15650"/>
            </a:xfrm>
            <a:custGeom>
              <a:rect b="b" l="l" r="r" t="t"/>
              <a:pathLst>
                <a:path extrusionOk="0" h="626" w="730">
                  <a:moveTo>
                    <a:pt x="418" y="1"/>
                  </a:moveTo>
                  <a:cubicBezTo>
                    <a:pt x="140" y="1"/>
                    <a:pt x="1" y="337"/>
                    <a:pt x="198" y="534"/>
                  </a:cubicBezTo>
                  <a:cubicBezTo>
                    <a:pt x="261" y="598"/>
                    <a:pt x="339" y="626"/>
                    <a:pt x="416" y="626"/>
                  </a:cubicBezTo>
                  <a:cubicBezTo>
                    <a:pt x="576" y="626"/>
                    <a:pt x="730" y="502"/>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44"/>
            <p:cNvSpPr/>
            <p:nvPr/>
          </p:nvSpPr>
          <p:spPr>
            <a:xfrm>
              <a:off x="6536550" y="4071550"/>
              <a:ext cx="15625" cy="15625"/>
            </a:xfrm>
            <a:custGeom>
              <a:rect b="b" l="l" r="r" t="t"/>
              <a:pathLst>
                <a:path extrusionOk="0" h="625" w="625">
                  <a:moveTo>
                    <a:pt x="313" y="0"/>
                  </a:moveTo>
                  <a:cubicBezTo>
                    <a:pt x="140" y="0"/>
                    <a:pt x="0" y="140"/>
                    <a:pt x="0" y="313"/>
                  </a:cubicBezTo>
                  <a:cubicBezTo>
                    <a:pt x="0" y="485"/>
                    <a:pt x="140" y="625"/>
                    <a:pt x="313" y="625"/>
                  </a:cubicBezTo>
                  <a:cubicBezTo>
                    <a:pt x="486" y="625"/>
                    <a:pt x="625" y="485"/>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44"/>
            <p:cNvSpPr/>
            <p:nvPr/>
          </p:nvSpPr>
          <p:spPr>
            <a:xfrm>
              <a:off x="6559900"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44"/>
            <p:cNvSpPr/>
            <p:nvPr/>
          </p:nvSpPr>
          <p:spPr>
            <a:xfrm>
              <a:off x="6580575" y="4071550"/>
              <a:ext cx="18250" cy="15625"/>
            </a:xfrm>
            <a:custGeom>
              <a:rect b="b" l="l" r="r" t="t"/>
              <a:pathLst>
                <a:path extrusionOk="0" h="625" w="730">
                  <a:moveTo>
                    <a:pt x="418" y="0"/>
                  </a:moveTo>
                  <a:cubicBezTo>
                    <a:pt x="140" y="0"/>
                    <a:pt x="1" y="337"/>
                    <a:pt x="198" y="532"/>
                  </a:cubicBezTo>
                  <a:cubicBezTo>
                    <a:pt x="261" y="596"/>
                    <a:pt x="339" y="625"/>
                    <a:pt x="416" y="625"/>
                  </a:cubicBezTo>
                  <a:cubicBezTo>
                    <a:pt x="576" y="625"/>
                    <a:pt x="730" y="500"/>
                    <a:pt x="730" y="313"/>
                  </a:cubicBezTo>
                  <a:cubicBezTo>
                    <a:pt x="730" y="140"/>
                    <a:pt x="591"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44"/>
            <p:cNvSpPr/>
            <p:nvPr/>
          </p:nvSpPr>
          <p:spPr>
            <a:xfrm>
              <a:off x="6536550" y="4051525"/>
              <a:ext cx="15625" cy="15650"/>
            </a:xfrm>
            <a:custGeom>
              <a:rect b="b" l="l" r="r" t="t"/>
              <a:pathLst>
                <a:path extrusionOk="0" h="626" w="625">
                  <a:moveTo>
                    <a:pt x="313" y="1"/>
                  </a:moveTo>
                  <a:cubicBezTo>
                    <a:pt x="140" y="1"/>
                    <a:pt x="0" y="140"/>
                    <a:pt x="0" y="313"/>
                  </a:cubicBezTo>
                  <a:cubicBezTo>
                    <a:pt x="0" y="486"/>
                    <a:pt x="140" y="626"/>
                    <a:pt x="313" y="626"/>
                  </a:cubicBezTo>
                  <a:cubicBezTo>
                    <a:pt x="486" y="626"/>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44"/>
            <p:cNvSpPr/>
            <p:nvPr/>
          </p:nvSpPr>
          <p:spPr>
            <a:xfrm>
              <a:off x="6559900"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44"/>
            <p:cNvSpPr/>
            <p:nvPr/>
          </p:nvSpPr>
          <p:spPr>
            <a:xfrm>
              <a:off x="6580600" y="4051525"/>
              <a:ext cx="18225" cy="15650"/>
            </a:xfrm>
            <a:custGeom>
              <a:rect b="b" l="l" r="r" t="t"/>
              <a:pathLst>
                <a:path extrusionOk="0" h="626" w="729">
                  <a:moveTo>
                    <a:pt x="419" y="1"/>
                  </a:moveTo>
                  <a:cubicBezTo>
                    <a:pt x="419" y="1"/>
                    <a:pt x="418" y="1"/>
                    <a:pt x="417" y="1"/>
                  </a:cubicBezTo>
                  <a:cubicBezTo>
                    <a:pt x="416" y="1"/>
                    <a:pt x="415" y="1"/>
                    <a:pt x="415" y="1"/>
                  </a:cubicBezTo>
                  <a:cubicBezTo>
                    <a:pt x="139" y="1"/>
                    <a:pt x="0" y="336"/>
                    <a:pt x="197" y="533"/>
                  </a:cubicBezTo>
                  <a:cubicBezTo>
                    <a:pt x="260" y="597"/>
                    <a:pt x="338" y="625"/>
                    <a:pt x="415" y="625"/>
                  </a:cubicBezTo>
                  <a:cubicBezTo>
                    <a:pt x="575" y="625"/>
                    <a:pt x="729" y="501"/>
                    <a:pt x="729" y="313"/>
                  </a:cubicBezTo>
                  <a:cubicBezTo>
                    <a:pt x="729" y="141"/>
                    <a:pt x="591" y="1"/>
                    <a:pt x="4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44"/>
            <p:cNvSpPr/>
            <p:nvPr/>
          </p:nvSpPr>
          <p:spPr>
            <a:xfrm>
              <a:off x="6536550" y="4031525"/>
              <a:ext cx="15625" cy="15650"/>
            </a:xfrm>
            <a:custGeom>
              <a:rect b="b" l="l" r="r" t="t"/>
              <a:pathLst>
                <a:path extrusionOk="0" h="626" w="625">
                  <a:moveTo>
                    <a:pt x="313" y="1"/>
                  </a:moveTo>
                  <a:cubicBezTo>
                    <a:pt x="140" y="1"/>
                    <a:pt x="0" y="140"/>
                    <a:pt x="0" y="313"/>
                  </a:cubicBezTo>
                  <a:cubicBezTo>
                    <a:pt x="0" y="486"/>
                    <a:pt x="140" y="625"/>
                    <a:pt x="313" y="625"/>
                  </a:cubicBezTo>
                  <a:cubicBezTo>
                    <a:pt x="486" y="625"/>
                    <a:pt x="625" y="486"/>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44"/>
            <p:cNvSpPr/>
            <p:nvPr/>
          </p:nvSpPr>
          <p:spPr>
            <a:xfrm>
              <a:off x="6559900"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44"/>
            <p:cNvSpPr/>
            <p:nvPr/>
          </p:nvSpPr>
          <p:spPr>
            <a:xfrm>
              <a:off x="6580575" y="4031525"/>
              <a:ext cx="18250" cy="15625"/>
            </a:xfrm>
            <a:custGeom>
              <a:rect b="b" l="l" r="r" t="t"/>
              <a:pathLst>
                <a:path extrusionOk="0" h="625" w="730">
                  <a:moveTo>
                    <a:pt x="418" y="1"/>
                  </a:moveTo>
                  <a:cubicBezTo>
                    <a:pt x="140" y="1"/>
                    <a:pt x="1" y="337"/>
                    <a:pt x="198" y="533"/>
                  </a:cubicBezTo>
                  <a:cubicBezTo>
                    <a:pt x="261" y="596"/>
                    <a:pt x="339" y="625"/>
                    <a:pt x="416" y="625"/>
                  </a:cubicBezTo>
                  <a:cubicBezTo>
                    <a:pt x="576" y="625"/>
                    <a:pt x="730" y="500"/>
                    <a:pt x="730" y="313"/>
                  </a:cubicBezTo>
                  <a:cubicBezTo>
                    <a:pt x="730" y="140"/>
                    <a:pt x="591" y="1"/>
                    <a:pt x="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44"/>
            <p:cNvSpPr/>
            <p:nvPr/>
          </p:nvSpPr>
          <p:spPr>
            <a:xfrm>
              <a:off x="6536550" y="4011525"/>
              <a:ext cx="15625" cy="15625"/>
            </a:xfrm>
            <a:custGeom>
              <a:rect b="b" l="l" r="r" t="t"/>
              <a:pathLst>
                <a:path extrusionOk="0" h="625" w="625">
                  <a:moveTo>
                    <a:pt x="313" y="0"/>
                  </a:moveTo>
                  <a:cubicBezTo>
                    <a:pt x="140" y="0"/>
                    <a:pt x="0" y="140"/>
                    <a:pt x="0" y="313"/>
                  </a:cubicBezTo>
                  <a:cubicBezTo>
                    <a:pt x="0" y="484"/>
                    <a:pt x="140" y="625"/>
                    <a:pt x="313" y="625"/>
                  </a:cubicBezTo>
                  <a:cubicBezTo>
                    <a:pt x="486" y="625"/>
                    <a:pt x="625" y="484"/>
                    <a:pt x="625" y="313"/>
                  </a:cubicBezTo>
                  <a:cubicBezTo>
                    <a:pt x="625" y="140"/>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44"/>
            <p:cNvSpPr/>
            <p:nvPr/>
          </p:nvSpPr>
          <p:spPr>
            <a:xfrm>
              <a:off x="6559900"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44"/>
            <p:cNvSpPr/>
            <p:nvPr/>
          </p:nvSpPr>
          <p:spPr>
            <a:xfrm>
              <a:off x="6536550" y="3991500"/>
              <a:ext cx="15625" cy="15650"/>
            </a:xfrm>
            <a:custGeom>
              <a:rect b="b" l="l" r="r" t="t"/>
              <a:pathLst>
                <a:path extrusionOk="0" h="626" w="625">
                  <a:moveTo>
                    <a:pt x="313" y="1"/>
                  </a:moveTo>
                  <a:cubicBezTo>
                    <a:pt x="140" y="1"/>
                    <a:pt x="0" y="140"/>
                    <a:pt x="0" y="313"/>
                  </a:cubicBezTo>
                  <a:cubicBezTo>
                    <a:pt x="0"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44"/>
            <p:cNvSpPr/>
            <p:nvPr/>
          </p:nvSpPr>
          <p:spPr>
            <a:xfrm>
              <a:off x="6559900"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44"/>
            <p:cNvSpPr/>
            <p:nvPr/>
          </p:nvSpPr>
          <p:spPr>
            <a:xfrm>
              <a:off x="6536550" y="3971500"/>
              <a:ext cx="15625" cy="15650"/>
            </a:xfrm>
            <a:custGeom>
              <a:rect b="b" l="l" r="r" t="t"/>
              <a:pathLst>
                <a:path extrusionOk="0" h="626" w="625">
                  <a:moveTo>
                    <a:pt x="313" y="1"/>
                  </a:moveTo>
                  <a:cubicBezTo>
                    <a:pt x="140" y="1"/>
                    <a:pt x="0" y="140"/>
                    <a:pt x="0" y="313"/>
                  </a:cubicBezTo>
                  <a:cubicBezTo>
                    <a:pt x="0" y="484"/>
                    <a:pt x="140" y="625"/>
                    <a:pt x="313" y="625"/>
                  </a:cubicBezTo>
                  <a:cubicBezTo>
                    <a:pt x="486" y="625"/>
                    <a:pt x="625" y="484"/>
                    <a:pt x="625" y="313"/>
                  </a:cubicBezTo>
                  <a:cubicBezTo>
                    <a:pt x="625" y="140"/>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44"/>
            <p:cNvSpPr/>
            <p:nvPr/>
          </p:nvSpPr>
          <p:spPr>
            <a:xfrm>
              <a:off x="6559900"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44"/>
            <p:cNvSpPr/>
            <p:nvPr/>
          </p:nvSpPr>
          <p:spPr>
            <a:xfrm>
              <a:off x="6536550" y="3951450"/>
              <a:ext cx="15625" cy="15650"/>
            </a:xfrm>
            <a:custGeom>
              <a:rect b="b" l="l" r="r" t="t"/>
              <a:pathLst>
                <a:path extrusionOk="0" h="626" w="625">
                  <a:moveTo>
                    <a:pt x="313" y="1"/>
                  </a:moveTo>
                  <a:cubicBezTo>
                    <a:pt x="140" y="1"/>
                    <a:pt x="0" y="142"/>
                    <a:pt x="0" y="313"/>
                  </a:cubicBezTo>
                  <a:cubicBezTo>
                    <a:pt x="0" y="486"/>
                    <a:pt x="140" y="625"/>
                    <a:pt x="313" y="625"/>
                  </a:cubicBezTo>
                  <a:cubicBezTo>
                    <a:pt x="486" y="625"/>
                    <a:pt x="625" y="486"/>
                    <a:pt x="625" y="313"/>
                  </a:cubicBezTo>
                  <a:cubicBezTo>
                    <a:pt x="625" y="142"/>
                    <a:pt x="486" y="1"/>
                    <a:pt x="3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44"/>
            <p:cNvSpPr/>
            <p:nvPr/>
          </p:nvSpPr>
          <p:spPr>
            <a:xfrm>
              <a:off x="6536550" y="3931450"/>
              <a:ext cx="15625" cy="15625"/>
            </a:xfrm>
            <a:custGeom>
              <a:rect b="b" l="l" r="r" t="t"/>
              <a:pathLst>
                <a:path extrusionOk="0" h="625" w="625">
                  <a:moveTo>
                    <a:pt x="313" y="0"/>
                  </a:moveTo>
                  <a:cubicBezTo>
                    <a:pt x="140" y="0"/>
                    <a:pt x="0" y="141"/>
                    <a:pt x="0" y="313"/>
                  </a:cubicBezTo>
                  <a:cubicBezTo>
                    <a:pt x="0" y="485"/>
                    <a:pt x="140" y="625"/>
                    <a:pt x="313" y="625"/>
                  </a:cubicBezTo>
                  <a:cubicBezTo>
                    <a:pt x="486" y="625"/>
                    <a:pt x="625" y="485"/>
                    <a:pt x="625" y="313"/>
                  </a:cubicBezTo>
                  <a:cubicBezTo>
                    <a:pt x="625" y="141"/>
                    <a:pt x="486"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7" name="Google Shape;9147;p44"/>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800"/>
              <a:buNone/>
              <a:defRPr>
                <a:latin typeface="Poppins Light"/>
                <a:ea typeface="Poppins Light"/>
                <a:cs typeface="Poppins Light"/>
                <a:sym typeface="Poppins Light"/>
              </a:defRPr>
            </a:lvl2pPr>
            <a:lvl3pPr lvl="2">
              <a:spcBef>
                <a:spcPts val="0"/>
              </a:spcBef>
              <a:spcAft>
                <a:spcPts val="0"/>
              </a:spcAft>
              <a:buSzPts val="1800"/>
              <a:buNone/>
              <a:defRPr>
                <a:latin typeface="Poppins Light"/>
                <a:ea typeface="Poppins Light"/>
                <a:cs typeface="Poppins Light"/>
                <a:sym typeface="Poppins Light"/>
              </a:defRPr>
            </a:lvl3pPr>
            <a:lvl4pPr lvl="3">
              <a:spcBef>
                <a:spcPts val="0"/>
              </a:spcBef>
              <a:spcAft>
                <a:spcPts val="0"/>
              </a:spcAft>
              <a:buSzPts val="1800"/>
              <a:buNone/>
              <a:defRPr>
                <a:latin typeface="Poppins Light"/>
                <a:ea typeface="Poppins Light"/>
                <a:cs typeface="Poppins Light"/>
                <a:sym typeface="Poppins Light"/>
              </a:defRPr>
            </a:lvl4pPr>
            <a:lvl5pPr lvl="4">
              <a:spcBef>
                <a:spcPts val="0"/>
              </a:spcBef>
              <a:spcAft>
                <a:spcPts val="0"/>
              </a:spcAft>
              <a:buSzPts val="1800"/>
              <a:buNone/>
              <a:defRPr>
                <a:latin typeface="Poppins Light"/>
                <a:ea typeface="Poppins Light"/>
                <a:cs typeface="Poppins Light"/>
                <a:sym typeface="Poppins Light"/>
              </a:defRPr>
            </a:lvl5pPr>
            <a:lvl6pPr lvl="5">
              <a:spcBef>
                <a:spcPts val="0"/>
              </a:spcBef>
              <a:spcAft>
                <a:spcPts val="0"/>
              </a:spcAft>
              <a:buSzPts val="1800"/>
              <a:buNone/>
              <a:defRPr>
                <a:latin typeface="Poppins Light"/>
                <a:ea typeface="Poppins Light"/>
                <a:cs typeface="Poppins Light"/>
                <a:sym typeface="Poppins Light"/>
              </a:defRPr>
            </a:lvl6pPr>
            <a:lvl7pPr lvl="6">
              <a:spcBef>
                <a:spcPts val="0"/>
              </a:spcBef>
              <a:spcAft>
                <a:spcPts val="0"/>
              </a:spcAft>
              <a:buSzPts val="1800"/>
              <a:buNone/>
              <a:defRPr>
                <a:latin typeface="Poppins Light"/>
                <a:ea typeface="Poppins Light"/>
                <a:cs typeface="Poppins Light"/>
                <a:sym typeface="Poppins Light"/>
              </a:defRPr>
            </a:lvl7pPr>
            <a:lvl8pPr lvl="7">
              <a:spcBef>
                <a:spcPts val="0"/>
              </a:spcBef>
              <a:spcAft>
                <a:spcPts val="0"/>
              </a:spcAft>
              <a:buSzPts val="1800"/>
              <a:buNone/>
              <a:defRPr>
                <a:latin typeface="Poppins Light"/>
                <a:ea typeface="Poppins Light"/>
                <a:cs typeface="Poppins Light"/>
                <a:sym typeface="Poppins Light"/>
              </a:defRPr>
            </a:lvl8pPr>
            <a:lvl9pPr lvl="8">
              <a:spcBef>
                <a:spcPts val="0"/>
              </a:spcBef>
              <a:spcAft>
                <a:spcPts val="0"/>
              </a:spcAft>
              <a:buSzPts val="1800"/>
              <a:buNone/>
              <a:defRPr>
                <a:latin typeface="Poppins Light"/>
                <a:ea typeface="Poppins Light"/>
                <a:cs typeface="Poppins Light"/>
                <a:sym typeface="Poppins Light"/>
              </a:defRPr>
            </a:lvl9pPr>
          </a:lstStyle>
          <a:p/>
        </p:txBody>
      </p:sp>
      <p:sp>
        <p:nvSpPr>
          <p:cNvPr id="9148" name="Google Shape;9148;p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12_1">
    <p:spTree>
      <p:nvGrpSpPr>
        <p:cNvPr id="9149" name="Shape 9149"/>
        <p:cNvGrpSpPr/>
        <p:nvPr/>
      </p:nvGrpSpPr>
      <p:grpSpPr>
        <a:xfrm>
          <a:off x="0" y="0"/>
          <a:ext cx="0" cy="0"/>
          <a:chOff x="0" y="0"/>
          <a:chExt cx="0" cy="0"/>
        </a:xfrm>
      </p:grpSpPr>
      <p:grpSp>
        <p:nvGrpSpPr>
          <p:cNvPr id="9150" name="Google Shape;9150;p45"/>
          <p:cNvGrpSpPr/>
          <p:nvPr/>
        </p:nvGrpSpPr>
        <p:grpSpPr>
          <a:xfrm>
            <a:off x="8539912" y="293601"/>
            <a:ext cx="349968" cy="2052568"/>
            <a:chOff x="1037125" y="2236325"/>
            <a:chExt cx="149100" cy="874475"/>
          </a:xfrm>
        </p:grpSpPr>
        <p:sp>
          <p:nvSpPr>
            <p:cNvPr id="9151" name="Google Shape;9151;p45"/>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45"/>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45"/>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45"/>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45"/>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45"/>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45"/>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45"/>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45"/>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45"/>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45"/>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45"/>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45"/>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45"/>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45"/>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45"/>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45"/>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45"/>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45"/>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45"/>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45"/>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45"/>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45"/>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45"/>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45"/>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45"/>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45"/>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45"/>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45"/>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45"/>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45"/>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45"/>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45"/>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45"/>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45"/>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45"/>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7" name="Google Shape;9187;p45"/>
          <p:cNvSpPr/>
          <p:nvPr/>
        </p:nvSpPr>
        <p:spPr>
          <a:xfrm rot="1800025">
            <a:off x="8396078" y="4375925"/>
            <a:ext cx="1088454" cy="94258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45"/>
          <p:cNvSpPr/>
          <p:nvPr/>
        </p:nvSpPr>
        <p:spPr>
          <a:xfrm>
            <a:off x="369922" y="413254"/>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45"/>
          <p:cNvSpPr/>
          <p:nvPr/>
        </p:nvSpPr>
        <p:spPr>
          <a:xfrm rot="-5400000">
            <a:off x="-723525" y="-303062"/>
            <a:ext cx="1247936" cy="1094228"/>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45"/>
          <p:cNvSpPr txBox="1"/>
          <p:nvPr>
            <p:ph idx="1" type="subTitle"/>
          </p:nvPr>
        </p:nvSpPr>
        <p:spPr>
          <a:xfrm>
            <a:off x="722375" y="3286925"/>
            <a:ext cx="2327100" cy="47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lgn="ctr">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9191" name="Google Shape;9191;p45"/>
          <p:cNvSpPr txBox="1"/>
          <p:nvPr>
            <p:ph idx="2" type="subTitle"/>
          </p:nvPr>
        </p:nvSpPr>
        <p:spPr>
          <a:xfrm>
            <a:off x="722375" y="3625446"/>
            <a:ext cx="23271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9192" name="Google Shape;9192;p45"/>
          <p:cNvSpPr txBox="1"/>
          <p:nvPr>
            <p:ph idx="3" type="subTitle"/>
          </p:nvPr>
        </p:nvSpPr>
        <p:spPr>
          <a:xfrm>
            <a:off x="6094525" y="3286925"/>
            <a:ext cx="2327100" cy="47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lgn="ctr">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9193" name="Google Shape;9193;p45"/>
          <p:cNvSpPr txBox="1"/>
          <p:nvPr>
            <p:ph idx="4" type="subTitle"/>
          </p:nvPr>
        </p:nvSpPr>
        <p:spPr>
          <a:xfrm>
            <a:off x="6094525" y="3625446"/>
            <a:ext cx="23271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9194" name="Google Shape;9194;p45"/>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atin typeface="Poppins Light"/>
                <a:ea typeface="Poppins Light"/>
                <a:cs typeface="Poppins Light"/>
                <a:sym typeface="Poppins Light"/>
              </a:defRPr>
            </a:lvl2pPr>
            <a:lvl3pPr lvl="2" rtl="0">
              <a:spcBef>
                <a:spcPts val="0"/>
              </a:spcBef>
              <a:spcAft>
                <a:spcPts val="0"/>
              </a:spcAft>
              <a:buSzPts val="1800"/>
              <a:buNone/>
              <a:defRPr>
                <a:latin typeface="Poppins Light"/>
                <a:ea typeface="Poppins Light"/>
                <a:cs typeface="Poppins Light"/>
                <a:sym typeface="Poppins Light"/>
              </a:defRPr>
            </a:lvl3pPr>
            <a:lvl4pPr lvl="3" rtl="0">
              <a:spcBef>
                <a:spcPts val="0"/>
              </a:spcBef>
              <a:spcAft>
                <a:spcPts val="0"/>
              </a:spcAft>
              <a:buSzPts val="1800"/>
              <a:buNone/>
              <a:defRPr>
                <a:latin typeface="Poppins Light"/>
                <a:ea typeface="Poppins Light"/>
                <a:cs typeface="Poppins Light"/>
                <a:sym typeface="Poppins Light"/>
              </a:defRPr>
            </a:lvl4pPr>
            <a:lvl5pPr lvl="4" rtl="0">
              <a:spcBef>
                <a:spcPts val="0"/>
              </a:spcBef>
              <a:spcAft>
                <a:spcPts val="0"/>
              </a:spcAft>
              <a:buSzPts val="1800"/>
              <a:buNone/>
              <a:defRPr>
                <a:latin typeface="Poppins Light"/>
                <a:ea typeface="Poppins Light"/>
                <a:cs typeface="Poppins Light"/>
                <a:sym typeface="Poppins Light"/>
              </a:defRPr>
            </a:lvl5pPr>
            <a:lvl6pPr lvl="5" rtl="0">
              <a:spcBef>
                <a:spcPts val="0"/>
              </a:spcBef>
              <a:spcAft>
                <a:spcPts val="0"/>
              </a:spcAft>
              <a:buSzPts val="1800"/>
              <a:buNone/>
              <a:defRPr>
                <a:latin typeface="Poppins Light"/>
                <a:ea typeface="Poppins Light"/>
                <a:cs typeface="Poppins Light"/>
                <a:sym typeface="Poppins Light"/>
              </a:defRPr>
            </a:lvl6pPr>
            <a:lvl7pPr lvl="6" rtl="0">
              <a:spcBef>
                <a:spcPts val="0"/>
              </a:spcBef>
              <a:spcAft>
                <a:spcPts val="0"/>
              </a:spcAft>
              <a:buSzPts val="1800"/>
              <a:buNone/>
              <a:defRPr>
                <a:latin typeface="Poppins Light"/>
                <a:ea typeface="Poppins Light"/>
                <a:cs typeface="Poppins Light"/>
                <a:sym typeface="Poppins Light"/>
              </a:defRPr>
            </a:lvl7pPr>
            <a:lvl8pPr lvl="7" rtl="0">
              <a:spcBef>
                <a:spcPts val="0"/>
              </a:spcBef>
              <a:spcAft>
                <a:spcPts val="0"/>
              </a:spcAft>
              <a:buSzPts val="1800"/>
              <a:buNone/>
              <a:defRPr>
                <a:latin typeface="Poppins Light"/>
                <a:ea typeface="Poppins Light"/>
                <a:cs typeface="Poppins Light"/>
                <a:sym typeface="Poppins Light"/>
              </a:defRPr>
            </a:lvl8pPr>
            <a:lvl9pPr lvl="8" rtl="0">
              <a:spcBef>
                <a:spcPts val="0"/>
              </a:spcBef>
              <a:spcAft>
                <a:spcPts val="0"/>
              </a:spcAft>
              <a:buSzPts val="1800"/>
              <a:buNone/>
              <a:defRPr>
                <a:latin typeface="Poppins Light"/>
                <a:ea typeface="Poppins Light"/>
                <a:cs typeface="Poppins Light"/>
                <a:sym typeface="Poppins Light"/>
              </a:defRPr>
            </a:lvl9pPr>
          </a:lstStyle>
          <a:p/>
        </p:txBody>
      </p:sp>
      <p:sp>
        <p:nvSpPr>
          <p:cNvPr id="9195" name="Google Shape;9195;p45"/>
          <p:cNvSpPr txBox="1"/>
          <p:nvPr>
            <p:ph idx="5" type="subTitle"/>
          </p:nvPr>
        </p:nvSpPr>
        <p:spPr>
          <a:xfrm>
            <a:off x="3408450" y="3536867"/>
            <a:ext cx="2327100" cy="47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lgn="ctr">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lgn="ctr">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lgn="ctr">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9196" name="Google Shape;9196;p45"/>
          <p:cNvSpPr txBox="1"/>
          <p:nvPr>
            <p:ph idx="6" type="subTitle"/>
          </p:nvPr>
        </p:nvSpPr>
        <p:spPr>
          <a:xfrm>
            <a:off x="3408450" y="3875388"/>
            <a:ext cx="2327100" cy="54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9197" name="Google Shape;9197;p4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4">
    <p:spTree>
      <p:nvGrpSpPr>
        <p:cNvPr id="9198" name="Shape 9198"/>
        <p:cNvGrpSpPr/>
        <p:nvPr/>
      </p:nvGrpSpPr>
      <p:grpSpPr>
        <a:xfrm>
          <a:off x="0" y="0"/>
          <a:ext cx="0" cy="0"/>
          <a:chOff x="0" y="0"/>
          <a:chExt cx="0" cy="0"/>
        </a:xfrm>
      </p:grpSpPr>
      <p:sp>
        <p:nvSpPr>
          <p:cNvPr id="9199" name="Google Shape;9199;p46"/>
          <p:cNvSpPr txBox="1"/>
          <p:nvPr>
            <p:ph idx="1" type="subTitle"/>
          </p:nvPr>
        </p:nvSpPr>
        <p:spPr>
          <a:xfrm>
            <a:off x="5867050" y="1986907"/>
            <a:ext cx="2808000" cy="41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1pPr>
            <a:lvl2pPr lvl="1" rtl="0">
              <a:spcBef>
                <a:spcPts val="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2pPr>
            <a:lvl3pPr lvl="2"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3pPr>
            <a:lvl4pPr lvl="3"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4pPr>
            <a:lvl5pPr lvl="4"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5pPr>
            <a:lvl6pPr lvl="5"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6pPr>
            <a:lvl7pPr lvl="6"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7pPr>
            <a:lvl8pPr lvl="7" rtl="0">
              <a:spcBef>
                <a:spcPts val="1600"/>
              </a:spcBef>
              <a:spcAft>
                <a:spcPts val="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8pPr>
            <a:lvl9pPr lvl="8" rtl="0">
              <a:spcBef>
                <a:spcPts val="1600"/>
              </a:spcBef>
              <a:spcAft>
                <a:spcPts val="1600"/>
              </a:spcAft>
              <a:buClr>
                <a:schemeClr val="accent1"/>
              </a:buClr>
              <a:buSzPts val="1600"/>
              <a:buFont typeface="Poppins SemiBold"/>
              <a:buNone/>
              <a:defRPr sz="1600">
                <a:solidFill>
                  <a:schemeClr val="accent1"/>
                </a:solidFill>
                <a:latin typeface="Poppins SemiBold"/>
                <a:ea typeface="Poppins SemiBold"/>
                <a:cs typeface="Poppins SemiBold"/>
                <a:sym typeface="Poppins SemiBold"/>
              </a:defRPr>
            </a:lvl9pPr>
          </a:lstStyle>
          <a:p/>
        </p:txBody>
      </p:sp>
      <p:sp>
        <p:nvSpPr>
          <p:cNvPr id="9200" name="Google Shape;9200;p46"/>
          <p:cNvSpPr txBox="1"/>
          <p:nvPr>
            <p:ph idx="2" type="subTitle"/>
          </p:nvPr>
        </p:nvSpPr>
        <p:spPr>
          <a:xfrm>
            <a:off x="5867050" y="2497900"/>
            <a:ext cx="2345700" cy="1629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1600"/>
              </a:spcBef>
              <a:spcAft>
                <a:spcPts val="0"/>
              </a:spcAft>
              <a:buSzPts val="1400"/>
              <a:buFont typeface="Poppins Light"/>
              <a:buNone/>
              <a:defRPr>
                <a:latin typeface="Poppins Light"/>
                <a:ea typeface="Poppins Light"/>
                <a:cs typeface="Poppins Light"/>
                <a:sym typeface="Poppins Light"/>
              </a:defRPr>
            </a:lvl2pPr>
            <a:lvl3pPr lvl="2" rtl="0">
              <a:spcBef>
                <a:spcPts val="1600"/>
              </a:spcBef>
              <a:spcAft>
                <a:spcPts val="0"/>
              </a:spcAft>
              <a:buSzPts val="1400"/>
              <a:buFont typeface="Poppins Light"/>
              <a:buNone/>
              <a:defRPr>
                <a:latin typeface="Poppins Light"/>
                <a:ea typeface="Poppins Light"/>
                <a:cs typeface="Poppins Light"/>
                <a:sym typeface="Poppins Light"/>
              </a:defRPr>
            </a:lvl3pPr>
            <a:lvl4pPr lvl="3" rtl="0">
              <a:spcBef>
                <a:spcPts val="1600"/>
              </a:spcBef>
              <a:spcAft>
                <a:spcPts val="0"/>
              </a:spcAft>
              <a:buSzPts val="1400"/>
              <a:buFont typeface="Poppins Light"/>
              <a:buNone/>
              <a:defRPr>
                <a:latin typeface="Poppins Light"/>
                <a:ea typeface="Poppins Light"/>
                <a:cs typeface="Poppins Light"/>
                <a:sym typeface="Poppins Light"/>
              </a:defRPr>
            </a:lvl4pPr>
            <a:lvl5pPr lvl="4" rtl="0">
              <a:spcBef>
                <a:spcPts val="1600"/>
              </a:spcBef>
              <a:spcAft>
                <a:spcPts val="0"/>
              </a:spcAft>
              <a:buSzPts val="1400"/>
              <a:buFont typeface="Poppins Light"/>
              <a:buNone/>
              <a:defRPr>
                <a:latin typeface="Poppins Light"/>
                <a:ea typeface="Poppins Light"/>
                <a:cs typeface="Poppins Light"/>
                <a:sym typeface="Poppins Light"/>
              </a:defRPr>
            </a:lvl5pPr>
            <a:lvl6pPr lvl="5" rtl="0">
              <a:spcBef>
                <a:spcPts val="1600"/>
              </a:spcBef>
              <a:spcAft>
                <a:spcPts val="0"/>
              </a:spcAft>
              <a:buSzPts val="1400"/>
              <a:buFont typeface="Poppins Light"/>
              <a:buNone/>
              <a:defRPr>
                <a:latin typeface="Poppins Light"/>
                <a:ea typeface="Poppins Light"/>
                <a:cs typeface="Poppins Light"/>
                <a:sym typeface="Poppins Light"/>
              </a:defRPr>
            </a:lvl6pPr>
            <a:lvl7pPr lvl="6" rtl="0">
              <a:spcBef>
                <a:spcPts val="1600"/>
              </a:spcBef>
              <a:spcAft>
                <a:spcPts val="0"/>
              </a:spcAft>
              <a:buSzPts val="1400"/>
              <a:buFont typeface="Poppins Light"/>
              <a:buNone/>
              <a:defRPr>
                <a:latin typeface="Poppins Light"/>
                <a:ea typeface="Poppins Light"/>
                <a:cs typeface="Poppins Light"/>
                <a:sym typeface="Poppins Light"/>
              </a:defRPr>
            </a:lvl7pPr>
            <a:lvl8pPr lvl="7" rtl="0">
              <a:spcBef>
                <a:spcPts val="1600"/>
              </a:spcBef>
              <a:spcAft>
                <a:spcPts val="0"/>
              </a:spcAft>
              <a:buSzPts val="1400"/>
              <a:buFont typeface="Poppins Light"/>
              <a:buNone/>
              <a:defRPr>
                <a:latin typeface="Poppins Light"/>
                <a:ea typeface="Poppins Light"/>
                <a:cs typeface="Poppins Light"/>
                <a:sym typeface="Poppins Light"/>
              </a:defRPr>
            </a:lvl8pPr>
            <a:lvl9pPr lvl="8" rtl="0">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9201" name="Google Shape;9201;p46"/>
          <p:cNvSpPr txBox="1"/>
          <p:nvPr>
            <p:ph type="title"/>
          </p:nvPr>
        </p:nvSpPr>
        <p:spPr>
          <a:xfrm>
            <a:off x="1700775" y="431402"/>
            <a:ext cx="57426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atin typeface="Poppins Light"/>
                <a:ea typeface="Poppins Light"/>
                <a:cs typeface="Poppins Light"/>
                <a:sym typeface="Poppins Light"/>
              </a:defRPr>
            </a:lvl2pPr>
            <a:lvl3pPr lvl="2" rtl="0">
              <a:spcBef>
                <a:spcPts val="0"/>
              </a:spcBef>
              <a:spcAft>
                <a:spcPts val="0"/>
              </a:spcAft>
              <a:buSzPts val="1800"/>
              <a:buNone/>
              <a:defRPr>
                <a:latin typeface="Poppins Light"/>
                <a:ea typeface="Poppins Light"/>
                <a:cs typeface="Poppins Light"/>
                <a:sym typeface="Poppins Light"/>
              </a:defRPr>
            </a:lvl3pPr>
            <a:lvl4pPr lvl="3" rtl="0">
              <a:spcBef>
                <a:spcPts val="0"/>
              </a:spcBef>
              <a:spcAft>
                <a:spcPts val="0"/>
              </a:spcAft>
              <a:buSzPts val="1800"/>
              <a:buNone/>
              <a:defRPr>
                <a:latin typeface="Poppins Light"/>
                <a:ea typeface="Poppins Light"/>
                <a:cs typeface="Poppins Light"/>
                <a:sym typeface="Poppins Light"/>
              </a:defRPr>
            </a:lvl4pPr>
            <a:lvl5pPr lvl="4" rtl="0">
              <a:spcBef>
                <a:spcPts val="0"/>
              </a:spcBef>
              <a:spcAft>
                <a:spcPts val="0"/>
              </a:spcAft>
              <a:buSzPts val="1800"/>
              <a:buNone/>
              <a:defRPr>
                <a:latin typeface="Poppins Light"/>
                <a:ea typeface="Poppins Light"/>
                <a:cs typeface="Poppins Light"/>
                <a:sym typeface="Poppins Light"/>
              </a:defRPr>
            </a:lvl5pPr>
            <a:lvl6pPr lvl="5" rtl="0">
              <a:spcBef>
                <a:spcPts val="0"/>
              </a:spcBef>
              <a:spcAft>
                <a:spcPts val="0"/>
              </a:spcAft>
              <a:buSzPts val="1800"/>
              <a:buNone/>
              <a:defRPr>
                <a:latin typeface="Poppins Light"/>
                <a:ea typeface="Poppins Light"/>
                <a:cs typeface="Poppins Light"/>
                <a:sym typeface="Poppins Light"/>
              </a:defRPr>
            </a:lvl6pPr>
            <a:lvl7pPr lvl="6" rtl="0">
              <a:spcBef>
                <a:spcPts val="0"/>
              </a:spcBef>
              <a:spcAft>
                <a:spcPts val="0"/>
              </a:spcAft>
              <a:buSzPts val="1800"/>
              <a:buNone/>
              <a:defRPr>
                <a:latin typeface="Poppins Light"/>
                <a:ea typeface="Poppins Light"/>
                <a:cs typeface="Poppins Light"/>
                <a:sym typeface="Poppins Light"/>
              </a:defRPr>
            </a:lvl7pPr>
            <a:lvl8pPr lvl="7" rtl="0">
              <a:spcBef>
                <a:spcPts val="0"/>
              </a:spcBef>
              <a:spcAft>
                <a:spcPts val="0"/>
              </a:spcAft>
              <a:buSzPts val="1800"/>
              <a:buNone/>
              <a:defRPr>
                <a:latin typeface="Poppins Light"/>
                <a:ea typeface="Poppins Light"/>
                <a:cs typeface="Poppins Light"/>
                <a:sym typeface="Poppins Light"/>
              </a:defRPr>
            </a:lvl8pPr>
            <a:lvl9pPr lvl="8" rtl="0">
              <a:spcBef>
                <a:spcPts val="0"/>
              </a:spcBef>
              <a:spcAft>
                <a:spcPts val="0"/>
              </a:spcAft>
              <a:buSzPts val="1800"/>
              <a:buNone/>
              <a:defRPr>
                <a:latin typeface="Poppins Light"/>
                <a:ea typeface="Poppins Light"/>
                <a:cs typeface="Poppins Light"/>
                <a:sym typeface="Poppins Light"/>
              </a:defRPr>
            </a:lvl9pPr>
          </a:lstStyle>
          <a:p/>
        </p:txBody>
      </p:sp>
      <p:grpSp>
        <p:nvGrpSpPr>
          <p:cNvPr id="9202" name="Google Shape;9202;p46"/>
          <p:cNvGrpSpPr/>
          <p:nvPr/>
        </p:nvGrpSpPr>
        <p:grpSpPr>
          <a:xfrm rot="10800000">
            <a:off x="8480754" y="3456890"/>
            <a:ext cx="274836" cy="1611920"/>
            <a:chOff x="4769975" y="2151700"/>
            <a:chExt cx="149100" cy="874475"/>
          </a:xfrm>
        </p:grpSpPr>
        <p:sp>
          <p:nvSpPr>
            <p:cNvPr id="9203" name="Google Shape;9203;p46"/>
            <p:cNvSpPr/>
            <p:nvPr/>
          </p:nvSpPr>
          <p:spPr>
            <a:xfrm>
              <a:off x="4904400" y="2386775"/>
              <a:ext cx="14675" cy="12600"/>
            </a:xfrm>
            <a:custGeom>
              <a:rect b="b" l="l" r="r" t="t"/>
              <a:pathLst>
                <a:path extrusionOk="0" h="504" w="587">
                  <a:moveTo>
                    <a:pt x="334" y="1"/>
                  </a:moveTo>
                  <a:cubicBezTo>
                    <a:pt x="273" y="1"/>
                    <a:pt x="210" y="23"/>
                    <a:pt x="159" y="74"/>
                  </a:cubicBezTo>
                  <a:cubicBezTo>
                    <a:pt x="0" y="232"/>
                    <a:pt x="112" y="503"/>
                    <a:pt x="337" y="503"/>
                  </a:cubicBezTo>
                  <a:cubicBezTo>
                    <a:pt x="475" y="503"/>
                    <a:pt x="587" y="390"/>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46"/>
            <p:cNvSpPr/>
            <p:nvPr/>
          </p:nvSpPr>
          <p:spPr>
            <a:xfrm>
              <a:off x="4904400" y="2465125"/>
              <a:ext cx="14675" cy="12575"/>
            </a:xfrm>
            <a:custGeom>
              <a:rect b="b" l="l" r="r" t="t"/>
              <a:pathLst>
                <a:path extrusionOk="0" h="503" w="587">
                  <a:moveTo>
                    <a:pt x="335" y="0"/>
                  </a:moveTo>
                  <a:cubicBezTo>
                    <a:pt x="273" y="0"/>
                    <a:pt x="211"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46"/>
            <p:cNvSpPr/>
            <p:nvPr/>
          </p:nvSpPr>
          <p:spPr>
            <a:xfrm>
              <a:off x="4904425" y="2543475"/>
              <a:ext cx="14650" cy="12600"/>
            </a:xfrm>
            <a:custGeom>
              <a:rect b="b" l="l" r="r" t="t"/>
              <a:pathLst>
                <a:path extrusionOk="0" h="504" w="586">
                  <a:moveTo>
                    <a:pt x="333" y="1"/>
                  </a:moveTo>
                  <a:cubicBezTo>
                    <a:pt x="272" y="1"/>
                    <a:pt x="209" y="23"/>
                    <a:pt x="158" y="74"/>
                  </a:cubicBezTo>
                  <a:cubicBezTo>
                    <a:pt x="1" y="232"/>
                    <a:pt x="111" y="503"/>
                    <a:pt x="336" y="503"/>
                  </a:cubicBezTo>
                  <a:cubicBezTo>
                    <a:pt x="474" y="503"/>
                    <a:pt x="586" y="391"/>
                    <a:pt x="586" y="252"/>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46"/>
            <p:cNvSpPr/>
            <p:nvPr/>
          </p:nvSpPr>
          <p:spPr>
            <a:xfrm>
              <a:off x="4904425" y="2621850"/>
              <a:ext cx="14650" cy="12550"/>
            </a:xfrm>
            <a:custGeom>
              <a:rect b="b" l="l" r="r" t="t"/>
              <a:pathLst>
                <a:path extrusionOk="0" h="502" w="586">
                  <a:moveTo>
                    <a:pt x="333" y="0"/>
                  </a:moveTo>
                  <a:cubicBezTo>
                    <a:pt x="272" y="0"/>
                    <a:pt x="209" y="23"/>
                    <a:pt x="158" y="74"/>
                  </a:cubicBezTo>
                  <a:cubicBezTo>
                    <a:pt x="1" y="232"/>
                    <a:pt x="111" y="501"/>
                    <a:pt x="336" y="501"/>
                  </a:cubicBezTo>
                  <a:cubicBezTo>
                    <a:pt x="474"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46"/>
            <p:cNvSpPr/>
            <p:nvPr/>
          </p:nvSpPr>
          <p:spPr>
            <a:xfrm>
              <a:off x="4904400" y="270017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46"/>
            <p:cNvSpPr/>
            <p:nvPr/>
          </p:nvSpPr>
          <p:spPr>
            <a:xfrm>
              <a:off x="4837200" y="2386775"/>
              <a:ext cx="14700" cy="12600"/>
            </a:xfrm>
            <a:custGeom>
              <a:rect b="b" l="l" r="r" t="t"/>
              <a:pathLst>
                <a:path extrusionOk="0" h="504" w="588">
                  <a:moveTo>
                    <a:pt x="334" y="1"/>
                  </a:moveTo>
                  <a:cubicBezTo>
                    <a:pt x="272" y="1"/>
                    <a:pt x="209" y="23"/>
                    <a:pt x="158" y="74"/>
                  </a:cubicBezTo>
                  <a:cubicBezTo>
                    <a:pt x="1" y="232"/>
                    <a:pt x="113" y="503"/>
                    <a:pt x="336" y="503"/>
                  </a:cubicBezTo>
                  <a:cubicBezTo>
                    <a:pt x="475" y="502"/>
                    <a:pt x="587" y="390"/>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46"/>
            <p:cNvSpPr/>
            <p:nvPr/>
          </p:nvSpPr>
          <p:spPr>
            <a:xfrm>
              <a:off x="4837200" y="2465125"/>
              <a:ext cx="14700" cy="12575"/>
            </a:xfrm>
            <a:custGeom>
              <a:rect b="b" l="l" r="r" t="t"/>
              <a:pathLst>
                <a:path extrusionOk="0" h="503" w="588">
                  <a:moveTo>
                    <a:pt x="334" y="0"/>
                  </a:moveTo>
                  <a:cubicBezTo>
                    <a:pt x="272" y="0"/>
                    <a:pt x="209" y="23"/>
                    <a:pt x="158" y="75"/>
                  </a:cubicBezTo>
                  <a:cubicBezTo>
                    <a:pt x="1" y="233"/>
                    <a:pt x="113" y="502"/>
                    <a:pt x="336" y="502"/>
                  </a:cubicBezTo>
                  <a:cubicBezTo>
                    <a:pt x="475" y="502"/>
                    <a:pt x="587" y="390"/>
                    <a:pt x="587" y="252"/>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46"/>
            <p:cNvSpPr/>
            <p:nvPr/>
          </p:nvSpPr>
          <p:spPr>
            <a:xfrm>
              <a:off x="4837200" y="2543475"/>
              <a:ext cx="14700" cy="12600"/>
            </a:xfrm>
            <a:custGeom>
              <a:rect b="b" l="l" r="r" t="t"/>
              <a:pathLst>
                <a:path extrusionOk="0" h="504" w="588">
                  <a:moveTo>
                    <a:pt x="334" y="1"/>
                  </a:moveTo>
                  <a:cubicBezTo>
                    <a:pt x="272" y="1"/>
                    <a:pt x="209" y="23"/>
                    <a:pt x="158" y="74"/>
                  </a:cubicBezTo>
                  <a:cubicBezTo>
                    <a:pt x="1" y="232"/>
                    <a:pt x="113" y="503"/>
                    <a:pt x="336" y="503"/>
                  </a:cubicBezTo>
                  <a:cubicBezTo>
                    <a:pt x="475" y="503"/>
                    <a:pt x="587" y="391"/>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46"/>
            <p:cNvSpPr/>
            <p:nvPr/>
          </p:nvSpPr>
          <p:spPr>
            <a:xfrm>
              <a:off x="4837200" y="2621850"/>
              <a:ext cx="14700" cy="12550"/>
            </a:xfrm>
            <a:custGeom>
              <a:rect b="b" l="l" r="r" t="t"/>
              <a:pathLst>
                <a:path extrusionOk="0" h="502" w="588">
                  <a:moveTo>
                    <a:pt x="334" y="0"/>
                  </a:moveTo>
                  <a:cubicBezTo>
                    <a:pt x="272" y="0"/>
                    <a:pt x="209" y="23"/>
                    <a:pt x="158" y="74"/>
                  </a:cubicBezTo>
                  <a:cubicBezTo>
                    <a:pt x="1" y="232"/>
                    <a:pt x="113" y="501"/>
                    <a:pt x="336" y="501"/>
                  </a:cubicBezTo>
                  <a:cubicBezTo>
                    <a:pt x="475" y="501"/>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46"/>
            <p:cNvSpPr/>
            <p:nvPr/>
          </p:nvSpPr>
          <p:spPr>
            <a:xfrm>
              <a:off x="4837200" y="2700175"/>
              <a:ext cx="14700" cy="12600"/>
            </a:xfrm>
            <a:custGeom>
              <a:rect b="b" l="l" r="r" t="t"/>
              <a:pathLst>
                <a:path extrusionOk="0" h="504" w="588">
                  <a:moveTo>
                    <a:pt x="333" y="1"/>
                  </a:moveTo>
                  <a:cubicBezTo>
                    <a:pt x="272" y="1"/>
                    <a:pt x="209" y="23"/>
                    <a:pt x="158" y="74"/>
                  </a:cubicBezTo>
                  <a:cubicBezTo>
                    <a:pt x="1" y="233"/>
                    <a:pt x="113" y="503"/>
                    <a:pt x="336" y="503"/>
                  </a:cubicBezTo>
                  <a:cubicBezTo>
                    <a:pt x="475" y="503"/>
                    <a:pt x="587" y="391"/>
                    <a:pt x="587" y="253"/>
                  </a:cubicBezTo>
                  <a:cubicBezTo>
                    <a:pt x="587" y="101"/>
                    <a:pt x="463"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46"/>
            <p:cNvSpPr/>
            <p:nvPr/>
          </p:nvSpPr>
          <p:spPr>
            <a:xfrm>
              <a:off x="4769975" y="2386775"/>
              <a:ext cx="14700" cy="12600"/>
            </a:xfrm>
            <a:custGeom>
              <a:rect b="b" l="l" r="r" t="t"/>
              <a:pathLst>
                <a:path extrusionOk="0" h="504" w="588">
                  <a:moveTo>
                    <a:pt x="335" y="1"/>
                  </a:moveTo>
                  <a:cubicBezTo>
                    <a:pt x="273" y="1"/>
                    <a:pt x="211" y="23"/>
                    <a:pt x="160" y="74"/>
                  </a:cubicBezTo>
                  <a:cubicBezTo>
                    <a:pt x="1" y="232"/>
                    <a:pt x="113" y="503"/>
                    <a:pt x="337" y="503"/>
                  </a:cubicBezTo>
                  <a:cubicBezTo>
                    <a:pt x="475" y="503"/>
                    <a:pt x="587" y="390"/>
                    <a:pt x="587" y="252"/>
                  </a:cubicBezTo>
                  <a:cubicBezTo>
                    <a:pt x="587" y="101"/>
                    <a:pt x="463"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46"/>
            <p:cNvSpPr/>
            <p:nvPr/>
          </p:nvSpPr>
          <p:spPr>
            <a:xfrm>
              <a:off x="4769975" y="2465125"/>
              <a:ext cx="14700" cy="12575"/>
            </a:xfrm>
            <a:custGeom>
              <a:rect b="b" l="l" r="r" t="t"/>
              <a:pathLst>
                <a:path extrusionOk="0" h="503" w="588">
                  <a:moveTo>
                    <a:pt x="335" y="0"/>
                  </a:moveTo>
                  <a:cubicBezTo>
                    <a:pt x="274" y="0"/>
                    <a:pt x="211" y="23"/>
                    <a:pt x="160" y="75"/>
                  </a:cubicBezTo>
                  <a:cubicBezTo>
                    <a:pt x="1" y="233"/>
                    <a:pt x="113" y="502"/>
                    <a:pt x="337" y="502"/>
                  </a:cubicBezTo>
                  <a:cubicBezTo>
                    <a:pt x="475" y="502"/>
                    <a:pt x="587" y="390"/>
                    <a:pt x="587" y="252"/>
                  </a:cubicBezTo>
                  <a:cubicBezTo>
                    <a:pt x="587" y="101"/>
                    <a:pt x="464"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46"/>
            <p:cNvSpPr/>
            <p:nvPr/>
          </p:nvSpPr>
          <p:spPr>
            <a:xfrm>
              <a:off x="4770025" y="2543475"/>
              <a:ext cx="14650" cy="12600"/>
            </a:xfrm>
            <a:custGeom>
              <a:rect b="b" l="l" r="r" t="t"/>
              <a:pathLst>
                <a:path extrusionOk="0" h="504" w="586">
                  <a:moveTo>
                    <a:pt x="333" y="1"/>
                  </a:moveTo>
                  <a:cubicBezTo>
                    <a:pt x="271" y="1"/>
                    <a:pt x="209" y="23"/>
                    <a:pt x="158" y="74"/>
                  </a:cubicBezTo>
                  <a:cubicBezTo>
                    <a:pt x="0" y="232"/>
                    <a:pt x="111" y="503"/>
                    <a:pt x="335" y="503"/>
                  </a:cubicBezTo>
                  <a:cubicBezTo>
                    <a:pt x="473" y="503"/>
                    <a:pt x="585" y="391"/>
                    <a:pt x="585" y="252"/>
                  </a:cubicBezTo>
                  <a:cubicBezTo>
                    <a:pt x="585" y="101"/>
                    <a:pt x="461"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46"/>
            <p:cNvSpPr/>
            <p:nvPr/>
          </p:nvSpPr>
          <p:spPr>
            <a:xfrm>
              <a:off x="4770025" y="2621850"/>
              <a:ext cx="14650" cy="12550"/>
            </a:xfrm>
            <a:custGeom>
              <a:rect b="b" l="l" r="r" t="t"/>
              <a:pathLst>
                <a:path extrusionOk="0" h="502" w="586">
                  <a:moveTo>
                    <a:pt x="333" y="0"/>
                  </a:moveTo>
                  <a:cubicBezTo>
                    <a:pt x="271" y="0"/>
                    <a:pt x="209" y="23"/>
                    <a:pt x="158" y="74"/>
                  </a:cubicBezTo>
                  <a:cubicBezTo>
                    <a:pt x="0" y="232"/>
                    <a:pt x="111" y="501"/>
                    <a:pt x="335" y="501"/>
                  </a:cubicBezTo>
                  <a:cubicBezTo>
                    <a:pt x="473" y="501"/>
                    <a:pt x="585" y="389"/>
                    <a:pt x="585" y="251"/>
                  </a:cubicBezTo>
                  <a:cubicBezTo>
                    <a:pt x="585" y="100"/>
                    <a:pt x="461"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46"/>
            <p:cNvSpPr/>
            <p:nvPr/>
          </p:nvSpPr>
          <p:spPr>
            <a:xfrm>
              <a:off x="4906525" y="2151725"/>
              <a:ext cx="12550" cy="12575"/>
            </a:xfrm>
            <a:custGeom>
              <a:rect b="b" l="l" r="r" t="t"/>
              <a:pathLst>
                <a:path extrusionOk="0" h="503" w="502">
                  <a:moveTo>
                    <a:pt x="252" y="1"/>
                  </a:moveTo>
                  <a:cubicBezTo>
                    <a:pt x="112" y="1"/>
                    <a:pt x="0" y="113"/>
                    <a:pt x="0" y="251"/>
                  </a:cubicBezTo>
                  <a:cubicBezTo>
                    <a:pt x="0" y="390"/>
                    <a:pt x="112" y="502"/>
                    <a:pt x="252" y="502"/>
                  </a:cubicBezTo>
                  <a:cubicBezTo>
                    <a:pt x="390" y="502"/>
                    <a:pt x="502" y="390"/>
                    <a:pt x="502" y="251"/>
                  </a:cubicBezTo>
                  <a:cubicBezTo>
                    <a:pt x="502" y="113"/>
                    <a:pt x="390" y="1"/>
                    <a:pt x="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46"/>
            <p:cNvSpPr/>
            <p:nvPr/>
          </p:nvSpPr>
          <p:spPr>
            <a:xfrm>
              <a:off x="4906525" y="2230050"/>
              <a:ext cx="12550" cy="12575"/>
            </a:xfrm>
            <a:custGeom>
              <a:rect b="b" l="l" r="r" t="t"/>
              <a:pathLst>
                <a:path extrusionOk="0" h="503" w="502">
                  <a:moveTo>
                    <a:pt x="252" y="1"/>
                  </a:moveTo>
                  <a:cubicBezTo>
                    <a:pt x="112" y="1"/>
                    <a:pt x="0" y="115"/>
                    <a:pt x="0" y="253"/>
                  </a:cubicBezTo>
                  <a:cubicBezTo>
                    <a:pt x="0" y="390"/>
                    <a:pt x="112" y="503"/>
                    <a:pt x="252" y="503"/>
                  </a:cubicBezTo>
                  <a:cubicBezTo>
                    <a:pt x="390" y="503"/>
                    <a:pt x="502" y="390"/>
                    <a:pt x="502" y="253"/>
                  </a:cubicBezTo>
                  <a:cubicBezTo>
                    <a:pt x="502" y="115"/>
                    <a:pt x="390" y="1"/>
                    <a:pt x="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46"/>
            <p:cNvSpPr/>
            <p:nvPr/>
          </p:nvSpPr>
          <p:spPr>
            <a:xfrm>
              <a:off x="4906525" y="2308425"/>
              <a:ext cx="12550" cy="12575"/>
            </a:xfrm>
            <a:custGeom>
              <a:rect b="b" l="l" r="r" t="t"/>
              <a:pathLst>
                <a:path extrusionOk="0" h="503" w="502">
                  <a:moveTo>
                    <a:pt x="252" y="1"/>
                  </a:moveTo>
                  <a:cubicBezTo>
                    <a:pt x="112" y="1"/>
                    <a:pt x="0" y="113"/>
                    <a:pt x="0" y="252"/>
                  </a:cubicBezTo>
                  <a:cubicBezTo>
                    <a:pt x="0" y="390"/>
                    <a:pt x="112" y="502"/>
                    <a:pt x="252" y="502"/>
                  </a:cubicBezTo>
                  <a:cubicBezTo>
                    <a:pt x="390" y="502"/>
                    <a:pt x="502" y="390"/>
                    <a:pt x="502" y="252"/>
                  </a:cubicBezTo>
                  <a:cubicBezTo>
                    <a:pt x="502" y="113"/>
                    <a:pt x="390" y="1"/>
                    <a:pt x="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46"/>
            <p:cNvSpPr/>
            <p:nvPr/>
          </p:nvSpPr>
          <p:spPr>
            <a:xfrm>
              <a:off x="4839325" y="2151725"/>
              <a:ext cx="12575" cy="12575"/>
            </a:xfrm>
            <a:custGeom>
              <a:rect b="b" l="l" r="r" t="t"/>
              <a:pathLst>
                <a:path extrusionOk="0" h="503" w="503">
                  <a:moveTo>
                    <a:pt x="251" y="1"/>
                  </a:moveTo>
                  <a:cubicBezTo>
                    <a:pt x="113" y="1"/>
                    <a:pt x="1" y="113"/>
                    <a:pt x="1" y="251"/>
                  </a:cubicBezTo>
                  <a:cubicBezTo>
                    <a:pt x="1" y="390"/>
                    <a:pt x="113" y="502"/>
                    <a:pt x="251" y="502"/>
                  </a:cubicBezTo>
                  <a:cubicBezTo>
                    <a:pt x="390" y="502"/>
                    <a:pt x="502" y="390"/>
                    <a:pt x="502" y="251"/>
                  </a:cubicBezTo>
                  <a:cubicBezTo>
                    <a:pt x="502" y="113"/>
                    <a:pt x="390" y="1"/>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46"/>
            <p:cNvSpPr/>
            <p:nvPr/>
          </p:nvSpPr>
          <p:spPr>
            <a:xfrm>
              <a:off x="4839325" y="2230050"/>
              <a:ext cx="12575" cy="12575"/>
            </a:xfrm>
            <a:custGeom>
              <a:rect b="b" l="l" r="r" t="t"/>
              <a:pathLst>
                <a:path extrusionOk="0" h="503" w="503">
                  <a:moveTo>
                    <a:pt x="251" y="1"/>
                  </a:moveTo>
                  <a:cubicBezTo>
                    <a:pt x="113" y="1"/>
                    <a:pt x="1" y="115"/>
                    <a:pt x="1" y="253"/>
                  </a:cubicBezTo>
                  <a:cubicBezTo>
                    <a:pt x="1" y="390"/>
                    <a:pt x="113" y="503"/>
                    <a:pt x="251" y="503"/>
                  </a:cubicBezTo>
                  <a:cubicBezTo>
                    <a:pt x="390" y="503"/>
                    <a:pt x="502" y="390"/>
                    <a:pt x="502" y="253"/>
                  </a:cubicBezTo>
                  <a:cubicBezTo>
                    <a:pt x="502" y="115"/>
                    <a:pt x="390" y="1"/>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46"/>
            <p:cNvSpPr/>
            <p:nvPr/>
          </p:nvSpPr>
          <p:spPr>
            <a:xfrm>
              <a:off x="4839325" y="2308425"/>
              <a:ext cx="12575" cy="12575"/>
            </a:xfrm>
            <a:custGeom>
              <a:rect b="b" l="l" r="r" t="t"/>
              <a:pathLst>
                <a:path extrusionOk="0" h="503" w="503">
                  <a:moveTo>
                    <a:pt x="251" y="1"/>
                  </a:moveTo>
                  <a:cubicBezTo>
                    <a:pt x="113" y="1"/>
                    <a:pt x="1" y="113"/>
                    <a:pt x="1" y="252"/>
                  </a:cubicBezTo>
                  <a:cubicBezTo>
                    <a:pt x="1" y="390"/>
                    <a:pt x="113" y="502"/>
                    <a:pt x="251" y="502"/>
                  </a:cubicBezTo>
                  <a:cubicBezTo>
                    <a:pt x="390" y="502"/>
                    <a:pt x="502" y="390"/>
                    <a:pt x="502" y="252"/>
                  </a:cubicBezTo>
                  <a:cubicBezTo>
                    <a:pt x="502" y="113"/>
                    <a:pt x="390" y="1"/>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46"/>
            <p:cNvSpPr/>
            <p:nvPr/>
          </p:nvSpPr>
          <p:spPr>
            <a:xfrm>
              <a:off x="4770025" y="2151700"/>
              <a:ext cx="14650" cy="12600"/>
            </a:xfrm>
            <a:custGeom>
              <a:rect b="b" l="l" r="r" t="t"/>
              <a:pathLst>
                <a:path extrusionOk="0" h="504" w="586">
                  <a:moveTo>
                    <a:pt x="333" y="1"/>
                  </a:moveTo>
                  <a:cubicBezTo>
                    <a:pt x="271" y="1"/>
                    <a:pt x="209" y="24"/>
                    <a:pt x="158" y="74"/>
                  </a:cubicBezTo>
                  <a:cubicBezTo>
                    <a:pt x="0" y="232"/>
                    <a:pt x="111" y="503"/>
                    <a:pt x="335" y="503"/>
                  </a:cubicBezTo>
                  <a:cubicBezTo>
                    <a:pt x="473" y="503"/>
                    <a:pt x="585" y="391"/>
                    <a:pt x="585" y="252"/>
                  </a:cubicBezTo>
                  <a:cubicBezTo>
                    <a:pt x="585" y="101"/>
                    <a:pt x="461"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46"/>
            <p:cNvSpPr/>
            <p:nvPr/>
          </p:nvSpPr>
          <p:spPr>
            <a:xfrm>
              <a:off x="4770025" y="2230075"/>
              <a:ext cx="14650" cy="12550"/>
            </a:xfrm>
            <a:custGeom>
              <a:rect b="b" l="l" r="r" t="t"/>
              <a:pathLst>
                <a:path extrusionOk="0" h="502" w="586">
                  <a:moveTo>
                    <a:pt x="333" y="1"/>
                  </a:moveTo>
                  <a:cubicBezTo>
                    <a:pt x="271" y="1"/>
                    <a:pt x="209" y="23"/>
                    <a:pt x="158" y="74"/>
                  </a:cubicBezTo>
                  <a:cubicBezTo>
                    <a:pt x="0" y="232"/>
                    <a:pt x="111" y="502"/>
                    <a:pt x="335" y="502"/>
                  </a:cubicBezTo>
                  <a:cubicBezTo>
                    <a:pt x="473" y="502"/>
                    <a:pt x="585" y="389"/>
                    <a:pt x="585" y="252"/>
                  </a:cubicBezTo>
                  <a:cubicBezTo>
                    <a:pt x="585" y="101"/>
                    <a:pt x="461"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46"/>
            <p:cNvSpPr/>
            <p:nvPr/>
          </p:nvSpPr>
          <p:spPr>
            <a:xfrm>
              <a:off x="4769975" y="2308400"/>
              <a:ext cx="14700" cy="12600"/>
            </a:xfrm>
            <a:custGeom>
              <a:rect b="b" l="l" r="r" t="t"/>
              <a:pathLst>
                <a:path extrusionOk="0" h="504" w="588">
                  <a:moveTo>
                    <a:pt x="334" y="1"/>
                  </a:moveTo>
                  <a:cubicBezTo>
                    <a:pt x="273" y="1"/>
                    <a:pt x="211" y="24"/>
                    <a:pt x="160" y="74"/>
                  </a:cubicBezTo>
                  <a:cubicBezTo>
                    <a:pt x="1" y="234"/>
                    <a:pt x="113" y="503"/>
                    <a:pt x="337"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46"/>
            <p:cNvSpPr/>
            <p:nvPr/>
          </p:nvSpPr>
          <p:spPr>
            <a:xfrm>
              <a:off x="4769975" y="2700175"/>
              <a:ext cx="14700" cy="12600"/>
            </a:xfrm>
            <a:custGeom>
              <a:rect b="b" l="l" r="r" t="t"/>
              <a:pathLst>
                <a:path extrusionOk="0" h="504" w="588">
                  <a:moveTo>
                    <a:pt x="334" y="1"/>
                  </a:moveTo>
                  <a:cubicBezTo>
                    <a:pt x="273" y="1"/>
                    <a:pt x="211" y="23"/>
                    <a:pt x="160" y="74"/>
                  </a:cubicBezTo>
                  <a:cubicBezTo>
                    <a:pt x="1" y="233"/>
                    <a:pt x="113" y="503"/>
                    <a:pt x="337"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46"/>
            <p:cNvSpPr/>
            <p:nvPr/>
          </p:nvSpPr>
          <p:spPr>
            <a:xfrm>
              <a:off x="4904400" y="2778550"/>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46"/>
            <p:cNvSpPr/>
            <p:nvPr/>
          </p:nvSpPr>
          <p:spPr>
            <a:xfrm>
              <a:off x="4904400" y="2856900"/>
              <a:ext cx="14675" cy="12575"/>
            </a:xfrm>
            <a:custGeom>
              <a:rect b="b" l="l" r="r" t="t"/>
              <a:pathLst>
                <a:path extrusionOk="0" h="503" w="587">
                  <a:moveTo>
                    <a:pt x="335" y="0"/>
                  </a:moveTo>
                  <a:cubicBezTo>
                    <a:pt x="273" y="0"/>
                    <a:pt x="211" y="23"/>
                    <a:pt x="159" y="75"/>
                  </a:cubicBezTo>
                  <a:cubicBezTo>
                    <a:pt x="0" y="232"/>
                    <a:pt x="112" y="502"/>
                    <a:pt x="337" y="502"/>
                  </a:cubicBezTo>
                  <a:cubicBezTo>
                    <a:pt x="475" y="502"/>
                    <a:pt x="587" y="390"/>
                    <a:pt x="587" y="252"/>
                  </a:cubicBezTo>
                  <a:cubicBezTo>
                    <a:pt x="587" y="101"/>
                    <a:pt x="464"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46"/>
            <p:cNvSpPr/>
            <p:nvPr/>
          </p:nvSpPr>
          <p:spPr>
            <a:xfrm>
              <a:off x="4837200" y="2778550"/>
              <a:ext cx="14700" cy="12575"/>
            </a:xfrm>
            <a:custGeom>
              <a:rect b="b" l="l" r="r" t="t"/>
              <a:pathLst>
                <a:path extrusionOk="0" h="503" w="588">
                  <a:moveTo>
                    <a:pt x="334" y="0"/>
                  </a:moveTo>
                  <a:cubicBezTo>
                    <a:pt x="272" y="0"/>
                    <a:pt x="209" y="23"/>
                    <a:pt x="158" y="74"/>
                  </a:cubicBezTo>
                  <a:cubicBezTo>
                    <a:pt x="1" y="232"/>
                    <a:pt x="113" y="503"/>
                    <a:pt x="336" y="503"/>
                  </a:cubicBezTo>
                  <a:cubicBezTo>
                    <a:pt x="475" y="501"/>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46"/>
            <p:cNvSpPr/>
            <p:nvPr/>
          </p:nvSpPr>
          <p:spPr>
            <a:xfrm>
              <a:off x="4837200" y="2856900"/>
              <a:ext cx="14700" cy="12575"/>
            </a:xfrm>
            <a:custGeom>
              <a:rect b="b" l="l" r="r" t="t"/>
              <a:pathLst>
                <a:path extrusionOk="0" h="503" w="588">
                  <a:moveTo>
                    <a:pt x="334" y="0"/>
                  </a:moveTo>
                  <a:cubicBezTo>
                    <a:pt x="272" y="0"/>
                    <a:pt x="209" y="23"/>
                    <a:pt x="158" y="75"/>
                  </a:cubicBezTo>
                  <a:cubicBezTo>
                    <a:pt x="1" y="232"/>
                    <a:pt x="113" y="502"/>
                    <a:pt x="336" y="502"/>
                  </a:cubicBezTo>
                  <a:cubicBezTo>
                    <a:pt x="475" y="502"/>
                    <a:pt x="587" y="390"/>
                    <a:pt x="587" y="252"/>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46"/>
            <p:cNvSpPr/>
            <p:nvPr/>
          </p:nvSpPr>
          <p:spPr>
            <a:xfrm>
              <a:off x="4837200" y="2935250"/>
              <a:ext cx="14700" cy="12600"/>
            </a:xfrm>
            <a:custGeom>
              <a:rect b="b" l="l" r="r" t="t"/>
              <a:pathLst>
                <a:path extrusionOk="0" h="504" w="588">
                  <a:moveTo>
                    <a:pt x="334" y="0"/>
                  </a:moveTo>
                  <a:cubicBezTo>
                    <a:pt x="272" y="0"/>
                    <a:pt x="209" y="23"/>
                    <a:pt x="158" y="74"/>
                  </a:cubicBezTo>
                  <a:cubicBezTo>
                    <a:pt x="1" y="232"/>
                    <a:pt x="113" y="503"/>
                    <a:pt x="336" y="503"/>
                  </a:cubicBezTo>
                  <a:cubicBezTo>
                    <a:pt x="475" y="503"/>
                    <a:pt x="587" y="391"/>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46"/>
            <p:cNvSpPr/>
            <p:nvPr/>
          </p:nvSpPr>
          <p:spPr>
            <a:xfrm>
              <a:off x="4769975" y="2778550"/>
              <a:ext cx="14700" cy="12575"/>
            </a:xfrm>
            <a:custGeom>
              <a:rect b="b" l="l" r="r" t="t"/>
              <a:pathLst>
                <a:path extrusionOk="0" h="503" w="588">
                  <a:moveTo>
                    <a:pt x="335" y="0"/>
                  </a:moveTo>
                  <a:cubicBezTo>
                    <a:pt x="273" y="0"/>
                    <a:pt x="211" y="23"/>
                    <a:pt x="160" y="74"/>
                  </a:cubicBezTo>
                  <a:cubicBezTo>
                    <a:pt x="1" y="232"/>
                    <a:pt x="113" y="503"/>
                    <a:pt x="337" y="503"/>
                  </a:cubicBezTo>
                  <a:cubicBezTo>
                    <a:pt x="475" y="503"/>
                    <a:pt x="587" y="389"/>
                    <a:pt x="587" y="251"/>
                  </a:cubicBezTo>
                  <a:cubicBezTo>
                    <a:pt x="587" y="100"/>
                    <a:pt x="463"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46"/>
            <p:cNvSpPr/>
            <p:nvPr/>
          </p:nvSpPr>
          <p:spPr>
            <a:xfrm>
              <a:off x="4769975" y="2856900"/>
              <a:ext cx="14700" cy="12575"/>
            </a:xfrm>
            <a:custGeom>
              <a:rect b="b" l="l" r="r" t="t"/>
              <a:pathLst>
                <a:path extrusionOk="0" h="503" w="588">
                  <a:moveTo>
                    <a:pt x="335" y="0"/>
                  </a:moveTo>
                  <a:cubicBezTo>
                    <a:pt x="274" y="0"/>
                    <a:pt x="211" y="23"/>
                    <a:pt x="160" y="75"/>
                  </a:cubicBezTo>
                  <a:cubicBezTo>
                    <a:pt x="1" y="232"/>
                    <a:pt x="113" y="502"/>
                    <a:pt x="337" y="502"/>
                  </a:cubicBezTo>
                  <a:cubicBezTo>
                    <a:pt x="475" y="502"/>
                    <a:pt x="587" y="390"/>
                    <a:pt x="587" y="252"/>
                  </a:cubicBezTo>
                  <a:cubicBezTo>
                    <a:pt x="587" y="101"/>
                    <a:pt x="464"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46"/>
            <p:cNvSpPr/>
            <p:nvPr/>
          </p:nvSpPr>
          <p:spPr>
            <a:xfrm>
              <a:off x="4770025" y="2935250"/>
              <a:ext cx="14650" cy="12600"/>
            </a:xfrm>
            <a:custGeom>
              <a:rect b="b" l="l" r="r" t="t"/>
              <a:pathLst>
                <a:path extrusionOk="0" h="504" w="586">
                  <a:moveTo>
                    <a:pt x="333" y="0"/>
                  </a:moveTo>
                  <a:cubicBezTo>
                    <a:pt x="271" y="0"/>
                    <a:pt x="209" y="23"/>
                    <a:pt x="158" y="74"/>
                  </a:cubicBezTo>
                  <a:cubicBezTo>
                    <a:pt x="0" y="232"/>
                    <a:pt x="111" y="503"/>
                    <a:pt x="335" y="503"/>
                  </a:cubicBezTo>
                  <a:cubicBezTo>
                    <a:pt x="473" y="503"/>
                    <a:pt x="585" y="391"/>
                    <a:pt x="585" y="251"/>
                  </a:cubicBezTo>
                  <a:cubicBezTo>
                    <a:pt x="585" y="101"/>
                    <a:pt x="461"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46"/>
            <p:cNvSpPr/>
            <p:nvPr/>
          </p:nvSpPr>
          <p:spPr>
            <a:xfrm>
              <a:off x="4770025" y="3013625"/>
              <a:ext cx="14650" cy="12550"/>
            </a:xfrm>
            <a:custGeom>
              <a:rect b="b" l="l" r="r" t="t"/>
              <a:pathLst>
                <a:path extrusionOk="0" h="502" w="586">
                  <a:moveTo>
                    <a:pt x="333" y="0"/>
                  </a:moveTo>
                  <a:cubicBezTo>
                    <a:pt x="271" y="0"/>
                    <a:pt x="209" y="23"/>
                    <a:pt x="158" y="74"/>
                  </a:cubicBezTo>
                  <a:cubicBezTo>
                    <a:pt x="0" y="231"/>
                    <a:pt x="111" y="501"/>
                    <a:pt x="335" y="501"/>
                  </a:cubicBezTo>
                  <a:cubicBezTo>
                    <a:pt x="473" y="501"/>
                    <a:pt x="585" y="389"/>
                    <a:pt x="585" y="251"/>
                  </a:cubicBezTo>
                  <a:cubicBezTo>
                    <a:pt x="585" y="100"/>
                    <a:pt x="461"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6" name="Google Shape;9236;p46"/>
          <p:cNvSpPr/>
          <p:nvPr/>
        </p:nvSpPr>
        <p:spPr>
          <a:xfrm rot="10800000">
            <a:off x="8675045" y="818178"/>
            <a:ext cx="278062" cy="278108"/>
          </a:xfrm>
          <a:custGeom>
            <a:rect b="b" l="l" r="r" t="t"/>
            <a:pathLst>
              <a:path extrusionOk="0" h="6035" w="6034">
                <a:moveTo>
                  <a:pt x="3017" y="0"/>
                </a:moveTo>
                <a:cubicBezTo>
                  <a:pt x="1351" y="0"/>
                  <a:pt x="0" y="1351"/>
                  <a:pt x="0" y="3017"/>
                </a:cubicBezTo>
                <a:cubicBezTo>
                  <a:pt x="0" y="4683"/>
                  <a:pt x="1351" y="6035"/>
                  <a:pt x="3017" y="6035"/>
                </a:cubicBezTo>
                <a:cubicBezTo>
                  <a:pt x="4682" y="6035"/>
                  <a:pt x="6033" y="4683"/>
                  <a:pt x="6033" y="3017"/>
                </a:cubicBezTo>
                <a:cubicBezTo>
                  <a:pt x="6033" y="1351"/>
                  <a:pt x="4682" y="0"/>
                  <a:pt x="30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46"/>
          <p:cNvSpPr/>
          <p:nvPr/>
        </p:nvSpPr>
        <p:spPr>
          <a:xfrm rot="10800000">
            <a:off x="-657296" y="3697974"/>
            <a:ext cx="1136717" cy="1296439"/>
          </a:xfrm>
          <a:custGeom>
            <a:rect b="b" l="l" r="r" t="t"/>
            <a:pathLst>
              <a:path extrusionOk="0" h="28133" w="24667">
                <a:moveTo>
                  <a:pt x="24457" y="360"/>
                </a:moveTo>
                <a:lnTo>
                  <a:pt x="24457" y="27771"/>
                </a:lnTo>
                <a:lnTo>
                  <a:pt x="423" y="14066"/>
                </a:lnTo>
                <a:lnTo>
                  <a:pt x="24457" y="360"/>
                </a:lnTo>
                <a:close/>
                <a:moveTo>
                  <a:pt x="24666" y="1"/>
                </a:moveTo>
                <a:lnTo>
                  <a:pt x="0" y="14066"/>
                </a:lnTo>
                <a:lnTo>
                  <a:pt x="24666" y="28132"/>
                </a:lnTo>
                <a:lnTo>
                  <a:pt x="246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46"/>
          <p:cNvSpPr/>
          <p:nvPr/>
        </p:nvSpPr>
        <p:spPr>
          <a:xfrm rot="10800000">
            <a:off x="-49005" y="3990003"/>
            <a:ext cx="278062" cy="278108"/>
          </a:xfrm>
          <a:custGeom>
            <a:rect b="b" l="l" r="r" t="t"/>
            <a:pathLst>
              <a:path extrusionOk="0" h="6035" w="6034">
                <a:moveTo>
                  <a:pt x="3017" y="0"/>
                </a:moveTo>
                <a:cubicBezTo>
                  <a:pt x="1351" y="0"/>
                  <a:pt x="0" y="1351"/>
                  <a:pt x="0" y="3017"/>
                </a:cubicBezTo>
                <a:cubicBezTo>
                  <a:pt x="0" y="4683"/>
                  <a:pt x="1351" y="6035"/>
                  <a:pt x="3017" y="6035"/>
                </a:cubicBezTo>
                <a:cubicBezTo>
                  <a:pt x="4682" y="6035"/>
                  <a:pt x="6033" y="4683"/>
                  <a:pt x="6033" y="3017"/>
                </a:cubicBezTo>
                <a:cubicBezTo>
                  <a:pt x="6033" y="1351"/>
                  <a:pt x="4682" y="0"/>
                  <a:pt x="30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9" name="Google Shape;9239;p46"/>
          <p:cNvGrpSpPr/>
          <p:nvPr/>
        </p:nvGrpSpPr>
        <p:grpSpPr>
          <a:xfrm rot="10800000">
            <a:off x="-657303" y="2160074"/>
            <a:ext cx="1299260" cy="1296418"/>
            <a:chOff x="6378300" y="2596400"/>
            <a:chExt cx="754375" cy="752725"/>
          </a:xfrm>
        </p:grpSpPr>
        <p:sp>
          <p:nvSpPr>
            <p:cNvPr id="9240" name="Google Shape;9240;p46"/>
            <p:cNvSpPr/>
            <p:nvPr/>
          </p:nvSpPr>
          <p:spPr>
            <a:xfrm>
              <a:off x="6408850" y="2932325"/>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46"/>
            <p:cNvSpPr/>
            <p:nvPr/>
          </p:nvSpPr>
          <p:spPr>
            <a:xfrm>
              <a:off x="6469925" y="2871225"/>
              <a:ext cx="9700" cy="9700"/>
            </a:xfrm>
            <a:custGeom>
              <a:rect b="b" l="l" r="r" t="t"/>
              <a:pathLst>
                <a:path extrusionOk="0" h="388" w="388">
                  <a:moveTo>
                    <a:pt x="193" y="0"/>
                  </a:moveTo>
                  <a:cubicBezTo>
                    <a:pt x="87" y="0"/>
                    <a:pt x="1" y="87"/>
                    <a:pt x="1" y="195"/>
                  </a:cubicBezTo>
                  <a:cubicBezTo>
                    <a:pt x="1" y="301"/>
                    <a:pt x="87" y="387"/>
                    <a:pt x="193" y="387"/>
                  </a:cubicBezTo>
                  <a:cubicBezTo>
                    <a:pt x="299" y="387"/>
                    <a:pt x="387" y="301"/>
                    <a:pt x="387" y="195"/>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46"/>
            <p:cNvSpPr/>
            <p:nvPr/>
          </p:nvSpPr>
          <p:spPr>
            <a:xfrm>
              <a:off x="6530975" y="2810175"/>
              <a:ext cx="9700" cy="9650"/>
            </a:xfrm>
            <a:custGeom>
              <a:rect b="b" l="l" r="r" t="t"/>
              <a:pathLst>
                <a:path extrusionOk="0" h="386" w="388">
                  <a:moveTo>
                    <a:pt x="195" y="0"/>
                  </a:moveTo>
                  <a:cubicBezTo>
                    <a:pt x="87" y="0"/>
                    <a:pt x="1" y="87"/>
                    <a:pt x="1" y="193"/>
                  </a:cubicBezTo>
                  <a:cubicBezTo>
                    <a:pt x="1" y="299"/>
                    <a:pt x="87" y="385"/>
                    <a:pt x="195" y="385"/>
                  </a:cubicBezTo>
                  <a:cubicBezTo>
                    <a:pt x="301" y="385"/>
                    <a:pt x="387" y="299"/>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46"/>
            <p:cNvSpPr/>
            <p:nvPr/>
          </p:nvSpPr>
          <p:spPr>
            <a:xfrm>
              <a:off x="6622600" y="2718550"/>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46"/>
            <p:cNvSpPr/>
            <p:nvPr/>
          </p:nvSpPr>
          <p:spPr>
            <a:xfrm>
              <a:off x="6378300" y="2962850"/>
              <a:ext cx="9675" cy="9700"/>
            </a:xfrm>
            <a:custGeom>
              <a:rect b="b" l="l" r="r" t="t"/>
              <a:pathLst>
                <a:path extrusionOk="0" h="388" w="387">
                  <a:moveTo>
                    <a:pt x="194" y="1"/>
                  </a:moveTo>
                  <a:cubicBezTo>
                    <a:pt x="87" y="1"/>
                    <a:pt x="0" y="87"/>
                    <a:pt x="0" y="193"/>
                  </a:cubicBezTo>
                  <a:cubicBezTo>
                    <a:pt x="0" y="299"/>
                    <a:pt x="87" y="387"/>
                    <a:pt x="194" y="387"/>
                  </a:cubicBezTo>
                  <a:cubicBezTo>
                    <a:pt x="300" y="387"/>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46"/>
            <p:cNvSpPr/>
            <p:nvPr/>
          </p:nvSpPr>
          <p:spPr>
            <a:xfrm>
              <a:off x="6437750" y="2901775"/>
              <a:ext cx="12950" cy="9675"/>
            </a:xfrm>
            <a:custGeom>
              <a:rect b="b" l="l" r="r" t="t"/>
              <a:pathLst>
                <a:path extrusionOk="0" h="387" w="518">
                  <a:moveTo>
                    <a:pt x="259" y="1"/>
                  </a:moveTo>
                  <a:cubicBezTo>
                    <a:pt x="209" y="1"/>
                    <a:pt x="160" y="19"/>
                    <a:pt x="122" y="56"/>
                  </a:cubicBezTo>
                  <a:cubicBezTo>
                    <a:pt x="1" y="179"/>
                    <a:pt x="87" y="387"/>
                    <a:pt x="258" y="387"/>
                  </a:cubicBezTo>
                  <a:cubicBezTo>
                    <a:pt x="431" y="387"/>
                    <a:pt x="518" y="179"/>
                    <a:pt x="396" y="56"/>
                  </a:cubicBezTo>
                  <a:cubicBezTo>
                    <a:pt x="358" y="19"/>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46"/>
            <p:cNvSpPr/>
            <p:nvPr/>
          </p:nvSpPr>
          <p:spPr>
            <a:xfrm>
              <a:off x="6500475" y="2840675"/>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46"/>
            <p:cNvSpPr/>
            <p:nvPr/>
          </p:nvSpPr>
          <p:spPr>
            <a:xfrm>
              <a:off x="6592075" y="27490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46"/>
            <p:cNvSpPr/>
            <p:nvPr/>
          </p:nvSpPr>
          <p:spPr>
            <a:xfrm>
              <a:off x="6653150" y="2688025"/>
              <a:ext cx="9650" cy="9650"/>
            </a:xfrm>
            <a:custGeom>
              <a:rect b="b" l="l" r="r" t="t"/>
              <a:pathLst>
                <a:path extrusionOk="0" h="386" w="386">
                  <a:moveTo>
                    <a:pt x="193" y="1"/>
                  </a:moveTo>
                  <a:cubicBezTo>
                    <a:pt x="87" y="1"/>
                    <a:pt x="1" y="87"/>
                    <a:pt x="1" y="193"/>
                  </a:cubicBezTo>
                  <a:cubicBezTo>
                    <a:pt x="1" y="300"/>
                    <a:pt x="87" y="386"/>
                    <a:pt x="193" y="386"/>
                  </a:cubicBezTo>
                  <a:cubicBezTo>
                    <a:pt x="299" y="386"/>
                    <a:pt x="386" y="300"/>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46"/>
            <p:cNvSpPr/>
            <p:nvPr/>
          </p:nvSpPr>
          <p:spPr>
            <a:xfrm>
              <a:off x="6683650" y="2657500"/>
              <a:ext cx="9700" cy="9650"/>
            </a:xfrm>
            <a:custGeom>
              <a:rect b="b" l="l" r="r" t="t"/>
              <a:pathLst>
                <a:path extrusionOk="0" h="386" w="388">
                  <a:moveTo>
                    <a:pt x="195" y="0"/>
                  </a:moveTo>
                  <a:cubicBezTo>
                    <a:pt x="87" y="0"/>
                    <a:pt x="1" y="87"/>
                    <a:pt x="1" y="193"/>
                  </a:cubicBezTo>
                  <a:cubicBezTo>
                    <a:pt x="1" y="299"/>
                    <a:pt x="87" y="385"/>
                    <a:pt x="195" y="385"/>
                  </a:cubicBezTo>
                  <a:cubicBezTo>
                    <a:pt x="301" y="385"/>
                    <a:pt x="388" y="299"/>
                    <a:pt x="388" y="193"/>
                  </a:cubicBezTo>
                  <a:cubicBezTo>
                    <a:pt x="388"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46"/>
            <p:cNvSpPr/>
            <p:nvPr/>
          </p:nvSpPr>
          <p:spPr>
            <a:xfrm>
              <a:off x="6714200" y="2626950"/>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46"/>
            <p:cNvSpPr/>
            <p:nvPr/>
          </p:nvSpPr>
          <p:spPr>
            <a:xfrm>
              <a:off x="6744750" y="2596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46"/>
            <p:cNvSpPr/>
            <p:nvPr/>
          </p:nvSpPr>
          <p:spPr>
            <a:xfrm>
              <a:off x="6561525" y="2779625"/>
              <a:ext cx="9675" cy="9700"/>
            </a:xfrm>
            <a:custGeom>
              <a:rect b="b" l="l" r="r" t="t"/>
              <a:pathLst>
                <a:path extrusionOk="0" h="388" w="387">
                  <a:moveTo>
                    <a:pt x="194" y="1"/>
                  </a:moveTo>
                  <a:cubicBezTo>
                    <a:pt x="87" y="1"/>
                    <a:pt x="0" y="87"/>
                    <a:pt x="0" y="193"/>
                  </a:cubicBezTo>
                  <a:cubicBezTo>
                    <a:pt x="0" y="301"/>
                    <a:pt x="87" y="387"/>
                    <a:pt x="194" y="387"/>
                  </a:cubicBezTo>
                  <a:cubicBezTo>
                    <a:pt x="301" y="387"/>
                    <a:pt x="387" y="301"/>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46"/>
            <p:cNvSpPr/>
            <p:nvPr/>
          </p:nvSpPr>
          <p:spPr>
            <a:xfrm>
              <a:off x="6437825" y="29612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46"/>
            <p:cNvSpPr/>
            <p:nvPr/>
          </p:nvSpPr>
          <p:spPr>
            <a:xfrm>
              <a:off x="6497250" y="2900200"/>
              <a:ext cx="12950" cy="9675"/>
            </a:xfrm>
            <a:custGeom>
              <a:rect b="b" l="l" r="r" t="t"/>
              <a:pathLst>
                <a:path extrusionOk="0" h="387" w="518">
                  <a:moveTo>
                    <a:pt x="259" y="0"/>
                  </a:moveTo>
                  <a:cubicBezTo>
                    <a:pt x="210" y="0"/>
                    <a:pt x="160" y="19"/>
                    <a:pt x="123" y="57"/>
                  </a:cubicBezTo>
                  <a:cubicBezTo>
                    <a:pt x="1" y="178"/>
                    <a:pt x="87" y="386"/>
                    <a:pt x="260" y="386"/>
                  </a:cubicBezTo>
                  <a:cubicBezTo>
                    <a:pt x="431" y="386"/>
                    <a:pt x="517" y="178"/>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46"/>
            <p:cNvSpPr/>
            <p:nvPr/>
          </p:nvSpPr>
          <p:spPr>
            <a:xfrm>
              <a:off x="6559975" y="2839125"/>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46"/>
            <p:cNvSpPr/>
            <p:nvPr/>
          </p:nvSpPr>
          <p:spPr>
            <a:xfrm>
              <a:off x="6651575" y="2747525"/>
              <a:ext cx="9675" cy="9700"/>
            </a:xfrm>
            <a:custGeom>
              <a:rect b="b" l="l" r="r" t="t"/>
              <a:pathLst>
                <a:path extrusionOk="0" h="388" w="387">
                  <a:moveTo>
                    <a:pt x="194" y="1"/>
                  </a:moveTo>
                  <a:cubicBezTo>
                    <a:pt x="86" y="1"/>
                    <a:pt x="0" y="87"/>
                    <a:pt x="0" y="193"/>
                  </a:cubicBezTo>
                  <a:cubicBezTo>
                    <a:pt x="0" y="299"/>
                    <a:pt x="86" y="387"/>
                    <a:pt x="194" y="387"/>
                  </a:cubicBezTo>
                  <a:cubicBezTo>
                    <a:pt x="300" y="387"/>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46"/>
            <p:cNvSpPr/>
            <p:nvPr/>
          </p:nvSpPr>
          <p:spPr>
            <a:xfrm>
              <a:off x="6407275" y="29918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46"/>
            <p:cNvSpPr/>
            <p:nvPr/>
          </p:nvSpPr>
          <p:spPr>
            <a:xfrm>
              <a:off x="6468325" y="2930725"/>
              <a:ext cx="9700" cy="9675"/>
            </a:xfrm>
            <a:custGeom>
              <a:rect b="b" l="l" r="r" t="t"/>
              <a:pathLst>
                <a:path extrusionOk="0" h="387" w="388">
                  <a:moveTo>
                    <a:pt x="195" y="0"/>
                  </a:moveTo>
                  <a:cubicBezTo>
                    <a:pt x="89" y="0"/>
                    <a:pt x="1" y="88"/>
                    <a:pt x="1" y="194"/>
                  </a:cubicBezTo>
                  <a:cubicBezTo>
                    <a:pt x="1" y="301"/>
                    <a:pt x="89" y="387"/>
                    <a:pt x="195" y="387"/>
                  </a:cubicBezTo>
                  <a:cubicBezTo>
                    <a:pt x="301" y="387"/>
                    <a:pt x="387" y="301"/>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46"/>
            <p:cNvSpPr/>
            <p:nvPr/>
          </p:nvSpPr>
          <p:spPr>
            <a:xfrm>
              <a:off x="6529425" y="2869675"/>
              <a:ext cx="9675" cy="9675"/>
            </a:xfrm>
            <a:custGeom>
              <a:rect b="b" l="l" r="r" t="t"/>
              <a:pathLst>
                <a:path extrusionOk="0" h="387" w="387">
                  <a:moveTo>
                    <a:pt x="193" y="0"/>
                  </a:moveTo>
                  <a:cubicBezTo>
                    <a:pt x="87" y="0"/>
                    <a:pt x="0" y="87"/>
                    <a:pt x="0" y="193"/>
                  </a:cubicBezTo>
                  <a:cubicBezTo>
                    <a:pt x="0" y="300"/>
                    <a:pt x="87" y="387"/>
                    <a:pt x="193" y="387"/>
                  </a:cubicBezTo>
                  <a:cubicBezTo>
                    <a:pt x="301" y="387"/>
                    <a:pt x="387" y="300"/>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46"/>
            <p:cNvSpPr/>
            <p:nvPr/>
          </p:nvSpPr>
          <p:spPr>
            <a:xfrm>
              <a:off x="6621025" y="2778075"/>
              <a:ext cx="9675" cy="9650"/>
            </a:xfrm>
            <a:custGeom>
              <a:rect b="b" l="l" r="r" t="t"/>
              <a:pathLst>
                <a:path extrusionOk="0" h="386" w="387">
                  <a:moveTo>
                    <a:pt x="194" y="1"/>
                  </a:moveTo>
                  <a:cubicBezTo>
                    <a:pt x="88" y="1"/>
                    <a:pt x="0" y="87"/>
                    <a:pt x="0" y="193"/>
                  </a:cubicBezTo>
                  <a:cubicBezTo>
                    <a:pt x="0" y="299"/>
                    <a:pt x="88"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46"/>
            <p:cNvSpPr/>
            <p:nvPr/>
          </p:nvSpPr>
          <p:spPr>
            <a:xfrm>
              <a:off x="6682100" y="2717000"/>
              <a:ext cx="9700" cy="9675"/>
            </a:xfrm>
            <a:custGeom>
              <a:rect b="b" l="l" r="r" t="t"/>
              <a:pathLst>
                <a:path extrusionOk="0" h="387" w="388">
                  <a:moveTo>
                    <a:pt x="193" y="0"/>
                  </a:moveTo>
                  <a:cubicBezTo>
                    <a:pt x="87" y="0"/>
                    <a:pt x="1" y="86"/>
                    <a:pt x="1" y="193"/>
                  </a:cubicBezTo>
                  <a:cubicBezTo>
                    <a:pt x="1" y="300"/>
                    <a:pt x="87" y="387"/>
                    <a:pt x="193" y="387"/>
                  </a:cubicBezTo>
                  <a:cubicBezTo>
                    <a:pt x="301" y="387"/>
                    <a:pt x="387" y="300"/>
                    <a:pt x="387" y="193"/>
                  </a:cubicBezTo>
                  <a:cubicBezTo>
                    <a:pt x="387" y="86"/>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46"/>
            <p:cNvSpPr/>
            <p:nvPr/>
          </p:nvSpPr>
          <p:spPr>
            <a:xfrm>
              <a:off x="6712650" y="26864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46"/>
            <p:cNvSpPr/>
            <p:nvPr/>
          </p:nvSpPr>
          <p:spPr>
            <a:xfrm>
              <a:off x="6741575" y="2655925"/>
              <a:ext cx="12900" cy="9675"/>
            </a:xfrm>
            <a:custGeom>
              <a:rect b="b" l="l" r="r" t="t"/>
              <a:pathLst>
                <a:path extrusionOk="0" h="387" w="516">
                  <a:moveTo>
                    <a:pt x="258" y="0"/>
                  </a:moveTo>
                  <a:cubicBezTo>
                    <a:pt x="209" y="0"/>
                    <a:pt x="159" y="19"/>
                    <a:pt x="121" y="57"/>
                  </a:cubicBezTo>
                  <a:cubicBezTo>
                    <a:pt x="0" y="178"/>
                    <a:pt x="87" y="386"/>
                    <a:pt x="258" y="386"/>
                  </a:cubicBezTo>
                  <a:cubicBezTo>
                    <a:pt x="431" y="386"/>
                    <a:pt x="516" y="178"/>
                    <a:pt x="394" y="57"/>
                  </a:cubicBezTo>
                  <a:cubicBezTo>
                    <a:pt x="356"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46"/>
            <p:cNvSpPr/>
            <p:nvPr/>
          </p:nvSpPr>
          <p:spPr>
            <a:xfrm>
              <a:off x="6773750" y="2625350"/>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46"/>
            <p:cNvSpPr/>
            <p:nvPr/>
          </p:nvSpPr>
          <p:spPr>
            <a:xfrm>
              <a:off x="6590525" y="2808575"/>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46"/>
            <p:cNvSpPr/>
            <p:nvPr/>
          </p:nvSpPr>
          <p:spPr>
            <a:xfrm>
              <a:off x="6465150" y="2990250"/>
              <a:ext cx="12950" cy="9700"/>
            </a:xfrm>
            <a:custGeom>
              <a:rect b="b" l="l" r="r" t="t"/>
              <a:pathLst>
                <a:path extrusionOk="0" h="388" w="518">
                  <a:moveTo>
                    <a:pt x="259" y="0"/>
                  </a:moveTo>
                  <a:cubicBezTo>
                    <a:pt x="209" y="0"/>
                    <a:pt x="160" y="19"/>
                    <a:pt x="122" y="57"/>
                  </a:cubicBezTo>
                  <a:cubicBezTo>
                    <a:pt x="1" y="178"/>
                    <a:pt x="87" y="387"/>
                    <a:pt x="260" y="387"/>
                  </a:cubicBezTo>
                  <a:cubicBezTo>
                    <a:pt x="431" y="387"/>
                    <a:pt x="517" y="178"/>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46"/>
            <p:cNvSpPr/>
            <p:nvPr/>
          </p:nvSpPr>
          <p:spPr>
            <a:xfrm>
              <a:off x="6527875" y="29291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46"/>
            <p:cNvSpPr/>
            <p:nvPr/>
          </p:nvSpPr>
          <p:spPr>
            <a:xfrm>
              <a:off x="6588925" y="28681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46"/>
            <p:cNvSpPr/>
            <p:nvPr/>
          </p:nvSpPr>
          <p:spPr>
            <a:xfrm>
              <a:off x="6680550" y="2776475"/>
              <a:ext cx="9700" cy="9700"/>
            </a:xfrm>
            <a:custGeom>
              <a:rect b="b" l="l" r="r" t="t"/>
              <a:pathLst>
                <a:path extrusionOk="0" h="388" w="388">
                  <a:moveTo>
                    <a:pt x="193" y="1"/>
                  </a:moveTo>
                  <a:cubicBezTo>
                    <a:pt x="87" y="1"/>
                    <a:pt x="1" y="87"/>
                    <a:pt x="1" y="195"/>
                  </a:cubicBezTo>
                  <a:cubicBezTo>
                    <a:pt x="1" y="301"/>
                    <a:pt x="87" y="387"/>
                    <a:pt x="193" y="387"/>
                  </a:cubicBezTo>
                  <a:cubicBezTo>
                    <a:pt x="299" y="387"/>
                    <a:pt x="387" y="301"/>
                    <a:pt x="387" y="195"/>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46"/>
            <p:cNvSpPr/>
            <p:nvPr/>
          </p:nvSpPr>
          <p:spPr>
            <a:xfrm>
              <a:off x="6436225" y="3020800"/>
              <a:ext cx="9700" cy="9650"/>
            </a:xfrm>
            <a:custGeom>
              <a:rect b="b" l="l" r="r" t="t"/>
              <a:pathLst>
                <a:path extrusionOk="0" h="386" w="388">
                  <a:moveTo>
                    <a:pt x="195" y="1"/>
                  </a:moveTo>
                  <a:cubicBezTo>
                    <a:pt x="87" y="1"/>
                    <a:pt x="1" y="87"/>
                    <a:pt x="1" y="193"/>
                  </a:cubicBezTo>
                  <a:cubicBezTo>
                    <a:pt x="1" y="299"/>
                    <a:pt x="87" y="386"/>
                    <a:pt x="195" y="386"/>
                  </a:cubicBezTo>
                  <a:cubicBezTo>
                    <a:pt x="301" y="386"/>
                    <a:pt x="388" y="299"/>
                    <a:pt x="388" y="193"/>
                  </a:cubicBezTo>
                  <a:cubicBezTo>
                    <a:pt x="388"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46"/>
            <p:cNvSpPr/>
            <p:nvPr/>
          </p:nvSpPr>
          <p:spPr>
            <a:xfrm>
              <a:off x="6497325" y="2959700"/>
              <a:ext cx="9700" cy="9700"/>
            </a:xfrm>
            <a:custGeom>
              <a:rect b="b" l="l" r="r" t="t"/>
              <a:pathLst>
                <a:path extrusionOk="0" h="388" w="388">
                  <a:moveTo>
                    <a:pt x="193" y="1"/>
                  </a:moveTo>
                  <a:cubicBezTo>
                    <a:pt x="87" y="1"/>
                    <a:pt x="1" y="87"/>
                    <a:pt x="1" y="194"/>
                  </a:cubicBezTo>
                  <a:cubicBezTo>
                    <a:pt x="1" y="301"/>
                    <a:pt x="87" y="388"/>
                    <a:pt x="193" y="388"/>
                  </a:cubicBezTo>
                  <a:cubicBezTo>
                    <a:pt x="301" y="388"/>
                    <a:pt x="387" y="301"/>
                    <a:pt x="387" y="194"/>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46"/>
            <p:cNvSpPr/>
            <p:nvPr/>
          </p:nvSpPr>
          <p:spPr>
            <a:xfrm>
              <a:off x="6558375" y="2898625"/>
              <a:ext cx="9700" cy="9675"/>
            </a:xfrm>
            <a:custGeom>
              <a:rect b="b" l="l" r="r" t="t"/>
              <a:pathLst>
                <a:path extrusionOk="0" h="387" w="388">
                  <a:moveTo>
                    <a:pt x="195" y="0"/>
                  </a:moveTo>
                  <a:cubicBezTo>
                    <a:pt x="88" y="0"/>
                    <a:pt x="1" y="87"/>
                    <a:pt x="1" y="194"/>
                  </a:cubicBezTo>
                  <a:cubicBezTo>
                    <a:pt x="1" y="301"/>
                    <a:pt x="88" y="387"/>
                    <a:pt x="195" y="387"/>
                  </a:cubicBezTo>
                  <a:cubicBezTo>
                    <a:pt x="301" y="387"/>
                    <a:pt x="387" y="301"/>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46"/>
            <p:cNvSpPr/>
            <p:nvPr/>
          </p:nvSpPr>
          <p:spPr>
            <a:xfrm>
              <a:off x="6650000" y="28070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46"/>
            <p:cNvSpPr/>
            <p:nvPr/>
          </p:nvSpPr>
          <p:spPr>
            <a:xfrm>
              <a:off x="6709425" y="2745950"/>
              <a:ext cx="12950" cy="9675"/>
            </a:xfrm>
            <a:custGeom>
              <a:rect b="b" l="l" r="r" t="t"/>
              <a:pathLst>
                <a:path extrusionOk="0" h="387" w="518">
                  <a:moveTo>
                    <a:pt x="260" y="1"/>
                  </a:moveTo>
                  <a:cubicBezTo>
                    <a:pt x="211" y="1"/>
                    <a:pt x="161" y="20"/>
                    <a:pt x="124" y="58"/>
                  </a:cubicBezTo>
                  <a:cubicBezTo>
                    <a:pt x="1" y="179"/>
                    <a:pt x="87" y="387"/>
                    <a:pt x="260" y="387"/>
                  </a:cubicBezTo>
                  <a:cubicBezTo>
                    <a:pt x="431" y="387"/>
                    <a:pt x="518" y="179"/>
                    <a:pt x="396"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46"/>
            <p:cNvSpPr/>
            <p:nvPr/>
          </p:nvSpPr>
          <p:spPr>
            <a:xfrm>
              <a:off x="6741600" y="2715425"/>
              <a:ext cx="9700" cy="9650"/>
            </a:xfrm>
            <a:custGeom>
              <a:rect b="b" l="l" r="r" t="t"/>
              <a:pathLst>
                <a:path extrusionOk="0" h="386" w="388">
                  <a:moveTo>
                    <a:pt x="195" y="1"/>
                  </a:moveTo>
                  <a:cubicBezTo>
                    <a:pt x="87" y="1"/>
                    <a:pt x="1" y="87"/>
                    <a:pt x="1" y="193"/>
                  </a:cubicBezTo>
                  <a:cubicBezTo>
                    <a:pt x="1" y="299"/>
                    <a:pt x="87" y="386"/>
                    <a:pt x="195" y="386"/>
                  </a:cubicBezTo>
                  <a:cubicBezTo>
                    <a:pt x="301" y="386"/>
                    <a:pt x="387" y="299"/>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46"/>
            <p:cNvSpPr/>
            <p:nvPr/>
          </p:nvSpPr>
          <p:spPr>
            <a:xfrm>
              <a:off x="6772150" y="2684900"/>
              <a:ext cx="9700" cy="9650"/>
            </a:xfrm>
            <a:custGeom>
              <a:rect b="b" l="l" r="r" t="t"/>
              <a:pathLst>
                <a:path extrusionOk="0" h="386" w="388">
                  <a:moveTo>
                    <a:pt x="193" y="0"/>
                  </a:moveTo>
                  <a:cubicBezTo>
                    <a:pt x="87" y="0"/>
                    <a:pt x="0" y="86"/>
                    <a:pt x="0" y="193"/>
                  </a:cubicBezTo>
                  <a:cubicBezTo>
                    <a:pt x="0" y="299"/>
                    <a:pt x="87" y="385"/>
                    <a:pt x="193" y="385"/>
                  </a:cubicBezTo>
                  <a:cubicBezTo>
                    <a:pt x="301" y="385"/>
                    <a:pt x="387" y="299"/>
                    <a:pt x="387" y="193"/>
                  </a:cubicBezTo>
                  <a:cubicBezTo>
                    <a:pt x="387" y="86"/>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46"/>
            <p:cNvSpPr/>
            <p:nvPr/>
          </p:nvSpPr>
          <p:spPr>
            <a:xfrm>
              <a:off x="6802700" y="2654350"/>
              <a:ext cx="9675" cy="9675"/>
            </a:xfrm>
            <a:custGeom>
              <a:rect b="b" l="l" r="r" t="t"/>
              <a:pathLst>
                <a:path extrusionOk="0" h="387" w="387">
                  <a:moveTo>
                    <a:pt x="193" y="0"/>
                  </a:moveTo>
                  <a:cubicBezTo>
                    <a:pt x="87" y="0"/>
                    <a:pt x="0" y="87"/>
                    <a:pt x="0" y="193"/>
                  </a:cubicBezTo>
                  <a:cubicBezTo>
                    <a:pt x="0" y="300"/>
                    <a:pt x="87" y="387"/>
                    <a:pt x="193" y="387"/>
                  </a:cubicBezTo>
                  <a:cubicBezTo>
                    <a:pt x="300" y="387"/>
                    <a:pt x="387" y="300"/>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46"/>
            <p:cNvSpPr/>
            <p:nvPr/>
          </p:nvSpPr>
          <p:spPr>
            <a:xfrm>
              <a:off x="6617825" y="2837550"/>
              <a:ext cx="12950" cy="9700"/>
            </a:xfrm>
            <a:custGeom>
              <a:rect b="b" l="l" r="r" t="t"/>
              <a:pathLst>
                <a:path extrusionOk="0" h="388" w="518">
                  <a:moveTo>
                    <a:pt x="259" y="1"/>
                  </a:moveTo>
                  <a:cubicBezTo>
                    <a:pt x="210" y="1"/>
                    <a:pt x="160" y="20"/>
                    <a:pt x="122" y="58"/>
                  </a:cubicBezTo>
                  <a:cubicBezTo>
                    <a:pt x="1" y="179"/>
                    <a:pt x="87" y="388"/>
                    <a:pt x="260" y="388"/>
                  </a:cubicBezTo>
                  <a:cubicBezTo>
                    <a:pt x="431" y="388"/>
                    <a:pt x="518" y="179"/>
                    <a:pt x="397" y="58"/>
                  </a:cubicBezTo>
                  <a:cubicBezTo>
                    <a:pt x="359"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46"/>
            <p:cNvSpPr/>
            <p:nvPr/>
          </p:nvSpPr>
          <p:spPr>
            <a:xfrm>
              <a:off x="6495775" y="3019200"/>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46"/>
            <p:cNvSpPr/>
            <p:nvPr/>
          </p:nvSpPr>
          <p:spPr>
            <a:xfrm>
              <a:off x="6556825" y="2958150"/>
              <a:ext cx="9675" cy="9650"/>
            </a:xfrm>
            <a:custGeom>
              <a:rect b="b" l="l" r="r" t="t"/>
              <a:pathLst>
                <a:path extrusionOk="0" h="386" w="387">
                  <a:moveTo>
                    <a:pt x="194" y="1"/>
                  </a:moveTo>
                  <a:cubicBezTo>
                    <a:pt x="87" y="1"/>
                    <a:pt x="0" y="87"/>
                    <a:pt x="0" y="193"/>
                  </a:cubicBezTo>
                  <a:cubicBezTo>
                    <a:pt x="0" y="299"/>
                    <a:pt x="87" y="386"/>
                    <a:pt x="194" y="386"/>
                  </a:cubicBezTo>
                  <a:cubicBezTo>
                    <a:pt x="301" y="386"/>
                    <a:pt x="387" y="299"/>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46"/>
            <p:cNvSpPr/>
            <p:nvPr/>
          </p:nvSpPr>
          <p:spPr>
            <a:xfrm>
              <a:off x="6617900" y="2897075"/>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46"/>
            <p:cNvSpPr/>
            <p:nvPr/>
          </p:nvSpPr>
          <p:spPr>
            <a:xfrm>
              <a:off x="6707875" y="2805450"/>
              <a:ext cx="12950" cy="9675"/>
            </a:xfrm>
            <a:custGeom>
              <a:rect b="b" l="l" r="r" t="t"/>
              <a:pathLst>
                <a:path extrusionOk="0" h="387" w="518">
                  <a:moveTo>
                    <a:pt x="259" y="1"/>
                  </a:moveTo>
                  <a:cubicBezTo>
                    <a:pt x="210" y="1"/>
                    <a:pt x="161" y="20"/>
                    <a:pt x="123" y="58"/>
                  </a:cubicBezTo>
                  <a:cubicBezTo>
                    <a:pt x="1" y="179"/>
                    <a:pt x="87" y="387"/>
                    <a:pt x="260" y="387"/>
                  </a:cubicBezTo>
                  <a:cubicBezTo>
                    <a:pt x="431" y="387"/>
                    <a:pt x="518"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46"/>
            <p:cNvSpPr/>
            <p:nvPr/>
          </p:nvSpPr>
          <p:spPr>
            <a:xfrm>
              <a:off x="6465225" y="3049750"/>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46"/>
            <p:cNvSpPr/>
            <p:nvPr/>
          </p:nvSpPr>
          <p:spPr>
            <a:xfrm>
              <a:off x="6526275" y="29886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46"/>
            <p:cNvSpPr/>
            <p:nvPr/>
          </p:nvSpPr>
          <p:spPr>
            <a:xfrm>
              <a:off x="6587375" y="2927625"/>
              <a:ext cx="9675" cy="9675"/>
            </a:xfrm>
            <a:custGeom>
              <a:rect b="b" l="l" r="r" t="t"/>
              <a:pathLst>
                <a:path extrusionOk="0" h="387" w="387">
                  <a:moveTo>
                    <a:pt x="193" y="0"/>
                  </a:moveTo>
                  <a:cubicBezTo>
                    <a:pt x="87" y="0"/>
                    <a:pt x="0" y="86"/>
                    <a:pt x="0" y="193"/>
                  </a:cubicBezTo>
                  <a:cubicBezTo>
                    <a:pt x="0" y="300"/>
                    <a:pt x="87"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46"/>
            <p:cNvSpPr/>
            <p:nvPr/>
          </p:nvSpPr>
          <p:spPr>
            <a:xfrm>
              <a:off x="6677325" y="2836000"/>
              <a:ext cx="12950" cy="9675"/>
            </a:xfrm>
            <a:custGeom>
              <a:rect b="b" l="l" r="r" t="t"/>
              <a:pathLst>
                <a:path extrusionOk="0" h="387" w="518">
                  <a:moveTo>
                    <a:pt x="259" y="1"/>
                  </a:moveTo>
                  <a:cubicBezTo>
                    <a:pt x="210" y="1"/>
                    <a:pt x="161" y="19"/>
                    <a:pt x="124" y="57"/>
                  </a:cubicBezTo>
                  <a:cubicBezTo>
                    <a:pt x="1" y="179"/>
                    <a:pt x="87" y="386"/>
                    <a:pt x="260" y="386"/>
                  </a:cubicBezTo>
                  <a:cubicBezTo>
                    <a:pt x="431" y="386"/>
                    <a:pt x="518" y="179"/>
                    <a:pt x="396" y="57"/>
                  </a:cubicBezTo>
                  <a:cubicBezTo>
                    <a:pt x="359" y="19"/>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46"/>
            <p:cNvSpPr/>
            <p:nvPr/>
          </p:nvSpPr>
          <p:spPr>
            <a:xfrm>
              <a:off x="6740050" y="27749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46"/>
            <p:cNvSpPr/>
            <p:nvPr/>
          </p:nvSpPr>
          <p:spPr>
            <a:xfrm>
              <a:off x="6770600" y="2744375"/>
              <a:ext cx="9675" cy="9700"/>
            </a:xfrm>
            <a:custGeom>
              <a:rect b="b" l="l" r="r" t="t"/>
              <a:pathLst>
                <a:path extrusionOk="0" h="388" w="387">
                  <a:moveTo>
                    <a:pt x="193" y="1"/>
                  </a:moveTo>
                  <a:cubicBezTo>
                    <a:pt x="87" y="1"/>
                    <a:pt x="0" y="87"/>
                    <a:pt x="0" y="193"/>
                  </a:cubicBezTo>
                  <a:cubicBezTo>
                    <a:pt x="0" y="301"/>
                    <a:pt x="87" y="388"/>
                    <a:pt x="193" y="388"/>
                  </a:cubicBezTo>
                  <a:cubicBezTo>
                    <a:pt x="299" y="388"/>
                    <a:pt x="387" y="301"/>
                    <a:pt x="387" y="193"/>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46"/>
            <p:cNvSpPr/>
            <p:nvPr/>
          </p:nvSpPr>
          <p:spPr>
            <a:xfrm>
              <a:off x="6801150" y="2713850"/>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46"/>
            <p:cNvSpPr/>
            <p:nvPr/>
          </p:nvSpPr>
          <p:spPr>
            <a:xfrm>
              <a:off x="6831650" y="2683325"/>
              <a:ext cx="9675" cy="9650"/>
            </a:xfrm>
            <a:custGeom>
              <a:rect b="b" l="l" r="r" t="t"/>
              <a:pathLst>
                <a:path extrusionOk="0" h="386" w="387">
                  <a:moveTo>
                    <a:pt x="194" y="1"/>
                  </a:moveTo>
                  <a:cubicBezTo>
                    <a:pt x="87" y="1"/>
                    <a:pt x="0" y="87"/>
                    <a:pt x="0" y="193"/>
                  </a:cubicBezTo>
                  <a:cubicBezTo>
                    <a:pt x="0" y="300"/>
                    <a:pt x="87" y="386"/>
                    <a:pt x="194" y="386"/>
                  </a:cubicBezTo>
                  <a:cubicBezTo>
                    <a:pt x="301" y="386"/>
                    <a:pt x="387" y="300"/>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46"/>
            <p:cNvSpPr/>
            <p:nvPr/>
          </p:nvSpPr>
          <p:spPr>
            <a:xfrm>
              <a:off x="6648450" y="286652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46"/>
            <p:cNvSpPr/>
            <p:nvPr/>
          </p:nvSpPr>
          <p:spPr>
            <a:xfrm>
              <a:off x="6524725" y="3048200"/>
              <a:ext cx="9700" cy="9650"/>
            </a:xfrm>
            <a:custGeom>
              <a:rect b="b" l="l" r="r" t="t"/>
              <a:pathLst>
                <a:path extrusionOk="0" h="386" w="388">
                  <a:moveTo>
                    <a:pt x="193" y="0"/>
                  </a:moveTo>
                  <a:cubicBezTo>
                    <a:pt x="87" y="0"/>
                    <a:pt x="0" y="87"/>
                    <a:pt x="0" y="193"/>
                  </a:cubicBezTo>
                  <a:cubicBezTo>
                    <a:pt x="0" y="299"/>
                    <a:pt x="87" y="386"/>
                    <a:pt x="193" y="386"/>
                  </a:cubicBezTo>
                  <a:cubicBezTo>
                    <a:pt x="301" y="386"/>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46"/>
            <p:cNvSpPr/>
            <p:nvPr/>
          </p:nvSpPr>
          <p:spPr>
            <a:xfrm>
              <a:off x="6585825" y="2987100"/>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46"/>
            <p:cNvSpPr/>
            <p:nvPr/>
          </p:nvSpPr>
          <p:spPr>
            <a:xfrm>
              <a:off x="6646875" y="2926050"/>
              <a:ext cx="9675" cy="9650"/>
            </a:xfrm>
            <a:custGeom>
              <a:rect b="b" l="l" r="r" t="t"/>
              <a:pathLst>
                <a:path extrusionOk="0" h="386" w="387">
                  <a:moveTo>
                    <a:pt x="194" y="1"/>
                  </a:moveTo>
                  <a:cubicBezTo>
                    <a:pt x="86" y="1"/>
                    <a:pt x="0" y="87"/>
                    <a:pt x="0" y="193"/>
                  </a:cubicBezTo>
                  <a:cubicBezTo>
                    <a:pt x="0" y="300"/>
                    <a:pt x="86"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46"/>
            <p:cNvSpPr/>
            <p:nvPr/>
          </p:nvSpPr>
          <p:spPr>
            <a:xfrm>
              <a:off x="6736875" y="2834425"/>
              <a:ext cx="12900" cy="9700"/>
            </a:xfrm>
            <a:custGeom>
              <a:rect b="b" l="l" r="r" t="t"/>
              <a:pathLst>
                <a:path extrusionOk="0" h="388" w="516">
                  <a:moveTo>
                    <a:pt x="258" y="1"/>
                  </a:moveTo>
                  <a:cubicBezTo>
                    <a:pt x="209" y="1"/>
                    <a:pt x="159" y="20"/>
                    <a:pt x="122" y="57"/>
                  </a:cubicBezTo>
                  <a:cubicBezTo>
                    <a:pt x="0" y="179"/>
                    <a:pt x="87" y="387"/>
                    <a:pt x="258" y="387"/>
                  </a:cubicBezTo>
                  <a:cubicBezTo>
                    <a:pt x="431" y="387"/>
                    <a:pt x="516" y="179"/>
                    <a:pt x="394" y="57"/>
                  </a:cubicBezTo>
                  <a:cubicBezTo>
                    <a:pt x="356" y="20"/>
                    <a:pt x="307"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46"/>
            <p:cNvSpPr/>
            <p:nvPr/>
          </p:nvSpPr>
          <p:spPr>
            <a:xfrm>
              <a:off x="6494175" y="3078700"/>
              <a:ext cx="9700" cy="9700"/>
            </a:xfrm>
            <a:custGeom>
              <a:rect b="b" l="l" r="r" t="t"/>
              <a:pathLst>
                <a:path extrusionOk="0" h="388" w="388">
                  <a:moveTo>
                    <a:pt x="195" y="1"/>
                  </a:moveTo>
                  <a:cubicBezTo>
                    <a:pt x="87" y="1"/>
                    <a:pt x="1" y="89"/>
                    <a:pt x="1" y="195"/>
                  </a:cubicBezTo>
                  <a:cubicBezTo>
                    <a:pt x="1" y="301"/>
                    <a:pt x="87" y="387"/>
                    <a:pt x="195" y="387"/>
                  </a:cubicBezTo>
                  <a:cubicBezTo>
                    <a:pt x="301" y="387"/>
                    <a:pt x="387" y="301"/>
                    <a:pt x="387" y="195"/>
                  </a:cubicBezTo>
                  <a:cubicBezTo>
                    <a:pt x="387" y="89"/>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46"/>
            <p:cNvSpPr/>
            <p:nvPr/>
          </p:nvSpPr>
          <p:spPr>
            <a:xfrm>
              <a:off x="6555275" y="3017650"/>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46"/>
            <p:cNvSpPr/>
            <p:nvPr/>
          </p:nvSpPr>
          <p:spPr>
            <a:xfrm>
              <a:off x="6616350" y="29565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46"/>
            <p:cNvSpPr/>
            <p:nvPr/>
          </p:nvSpPr>
          <p:spPr>
            <a:xfrm>
              <a:off x="6707950" y="2864975"/>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46"/>
            <p:cNvSpPr/>
            <p:nvPr/>
          </p:nvSpPr>
          <p:spPr>
            <a:xfrm>
              <a:off x="6769050" y="2803875"/>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46"/>
            <p:cNvSpPr/>
            <p:nvPr/>
          </p:nvSpPr>
          <p:spPr>
            <a:xfrm>
              <a:off x="6797925" y="2773350"/>
              <a:ext cx="12950" cy="9675"/>
            </a:xfrm>
            <a:custGeom>
              <a:rect b="b" l="l" r="r" t="t"/>
              <a:pathLst>
                <a:path extrusionOk="0" h="387" w="518">
                  <a:moveTo>
                    <a:pt x="259" y="1"/>
                  </a:moveTo>
                  <a:cubicBezTo>
                    <a:pt x="209" y="1"/>
                    <a:pt x="160" y="20"/>
                    <a:pt x="123" y="58"/>
                  </a:cubicBezTo>
                  <a:cubicBezTo>
                    <a:pt x="0" y="179"/>
                    <a:pt x="87" y="387"/>
                    <a:pt x="259" y="387"/>
                  </a:cubicBezTo>
                  <a:cubicBezTo>
                    <a:pt x="431" y="387"/>
                    <a:pt x="517" y="179"/>
                    <a:pt x="396" y="58"/>
                  </a:cubicBezTo>
                  <a:cubicBezTo>
                    <a:pt x="358" y="20"/>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46"/>
            <p:cNvSpPr/>
            <p:nvPr/>
          </p:nvSpPr>
          <p:spPr>
            <a:xfrm>
              <a:off x="6830100" y="2742825"/>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46"/>
            <p:cNvSpPr/>
            <p:nvPr/>
          </p:nvSpPr>
          <p:spPr>
            <a:xfrm>
              <a:off x="6860650" y="2712300"/>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46"/>
            <p:cNvSpPr/>
            <p:nvPr/>
          </p:nvSpPr>
          <p:spPr>
            <a:xfrm>
              <a:off x="6677400" y="2895525"/>
              <a:ext cx="9700" cy="9675"/>
            </a:xfrm>
            <a:custGeom>
              <a:rect b="b" l="l" r="r" t="t"/>
              <a:pathLst>
                <a:path extrusionOk="0" h="387" w="388">
                  <a:moveTo>
                    <a:pt x="193" y="0"/>
                  </a:moveTo>
                  <a:cubicBezTo>
                    <a:pt x="87" y="0"/>
                    <a:pt x="1" y="87"/>
                    <a:pt x="1" y="193"/>
                  </a:cubicBezTo>
                  <a:cubicBezTo>
                    <a:pt x="1" y="299"/>
                    <a:pt x="87" y="387"/>
                    <a:pt x="193" y="387"/>
                  </a:cubicBezTo>
                  <a:cubicBezTo>
                    <a:pt x="301" y="387"/>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46"/>
            <p:cNvSpPr/>
            <p:nvPr/>
          </p:nvSpPr>
          <p:spPr>
            <a:xfrm>
              <a:off x="6552050" y="3077175"/>
              <a:ext cx="12950" cy="9675"/>
            </a:xfrm>
            <a:custGeom>
              <a:rect b="b" l="l" r="r" t="t"/>
              <a:pathLst>
                <a:path extrusionOk="0" h="387" w="518">
                  <a:moveTo>
                    <a:pt x="260" y="0"/>
                  </a:moveTo>
                  <a:cubicBezTo>
                    <a:pt x="210" y="0"/>
                    <a:pt x="161" y="19"/>
                    <a:pt x="123" y="57"/>
                  </a:cubicBezTo>
                  <a:cubicBezTo>
                    <a:pt x="0" y="178"/>
                    <a:pt x="87" y="386"/>
                    <a:pt x="260" y="386"/>
                  </a:cubicBezTo>
                  <a:cubicBezTo>
                    <a:pt x="431" y="386"/>
                    <a:pt x="517" y="178"/>
                    <a:pt x="396" y="57"/>
                  </a:cubicBezTo>
                  <a:cubicBezTo>
                    <a:pt x="358" y="19"/>
                    <a:pt x="309" y="0"/>
                    <a:pt x="2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46"/>
            <p:cNvSpPr/>
            <p:nvPr/>
          </p:nvSpPr>
          <p:spPr>
            <a:xfrm>
              <a:off x="6614775" y="3016100"/>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46"/>
            <p:cNvSpPr/>
            <p:nvPr/>
          </p:nvSpPr>
          <p:spPr>
            <a:xfrm>
              <a:off x="6675850" y="2955025"/>
              <a:ext cx="9700" cy="9675"/>
            </a:xfrm>
            <a:custGeom>
              <a:rect b="b" l="l" r="r" t="t"/>
              <a:pathLst>
                <a:path extrusionOk="0" h="387" w="388">
                  <a:moveTo>
                    <a:pt x="193" y="0"/>
                  </a:moveTo>
                  <a:cubicBezTo>
                    <a:pt x="87" y="0"/>
                    <a:pt x="1" y="86"/>
                    <a:pt x="1" y="193"/>
                  </a:cubicBezTo>
                  <a:cubicBezTo>
                    <a:pt x="1" y="300"/>
                    <a:pt x="87" y="387"/>
                    <a:pt x="193" y="387"/>
                  </a:cubicBezTo>
                  <a:cubicBezTo>
                    <a:pt x="299" y="387"/>
                    <a:pt x="387" y="300"/>
                    <a:pt x="387" y="193"/>
                  </a:cubicBezTo>
                  <a:cubicBezTo>
                    <a:pt x="387" y="86"/>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46"/>
            <p:cNvSpPr/>
            <p:nvPr/>
          </p:nvSpPr>
          <p:spPr>
            <a:xfrm>
              <a:off x="6767450" y="2863425"/>
              <a:ext cx="9700" cy="9650"/>
            </a:xfrm>
            <a:custGeom>
              <a:rect b="b" l="l" r="r" t="t"/>
              <a:pathLst>
                <a:path extrusionOk="0" h="386" w="388">
                  <a:moveTo>
                    <a:pt x="193" y="0"/>
                  </a:moveTo>
                  <a:cubicBezTo>
                    <a:pt x="87" y="0"/>
                    <a:pt x="1" y="87"/>
                    <a:pt x="1" y="193"/>
                  </a:cubicBezTo>
                  <a:cubicBezTo>
                    <a:pt x="1" y="299"/>
                    <a:pt x="87" y="385"/>
                    <a:pt x="193" y="385"/>
                  </a:cubicBezTo>
                  <a:cubicBezTo>
                    <a:pt x="301" y="385"/>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46"/>
            <p:cNvSpPr/>
            <p:nvPr/>
          </p:nvSpPr>
          <p:spPr>
            <a:xfrm>
              <a:off x="6523175" y="3107700"/>
              <a:ext cx="9650" cy="9675"/>
            </a:xfrm>
            <a:custGeom>
              <a:rect b="b" l="l" r="r" t="t"/>
              <a:pathLst>
                <a:path extrusionOk="0" h="387"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46"/>
            <p:cNvSpPr/>
            <p:nvPr/>
          </p:nvSpPr>
          <p:spPr>
            <a:xfrm>
              <a:off x="6584225" y="304660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46"/>
            <p:cNvSpPr/>
            <p:nvPr/>
          </p:nvSpPr>
          <p:spPr>
            <a:xfrm>
              <a:off x="6645300" y="298555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46"/>
            <p:cNvSpPr/>
            <p:nvPr/>
          </p:nvSpPr>
          <p:spPr>
            <a:xfrm>
              <a:off x="6736900" y="2893925"/>
              <a:ext cx="9700" cy="9700"/>
            </a:xfrm>
            <a:custGeom>
              <a:rect b="b" l="l" r="r" t="t"/>
              <a:pathLst>
                <a:path extrusionOk="0" h="388" w="388">
                  <a:moveTo>
                    <a:pt x="195" y="0"/>
                  </a:moveTo>
                  <a:cubicBezTo>
                    <a:pt x="87" y="0"/>
                    <a:pt x="1" y="87"/>
                    <a:pt x="1" y="195"/>
                  </a:cubicBezTo>
                  <a:cubicBezTo>
                    <a:pt x="1" y="301"/>
                    <a:pt x="87" y="387"/>
                    <a:pt x="195" y="387"/>
                  </a:cubicBezTo>
                  <a:cubicBezTo>
                    <a:pt x="301" y="387"/>
                    <a:pt x="387" y="301"/>
                    <a:pt x="387" y="195"/>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46"/>
            <p:cNvSpPr/>
            <p:nvPr/>
          </p:nvSpPr>
          <p:spPr>
            <a:xfrm>
              <a:off x="6798000" y="2832875"/>
              <a:ext cx="9675" cy="9650"/>
            </a:xfrm>
            <a:custGeom>
              <a:rect b="b" l="l" r="r" t="t"/>
              <a:pathLst>
                <a:path extrusionOk="0" h="386" w="387">
                  <a:moveTo>
                    <a:pt x="193" y="0"/>
                  </a:moveTo>
                  <a:cubicBezTo>
                    <a:pt x="87" y="0"/>
                    <a:pt x="0" y="87"/>
                    <a:pt x="0" y="193"/>
                  </a:cubicBezTo>
                  <a:cubicBezTo>
                    <a:pt x="0" y="299"/>
                    <a:pt x="87" y="385"/>
                    <a:pt x="193" y="385"/>
                  </a:cubicBezTo>
                  <a:cubicBezTo>
                    <a:pt x="300" y="385"/>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46"/>
            <p:cNvSpPr/>
            <p:nvPr/>
          </p:nvSpPr>
          <p:spPr>
            <a:xfrm>
              <a:off x="6828550" y="2802325"/>
              <a:ext cx="9675" cy="9700"/>
            </a:xfrm>
            <a:custGeom>
              <a:rect b="b" l="l" r="r" t="t"/>
              <a:pathLst>
                <a:path extrusionOk="0" h="388" w="387">
                  <a:moveTo>
                    <a:pt x="193" y="1"/>
                  </a:moveTo>
                  <a:cubicBezTo>
                    <a:pt x="86" y="1"/>
                    <a:pt x="0" y="87"/>
                    <a:pt x="0" y="193"/>
                  </a:cubicBezTo>
                  <a:cubicBezTo>
                    <a:pt x="0" y="301"/>
                    <a:pt x="86" y="387"/>
                    <a:pt x="193" y="387"/>
                  </a:cubicBezTo>
                  <a:cubicBezTo>
                    <a:pt x="299" y="387"/>
                    <a:pt x="387" y="301"/>
                    <a:pt x="387" y="193"/>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46"/>
            <p:cNvSpPr/>
            <p:nvPr/>
          </p:nvSpPr>
          <p:spPr>
            <a:xfrm>
              <a:off x="6859075" y="277177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46"/>
            <p:cNvSpPr/>
            <p:nvPr/>
          </p:nvSpPr>
          <p:spPr>
            <a:xfrm>
              <a:off x="6887950" y="2741250"/>
              <a:ext cx="12950" cy="9675"/>
            </a:xfrm>
            <a:custGeom>
              <a:rect b="b" l="l" r="r" t="t"/>
              <a:pathLst>
                <a:path extrusionOk="0" h="387" w="518">
                  <a:moveTo>
                    <a:pt x="260" y="1"/>
                  </a:moveTo>
                  <a:cubicBezTo>
                    <a:pt x="210" y="1"/>
                    <a:pt x="161" y="20"/>
                    <a:pt x="124" y="58"/>
                  </a:cubicBezTo>
                  <a:cubicBezTo>
                    <a:pt x="1" y="179"/>
                    <a:pt x="87" y="387"/>
                    <a:pt x="260" y="387"/>
                  </a:cubicBezTo>
                  <a:cubicBezTo>
                    <a:pt x="431" y="387"/>
                    <a:pt x="518" y="179"/>
                    <a:pt x="397"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46"/>
            <p:cNvSpPr/>
            <p:nvPr/>
          </p:nvSpPr>
          <p:spPr>
            <a:xfrm>
              <a:off x="6704775" y="2924500"/>
              <a:ext cx="12900" cy="9650"/>
            </a:xfrm>
            <a:custGeom>
              <a:rect b="b" l="l" r="r" t="t"/>
              <a:pathLst>
                <a:path extrusionOk="0" h="386" w="516">
                  <a:moveTo>
                    <a:pt x="258" y="0"/>
                  </a:moveTo>
                  <a:cubicBezTo>
                    <a:pt x="209" y="0"/>
                    <a:pt x="159" y="19"/>
                    <a:pt x="122" y="57"/>
                  </a:cubicBezTo>
                  <a:cubicBezTo>
                    <a:pt x="0" y="178"/>
                    <a:pt x="85" y="386"/>
                    <a:pt x="258" y="386"/>
                  </a:cubicBezTo>
                  <a:cubicBezTo>
                    <a:pt x="429" y="386"/>
                    <a:pt x="516" y="178"/>
                    <a:pt x="394" y="57"/>
                  </a:cubicBezTo>
                  <a:cubicBezTo>
                    <a:pt x="357"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46"/>
            <p:cNvSpPr/>
            <p:nvPr/>
          </p:nvSpPr>
          <p:spPr>
            <a:xfrm>
              <a:off x="6582675" y="3106150"/>
              <a:ext cx="9675" cy="9675"/>
            </a:xfrm>
            <a:custGeom>
              <a:rect b="b" l="l" r="r" t="t"/>
              <a:pathLst>
                <a:path extrusionOk="0" h="387" w="387">
                  <a:moveTo>
                    <a:pt x="193" y="0"/>
                  </a:moveTo>
                  <a:cubicBezTo>
                    <a:pt x="87" y="0"/>
                    <a:pt x="0" y="87"/>
                    <a:pt x="0" y="193"/>
                  </a:cubicBezTo>
                  <a:cubicBezTo>
                    <a:pt x="0" y="299"/>
                    <a:pt x="87" y="387"/>
                    <a:pt x="193" y="387"/>
                  </a:cubicBezTo>
                  <a:cubicBezTo>
                    <a:pt x="300" y="387"/>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46"/>
            <p:cNvSpPr/>
            <p:nvPr/>
          </p:nvSpPr>
          <p:spPr>
            <a:xfrm>
              <a:off x="6642125" y="3045075"/>
              <a:ext cx="12900" cy="9675"/>
            </a:xfrm>
            <a:custGeom>
              <a:rect b="b" l="l" r="r" t="t"/>
              <a:pathLst>
                <a:path extrusionOk="0" h="387" w="516">
                  <a:moveTo>
                    <a:pt x="258" y="0"/>
                  </a:moveTo>
                  <a:cubicBezTo>
                    <a:pt x="209" y="0"/>
                    <a:pt x="160" y="19"/>
                    <a:pt x="122" y="56"/>
                  </a:cubicBezTo>
                  <a:cubicBezTo>
                    <a:pt x="1" y="179"/>
                    <a:pt x="85" y="386"/>
                    <a:pt x="258" y="386"/>
                  </a:cubicBezTo>
                  <a:cubicBezTo>
                    <a:pt x="430" y="386"/>
                    <a:pt x="516" y="179"/>
                    <a:pt x="395" y="56"/>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46"/>
            <p:cNvSpPr/>
            <p:nvPr/>
          </p:nvSpPr>
          <p:spPr>
            <a:xfrm>
              <a:off x="6704800" y="29839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46"/>
            <p:cNvSpPr/>
            <p:nvPr/>
          </p:nvSpPr>
          <p:spPr>
            <a:xfrm>
              <a:off x="6796450" y="28923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46"/>
            <p:cNvSpPr/>
            <p:nvPr/>
          </p:nvSpPr>
          <p:spPr>
            <a:xfrm>
              <a:off x="6552125" y="3136675"/>
              <a:ext cx="9675" cy="9675"/>
            </a:xfrm>
            <a:custGeom>
              <a:rect b="b" l="l" r="r" t="t"/>
              <a:pathLst>
                <a:path extrusionOk="0" h="387" w="387">
                  <a:moveTo>
                    <a:pt x="194" y="1"/>
                  </a:moveTo>
                  <a:cubicBezTo>
                    <a:pt x="87" y="1"/>
                    <a:pt x="0" y="87"/>
                    <a:pt x="0" y="194"/>
                  </a:cubicBezTo>
                  <a:cubicBezTo>
                    <a:pt x="0" y="300"/>
                    <a:pt x="87" y="386"/>
                    <a:pt x="194" y="386"/>
                  </a:cubicBezTo>
                  <a:cubicBezTo>
                    <a:pt x="301" y="386"/>
                    <a:pt x="387" y="300"/>
                    <a:pt x="387" y="194"/>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46"/>
            <p:cNvSpPr/>
            <p:nvPr/>
          </p:nvSpPr>
          <p:spPr>
            <a:xfrm>
              <a:off x="6613225" y="3075600"/>
              <a:ext cx="9650" cy="9675"/>
            </a:xfrm>
            <a:custGeom>
              <a:rect b="b" l="l" r="r" t="t"/>
              <a:pathLst>
                <a:path extrusionOk="0" h="387" w="386">
                  <a:moveTo>
                    <a:pt x="193" y="0"/>
                  </a:moveTo>
                  <a:cubicBezTo>
                    <a:pt x="86" y="0"/>
                    <a:pt x="0" y="87"/>
                    <a:pt x="0" y="193"/>
                  </a:cubicBezTo>
                  <a:cubicBezTo>
                    <a:pt x="0" y="301"/>
                    <a:pt x="86"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46"/>
            <p:cNvSpPr/>
            <p:nvPr/>
          </p:nvSpPr>
          <p:spPr>
            <a:xfrm>
              <a:off x="6672625" y="3014525"/>
              <a:ext cx="12950" cy="9675"/>
            </a:xfrm>
            <a:custGeom>
              <a:rect b="b" l="l" r="r" t="t"/>
              <a:pathLst>
                <a:path extrusionOk="0" h="387" w="518">
                  <a:moveTo>
                    <a:pt x="260" y="1"/>
                  </a:moveTo>
                  <a:cubicBezTo>
                    <a:pt x="210" y="1"/>
                    <a:pt x="161" y="20"/>
                    <a:pt x="124" y="58"/>
                  </a:cubicBezTo>
                  <a:cubicBezTo>
                    <a:pt x="1" y="179"/>
                    <a:pt x="87" y="386"/>
                    <a:pt x="260" y="386"/>
                  </a:cubicBezTo>
                  <a:cubicBezTo>
                    <a:pt x="431" y="386"/>
                    <a:pt x="518" y="179"/>
                    <a:pt x="397"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46"/>
            <p:cNvSpPr/>
            <p:nvPr/>
          </p:nvSpPr>
          <p:spPr>
            <a:xfrm>
              <a:off x="6765900" y="2922925"/>
              <a:ext cx="9675" cy="9675"/>
            </a:xfrm>
            <a:custGeom>
              <a:rect b="b" l="l" r="r" t="t"/>
              <a:pathLst>
                <a:path extrusionOk="0" h="387" w="387">
                  <a:moveTo>
                    <a:pt x="193" y="0"/>
                  </a:moveTo>
                  <a:cubicBezTo>
                    <a:pt x="87" y="0"/>
                    <a:pt x="0" y="87"/>
                    <a:pt x="0" y="193"/>
                  </a:cubicBezTo>
                  <a:cubicBezTo>
                    <a:pt x="0" y="300"/>
                    <a:pt x="87" y="387"/>
                    <a:pt x="193" y="387"/>
                  </a:cubicBezTo>
                  <a:cubicBezTo>
                    <a:pt x="299" y="387"/>
                    <a:pt x="387" y="300"/>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46"/>
            <p:cNvSpPr/>
            <p:nvPr/>
          </p:nvSpPr>
          <p:spPr>
            <a:xfrm>
              <a:off x="6826950" y="2861825"/>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46"/>
            <p:cNvSpPr/>
            <p:nvPr/>
          </p:nvSpPr>
          <p:spPr>
            <a:xfrm>
              <a:off x="6857500" y="28313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46"/>
            <p:cNvSpPr/>
            <p:nvPr/>
          </p:nvSpPr>
          <p:spPr>
            <a:xfrm>
              <a:off x="6888025" y="2800775"/>
              <a:ext cx="9700" cy="9650"/>
            </a:xfrm>
            <a:custGeom>
              <a:rect b="b" l="l" r="r" t="t"/>
              <a:pathLst>
                <a:path extrusionOk="0" h="386" w="388">
                  <a:moveTo>
                    <a:pt x="193" y="1"/>
                  </a:moveTo>
                  <a:cubicBezTo>
                    <a:pt x="87" y="1"/>
                    <a:pt x="1" y="87"/>
                    <a:pt x="1" y="193"/>
                  </a:cubicBezTo>
                  <a:cubicBezTo>
                    <a:pt x="1" y="299"/>
                    <a:pt x="87" y="386"/>
                    <a:pt x="193" y="386"/>
                  </a:cubicBezTo>
                  <a:cubicBezTo>
                    <a:pt x="301" y="386"/>
                    <a:pt x="388" y="299"/>
                    <a:pt x="388" y="193"/>
                  </a:cubicBezTo>
                  <a:cubicBezTo>
                    <a:pt x="388"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46"/>
            <p:cNvSpPr/>
            <p:nvPr/>
          </p:nvSpPr>
          <p:spPr>
            <a:xfrm>
              <a:off x="6916950" y="2770225"/>
              <a:ext cx="12900" cy="9700"/>
            </a:xfrm>
            <a:custGeom>
              <a:rect b="b" l="l" r="r" t="t"/>
              <a:pathLst>
                <a:path extrusionOk="0" h="388" w="516">
                  <a:moveTo>
                    <a:pt x="258" y="0"/>
                  </a:moveTo>
                  <a:cubicBezTo>
                    <a:pt x="209" y="0"/>
                    <a:pt x="160" y="19"/>
                    <a:pt x="122" y="57"/>
                  </a:cubicBezTo>
                  <a:cubicBezTo>
                    <a:pt x="1" y="178"/>
                    <a:pt x="85" y="387"/>
                    <a:pt x="258" y="387"/>
                  </a:cubicBezTo>
                  <a:cubicBezTo>
                    <a:pt x="430" y="387"/>
                    <a:pt x="516" y="178"/>
                    <a:pt x="395" y="57"/>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46"/>
            <p:cNvSpPr/>
            <p:nvPr/>
          </p:nvSpPr>
          <p:spPr>
            <a:xfrm>
              <a:off x="6735350" y="2953450"/>
              <a:ext cx="9700" cy="9650"/>
            </a:xfrm>
            <a:custGeom>
              <a:rect b="b" l="l" r="r" t="t"/>
              <a:pathLst>
                <a:path extrusionOk="0" h="386" w="388">
                  <a:moveTo>
                    <a:pt x="193" y="1"/>
                  </a:moveTo>
                  <a:cubicBezTo>
                    <a:pt x="87" y="1"/>
                    <a:pt x="1" y="87"/>
                    <a:pt x="1" y="193"/>
                  </a:cubicBezTo>
                  <a:cubicBezTo>
                    <a:pt x="1" y="300"/>
                    <a:pt x="87" y="386"/>
                    <a:pt x="193" y="386"/>
                  </a:cubicBezTo>
                  <a:cubicBezTo>
                    <a:pt x="301" y="386"/>
                    <a:pt x="387" y="300"/>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46"/>
            <p:cNvSpPr/>
            <p:nvPr/>
          </p:nvSpPr>
          <p:spPr>
            <a:xfrm>
              <a:off x="6611650" y="3135100"/>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46"/>
            <p:cNvSpPr/>
            <p:nvPr/>
          </p:nvSpPr>
          <p:spPr>
            <a:xfrm>
              <a:off x="6672700" y="3074000"/>
              <a:ext cx="9700" cy="9700"/>
            </a:xfrm>
            <a:custGeom>
              <a:rect b="b" l="l" r="r" t="t"/>
              <a:pathLst>
                <a:path extrusionOk="0" h="388" w="388">
                  <a:moveTo>
                    <a:pt x="193" y="1"/>
                  </a:moveTo>
                  <a:cubicBezTo>
                    <a:pt x="87" y="1"/>
                    <a:pt x="1" y="89"/>
                    <a:pt x="1" y="195"/>
                  </a:cubicBezTo>
                  <a:cubicBezTo>
                    <a:pt x="1" y="301"/>
                    <a:pt x="87" y="387"/>
                    <a:pt x="193" y="387"/>
                  </a:cubicBezTo>
                  <a:cubicBezTo>
                    <a:pt x="301" y="387"/>
                    <a:pt x="387" y="301"/>
                    <a:pt x="387" y="195"/>
                  </a:cubicBezTo>
                  <a:cubicBezTo>
                    <a:pt x="387" y="89"/>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46"/>
            <p:cNvSpPr/>
            <p:nvPr/>
          </p:nvSpPr>
          <p:spPr>
            <a:xfrm>
              <a:off x="6732175" y="3012975"/>
              <a:ext cx="12900" cy="9675"/>
            </a:xfrm>
            <a:custGeom>
              <a:rect b="b" l="l" r="r" t="t"/>
              <a:pathLst>
                <a:path extrusionOk="0" h="387" w="516">
                  <a:moveTo>
                    <a:pt x="258" y="0"/>
                  </a:moveTo>
                  <a:cubicBezTo>
                    <a:pt x="209" y="0"/>
                    <a:pt x="159" y="19"/>
                    <a:pt x="122" y="56"/>
                  </a:cubicBezTo>
                  <a:cubicBezTo>
                    <a:pt x="0" y="177"/>
                    <a:pt x="87" y="386"/>
                    <a:pt x="258" y="386"/>
                  </a:cubicBezTo>
                  <a:cubicBezTo>
                    <a:pt x="431" y="386"/>
                    <a:pt x="516" y="177"/>
                    <a:pt x="394" y="56"/>
                  </a:cubicBezTo>
                  <a:cubicBezTo>
                    <a:pt x="356"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46"/>
            <p:cNvSpPr/>
            <p:nvPr/>
          </p:nvSpPr>
          <p:spPr>
            <a:xfrm>
              <a:off x="6825400" y="2921350"/>
              <a:ext cx="9675" cy="9650"/>
            </a:xfrm>
            <a:custGeom>
              <a:rect b="b" l="l" r="r" t="t"/>
              <a:pathLst>
                <a:path extrusionOk="0" h="386" w="387">
                  <a:moveTo>
                    <a:pt x="194" y="1"/>
                  </a:moveTo>
                  <a:cubicBezTo>
                    <a:pt x="87" y="1"/>
                    <a:pt x="0" y="87"/>
                    <a:pt x="0" y="193"/>
                  </a:cubicBezTo>
                  <a:cubicBezTo>
                    <a:pt x="0" y="300"/>
                    <a:pt x="87"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46"/>
            <p:cNvSpPr/>
            <p:nvPr/>
          </p:nvSpPr>
          <p:spPr>
            <a:xfrm>
              <a:off x="6581125" y="3165650"/>
              <a:ext cx="9650" cy="9675"/>
            </a:xfrm>
            <a:custGeom>
              <a:rect b="b" l="l" r="r" t="t"/>
              <a:pathLst>
                <a:path extrusionOk="0" h="387" w="386">
                  <a:moveTo>
                    <a:pt x="193" y="0"/>
                  </a:moveTo>
                  <a:cubicBezTo>
                    <a:pt x="86" y="0"/>
                    <a:pt x="0" y="86"/>
                    <a:pt x="0" y="193"/>
                  </a:cubicBezTo>
                  <a:cubicBezTo>
                    <a:pt x="0" y="300"/>
                    <a:pt x="86" y="387"/>
                    <a:pt x="193" y="387"/>
                  </a:cubicBezTo>
                  <a:cubicBezTo>
                    <a:pt x="299" y="387"/>
                    <a:pt x="385" y="300"/>
                    <a:pt x="385" y="193"/>
                  </a:cubicBezTo>
                  <a:cubicBezTo>
                    <a:pt x="385" y="86"/>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46"/>
            <p:cNvSpPr/>
            <p:nvPr/>
          </p:nvSpPr>
          <p:spPr>
            <a:xfrm>
              <a:off x="6640525" y="3104575"/>
              <a:ext cx="12950" cy="9675"/>
            </a:xfrm>
            <a:custGeom>
              <a:rect b="b" l="l" r="r" t="t"/>
              <a:pathLst>
                <a:path extrusionOk="0" h="387" w="518">
                  <a:moveTo>
                    <a:pt x="260" y="0"/>
                  </a:moveTo>
                  <a:cubicBezTo>
                    <a:pt x="210" y="0"/>
                    <a:pt x="161" y="19"/>
                    <a:pt x="124" y="57"/>
                  </a:cubicBezTo>
                  <a:cubicBezTo>
                    <a:pt x="1" y="178"/>
                    <a:pt x="87" y="386"/>
                    <a:pt x="260" y="386"/>
                  </a:cubicBezTo>
                  <a:cubicBezTo>
                    <a:pt x="431" y="386"/>
                    <a:pt x="518" y="178"/>
                    <a:pt x="397" y="57"/>
                  </a:cubicBezTo>
                  <a:cubicBezTo>
                    <a:pt x="359" y="19"/>
                    <a:pt x="309" y="0"/>
                    <a:pt x="2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46"/>
            <p:cNvSpPr/>
            <p:nvPr/>
          </p:nvSpPr>
          <p:spPr>
            <a:xfrm>
              <a:off x="6703250" y="3043500"/>
              <a:ext cx="9700" cy="9650"/>
            </a:xfrm>
            <a:custGeom>
              <a:rect b="b" l="l" r="r" t="t"/>
              <a:pathLst>
                <a:path extrusionOk="0" h="386" w="388">
                  <a:moveTo>
                    <a:pt x="193" y="1"/>
                  </a:moveTo>
                  <a:cubicBezTo>
                    <a:pt x="87" y="1"/>
                    <a:pt x="1" y="87"/>
                    <a:pt x="1" y="193"/>
                  </a:cubicBezTo>
                  <a:cubicBezTo>
                    <a:pt x="1" y="299"/>
                    <a:pt x="87" y="386"/>
                    <a:pt x="193" y="386"/>
                  </a:cubicBezTo>
                  <a:cubicBezTo>
                    <a:pt x="301" y="386"/>
                    <a:pt x="387" y="299"/>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46"/>
            <p:cNvSpPr/>
            <p:nvPr/>
          </p:nvSpPr>
          <p:spPr>
            <a:xfrm>
              <a:off x="6794850" y="2951875"/>
              <a:ext cx="9675" cy="9675"/>
            </a:xfrm>
            <a:custGeom>
              <a:rect b="b" l="l" r="r" t="t"/>
              <a:pathLst>
                <a:path extrusionOk="0" h="387" w="387">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46"/>
            <p:cNvSpPr/>
            <p:nvPr/>
          </p:nvSpPr>
          <p:spPr>
            <a:xfrm>
              <a:off x="6855950" y="2890825"/>
              <a:ext cx="9675" cy="9675"/>
            </a:xfrm>
            <a:custGeom>
              <a:rect b="b" l="l" r="r" t="t"/>
              <a:pathLst>
                <a:path extrusionOk="0" h="387" w="387">
                  <a:moveTo>
                    <a:pt x="193" y="0"/>
                  </a:moveTo>
                  <a:cubicBezTo>
                    <a:pt x="86" y="0"/>
                    <a:pt x="0" y="87"/>
                    <a:pt x="0" y="193"/>
                  </a:cubicBezTo>
                  <a:cubicBezTo>
                    <a:pt x="0" y="299"/>
                    <a:pt x="86" y="387"/>
                    <a:pt x="193" y="387"/>
                  </a:cubicBezTo>
                  <a:cubicBezTo>
                    <a:pt x="300" y="387"/>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46"/>
            <p:cNvSpPr/>
            <p:nvPr/>
          </p:nvSpPr>
          <p:spPr>
            <a:xfrm>
              <a:off x="6886475" y="2860275"/>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46"/>
            <p:cNvSpPr/>
            <p:nvPr/>
          </p:nvSpPr>
          <p:spPr>
            <a:xfrm>
              <a:off x="6917000" y="2829725"/>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46"/>
            <p:cNvSpPr/>
            <p:nvPr/>
          </p:nvSpPr>
          <p:spPr>
            <a:xfrm>
              <a:off x="6947525" y="279917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46"/>
            <p:cNvSpPr/>
            <p:nvPr/>
          </p:nvSpPr>
          <p:spPr>
            <a:xfrm>
              <a:off x="6764350" y="2982400"/>
              <a:ext cx="9650" cy="9700"/>
            </a:xfrm>
            <a:custGeom>
              <a:rect b="b" l="l" r="r" t="t"/>
              <a:pathLst>
                <a:path extrusionOk="0" h="388" w="386">
                  <a:moveTo>
                    <a:pt x="193" y="1"/>
                  </a:moveTo>
                  <a:cubicBezTo>
                    <a:pt x="87" y="1"/>
                    <a:pt x="0" y="87"/>
                    <a:pt x="0" y="193"/>
                  </a:cubicBezTo>
                  <a:cubicBezTo>
                    <a:pt x="0" y="301"/>
                    <a:pt x="87" y="388"/>
                    <a:pt x="193" y="388"/>
                  </a:cubicBezTo>
                  <a:cubicBezTo>
                    <a:pt x="299" y="388"/>
                    <a:pt x="385" y="301"/>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46"/>
            <p:cNvSpPr/>
            <p:nvPr/>
          </p:nvSpPr>
          <p:spPr>
            <a:xfrm>
              <a:off x="6640600" y="3164075"/>
              <a:ext cx="9700" cy="9650"/>
            </a:xfrm>
            <a:custGeom>
              <a:rect b="b" l="l" r="r" t="t"/>
              <a:pathLst>
                <a:path extrusionOk="0" h="386" w="388">
                  <a:moveTo>
                    <a:pt x="193" y="1"/>
                  </a:moveTo>
                  <a:cubicBezTo>
                    <a:pt x="87" y="1"/>
                    <a:pt x="1" y="87"/>
                    <a:pt x="1" y="193"/>
                  </a:cubicBezTo>
                  <a:cubicBezTo>
                    <a:pt x="1" y="300"/>
                    <a:pt x="87" y="386"/>
                    <a:pt x="193" y="386"/>
                  </a:cubicBezTo>
                  <a:cubicBezTo>
                    <a:pt x="301" y="386"/>
                    <a:pt x="388" y="300"/>
                    <a:pt x="388" y="193"/>
                  </a:cubicBezTo>
                  <a:cubicBezTo>
                    <a:pt x="388"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46"/>
            <p:cNvSpPr/>
            <p:nvPr/>
          </p:nvSpPr>
          <p:spPr>
            <a:xfrm>
              <a:off x="6701700" y="3103000"/>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46"/>
            <p:cNvSpPr/>
            <p:nvPr/>
          </p:nvSpPr>
          <p:spPr>
            <a:xfrm>
              <a:off x="6762750" y="30419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46"/>
            <p:cNvSpPr/>
            <p:nvPr/>
          </p:nvSpPr>
          <p:spPr>
            <a:xfrm>
              <a:off x="6854350" y="2950325"/>
              <a:ext cx="9675" cy="9675"/>
            </a:xfrm>
            <a:custGeom>
              <a:rect b="b" l="l" r="r" t="t"/>
              <a:pathLst>
                <a:path extrusionOk="0" h="387" w="387">
                  <a:moveTo>
                    <a:pt x="194" y="0"/>
                  </a:moveTo>
                  <a:cubicBezTo>
                    <a:pt x="88" y="0"/>
                    <a:pt x="0" y="86"/>
                    <a:pt x="0" y="193"/>
                  </a:cubicBezTo>
                  <a:cubicBezTo>
                    <a:pt x="0" y="300"/>
                    <a:pt x="88" y="387"/>
                    <a:pt x="194" y="387"/>
                  </a:cubicBezTo>
                  <a:cubicBezTo>
                    <a:pt x="301" y="387"/>
                    <a:pt x="387" y="300"/>
                    <a:pt x="387" y="193"/>
                  </a:cubicBezTo>
                  <a:cubicBezTo>
                    <a:pt x="387" y="86"/>
                    <a:pt x="301"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46"/>
            <p:cNvSpPr/>
            <p:nvPr/>
          </p:nvSpPr>
          <p:spPr>
            <a:xfrm>
              <a:off x="6608450" y="3194600"/>
              <a:ext cx="12925" cy="9675"/>
            </a:xfrm>
            <a:custGeom>
              <a:rect b="b" l="l" r="r" t="t"/>
              <a:pathLst>
                <a:path extrusionOk="0" h="387" w="517">
                  <a:moveTo>
                    <a:pt x="258" y="1"/>
                  </a:moveTo>
                  <a:cubicBezTo>
                    <a:pt x="209" y="1"/>
                    <a:pt x="159" y="20"/>
                    <a:pt x="121" y="58"/>
                  </a:cubicBezTo>
                  <a:cubicBezTo>
                    <a:pt x="0" y="179"/>
                    <a:pt x="86" y="387"/>
                    <a:pt x="259" y="387"/>
                  </a:cubicBezTo>
                  <a:cubicBezTo>
                    <a:pt x="431" y="387"/>
                    <a:pt x="517" y="179"/>
                    <a:pt x="396" y="58"/>
                  </a:cubicBezTo>
                  <a:cubicBezTo>
                    <a:pt x="358" y="20"/>
                    <a:pt x="308"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46"/>
            <p:cNvSpPr/>
            <p:nvPr/>
          </p:nvSpPr>
          <p:spPr>
            <a:xfrm>
              <a:off x="6671150" y="3133550"/>
              <a:ext cx="9700" cy="9675"/>
            </a:xfrm>
            <a:custGeom>
              <a:rect b="b" l="l" r="r" t="t"/>
              <a:pathLst>
                <a:path extrusionOk="0" h="387" w="388">
                  <a:moveTo>
                    <a:pt x="193" y="0"/>
                  </a:moveTo>
                  <a:cubicBezTo>
                    <a:pt x="87" y="0"/>
                    <a:pt x="1" y="87"/>
                    <a:pt x="1" y="193"/>
                  </a:cubicBezTo>
                  <a:cubicBezTo>
                    <a:pt x="1" y="300"/>
                    <a:pt x="87" y="387"/>
                    <a:pt x="193" y="387"/>
                  </a:cubicBezTo>
                  <a:cubicBezTo>
                    <a:pt x="299" y="387"/>
                    <a:pt x="387" y="300"/>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46"/>
            <p:cNvSpPr/>
            <p:nvPr/>
          </p:nvSpPr>
          <p:spPr>
            <a:xfrm>
              <a:off x="6732200" y="30724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46"/>
            <p:cNvSpPr/>
            <p:nvPr/>
          </p:nvSpPr>
          <p:spPr>
            <a:xfrm>
              <a:off x="6822200" y="2980850"/>
              <a:ext cx="12925" cy="9700"/>
            </a:xfrm>
            <a:custGeom>
              <a:rect b="b" l="l" r="r" t="t"/>
              <a:pathLst>
                <a:path extrusionOk="0" h="388" w="517">
                  <a:moveTo>
                    <a:pt x="259" y="0"/>
                  </a:moveTo>
                  <a:cubicBezTo>
                    <a:pt x="209" y="0"/>
                    <a:pt x="160" y="19"/>
                    <a:pt x="122" y="57"/>
                  </a:cubicBezTo>
                  <a:cubicBezTo>
                    <a:pt x="1" y="178"/>
                    <a:pt x="86" y="387"/>
                    <a:pt x="259" y="387"/>
                  </a:cubicBezTo>
                  <a:cubicBezTo>
                    <a:pt x="430" y="387"/>
                    <a:pt x="516" y="178"/>
                    <a:pt x="395" y="57"/>
                  </a:cubicBezTo>
                  <a:cubicBezTo>
                    <a:pt x="357"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46"/>
            <p:cNvSpPr/>
            <p:nvPr/>
          </p:nvSpPr>
          <p:spPr>
            <a:xfrm>
              <a:off x="6884900" y="2919775"/>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46"/>
            <p:cNvSpPr/>
            <p:nvPr/>
          </p:nvSpPr>
          <p:spPr>
            <a:xfrm>
              <a:off x="6915425" y="28892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46"/>
            <p:cNvSpPr/>
            <p:nvPr/>
          </p:nvSpPr>
          <p:spPr>
            <a:xfrm>
              <a:off x="6944350" y="2858700"/>
              <a:ext cx="12950" cy="9675"/>
            </a:xfrm>
            <a:custGeom>
              <a:rect b="b" l="l" r="r" t="t"/>
              <a:pathLst>
                <a:path extrusionOk="0" h="387" w="518">
                  <a:moveTo>
                    <a:pt x="259" y="1"/>
                  </a:moveTo>
                  <a:cubicBezTo>
                    <a:pt x="209" y="1"/>
                    <a:pt x="160" y="19"/>
                    <a:pt x="122" y="57"/>
                  </a:cubicBezTo>
                  <a:cubicBezTo>
                    <a:pt x="1" y="179"/>
                    <a:pt x="87" y="386"/>
                    <a:pt x="258" y="386"/>
                  </a:cubicBezTo>
                  <a:cubicBezTo>
                    <a:pt x="431" y="386"/>
                    <a:pt x="517" y="179"/>
                    <a:pt x="395" y="57"/>
                  </a:cubicBezTo>
                  <a:cubicBezTo>
                    <a:pt x="358" y="19"/>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46"/>
            <p:cNvSpPr/>
            <p:nvPr/>
          </p:nvSpPr>
          <p:spPr>
            <a:xfrm>
              <a:off x="6976525" y="2828175"/>
              <a:ext cx="9650" cy="9650"/>
            </a:xfrm>
            <a:custGeom>
              <a:rect b="b" l="l" r="r" t="t"/>
              <a:pathLst>
                <a:path extrusionOk="0" h="386" w="386">
                  <a:moveTo>
                    <a:pt x="193" y="0"/>
                  </a:moveTo>
                  <a:cubicBezTo>
                    <a:pt x="87" y="0"/>
                    <a:pt x="0" y="87"/>
                    <a:pt x="0" y="193"/>
                  </a:cubicBezTo>
                  <a:cubicBezTo>
                    <a:pt x="0" y="299"/>
                    <a:pt x="87" y="386"/>
                    <a:pt x="193" y="386"/>
                  </a:cubicBezTo>
                  <a:cubicBezTo>
                    <a:pt x="299" y="386"/>
                    <a:pt x="386" y="299"/>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46"/>
            <p:cNvSpPr/>
            <p:nvPr/>
          </p:nvSpPr>
          <p:spPr>
            <a:xfrm>
              <a:off x="6793300" y="30114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46"/>
            <p:cNvSpPr/>
            <p:nvPr/>
          </p:nvSpPr>
          <p:spPr>
            <a:xfrm>
              <a:off x="6669575" y="3193050"/>
              <a:ext cx="9675" cy="9675"/>
            </a:xfrm>
            <a:custGeom>
              <a:rect b="b" l="l" r="r" t="t"/>
              <a:pathLst>
                <a:path extrusionOk="0" h="387" w="387">
                  <a:moveTo>
                    <a:pt x="194" y="0"/>
                  </a:moveTo>
                  <a:cubicBezTo>
                    <a:pt x="86" y="0"/>
                    <a:pt x="0" y="86"/>
                    <a:pt x="0" y="193"/>
                  </a:cubicBezTo>
                  <a:cubicBezTo>
                    <a:pt x="0" y="300"/>
                    <a:pt x="86" y="387"/>
                    <a:pt x="194" y="387"/>
                  </a:cubicBezTo>
                  <a:cubicBezTo>
                    <a:pt x="300" y="387"/>
                    <a:pt x="387" y="300"/>
                    <a:pt x="387" y="193"/>
                  </a:cubicBezTo>
                  <a:cubicBezTo>
                    <a:pt x="387" y="86"/>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46"/>
            <p:cNvSpPr/>
            <p:nvPr/>
          </p:nvSpPr>
          <p:spPr>
            <a:xfrm>
              <a:off x="6730650" y="3131950"/>
              <a:ext cx="9700" cy="9700"/>
            </a:xfrm>
            <a:custGeom>
              <a:rect b="b" l="l" r="r" t="t"/>
              <a:pathLst>
                <a:path extrusionOk="0" h="388" w="388">
                  <a:moveTo>
                    <a:pt x="193" y="1"/>
                  </a:moveTo>
                  <a:cubicBezTo>
                    <a:pt x="87" y="1"/>
                    <a:pt x="1" y="88"/>
                    <a:pt x="1" y="195"/>
                  </a:cubicBezTo>
                  <a:cubicBezTo>
                    <a:pt x="1" y="301"/>
                    <a:pt x="87" y="387"/>
                    <a:pt x="193" y="387"/>
                  </a:cubicBezTo>
                  <a:cubicBezTo>
                    <a:pt x="301" y="387"/>
                    <a:pt x="387" y="301"/>
                    <a:pt x="387" y="195"/>
                  </a:cubicBezTo>
                  <a:cubicBezTo>
                    <a:pt x="387" y="88"/>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46"/>
            <p:cNvSpPr/>
            <p:nvPr/>
          </p:nvSpPr>
          <p:spPr>
            <a:xfrm>
              <a:off x="6791750" y="3070900"/>
              <a:ext cx="9650" cy="9700"/>
            </a:xfrm>
            <a:custGeom>
              <a:rect b="b" l="l" r="r" t="t"/>
              <a:pathLst>
                <a:path extrusionOk="0" h="388"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46"/>
            <p:cNvSpPr/>
            <p:nvPr/>
          </p:nvSpPr>
          <p:spPr>
            <a:xfrm>
              <a:off x="6883325" y="2979275"/>
              <a:ext cx="9700" cy="9675"/>
            </a:xfrm>
            <a:custGeom>
              <a:rect b="b" l="l" r="r" t="t"/>
              <a:pathLst>
                <a:path extrusionOk="0" h="387" w="388">
                  <a:moveTo>
                    <a:pt x="194" y="0"/>
                  </a:moveTo>
                  <a:cubicBezTo>
                    <a:pt x="87" y="0"/>
                    <a:pt x="1" y="88"/>
                    <a:pt x="1" y="194"/>
                  </a:cubicBezTo>
                  <a:cubicBezTo>
                    <a:pt x="1" y="300"/>
                    <a:pt x="87" y="387"/>
                    <a:pt x="194" y="387"/>
                  </a:cubicBezTo>
                  <a:cubicBezTo>
                    <a:pt x="301" y="387"/>
                    <a:pt x="388" y="300"/>
                    <a:pt x="388" y="194"/>
                  </a:cubicBezTo>
                  <a:cubicBezTo>
                    <a:pt x="388" y="88"/>
                    <a:pt x="301"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46"/>
            <p:cNvSpPr/>
            <p:nvPr/>
          </p:nvSpPr>
          <p:spPr>
            <a:xfrm>
              <a:off x="6639050" y="322357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46"/>
            <p:cNvSpPr/>
            <p:nvPr/>
          </p:nvSpPr>
          <p:spPr>
            <a:xfrm>
              <a:off x="6700100" y="31625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46"/>
            <p:cNvSpPr/>
            <p:nvPr/>
          </p:nvSpPr>
          <p:spPr>
            <a:xfrm>
              <a:off x="6761200" y="3101450"/>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46"/>
            <p:cNvSpPr/>
            <p:nvPr/>
          </p:nvSpPr>
          <p:spPr>
            <a:xfrm>
              <a:off x="6852800" y="300980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46"/>
            <p:cNvSpPr/>
            <p:nvPr/>
          </p:nvSpPr>
          <p:spPr>
            <a:xfrm>
              <a:off x="6912250" y="2948750"/>
              <a:ext cx="12950" cy="9650"/>
            </a:xfrm>
            <a:custGeom>
              <a:rect b="b" l="l" r="r" t="t"/>
              <a:pathLst>
                <a:path extrusionOk="0" h="386" w="518">
                  <a:moveTo>
                    <a:pt x="259" y="0"/>
                  </a:moveTo>
                  <a:cubicBezTo>
                    <a:pt x="209" y="0"/>
                    <a:pt x="160" y="19"/>
                    <a:pt x="122" y="57"/>
                  </a:cubicBezTo>
                  <a:cubicBezTo>
                    <a:pt x="1" y="178"/>
                    <a:pt x="87" y="386"/>
                    <a:pt x="258" y="386"/>
                  </a:cubicBezTo>
                  <a:cubicBezTo>
                    <a:pt x="431" y="386"/>
                    <a:pt x="517" y="178"/>
                    <a:pt x="395" y="57"/>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46"/>
            <p:cNvSpPr/>
            <p:nvPr/>
          </p:nvSpPr>
          <p:spPr>
            <a:xfrm>
              <a:off x="6944425" y="2918225"/>
              <a:ext cx="9650" cy="9675"/>
            </a:xfrm>
            <a:custGeom>
              <a:rect b="b" l="l" r="r" t="t"/>
              <a:pathLst>
                <a:path extrusionOk="0" h="387" w="386">
                  <a:moveTo>
                    <a:pt x="193" y="0"/>
                  </a:moveTo>
                  <a:cubicBezTo>
                    <a:pt x="87" y="0"/>
                    <a:pt x="1" y="87"/>
                    <a:pt x="1" y="193"/>
                  </a:cubicBezTo>
                  <a:cubicBezTo>
                    <a:pt x="1" y="300"/>
                    <a:pt x="87" y="387"/>
                    <a:pt x="193" y="387"/>
                  </a:cubicBezTo>
                  <a:cubicBezTo>
                    <a:pt x="299" y="387"/>
                    <a:pt x="386" y="300"/>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46"/>
            <p:cNvSpPr/>
            <p:nvPr/>
          </p:nvSpPr>
          <p:spPr>
            <a:xfrm>
              <a:off x="6974925" y="2887675"/>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46"/>
            <p:cNvSpPr/>
            <p:nvPr/>
          </p:nvSpPr>
          <p:spPr>
            <a:xfrm>
              <a:off x="7005475" y="28571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46"/>
            <p:cNvSpPr/>
            <p:nvPr/>
          </p:nvSpPr>
          <p:spPr>
            <a:xfrm>
              <a:off x="6822250" y="304035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46"/>
            <p:cNvSpPr/>
            <p:nvPr/>
          </p:nvSpPr>
          <p:spPr>
            <a:xfrm>
              <a:off x="6698550" y="3222000"/>
              <a:ext cx="9700" cy="9675"/>
            </a:xfrm>
            <a:custGeom>
              <a:rect b="b" l="l" r="r" t="t"/>
              <a:pathLst>
                <a:path extrusionOk="0" h="387" w="388">
                  <a:moveTo>
                    <a:pt x="193" y="0"/>
                  </a:moveTo>
                  <a:cubicBezTo>
                    <a:pt x="87" y="0"/>
                    <a:pt x="1" y="88"/>
                    <a:pt x="1" y="194"/>
                  </a:cubicBezTo>
                  <a:cubicBezTo>
                    <a:pt x="1" y="300"/>
                    <a:pt x="87" y="387"/>
                    <a:pt x="193" y="387"/>
                  </a:cubicBezTo>
                  <a:cubicBezTo>
                    <a:pt x="301" y="387"/>
                    <a:pt x="387" y="300"/>
                    <a:pt x="387" y="194"/>
                  </a:cubicBezTo>
                  <a:cubicBezTo>
                    <a:pt x="387" y="88"/>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46"/>
            <p:cNvSpPr/>
            <p:nvPr/>
          </p:nvSpPr>
          <p:spPr>
            <a:xfrm>
              <a:off x="6759600" y="3160950"/>
              <a:ext cx="9700" cy="9675"/>
            </a:xfrm>
            <a:custGeom>
              <a:rect b="b" l="l" r="r" t="t"/>
              <a:pathLst>
                <a:path extrusionOk="0" h="387" w="388">
                  <a:moveTo>
                    <a:pt x="195" y="0"/>
                  </a:moveTo>
                  <a:cubicBezTo>
                    <a:pt x="89" y="0"/>
                    <a:pt x="1" y="87"/>
                    <a:pt x="1" y="193"/>
                  </a:cubicBezTo>
                  <a:cubicBezTo>
                    <a:pt x="1" y="300"/>
                    <a:pt x="89" y="387"/>
                    <a:pt x="195" y="387"/>
                  </a:cubicBezTo>
                  <a:cubicBezTo>
                    <a:pt x="301" y="387"/>
                    <a:pt x="387" y="300"/>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46"/>
            <p:cNvSpPr/>
            <p:nvPr/>
          </p:nvSpPr>
          <p:spPr>
            <a:xfrm>
              <a:off x="6820700" y="30998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46"/>
            <p:cNvSpPr/>
            <p:nvPr/>
          </p:nvSpPr>
          <p:spPr>
            <a:xfrm>
              <a:off x="6912300" y="3008250"/>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46"/>
            <p:cNvSpPr/>
            <p:nvPr/>
          </p:nvSpPr>
          <p:spPr>
            <a:xfrm>
              <a:off x="6666375" y="3252550"/>
              <a:ext cx="12950" cy="9675"/>
            </a:xfrm>
            <a:custGeom>
              <a:rect b="b" l="l" r="r" t="t"/>
              <a:pathLst>
                <a:path extrusionOk="0" h="387" w="518">
                  <a:moveTo>
                    <a:pt x="259" y="1"/>
                  </a:moveTo>
                  <a:cubicBezTo>
                    <a:pt x="210" y="1"/>
                    <a:pt x="160" y="20"/>
                    <a:pt x="122" y="58"/>
                  </a:cubicBezTo>
                  <a:cubicBezTo>
                    <a:pt x="1" y="179"/>
                    <a:pt x="87" y="386"/>
                    <a:pt x="258" y="386"/>
                  </a:cubicBezTo>
                  <a:cubicBezTo>
                    <a:pt x="431" y="386"/>
                    <a:pt x="518"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46"/>
            <p:cNvSpPr/>
            <p:nvPr/>
          </p:nvSpPr>
          <p:spPr>
            <a:xfrm>
              <a:off x="6729100" y="3191475"/>
              <a:ext cx="9650" cy="9650"/>
            </a:xfrm>
            <a:custGeom>
              <a:rect b="b" l="l" r="r" t="t"/>
              <a:pathLst>
                <a:path extrusionOk="0" h="386" w="386">
                  <a:moveTo>
                    <a:pt x="193" y="1"/>
                  </a:moveTo>
                  <a:cubicBezTo>
                    <a:pt x="87" y="1"/>
                    <a:pt x="0" y="87"/>
                    <a:pt x="0" y="193"/>
                  </a:cubicBezTo>
                  <a:cubicBezTo>
                    <a:pt x="0" y="300"/>
                    <a:pt x="87" y="386"/>
                    <a:pt x="193" y="386"/>
                  </a:cubicBezTo>
                  <a:cubicBezTo>
                    <a:pt x="299" y="386"/>
                    <a:pt x="386" y="300"/>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46"/>
            <p:cNvSpPr/>
            <p:nvPr/>
          </p:nvSpPr>
          <p:spPr>
            <a:xfrm>
              <a:off x="6790150" y="3130400"/>
              <a:ext cx="9700" cy="9675"/>
            </a:xfrm>
            <a:custGeom>
              <a:rect b="b" l="l" r="r" t="t"/>
              <a:pathLst>
                <a:path extrusionOk="0" h="387" w="388">
                  <a:moveTo>
                    <a:pt x="195" y="0"/>
                  </a:moveTo>
                  <a:cubicBezTo>
                    <a:pt x="87" y="0"/>
                    <a:pt x="1" y="87"/>
                    <a:pt x="1" y="194"/>
                  </a:cubicBezTo>
                  <a:cubicBezTo>
                    <a:pt x="1" y="300"/>
                    <a:pt x="87" y="387"/>
                    <a:pt x="195" y="387"/>
                  </a:cubicBezTo>
                  <a:cubicBezTo>
                    <a:pt x="301" y="387"/>
                    <a:pt x="387" y="300"/>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46"/>
            <p:cNvSpPr/>
            <p:nvPr/>
          </p:nvSpPr>
          <p:spPr>
            <a:xfrm>
              <a:off x="6880150" y="3038775"/>
              <a:ext cx="12925" cy="9675"/>
            </a:xfrm>
            <a:custGeom>
              <a:rect b="b" l="l" r="r" t="t"/>
              <a:pathLst>
                <a:path extrusionOk="0" h="387" w="517">
                  <a:moveTo>
                    <a:pt x="258" y="1"/>
                  </a:moveTo>
                  <a:cubicBezTo>
                    <a:pt x="209" y="1"/>
                    <a:pt x="160" y="20"/>
                    <a:pt x="122" y="58"/>
                  </a:cubicBezTo>
                  <a:cubicBezTo>
                    <a:pt x="1" y="179"/>
                    <a:pt x="87" y="387"/>
                    <a:pt x="258" y="387"/>
                  </a:cubicBezTo>
                  <a:cubicBezTo>
                    <a:pt x="431" y="387"/>
                    <a:pt x="516" y="179"/>
                    <a:pt x="395" y="58"/>
                  </a:cubicBezTo>
                  <a:cubicBezTo>
                    <a:pt x="357" y="20"/>
                    <a:pt x="308"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46"/>
            <p:cNvSpPr/>
            <p:nvPr/>
          </p:nvSpPr>
          <p:spPr>
            <a:xfrm>
              <a:off x="6942825" y="2977725"/>
              <a:ext cx="9700" cy="9675"/>
            </a:xfrm>
            <a:custGeom>
              <a:rect b="b" l="l" r="r" t="t"/>
              <a:pathLst>
                <a:path extrusionOk="0" h="387" w="388">
                  <a:moveTo>
                    <a:pt x="195" y="0"/>
                  </a:moveTo>
                  <a:cubicBezTo>
                    <a:pt x="87" y="0"/>
                    <a:pt x="1" y="86"/>
                    <a:pt x="1" y="193"/>
                  </a:cubicBezTo>
                  <a:cubicBezTo>
                    <a:pt x="1" y="300"/>
                    <a:pt x="87" y="387"/>
                    <a:pt x="195" y="387"/>
                  </a:cubicBezTo>
                  <a:cubicBezTo>
                    <a:pt x="301" y="387"/>
                    <a:pt x="387" y="300"/>
                    <a:pt x="387" y="193"/>
                  </a:cubicBezTo>
                  <a:cubicBezTo>
                    <a:pt x="387" y="86"/>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46"/>
            <p:cNvSpPr/>
            <p:nvPr/>
          </p:nvSpPr>
          <p:spPr>
            <a:xfrm>
              <a:off x="6973375" y="2947175"/>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46"/>
            <p:cNvSpPr/>
            <p:nvPr/>
          </p:nvSpPr>
          <p:spPr>
            <a:xfrm>
              <a:off x="7002300" y="2916650"/>
              <a:ext cx="12950" cy="9675"/>
            </a:xfrm>
            <a:custGeom>
              <a:rect b="b" l="l" r="r" t="t"/>
              <a:pathLst>
                <a:path extrusionOk="0" h="387" w="518">
                  <a:moveTo>
                    <a:pt x="259" y="0"/>
                  </a:moveTo>
                  <a:cubicBezTo>
                    <a:pt x="209" y="0"/>
                    <a:pt x="159" y="19"/>
                    <a:pt x="122" y="57"/>
                  </a:cubicBezTo>
                  <a:cubicBezTo>
                    <a:pt x="0" y="178"/>
                    <a:pt x="87" y="386"/>
                    <a:pt x="258" y="386"/>
                  </a:cubicBezTo>
                  <a:cubicBezTo>
                    <a:pt x="431" y="386"/>
                    <a:pt x="517" y="178"/>
                    <a:pt x="394" y="57"/>
                  </a:cubicBezTo>
                  <a:cubicBezTo>
                    <a:pt x="357"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46"/>
            <p:cNvSpPr/>
            <p:nvPr/>
          </p:nvSpPr>
          <p:spPr>
            <a:xfrm>
              <a:off x="7034475" y="2886125"/>
              <a:ext cx="9675" cy="9675"/>
            </a:xfrm>
            <a:custGeom>
              <a:rect b="b" l="l" r="r" t="t"/>
              <a:pathLst>
                <a:path extrusionOk="0" h="387" w="387">
                  <a:moveTo>
                    <a:pt x="193" y="0"/>
                  </a:moveTo>
                  <a:cubicBezTo>
                    <a:pt x="87" y="0"/>
                    <a:pt x="0" y="87"/>
                    <a:pt x="0" y="193"/>
                  </a:cubicBezTo>
                  <a:cubicBezTo>
                    <a:pt x="0" y="299"/>
                    <a:pt x="87" y="387"/>
                    <a:pt x="193" y="387"/>
                  </a:cubicBezTo>
                  <a:cubicBezTo>
                    <a:pt x="299" y="387"/>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46"/>
            <p:cNvSpPr/>
            <p:nvPr/>
          </p:nvSpPr>
          <p:spPr>
            <a:xfrm>
              <a:off x="6851250" y="3069350"/>
              <a:ext cx="9675" cy="9650"/>
            </a:xfrm>
            <a:custGeom>
              <a:rect b="b" l="l" r="r" t="t"/>
              <a:pathLst>
                <a:path extrusionOk="0" h="386" w="387">
                  <a:moveTo>
                    <a:pt x="193" y="0"/>
                  </a:moveTo>
                  <a:cubicBezTo>
                    <a:pt x="86" y="0"/>
                    <a:pt x="0" y="87"/>
                    <a:pt x="0" y="193"/>
                  </a:cubicBezTo>
                  <a:cubicBezTo>
                    <a:pt x="0" y="299"/>
                    <a:pt x="86" y="385"/>
                    <a:pt x="193" y="385"/>
                  </a:cubicBezTo>
                  <a:cubicBezTo>
                    <a:pt x="300" y="385"/>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46"/>
            <p:cNvSpPr/>
            <p:nvPr/>
          </p:nvSpPr>
          <p:spPr>
            <a:xfrm>
              <a:off x="6727500" y="3250975"/>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46"/>
            <p:cNvSpPr/>
            <p:nvPr/>
          </p:nvSpPr>
          <p:spPr>
            <a:xfrm>
              <a:off x="6788600" y="31899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46"/>
            <p:cNvSpPr/>
            <p:nvPr/>
          </p:nvSpPr>
          <p:spPr>
            <a:xfrm>
              <a:off x="6848050" y="3128825"/>
              <a:ext cx="12925" cy="9700"/>
            </a:xfrm>
            <a:custGeom>
              <a:rect b="b" l="l" r="r" t="t"/>
              <a:pathLst>
                <a:path extrusionOk="0" h="388" w="517">
                  <a:moveTo>
                    <a:pt x="258" y="0"/>
                  </a:moveTo>
                  <a:cubicBezTo>
                    <a:pt x="209" y="0"/>
                    <a:pt x="160" y="19"/>
                    <a:pt x="122" y="57"/>
                  </a:cubicBezTo>
                  <a:cubicBezTo>
                    <a:pt x="1" y="179"/>
                    <a:pt x="86" y="388"/>
                    <a:pt x="258" y="388"/>
                  </a:cubicBezTo>
                  <a:cubicBezTo>
                    <a:pt x="430" y="388"/>
                    <a:pt x="516" y="179"/>
                    <a:pt x="395" y="57"/>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46"/>
            <p:cNvSpPr/>
            <p:nvPr/>
          </p:nvSpPr>
          <p:spPr>
            <a:xfrm>
              <a:off x="6941275" y="30372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46"/>
            <p:cNvSpPr/>
            <p:nvPr/>
          </p:nvSpPr>
          <p:spPr>
            <a:xfrm>
              <a:off x="6697000" y="328152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46"/>
            <p:cNvSpPr/>
            <p:nvPr/>
          </p:nvSpPr>
          <p:spPr>
            <a:xfrm>
              <a:off x="6756425" y="3220450"/>
              <a:ext cx="12950" cy="9675"/>
            </a:xfrm>
            <a:custGeom>
              <a:rect b="b" l="l" r="r" t="t"/>
              <a:pathLst>
                <a:path extrusionOk="0" h="387" w="518">
                  <a:moveTo>
                    <a:pt x="259" y="1"/>
                  </a:moveTo>
                  <a:cubicBezTo>
                    <a:pt x="209" y="1"/>
                    <a:pt x="160" y="20"/>
                    <a:pt x="122" y="58"/>
                  </a:cubicBezTo>
                  <a:cubicBezTo>
                    <a:pt x="0" y="179"/>
                    <a:pt x="87" y="387"/>
                    <a:pt x="260" y="387"/>
                  </a:cubicBezTo>
                  <a:cubicBezTo>
                    <a:pt x="431" y="387"/>
                    <a:pt x="517"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46"/>
            <p:cNvSpPr/>
            <p:nvPr/>
          </p:nvSpPr>
          <p:spPr>
            <a:xfrm>
              <a:off x="6819150" y="3159375"/>
              <a:ext cx="9650" cy="9650"/>
            </a:xfrm>
            <a:custGeom>
              <a:rect b="b" l="l" r="r" t="t"/>
              <a:pathLst>
                <a:path extrusionOk="0" h="386" w="386">
                  <a:moveTo>
                    <a:pt x="193" y="1"/>
                  </a:moveTo>
                  <a:cubicBezTo>
                    <a:pt x="87" y="1"/>
                    <a:pt x="0" y="87"/>
                    <a:pt x="0" y="193"/>
                  </a:cubicBezTo>
                  <a:cubicBezTo>
                    <a:pt x="0" y="300"/>
                    <a:pt x="87" y="386"/>
                    <a:pt x="193" y="386"/>
                  </a:cubicBezTo>
                  <a:cubicBezTo>
                    <a:pt x="299" y="386"/>
                    <a:pt x="385" y="300"/>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46"/>
            <p:cNvSpPr/>
            <p:nvPr/>
          </p:nvSpPr>
          <p:spPr>
            <a:xfrm>
              <a:off x="6910725" y="3067750"/>
              <a:ext cx="9700" cy="9700"/>
            </a:xfrm>
            <a:custGeom>
              <a:rect b="b" l="l" r="r" t="t"/>
              <a:pathLst>
                <a:path extrusionOk="0" h="388" w="388">
                  <a:moveTo>
                    <a:pt x="195" y="1"/>
                  </a:moveTo>
                  <a:cubicBezTo>
                    <a:pt x="87" y="1"/>
                    <a:pt x="1" y="87"/>
                    <a:pt x="1" y="195"/>
                  </a:cubicBezTo>
                  <a:cubicBezTo>
                    <a:pt x="1" y="301"/>
                    <a:pt x="87" y="387"/>
                    <a:pt x="195" y="387"/>
                  </a:cubicBezTo>
                  <a:cubicBezTo>
                    <a:pt x="301" y="387"/>
                    <a:pt x="388" y="301"/>
                    <a:pt x="388" y="195"/>
                  </a:cubicBezTo>
                  <a:cubicBezTo>
                    <a:pt x="388"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46"/>
            <p:cNvSpPr/>
            <p:nvPr/>
          </p:nvSpPr>
          <p:spPr>
            <a:xfrm>
              <a:off x="6971825" y="3006700"/>
              <a:ext cx="9650" cy="9650"/>
            </a:xfrm>
            <a:custGeom>
              <a:rect b="b" l="l" r="r" t="t"/>
              <a:pathLst>
                <a:path extrusionOk="0" h="386" w="386">
                  <a:moveTo>
                    <a:pt x="193" y="1"/>
                  </a:moveTo>
                  <a:cubicBezTo>
                    <a:pt x="87" y="1"/>
                    <a:pt x="1" y="87"/>
                    <a:pt x="1" y="193"/>
                  </a:cubicBezTo>
                  <a:cubicBezTo>
                    <a:pt x="1" y="299"/>
                    <a:pt x="87" y="386"/>
                    <a:pt x="193" y="386"/>
                  </a:cubicBezTo>
                  <a:cubicBezTo>
                    <a:pt x="299" y="386"/>
                    <a:pt x="386" y="299"/>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46"/>
            <p:cNvSpPr/>
            <p:nvPr/>
          </p:nvSpPr>
          <p:spPr>
            <a:xfrm>
              <a:off x="7002325" y="2976150"/>
              <a:ext cx="9700" cy="9650"/>
            </a:xfrm>
            <a:custGeom>
              <a:rect b="b" l="l" r="r" t="t"/>
              <a:pathLst>
                <a:path extrusionOk="0" h="386" w="388">
                  <a:moveTo>
                    <a:pt x="195" y="1"/>
                  </a:moveTo>
                  <a:cubicBezTo>
                    <a:pt x="89" y="1"/>
                    <a:pt x="1" y="87"/>
                    <a:pt x="1" y="193"/>
                  </a:cubicBezTo>
                  <a:cubicBezTo>
                    <a:pt x="1" y="299"/>
                    <a:pt x="89" y="386"/>
                    <a:pt x="195" y="386"/>
                  </a:cubicBezTo>
                  <a:cubicBezTo>
                    <a:pt x="301" y="386"/>
                    <a:pt x="387" y="299"/>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46"/>
            <p:cNvSpPr/>
            <p:nvPr/>
          </p:nvSpPr>
          <p:spPr>
            <a:xfrm>
              <a:off x="7032875" y="2945625"/>
              <a:ext cx="9700" cy="9675"/>
            </a:xfrm>
            <a:custGeom>
              <a:rect b="b" l="l" r="r" t="t"/>
              <a:pathLst>
                <a:path extrusionOk="0" h="387" w="388">
                  <a:moveTo>
                    <a:pt x="195" y="0"/>
                  </a:moveTo>
                  <a:cubicBezTo>
                    <a:pt x="87" y="0"/>
                    <a:pt x="1" y="87"/>
                    <a:pt x="1" y="193"/>
                  </a:cubicBezTo>
                  <a:cubicBezTo>
                    <a:pt x="1" y="300"/>
                    <a:pt x="87" y="387"/>
                    <a:pt x="195" y="387"/>
                  </a:cubicBezTo>
                  <a:cubicBezTo>
                    <a:pt x="301" y="387"/>
                    <a:pt x="387" y="300"/>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46"/>
            <p:cNvSpPr/>
            <p:nvPr/>
          </p:nvSpPr>
          <p:spPr>
            <a:xfrm>
              <a:off x="7063425" y="2915075"/>
              <a:ext cx="9675" cy="9675"/>
            </a:xfrm>
            <a:custGeom>
              <a:rect b="b" l="l" r="r" t="t"/>
              <a:pathLst>
                <a:path extrusionOk="0" h="387" w="387">
                  <a:moveTo>
                    <a:pt x="193" y="0"/>
                  </a:moveTo>
                  <a:cubicBezTo>
                    <a:pt x="87" y="0"/>
                    <a:pt x="0" y="87"/>
                    <a:pt x="0" y="194"/>
                  </a:cubicBezTo>
                  <a:cubicBezTo>
                    <a:pt x="0" y="300"/>
                    <a:pt x="87" y="387"/>
                    <a:pt x="193" y="387"/>
                  </a:cubicBezTo>
                  <a:cubicBezTo>
                    <a:pt x="300" y="387"/>
                    <a:pt x="387" y="300"/>
                    <a:pt x="387" y="194"/>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46"/>
            <p:cNvSpPr/>
            <p:nvPr/>
          </p:nvSpPr>
          <p:spPr>
            <a:xfrm>
              <a:off x="6880200" y="3098300"/>
              <a:ext cx="9675" cy="9675"/>
            </a:xfrm>
            <a:custGeom>
              <a:rect b="b" l="l" r="r" t="t"/>
              <a:pathLst>
                <a:path extrusionOk="0" h="387" w="387">
                  <a:moveTo>
                    <a:pt x="194" y="0"/>
                  </a:moveTo>
                  <a:cubicBezTo>
                    <a:pt x="87" y="0"/>
                    <a:pt x="0" y="87"/>
                    <a:pt x="0" y="193"/>
                  </a:cubicBezTo>
                  <a:cubicBezTo>
                    <a:pt x="0" y="301"/>
                    <a:pt x="87" y="387"/>
                    <a:pt x="194" y="387"/>
                  </a:cubicBezTo>
                  <a:cubicBezTo>
                    <a:pt x="300" y="387"/>
                    <a:pt x="387" y="301"/>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46"/>
            <p:cNvSpPr/>
            <p:nvPr/>
          </p:nvSpPr>
          <p:spPr>
            <a:xfrm>
              <a:off x="6756500" y="3279975"/>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46"/>
            <p:cNvSpPr/>
            <p:nvPr/>
          </p:nvSpPr>
          <p:spPr>
            <a:xfrm>
              <a:off x="6815925" y="3218875"/>
              <a:ext cx="12950" cy="9700"/>
            </a:xfrm>
            <a:custGeom>
              <a:rect b="b" l="l" r="r" t="t"/>
              <a:pathLst>
                <a:path extrusionOk="0" h="388" w="518">
                  <a:moveTo>
                    <a:pt x="259" y="0"/>
                  </a:moveTo>
                  <a:cubicBezTo>
                    <a:pt x="209" y="0"/>
                    <a:pt x="160" y="19"/>
                    <a:pt x="123" y="57"/>
                  </a:cubicBezTo>
                  <a:cubicBezTo>
                    <a:pt x="0" y="178"/>
                    <a:pt x="87" y="387"/>
                    <a:pt x="260" y="387"/>
                  </a:cubicBezTo>
                  <a:cubicBezTo>
                    <a:pt x="431" y="387"/>
                    <a:pt x="517" y="178"/>
                    <a:pt x="396" y="57"/>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46"/>
            <p:cNvSpPr/>
            <p:nvPr/>
          </p:nvSpPr>
          <p:spPr>
            <a:xfrm>
              <a:off x="6878650" y="31578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46"/>
            <p:cNvSpPr/>
            <p:nvPr/>
          </p:nvSpPr>
          <p:spPr>
            <a:xfrm>
              <a:off x="6970225" y="3066200"/>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46"/>
            <p:cNvSpPr/>
            <p:nvPr/>
          </p:nvSpPr>
          <p:spPr>
            <a:xfrm>
              <a:off x="6725950" y="3310475"/>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46"/>
            <p:cNvSpPr/>
            <p:nvPr/>
          </p:nvSpPr>
          <p:spPr>
            <a:xfrm>
              <a:off x="6787050" y="3249425"/>
              <a:ext cx="9650" cy="9700"/>
            </a:xfrm>
            <a:custGeom>
              <a:rect b="b" l="l" r="r" t="t"/>
              <a:pathLst>
                <a:path extrusionOk="0" h="388" w="386">
                  <a:moveTo>
                    <a:pt x="193" y="1"/>
                  </a:moveTo>
                  <a:cubicBezTo>
                    <a:pt x="87" y="1"/>
                    <a:pt x="0" y="87"/>
                    <a:pt x="0" y="193"/>
                  </a:cubicBezTo>
                  <a:cubicBezTo>
                    <a:pt x="0" y="299"/>
                    <a:pt x="87" y="387"/>
                    <a:pt x="193" y="387"/>
                  </a:cubicBezTo>
                  <a:cubicBezTo>
                    <a:pt x="299" y="387"/>
                    <a:pt x="385" y="299"/>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46"/>
            <p:cNvSpPr/>
            <p:nvPr/>
          </p:nvSpPr>
          <p:spPr>
            <a:xfrm>
              <a:off x="6846475" y="3188350"/>
              <a:ext cx="12925" cy="9675"/>
            </a:xfrm>
            <a:custGeom>
              <a:rect b="b" l="l" r="r" t="t"/>
              <a:pathLst>
                <a:path extrusionOk="0" h="387" w="517">
                  <a:moveTo>
                    <a:pt x="259" y="0"/>
                  </a:moveTo>
                  <a:cubicBezTo>
                    <a:pt x="209" y="0"/>
                    <a:pt x="160" y="19"/>
                    <a:pt x="123" y="56"/>
                  </a:cubicBezTo>
                  <a:cubicBezTo>
                    <a:pt x="0" y="179"/>
                    <a:pt x="86" y="387"/>
                    <a:pt x="259" y="387"/>
                  </a:cubicBezTo>
                  <a:cubicBezTo>
                    <a:pt x="431" y="387"/>
                    <a:pt x="517" y="179"/>
                    <a:pt x="396" y="56"/>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46"/>
            <p:cNvSpPr/>
            <p:nvPr/>
          </p:nvSpPr>
          <p:spPr>
            <a:xfrm>
              <a:off x="6939725" y="3096750"/>
              <a:ext cx="9650" cy="9650"/>
            </a:xfrm>
            <a:custGeom>
              <a:rect b="b" l="l" r="r" t="t"/>
              <a:pathLst>
                <a:path extrusionOk="0" h="386" w="386">
                  <a:moveTo>
                    <a:pt x="193" y="0"/>
                  </a:moveTo>
                  <a:cubicBezTo>
                    <a:pt x="87" y="0"/>
                    <a:pt x="1" y="87"/>
                    <a:pt x="1" y="193"/>
                  </a:cubicBezTo>
                  <a:cubicBezTo>
                    <a:pt x="1" y="299"/>
                    <a:pt x="87" y="385"/>
                    <a:pt x="193" y="385"/>
                  </a:cubicBezTo>
                  <a:cubicBezTo>
                    <a:pt x="299" y="385"/>
                    <a:pt x="386" y="299"/>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46"/>
            <p:cNvSpPr/>
            <p:nvPr/>
          </p:nvSpPr>
          <p:spPr>
            <a:xfrm>
              <a:off x="7000775" y="30356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46"/>
            <p:cNvSpPr/>
            <p:nvPr/>
          </p:nvSpPr>
          <p:spPr>
            <a:xfrm>
              <a:off x="7031325" y="3005100"/>
              <a:ext cx="9675" cy="9700"/>
            </a:xfrm>
            <a:custGeom>
              <a:rect b="b" l="l" r="r" t="t"/>
              <a:pathLst>
                <a:path extrusionOk="0" h="388" w="387">
                  <a:moveTo>
                    <a:pt x="193" y="1"/>
                  </a:moveTo>
                  <a:cubicBezTo>
                    <a:pt x="87" y="1"/>
                    <a:pt x="0" y="87"/>
                    <a:pt x="0" y="195"/>
                  </a:cubicBezTo>
                  <a:cubicBezTo>
                    <a:pt x="0" y="301"/>
                    <a:pt x="87" y="388"/>
                    <a:pt x="193" y="388"/>
                  </a:cubicBezTo>
                  <a:cubicBezTo>
                    <a:pt x="301" y="388"/>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46"/>
            <p:cNvSpPr/>
            <p:nvPr/>
          </p:nvSpPr>
          <p:spPr>
            <a:xfrm>
              <a:off x="7061875" y="29746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46"/>
            <p:cNvSpPr/>
            <p:nvPr/>
          </p:nvSpPr>
          <p:spPr>
            <a:xfrm>
              <a:off x="7092400" y="2944050"/>
              <a:ext cx="9650" cy="9650"/>
            </a:xfrm>
            <a:custGeom>
              <a:rect b="b" l="l" r="r" t="t"/>
              <a:pathLst>
                <a:path extrusionOk="0" h="386" w="386">
                  <a:moveTo>
                    <a:pt x="193" y="1"/>
                  </a:moveTo>
                  <a:cubicBezTo>
                    <a:pt x="87" y="1"/>
                    <a:pt x="1" y="87"/>
                    <a:pt x="1" y="193"/>
                  </a:cubicBezTo>
                  <a:cubicBezTo>
                    <a:pt x="1" y="300"/>
                    <a:pt x="87" y="386"/>
                    <a:pt x="193" y="386"/>
                  </a:cubicBezTo>
                  <a:cubicBezTo>
                    <a:pt x="300" y="386"/>
                    <a:pt x="386" y="300"/>
                    <a:pt x="386" y="193"/>
                  </a:cubicBezTo>
                  <a:cubicBezTo>
                    <a:pt x="386"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46"/>
            <p:cNvSpPr/>
            <p:nvPr/>
          </p:nvSpPr>
          <p:spPr>
            <a:xfrm>
              <a:off x="6909175" y="3127250"/>
              <a:ext cx="9650" cy="9700"/>
            </a:xfrm>
            <a:custGeom>
              <a:rect b="b" l="l" r="r" t="t"/>
              <a:pathLst>
                <a:path extrusionOk="0" h="388" w="386">
                  <a:moveTo>
                    <a:pt x="193" y="1"/>
                  </a:moveTo>
                  <a:cubicBezTo>
                    <a:pt x="87" y="1"/>
                    <a:pt x="1" y="88"/>
                    <a:pt x="1" y="195"/>
                  </a:cubicBezTo>
                  <a:cubicBezTo>
                    <a:pt x="1" y="301"/>
                    <a:pt x="87" y="387"/>
                    <a:pt x="193" y="387"/>
                  </a:cubicBezTo>
                  <a:cubicBezTo>
                    <a:pt x="299" y="387"/>
                    <a:pt x="386" y="301"/>
                    <a:pt x="386" y="195"/>
                  </a:cubicBezTo>
                  <a:cubicBezTo>
                    <a:pt x="386" y="88"/>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46"/>
            <p:cNvSpPr/>
            <p:nvPr/>
          </p:nvSpPr>
          <p:spPr>
            <a:xfrm>
              <a:off x="6783825" y="3308900"/>
              <a:ext cx="12950" cy="9725"/>
            </a:xfrm>
            <a:custGeom>
              <a:rect b="b" l="l" r="r" t="t"/>
              <a:pathLst>
                <a:path extrusionOk="0" h="389" w="518">
                  <a:moveTo>
                    <a:pt x="259" y="1"/>
                  </a:moveTo>
                  <a:cubicBezTo>
                    <a:pt x="209" y="1"/>
                    <a:pt x="160" y="20"/>
                    <a:pt x="122" y="58"/>
                  </a:cubicBezTo>
                  <a:cubicBezTo>
                    <a:pt x="0" y="180"/>
                    <a:pt x="87" y="388"/>
                    <a:pt x="258" y="388"/>
                  </a:cubicBezTo>
                  <a:cubicBezTo>
                    <a:pt x="431" y="388"/>
                    <a:pt x="517" y="180"/>
                    <a:pt x="396" y="58"/>
                  </a:cubicBezTo>
                  <a:cubicBezTo>
                    <a:pt x="358" y="20"/>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46"/>
            <p:cNvSpPr/>
            <p:nvPr/>
          </p:nvSpPr>
          <p:spPr>
            <a:xfrm>
              <a:off x="6846550" y="3247825"/>
              <a:ext cx="9675" cy="9700"/>
            </a:xfrm>
            <a:custGeom>
              <a:rect b="b" l="l" r="r" t="t"/>
              <a:pathLst>
                <a:path extrusionOk="0" h="388" w="387">
                  <a:moveTo>
                    <a:pt x="193" y="1"/>
                  </a:moveTo>
                  <a:cubicBezTo>
                    <a:pt x="87" y="1"/>
                    <a:pt x="0" y="87"/>
                    <a:pt x="0" y="195"/>
                  </a:cubicBezTo>
                  <a:cubicBezTo>
                    <a:pt x="0" y="301"/>
                    <a:pt x="87" y="388"/>
                    <a:pt x="193" y="388"/>
                  </a:cubicBezTo>
                  <a:cubicBezTo>
                    <a:pt x="300" y="388"/>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46"/>
            <p:cNvSpPr/>
            <p:nvPr/>
          </p:nvSpPr>
          <p:spPr>
            <a:xfrm>
              <a:off x="6907600" y="3186775"/>
              <a:ext cx="9675" cy="9650"/>
            </a:xfrm>
            <a:custGeom>
              <a:rect b="b" l="l" r="r" t="t"/>
              <a:pathLst>
                <a:path extrusionOk="0" h="386" w="387">
                  <a:moveTo>
                    <a:pt x="194" y="1"/>
                  </a:moveTo>
                  <a:cubicBezTo>
                    <a:pt x="88" y="1"/>
                    <a:pt x="0" y="87"/>
                    <a:pt x="0" y="193"/>
                  </a:cubicBezTo>
                  <a:cubicBezTo>
                    <a:pt x="0" y="300"/>
                    <a:pt x="88"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46"/>
            <p:cNvSpPr/>
            <p:nvPr/>
          </p:nvSpPr>
          <p:spPr>
            <a:xfrm>
              <a:off x="6999225" y="30951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46"/>
            <p:cNvSpPr/>
            <p:nvPr/>
          </p:nvSpPr>
          <p:spPr>
            <a:xfrm>
              <a:off x="6754900" y="3339475"/>
              <a:ext cx="9700" cy="9650"/>
            </a:xfrm>
            <a:custGeom>
              <a:rect b="b" l="l" r="r" t="t"/>
              <a:pathLst>
                <a:path extrusionOk="0" h="386" w="388">
                  <a:moveTo>
                    <a:pt x="195" y="0"/>
                  </a:moveTo>
                  <a:cubicBezTo>
                    <a:pt x="89" y="0"/>
                    <a:pt x="1" y="87"/>
                    <a:pt x="1" y="193"/>
                  </a:cubicBezTo>
                  <a:cubicBezTo>
                    <a:pt x="1" y="299"/>
                    <a:pt x="89" y="385"/>
                    <a:pt x="195" y="385"/>
                  </a:cubicBezTo>
                  <a:cubicBezTo>
                    <a:pt x="301" y="385"/>
                    <a:pt x="387" y="299"/>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46"/>
            <p:cNvSpPr/>
            <p:nvPr/>
          </p:nvSpPr>
          <p:spPr>
            <a:xfrm>
              <a:off x="6816000" y="32783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46"/>
            <p:cNvSpPr/>
            <p:nvPr/>
          </p:nvSpPr>
          <p:spPr>
            <a:xfrm>
              <a:off x="6877075" y="3217300"/>
              <a:ext cx="9650" cy="9675"/>
            </a:xfrm>
            <a:custGeom>
              <a:rect b="b" l="l" r="r" t="t"/>
              <a:pathLst>
                <a:path extrusionOk="0" h="387" w="386">
                  <a:moveTo>
                    <a:pt x="193" y="0"/>
                  </a:moveTo>
                  <a:cubicBezTo>
                    <a:pt x="87" y="0"/>
                    <a:pt x="1" y="88"/>
                    <a:pt x="1" y="194"/>
                  </a:cubicBezTo>
                  <a:cubicBezTo>
                    <a:pt x="1" y="300"/>
                    <a:pt x="87" y="387"/>
                    <a:pt x="193" y="387"/>
                  </a:cubicBezTo>
                  <a:cubicBezTo>
                    <a:pt x="300" y="387"/>
                    <a:pt x="386" y="300"/>
                    <a:pt x="386" y="194"/>
                  </a:cubicBezTo>
                  <a:cubicBezTo>
                    <a:pt x="386" y="88"/>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46"/>
            <p:cNvSpPr/>
            <p:nvPr/>
          </p:nvSpPr>
          <p:spPr>
            <a:xfrm>
              <a:off x="6968675" y="3125700"/>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46"/>
            <p:cNvSpPr/>
            <p:nvPr/>
          </p:nvSpPr>
          <p:spPr>
            <a:xfrm>
              <a:off x="7029775" y="3064650"/>
              <a:ext cx="9650" cy="9650"/>
            </a:xfrm>
            <a:custGeom>
              <a:rect b="b" l="l" r="r" t="t"/>
              <a:pathLst>
                <a:path extrusionOk="0" h="386" w="386">
                  <a:moveTo>
                    <a:pt x="193" y="0"/>
                  </a:moveTo>
                  <a:cubicBezTo>
                    <a:pt x="87" y="0"/>
                    <a:pt x="0" y="87"/>
                    <a:pt x="0" y="193"/>
                  </a:cubicBezTo>
                  <a:cubicBezTo>
                    <a:pt x="0" y="299"/>
                    <a:pt x="87" y="385"/>
                    <a:pt x="193" y="385"/>
                  </a:cubicBezTo>
                  <a:cubicBezTo>
                    <a:pt x="299" y="385"/>
                    <a:pt x="385" y="299"/>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46"/>
            <p:cNvSpPr/>
            <p:nvPr/>
          </p:nvSpPr>
          <p:spPr>
            <a:xfrm>
              <a:off x="7060325" y="3034100"/>
              <a:ext cx="9650" cy="9700"/>
            </a:xfrm>
            <a:custGeom>
              <a:rect b="b" l="l" r="r" t="t"/>
              <a:pathLst>
                <a:path extrusionOk="0" h="388" w="386">
                  <a:moveTo>
                    <a:pt x="193" y="1"/>
                  </a:moveTo>
                  <a:cubicBezTo>
                    <a:pt x="86" y="1"/>
                    <a:pt x="0" y="87"/>
                    <a:pt x="0" y="193"/>
                  </a:cubicBezTo>
                  <a:cubicBezTo>
                    <a:pt x="0" y="299"/>
                    <a:pt x="86" y="387"/>
                    <a:pt x="193" y="387"/>
                  </a:cubicBezTo>
                  <a:cubicBezTo>
                    <a:pt x="299" y="387"/>
                    <a:pt x="385" y="299"/>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46"/>
            <p:cNvSpPr/>
            <p:nvPr/>
          </p:nvSpPr>
          <p:spPr>
            <a:xfrm>
              <a:off x="7090825" y="300355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46"/>
            <p:cNvSpPr/>
            <p:nvPr/>
          </p:nvSpPr>
          <p:spPr>
            <a:xfrm>
              <a:off x="7119725" y="2973025"/>
              <a:ext cx="12950" cy="9675"/>
            </a:xfrm>
            <a:custGeom>
              <a:rect b="b" l="l" r="r" t="t"/>
              <a:pathLst>
                <a:path extrusionOk="0" h="387" w="518">
                  <a:moveTo>
                    <a:pt x="259" y="0"/>
                  </a:moveTo>
                  <a:cubicBezTo>
                    <a:pt x="210" y="0"/>
                    <a:pt x="160" y="19"/>
                    <a:pt x="122" y="56"/>
                  </a:cubicBezTo>
                  <a:cubicBezTo>
                    <a:pt x="1" y="179"/>
                    <a:pt x="87" y="387"/>
                    <a:pt x="259" y="387"/>
                  </a:cubicBezTo>
                  <a:cubicBezTo>
                    <a:pt x="431" y="387"/>
                    <a:pt x="518" y="179"/>
                    <a:pt x="397" y="56"/>
                  </a:cubicBezTo>
                  <a:cubicBezTo>
                    <a:pt x="359"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46"/>
            <p:cNvSpPr/>
            <p:nvPr/>
          </p:nvSpPr>
          <p:spPr>
            <a:xfrm>
              <a:off x="6936500" y="3156225"/>
              <a:ext cx="12950" cy="9700"/>
            </a:xfrm>
            <a:custGeom>
              <a:rect b="b" l="l" r="r" t="t"/>
              <a:pathLst>
                <a:path extrusionOk="0" h="388" w="518">
                  <a:moveTo>
                    <a:pt x="259" y="0"/>
                  </a:moveTo>
                  <a:cubicBezTo>
                    <a:pt x="210" y="0"/>
                    <a:pt x="161" y="19"/>
                    <a:pt x="124" y="57"/>
                  </a:cubicBezTo>
                  <a:cubicBezTo>
                    <a:pt x="1" y="180"/>
                    <a:pt x="87" y="388"/>
                    <a:pt x="260" y="388"/>
                  </a:cubicBezTo>
                  <a:cubicBezTo>
                    <a:pt x="431" y="388"/>
                    <a:pt x="518" y="180"/>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2" name="Google Shape;9422;p46"/>
          <p:cNvSpPr/>
          <p:nvPr/>
        </p:nvSpPr>
        <p:spPr>
          <a:xfrm rot="10800000">
            <a:off x="257922" y="282425"/>
            <a:ext cx="107096" cy="103087"/>
          </a:xfrm>
          <a:custGeom>
            <a:rect b="b" l="l" r="r" t="t"/>
            <a:pathLst>
              <a:path extrusionOk="0" h="2237" w="2324">
                <a:moveTo>
                  <a:pt x="1207" y="1"/>
                </a:moveTo>
                <a:cubicBezTo>
                  <a:pt x="753" y="1"/>
                  <a:pt x="346" y="272"/>
                  <a:pt x="173" y="690"/>
                </a:cubicBezTo>
                <a:cubicBezTo>
                  <a:pt x="0" y="1109"/>
                  <a:pt x="96" y="1589"/>
                  <a:pt x="415" y="1909"/>
                </a:cubicBezTo>
                <a:cubicBezTo>
                  <a:pt x="629" y="2123"/>
                  <a:pt x="915" y="2237"/>
                  <a:pt x="1206" y="2237"/>
                </a:cubicBezTo>
                <a:cubicBezTo>
                  <a:pt x="1350" y="2237"/>
                  <a:pt x="1496" y="2209"/>
                  <a:pt x="1634" y="2152"/>
                </a:cubicBezTo>
                <a:cubicBezTo>
                  <a:pt x="2051" y="1977"/>
                  <a:pt x="2324" y="1571"/>
                  <a:pt x="2324" y="1118"/>
                </a:cubicBezTo>
                <a:cubicBezTo>
                  <a:pt x="2324" y="501"/>
                  <a:pt x="1824" y="1"/>
                  <a:pt x="1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46"/>
          <p:cNvSpPr/>
          <p:nvPr/>
        </p:nvSpPr>
        <p:spPr>
          <a:xfrm>
            <a:off x="-559615" y="497471"/>
            <a:ext cx="1299268" cy="1299268"/>
          </a:xfrm>
          <a:custGeom>
            <a:rect b="b" l="l" r="r" t="t"/>
            <a:pathLst>
              <a:path extrusionOk="0" h="44706" w="44706">
                <a:moveTo>
                  <a:pt x="22353" y="211"/>
                </a:moveTo>
                <a:cubicBezTo>
                  <a:pt x="34563" y="211"/>
                  <a:pt x="44496" y="10143"/>
                  <a:pt x="44496" y="22353"/>
                </a:cubicBezTo>
                <a:cubicBezTo>
                  <a:pt x="44496" y="34565"/>
                  <a:pt x="34563" y="44496"/>
                  <a:pt x="22353" y="44496"/>
                </a:cubicBezTo>
                <a:cubicBezTo>
                  <a:pt x="10144" y="44496"/>
                  <a:pt x="209" y="34563"/>
                  <a:pt x="209" y="22355"/>
                </a:cubicBezTo>
                <a:cubicBezTo>
                  <a:pt x="209" y="10144"/>
                  <a:pt x="10143" y="211"/>
                  <a:pt x="22353" y="211"/>
                </a:cubicBezTo>
                <a:close/>
                <a:moveTo>
                  <a:pt x="22353" y="0"/>
                </a:moveTo>
                <a:cubicBezTo>
                  <a:pt x="10028" y="0"/>
                  <a:pt x="0" y="10028"/>
                  <a:pt x="0" y="22353"/>
                </a:cubicBezTo>
                <a:cubicBezTo>
                  <a:pt x="0" y="34678"/>
                  <a:pt x="10028" y="44706"/>
                  <a:pt x="22353" y="44706"/>
                </a:cubicBezTo>
                <a:cubicBezTo>
                  <a:pt x="34678" y="44706"/>
                  <a:pt x="44706" y="34678"/>
                  <a:pt x="44706" y="22353"/>
                </a:cubicBezTo>
                <a:cubicBezTo>
                  <a:pt x="44706" y="10028"/>
                  <a:pt x="34678" y="0"/>
                  <a:pt x="223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14_1">
    <p:spTree>
      <p:nvGrpSpPr>
        <p:cNvPr id="9425" name="Shape 9425"/>
        <p:cNvGrpSpPr/>
        <p:nvPr/>
      </p:nvGrpSpPr>
      <p:grpSpPr>
        <a:xfrm>
          <a:off x="0" y="0"/>
          <a:ext cx="0" cy="0"/>
          <a:chOff x="0" y="0"/>
          <a:chExt cx="0" cy="0"/>
        </a:xfrm>
      </p:grpSpPr>
      <p:sp>
        <p:nvSpPr>
          <p:cNvPr id="9426" name="Google Shape;9426;p47"/>
          <p:cNvSpPr/>
          <p:nvPr/>
        </p:nvSpPr>
        <p:spPr>
          <a:xfrm rot="10800000">
            <a:off x="4779467" y="-542039"/>
            <a:ext cx="1136717" cy="1296439"/>
          </a:xfrm>
          <a:custGeom>
            <a:rect b="b" l="l" r="r" t="t"/>
            <a:pathLst>
              <a:path extrusionOk="0" h="28133" w="24667">
                <a:moveTo>
                  <a:pt x="24457" y="360"/>
                </a:moveTo>
                <a:lnTo>
                  <a:pt x="24457" y="27771"/>
                </a:lnTo>
                <a:lnTo>
                  <a:pt x="423" y="14066"/>
                </a:lnTo>
                <a:lnTo>
                  <a:pt x="24457" y="360"/>
                </a:lnTo>
                <a:close/>
                <a:moveTo>
                  <a:pt x="24666" y="1"/>
                </a:moveTo>
                <a:lnTo>
                  <a:pt x="0" y="14066"/>
                </a:lnTo>
                <a:lnTo>
                  <a:pt x="24666" y="28132"/>
                </a:lnTo>
                <a:lnTo>
                  <a:pt x="246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47"/>
          <p:cNvSpPr/>
          <p:nvPr/>
        </p:nvSpPr>
        <p:spPr>
          <a:xfrm rot="10800000">
            <a:off x="5699670" y="4552028"/>
            <a:ext cx="278062" cy="278108"/>
          </a:xfrm>
          <a:custGeom>
            <a:rect b="b" l="l" r="r" t="t"/>
            <a:pathLst>
              <a:path extrusionOk="0" h="6035" w="6034">
                <a:moveTo>
                  <a:pt x="3017" y="0"/>
                </a:moveTo>
                <a:cubicBezTo>
                  <a:pt x="1351" y="0"/>
                  <a:pt x="0" y="1351"/>
                  <a:pt x="0" y="3017"/>
                </a:cubicBezTo>
                <a:cubicBezTo>
                  <a:pt x="0" y="4683"/>
                  <a:pt x="1351" y="6035"/>
                  <a:pt x="3017" y="6035"/>
                </a:cubicBezTo>
                <a:cubicBezTo>
                  <a:pt x="4682" y="6035"/>
                  <a:pt x="6033" y="4683"/>
                  <a:pt x="6033" y="3017"/>
                </a:cubicBezTo>
                <a:cubicBezTo>
                  <a:pt x="6033" y="1351"/>
                  <a:pt x="4682" y="0"/>
                  <a:pt x="30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8" name="Google Shape;9428;p47"/>
          <p:cNvGrpSpPr/>
          <p:nvPr/>
        </p:nvGrpSpPr>
        <p:grpSpPr>
          <a:xfrm rot="10800000">
            <a:off x="4728497" y="4317899"/>
            <a:ext cx="1299260" cy="1296418"/>
            <a:chOff x="6378300" y="2596400"/>
            <a:chExt cx="754375" cy="752725"/>
          </a:xfrm>
        </p:grpSpPr>
        <p:sp>
          <p:nvSpPr>
            <p:cNvPr id="9429" name="Google Shape;9429;p47"/>
            <p:cNvSpPr/>
            <p:nvPr/>
          </p:nvSpPr>
          <p:spPr>
            <a:xfrm>
              <a:off x="6408850" y="2932325"/>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47"/>
            <p:cNvSpPr/>
            <p:nvPr/>
          </p:nvSpPr>
          <p:spPr>
            <a:xfrm>
              <a:off x="6469925" y="2871225"/>
              <a:ext cx="9700" cy="9700"/>
            </a:xfrm>
            <a:custGeom>
              <a:rect b="b" l="l" r="r" t="t"/>
              <a:pathLst>
                <a:path extrusionOk="0" h="388" w="388">
                  <a:moveTo>
                    <a:pt x="193" y="0"/>
                  </a:moveTo>
                  <a:cubicBezTo>
                    <a:pt x="87" y="0"/>
                    <a:pt x="1" y="87"/>
                    <a:pt x="1" y="195"/>
                  </a:cubicBezTo>
                  <a:cubicBezTo>
                    <a:pt x="1" y="301"/>
                    <a:pt x="87" y="387"/>
                    <a:pt x="193" y="387"/>
                  </a:cubicBezTo>
                  <a:cubicBezTo>
                    <a:pt x="299" y="387"/>
                    <a:pt x="387" y="301"/>
                    <a:pt x="387" y="195"/>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47"/>
            <p:cNvSpPr/>
            <p:nvPr/>
          </p:nvSpPr>
          <p:spPr>
            <a:xfrm>
              <a:off x="6530975" y="2810175"/>
              <a:ext cx="9700" cy="9650"/>
            </a:xfrm>
            <a:custGeom>
              <a:rect b="b" l="l" r="r" t="t"/>
              <a:pathLst>
                <a:path extrusionOk="0" h="386" w="388">
                  <a:moveTo>
                    <a:pt x="195" y="0"/>
                  </a:moveTo>
                  <a:cubicBezTo>
                    <a:pt x="87" y="0"/>
                    <a:pt x="1" y="87"/>
                    <a:pt x="1" y="193"/>
                  </a:cubicBezTo>
                  <a:cubicBezTo>
                    <a:pt x="1" y="299"/>
                    <a:pt x="87" y="385"/>
                    <a:pt x="195" y="385"/>
                  </a:cubicBezTo>
                  <a:cubicBezTo>
                    <a:pt x="301" y="385"/>
                    <a:pt x="387" y="299"/>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47"/>
            <p:cNvSpPr/>
            <p:nvPr/>
          </p:nvSpPr>
          <p:spPr>
            <a:xfrm>
              <a:off x="6622600" y="2718550"/>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47"/>
            <p:cNvSpPr/>
            <p:nvPr/>
          </p:nvSpPr>
          <p:spPr>
            <a:xfrm>
              <a:off x="6378300" y="2962850"/>
              <a:ext cx="9675" cy="9700"/>
            </a:xfrm>
            <a:custGeom>
              <a:rect b="b" l="l" r="r" t="t"/>
              <a:pathLst>
                <a:path extrusionOk="0" h="388" w="387">
                  <a:moveTo>
                    <a:pt x="194" y="1"/>
                  </a:moveTo>
                  <a:cubicBezTo>
                    <a:pt x="87" y="1"/>
                    <a:pt x="0" y="87"/>
                    <a:pt x="0" y="193"/>
                  </a:cubicBezTo>
                  <a:cubicBezTo>
                    <a:pt x="0" y="299"/>
                    <a:pt x="87" y="387"/>
                    <a:pt x="194" y="387"/>
                  </a:cubicBezTo>
                  <a:cubicBezTo>
                    <a:pt x="300" y="387"/>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47"/>
            <p:cNvSpPr/>
            <p:nvPr/>
          </p:nvSpPr>
          <p:spPr>
            <a:xfrm>
              <a:off x="6437750" y="2901775"/>
              <a:ext cx="12950" cy="9675"/>
            </a:xfrm>
            <a:custGeom>
              <a:rect b="b" l="l" r="r" t="t"/>
              <a:pathLst>
                <a:path extrusionOk="0" h="387" w="518">
                  <a:moveTo>
                    <a:pt x="259" y="1"/>
                  </a:moveTo>
                  <a:cubicBezTo>
                    <a:pt x="209" y="1"/>
                    <a:pt x="160" y="19"/>
                    <a:pt x="122" y="56"/>
                  </a:cubicBezTo>
                  <a:cubicBezTo>
                    <a:pt x="1" y="179"/>
                    <a:pt x="87" y="387"/>
                    <a:pt x="258" y="387"/>
                  </a:cubicBezTo>
                  <a:cubicBezTo>
                    <a:pt x="431" y="387"/>
                    <a:pt x="518" y="179"/>
                    <a:pt x="396" y="56"/>
                  </a:cubicBezTo>
                  <a:cubicBezTo>
                    <a:pt x="358" y="19"/>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47"/>
            <p:cNvSpPr/>
            <p:nvPr/>
          </p:nvSpPr>
          <p:spPr>
            <a:xfrm>
              <a:off x="6500475" y="2840675"/>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47"/>
            <p:cNvSpPr/>
            <p:nvPr/>
          </p:nvSpPr>
          <p:spPr>
            <a:xfrm>
              <a:off x="6592075" y="27490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47"/>
            <p:cNvSpPr/>
            <p:nvPr/>
          </p:nvSpPr>
          <p:spPr>
            <a:xfrm>
              <a:off x="6653150" y="2688025"/>
              <a:ext cx="9650" cy="9650"/>
            </a:xfrm>
            <a:custGeom>
              <a:rect b="b" l="l" r="r" t="t"/>
              <a:pathLst>
                <a:path extrusionOk="0" h="386" w="386">
                  <a:moveTo>
                    <a:pt x="193" y="1"/>
                  </a:moveTo>
                  <a:cubicBezTo>
                    <a:pt x="87" y="1"/>
                    <a:pt x="1" y="87"/>
                    <a:pt x="1" y="193"/>
                  </a:cubicBezTo>
                  <a:cubicBezTo>
                    <a:pt x="1" y="300"/>
                    <a:pt x="87" y="386"/>
                    <a:pt x="193" y="386"/>
                  </a:cubicBezTo>
                  <a:cubicBezTo>
                    <a:pt x="299" y="386"/>
                    <a:pt x="386" y="300"/>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47"/>
            <p:cNvSpPr/>
            <p:nvPr/>
          </p:nvSpPr>
          <p:spPr>
            <a:xfrm>
              <a:off x="6683650" y="2657500"/>
              <a:ext cx="9700" cy="9650"/>
            </a:xfrm>
            <a:custGeom>
              <a:rect b="b" l="l" r="r" t="t"/>
              <a:pathLst>
                <a:path extrusionOk="0" h="386" w="388">
                  <a:moveTo>
                    <a:pt x="195" y="0"/>
                  </a:moveTo>
                  <a:cubicBezTo>
                    <a:pt x="87" y="0"/>
                    <a:pt x="1" y="87"/>
                    <a:pt x="1" y="193"/>
                  </a:cubicBezTo>
                  <a:cubicBezTo>
                    <a:pt x="1" y="299"/>
                    <a:pt x="87" y="385"/>
                    <a:pt x="195" y="385"/>
                  </a:cubicBezTo>
                  <a:cubicBezTo>
                    <a:pt x="301" y="385"/>
                    <a:pt x="388" y="299"/>
                    <a:pt x="388" y="193"/>
                  </a:cubicBezTo>
                  <a:cubicBezTo>
                    <a:pt x="388"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47"/>
            <p:cNvSpPr/>
            <p:nvPr/>
          </p:nvSpPr>
          <p:spPr>
            <a:xfrm>
              <a:off x="6714200" y="2626950"/>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47"/>
            <p:cNvSpPr/>
            <p:nvPr/>
          </p:nvSpPr>
          <p:spPr>
            <a:xfrm>
              <a:off x="6744750" y="2596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47"/>
            <p:cNvSpPr/>
            <p:nvPr/>
          </p:nvSpPr>
          <p:spPr>
            <a:xfrm>
              <a:off x="6561525" y="2779625"/>
              <a:ext cx="9675" cy="9700"/>
            </a:xfrm>
            <a:custGeom>
              <a:rect b="b" l="l" r="r" t="t"/>
              <a:pathLst>
                <a:path extrusionOk="0" h="388" w="387">
                  <a:moveTo>
                    <a:pt x="194" y="1"/>
                  </a:moveTo>
                  <a:cubicBezTo>
                    <a:pt x="87" y="1"/>
                    <a:pt x="0" y="87"/>
                    <a:pt x="0" y="193"/>
                  </a:cubicBezTo>
                  <a:cubicBezTo>
                    <a:pt x="0" y="301"/>
                    <a:pt x="87" y="387"/>
                    <a:pt x="194" y="387"/>
                  </a:cubicBezTo>
                  <a:cubicBezTo>
                    <a:pt x="301" y="387"/>
                    <a:pt x="387" y="301"/>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47"/>
            <p:cNvSpPr/>
            <p:nvPr/>
          </p:nvSpPr>
          <p:spPr>
            <a:xfrm>
              <a:off x="6437825" y="29612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47"/>
            <p:cNvSpPr/>
            <p:nvPr/>
          </p:nvSpPr>
          <p:spPr>
            <a:xfrm>
              <a:off x="6497250" y="2900200"/>
              <a:ext cx="12950" cy="9675"/>
            </a:xfrm>
            <a:custGeom>
              <a:rect b="b" l="l" r="r" t="t"/>
              <a:pathLst>
                <a:path extrusionOk="0" h="387" w="518">
                  <a:moveTo>
                    <a:pt x="259" y="0"/>
                  </a:moveTo>
                  <a:cubicBezTo>
                    <a:pt x="210" y="0"/>
                    <a:pt x="160" y="19"/>
                    <a:pt x="123" y="57"/>
                  </a:cubicBezTo>
                  <a:cubicBezTo>
                    <a:pt x="1" y="178"/>
                    <a:pt x="87" y="386"/>
                    <a:pt x="260" y="386"/>
                  </a:cubicBezTo>
                  <a:cubicBezTo>
                    <a:pt x="431" y="386"/>
                    <a:pt x="517" y="178"/>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47"/>
            <p:cNvSpPr/>
            <p:nvPr/>
          </p:nvSpPr>
          <p:spPr>
            <a:xfrm>
              <a:off x="6559975" y="2839125"/>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47"/>
            <p:cNvSpPr/>
            <p:nvPr/>
          </p:nvSpPr>
          <p:spPr>
            <a:xfrm>
              <a:off x="6651575" y="2747525"/>
              <a:ext cx="9675" cy="9700"/>
            </a:xfrm>
            <a:custGeom>
              <a:rect b="b" l="l" r="r" t="t"/>
              <a:pathLst>
                <a:path extrusionOk="0" h="388" w="387">
                  <a:moveTo>
                    <a:pt x="194" y="1"/>
                  </a:moveTo>
                  <a:cubicBezTo>
                    <a:pt x="86" y="1"/>
                    <a:pt x="0" y="87"/>
                    <a:pt x="0" y="193"/>
                  </a:cubicBezTo>
                  <a:cubicBezTo>
                    <a:pt x="0" y="299"/>
                    <a:pt x="86" y="387"/>
                    <a:pt x="194" y="387"/>
                  </a:cubicBezTo>
                  <a:cubicBezTo>
                    <a:pt x="300" y="387"/>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47"/>
            <p:cNvSpPr/>
            <p:nvPr/>
          </p:nvSpPr>
          <p:spPr>
            <a:xfrm>
              <a:off x="6407275" y="29918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47"/>
            <p:cNvSpPr/>
            <p:nvPr/>
          </p:nvSpPr>
          <p:spPr>
            <a:xfrm>
              <a:off x="6468325" y="2930725"/>
              <a:ext cx="9700" cy="9675"/>
            </a:xfrm>
            <a:custGeom>
              <a:rect b="b" l="l" r="r" t="t"/>
              <a:pathLst>
                <a:path extrusionOk="0" h="387" w="388">
                  <a:moveTo>
                    <a:pt x="195" y="0"/>
                  </a:moveTo>
                  <a:cubicBezTo>
                    <a:pt x="89" y="0"/>
                    <a:pt x="1" y="88"/>
                    <a:pt x="1" y="194"/>
                  </a:cubicBezTo>
                  <a:cubicBezTo>
                    <a:pt x="1" y="301"/>
                    <a:pt x="89" y="387"/>
                    <a:pt x="195" y="387"/>
                  </a:cubicBezTo>
                  <a:cubicBezTo>
                    <a:pt x="301" y="387"/>
                    <a:pt x="387" y="301"/>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47"/>
            <p:cNvSpPr/>
            <p:nvPr/>
          </p:nvSpPr>
          <p:spPr>
            <a:xfrm>
              <a:off x="6529425" y="2869675"/>
              <a:ext cx="9675" cy="9675"/>
            </a:xfrm>
            <a:custGeom>
              <a:rect b="b" l="l" r="r" t="t"/>
              <a:pathLst>
                <a:path extrusionOk="0" h="387" w="387">
                  <a:moveTo>
                    <a:pt x="193" y="0"/>
                  </a:moveTo>
                  <a:cubicBezTo>
                    <a:pt x="87" y="0"/>
                    <a:pt x="0" y="87"/>
                    <a:pt x="0" y="193"/>
                  </a:cubicBezTo>
                  <a:cubicBezTo>
                    <a:pt x="0" y="300"/>
                    <a:pt x="87" y="387"/>
                    <a:pt x="193" y="387"/>
                  </a:cubicBezTo>
                  <a:cubicBezTo>
                    <a:pt x="301" y="387"/>
                    <a:pt x="387" y="300"/>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47"/>
            <p:cNvSpPr/>
            <p:nvPr/>
          </p:nvSpPr>
          <p:spPr>
            <a:xfrm>
              <a:off x="6621025" y="2778075"/>
              <a:ext cx="9675" cy="9650"/>
            </a:xfrm>
            <a:custGeom>
              <a:rect b="b" l="l" r="r" t="t"/>
              <a:pathLst>
                <a:path extrusionOk="0" h="386" w="387">
                  <a:moveTo>
                    <a:pt x="194" y="1"/>
                  </a:moveTo>
                  <a:cubicBezTo>
                    <a:pt x="88" y="1"/>
                    <a:pt x="0" y="87"/>
                    <a:pt x="0" y="193"/>
                  </a:cubicBezTo>
                  <a:cubicBezTo>
                    <a:pt x="0" y="299"/>
                    <a:pt x="88"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47"/>
            <p:cNvSpPr/>
            <p:nvPr/>
          </p:nvSpPr>
          <p:spPr>
            <a:xfrm>
              <a:off x="6682100" y="2717000"/>
              <a:ext cx="9700" cy="9675"/>
            </a:xfrm>
            <a:custGeom>
              <a:rect b="b" l="l" r="r" t="t"/>
              <a:pathLst>
                <a:path extrusionOk="0" h="387" w="388">
                  <a:moveTo>
                    <a:pt x="193" y="0"/>
                  </a:moveTo>
                  <a:cubicBezTo>
                    <a:pt x="87" y="0"/>
                    <a:pt x="1" y="86"/>
                    <a:pt x="1" y="193"/>
                  </a:cubicBezTo>
                  <a:cubicBezTo>
                    <a:pt x="1" y="300"/>
                    <a:pt x="87" y="387"/>
                    <a:pt x="193" y="387"/>
                  </a:cubicBezTo>
                  <a:cubicBezTo>
                    <a:pt x="301" y="387"/>
                    <a:pt x="387" y="300"/>
                    <a:pt x="387" y="193"/>
                  </a:cubicBezTo>
                  <a:cubicBezTo>
                    <a:pt x="387" y="86"/>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47"/>
            <p:cNvSpPr/>
            <p:nvPr/>
          </p:nvSpPr>
          <p:spPr>
            <a:xfrm>
              <a:off x="6712650" y="26864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47"/>
            <p:cNvSpPr/>
            <p:nvPr/>
          </p:nvSpPr>
          <p:spPr>
            <a:xfrm>
              <a:off x="6741575" y="2655925"/>
              <a:ext cx="12900" cy="9675"/>
            </a:xfrm>
            <a:custGeom>
              <a:rect b="b" l="l" r="r" t="t"/>
              <a:pathLst>
                <a:path extrusionOk="0" h="387" w="516">
                  <a:moveTo>
                    <a:pt x="258" y="0"/>
                  </a:moveTo>
                  <a:cubicBezTo>
                    <a:pt x="209" y="0"/>
                    <a:pt x="159" y="19"/>
                    <a:pt x="121" y="57"/>
                  </a:cubicBezTo>
                  <a:cubicBezTo>
                    <a:pt x="0" y="178"/>
                    <a:pt x="87" y="386"/>
                    <a:pt x="258" y="386"/>
                  </a:cubicBezTo>
                  <a:cubicBezTo>
                    <a:pt x="431" y="386"/>
                    <a:pt x="516" y="178"/>
                    <a:pt x="394" y="57"/>
                  </a:cubicBezTo>
                  <a:cubicBezTo>
                    <a:pt x="356"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47"/>
            <p:cNvSpPr/>
            <p:nvPr/>
          </p:nvSpPr>
          <p:spPr>
            <a:xfrm>
              <a:off x="6773750" y="2625350"/>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47"/>
            <p:cNvSpPr/>
            <p:nvPr/>
          </p:nvSpPr>
          <p:spPr>
            <a:xfrm>
              <a:off x="6590525" y="2808575"/>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47"/>
            <p:cNvSpPr/>
            <p:nvPr/>
          </p:nvSpPr>
          <p:spPr>
            <a:xfrm>
              <a:off x="6465150" y="2990250"/>
              <a:ext cx="12950" cy="9700"/>
            </a:xfrm>
            <a:custGeom>
              <a:rect b="b" l="l" r="r" t="t"/>
              <a:pathLst>
                <a:path extrusionOk="0" h="388" w="518">
                  <a:moveTo>
                    <a:pt x="259" y="0"/>
                  </a:moveTo>
                  <a:cubicBezTo>
                    <a:pt x="209" y="0"/>
                    <a:pt x="160" y="19"/>
                    <a:pt x="122" y="57"/>
                  </a:cubicBezTo>
                  <a:cubicBezTo>
                    <a:pt x="1" y="178"/>
                    <a:pt x="87" y="387"/>
                    <a:pt x="260" y="387"/>
                  </a:cubicBezTo>
                  <a:cubicBezTo>
                    <a:pt x="431" y="387"/>
                    <a:pt x="517" y="178"/>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47"/>
            <p:cNvSpPr/>
            <p:nvPr/>
          </p:nvSpPr>
          <p:spPr>
            <a:xfrm>
              <a:off x="6527875" y="29291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47"/>
            <p:cNvSpPr/>
            <p:nvPr/>
          </p:nvSpPr>
          <p:spPr>
            <a:xfrm>
              <a:off x="6588925" y="28681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47"/>
            <p:cNvSpPr/>
            <p:nvPr/>
          </p:nvSpPr>
          <p:spPr>
            <a:xfrm>
              <a:off x="6680550" y="2776475"/>
              <a:ext cx="9700" cy="9700"/>
            </a:xfrm>
            <a:custGeom>
              <a:rect b="b" l="l" r="r" t="t"/>
              <a:pathLst>
                <a:path extrusionOk="0" h="388" w="388">
                  <a:moveTo>
                    <a:pt x="193" y="1"/>
                  </a:moveTo>
                  <a:cubicBezTo>
                    <a:pt x="87" y="1"/>
                    <a:pt x="1" y="87"/>
                    <a:pt x="1" y="195"/>
                  </a:cubicBezTo>
                  <a:cubicBezTo>
                    <a:pt x="1" y="301"/>
                    <a:pt x="87" y="387"/>
                    <a:pt x="193" y="387"/>
                  </a:cubicBezTo>
                  <a:cubicBezTo>
                    <a:pt x="299" y="387"/>
                    <a:pt x="387" y="301"/>
                    <a:pt x="387" y="195"/>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47"/>
            <p:cNvSpPr/>
            <p:nvPr/>
          </p:nvSpPr>
          <p:spPr>
            <a:xfrm>
              <a:off x="6436225" y="3020800"/>
              <a:ext cx="9700" cy="9650"/>
            </a:xfrm>
            <a:custGeom>
              <a:rect b="b" l="l" r="r" t="t"/>
              <a:pathLst>
                <a:path extrusionOk="0" h="386" w="388">
                  <a:moveTo>
                    <a:pt x="195" y="1"/>
                  </a:moveTo>
                  <a:cubicBezTo>
                    <a:pt x="87" y="1"/>
                    <a:pt x="1" y="87"/>
                    <a:pt x="1" y="193"/>
                  </a:cubicBezTo>
                  <a:cubicBezTo>
                    <a:pt x="1" y="299"/>
                    <a:pt x="87" y="386"/>
                    <a:pt x="195" y="386"/>
                  </a:cubicBezTo>
                  <a:cubicBezTo>
                    <a:pt x="301" y="386"/>
                    <a:pt x="388" y="299"/>
                    <a:pt x="388" y="193"/>
                  </a:cubicBezTo>
                  <a:cubicBezTo>
                    <a:pt x="388"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47"/>
            <p:cNvSpPr/>
            <p:nvPr/>
          </p:nvSpPr>
          <p:spPr>
            <a:xfrm>
              <a:off x="6497325" y="2959700"/>
              <a:ext cx="9700" cy="9700"/>
            </a:xfrm>
            <a:custGeom>
              <a:rect b="b" l="l" r="r" t="t"/>
              <a:pathLst>
                <a:path extrusionOk="0" h="388" w="388">
                  <a:moveTo>
                    <a:pt x="193" y="1"/>
                  </a:moveTo>
                  <a:cubicBezTo>
                    <a:pt x="87" y="1"/>
                    <a:pt x="1" y="87"/>
                    <a:pt x="1" y="194"/>
                  </a:cubicBezTo>
                  <a:cubicBezTo>
                    <a:pt x="1" y="301"/>
                    <a:pt x="87" y="388"/>
                    <a:pt x="193" y="388"/>
                  </a:cubicBezTo>
                  <a:cubicBezTo>
                    <a:pt x="301" y="388"/>
                    <a:pt x="387" y="301"/>
                    <a:pt x="387" y="194"/>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47"/>
            <p:cNvSpPr/>
            <p:nvPr/>
          </p:nvSpPr>
          <p:spPr>
            <a:xfrm>
              <a:off x="6558375" y="2898625"/>
              <a:ext cx="9700" cy="9675"/>
            </a:xfrm>
            <a:custGeom>
              <a:rect b="b" l="l" r="r" t="t"/>
              <a:pathLst>
                <a:path extrusionOk="0" h="387" w="388">
                  <a:moveTo>
                    <a:pt x="195" y="0"/>
                  </a:moveTo>
                  <a:cubicBezTo>
                    <a:pt x="88" y="0"/>
                    <a:pt x="1" y="87"/>
                    <a:pt x="1" y="194"/>
                  </a:cubicBezTo>
                  <a:cubicBezTo>
                    <a:pt x="1" y="301"/>
                    <a:pt x="88" y="387"/>
                    <a:pt x="195" y="387"/>
                  </a:cubicBezTo>
                  <a:cubicBezTo>
                    <a:pt x="301" y="387"/>
                    <a:pt x="387" y="301"/>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47"/>
            <p:cNvSpPr/>
            <p:nvPr/>
          </p:nvSpPr>
          <p:spPr>
            <a:xfrm>
              <a:off x="6650000" y="28070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47"/>
            <p:cNvSpPr/>
            <p:nvPr/>
          </p:nvSpPr>
          <p:spPr>
            <a:xfrm>
              <a:off x="6709425" y="2745950"/>
              <a:ext cx="12950" cy="9675"/>
            </a:xfrm>
            <a:custGeom>
              <a:rect b="b" l="l" r="r" t="t"/>
              <a:pathLst>
                <a:path extrusionOk="0" h="387" w="518">
                  <a:moveTo>
                    <a:pt x="260" y="1"/>
                  </a:moveTo>
                  <a:cubicBezTo>
                    <a:pt x="211" y="1"/>
                    <a:pt x="161" y="20"/>
                    <a:pt x="124" y="58"/>
                  </a:cubicBezTo>
                  <a:cubicBezTo>
                    <a:pt x="1" y="179"/>
                    <a:pt x="87" y="387"/>
                    <a:pt x="260" y="387"/>
                  </a:cubicBezTo>
                  <a:cubicBezTo>
                    <a:pt x="431" y="387"/>
                    <a:pt x="518" y="179"/>
                    <a:pt x="396"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47"/>
            <p:cNvSpPr/>
            <p:nvPr/>
          </p:nvSpPr>
          <p:spPr>
            <a:xfrm>
              <a:off x="6741600" y="2715425"/>
              <a:ext cx="9700" cy="9650"/>
            </a:xfrm>
            <a:custGeom>
              <a:rect b="b" l="l" r="r" t="t"/>
              <a:pathLst>
                <a:path extrusionOk="0" h="386" w="388">
                  <a:moveTo>
                    <a:pt x="195" y="1"/>
                  </a:moveTo>
                  <a:cubicBezTo>
                    <a:pt x="87" y="1"/>
                    <a:pt x="1" y="87"/>
                    <a:pt x="1" y="193"/>
                  </a:cubicBezTo>
                  <a:cubicBezTo>
                    <a:pt x="1" y="299"/>
                    <a:pt x="87" y="386"/>
                    <a:pt x="195" y="386"/>
                  </a:cubicBezTo>
                  <a:cubicBezTo>
                    <a:pt x="301" y="386"/>
                    <a:pt x="387" y="299"/>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47"/>
            <p:cNvSpPr/>
            <p:nvPr/>
          </p:nvSpPr>
          <p:spPr>
            <a:xfrm>
              <a:off x="6772150" y="2684900"/>
              <a:ext cx="9700" cy="9650"/>
            </a:xfrm>
            <a:custGeom>
              <a:rect b="b" l="l" r="r" t="t"/>
              <a:pathLst>
                <a:path extrusionOk="0" h="386" w="388">
                  <a:moveTo>
                    <a:pt x="193" y="0"/>
                  </a:moveTo>
                  <a:cubicBezTo>
                    <a:pt x="87" y="0"/>
                    <a:pt x="0" y="86"/>
                    <a:pt x="0" y="193"/>
                  </a:cubicBezTo>
                  <a:cubicBezTo>
                    <a:pt x="0" y="299"/>
                    <a:pt x="87" y="385"/>
                    <a:pt x="193" y="385"/>
                  </a:cubicBezTo>
                  <a:cubicBezTo>
                    <a:pt x="301" y="385"/>
                    <a:pt x="387" y="299"/>
                    <a:pt x="387" y="193"/>
                  </a:cubicBezTo>
                  <a:cubicBezTo>
                    <a:pt x="387" y="86"/>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47"/>
            <p:cNvSpPr/>
            <p:nvPr/>
          </p:nvSpPr>
          <p:spPr>
            <a:xfrm>
              <a:off x="6802700" y="2654350"/>
              <a:ext cx="9675" cy="9675"/>
            </a:xfrm>
            <a:custGeom>
              <a:rect b="b" l="l" r="r" t="t"/>
              <a:pathLst>
                <a:path extrusionOk="0" h="387" w="387">
                  <a:moveTo>
                    <a:pt x="193" y="0"/>
                  </a:moveTo>
                  <a:cubicBezTo>
                    <a:pt x="87" y="0"/>
                    <a:pt x="0" y="87"/>
                    <a:pt x="0" y="193"/>
                  </a:cubicBezTo>
                  <a:cubicBezTo>
                    <a:pt x="0" y="300"/>
                    <a:pt x="87" y="387"/>
                    <a:pt x="193" y="387"/>
                  </a:cubicBezTo>
                  <a:cubicBezTo>
                    <a:pt x="300" y="387"/>
                    <a:pt x="387" y="300"/>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47"/>
            <p:cNvSpPr/>
            <p:nvPr/>
          </p:nvSpPr>
          <p:spPr>
            <a:xfrm>
              <a:off x="6617825" y="2837550"/>
              <a:ext cx="12950" cy="9700"/>
            </a:xfrm>
            <a:custGeom>
              <a:rect b="b" l="l" r="r" t="t"/>
              <a:pathLst>
                <a:path extrusionOk="0" h="388" w="518">
                  <a:moveTo>
                    <a:pt x="259" y="1"/>
                  </a:moveTo>
                  <a:cubicBezTo>
                    <a:pt x="210" y="1"/>
                    <a:pt x="160" y="20"/>
                    <a:pt x="122" y="58"/>
                  </a:cubicBezTo>
                  <a:cubicBezTo>
                    <a:pt x="1" y="179"/>
                    <a:pt x="87" y="388"/>
                    <a:pt x="260" y="388"/>
                  </a:cubicBezTo>
                  <a:cubicBezTo>
                    <a:pt x="431" y="388"/>
                    <a:pt x="518" y="179"/>
                    <a:pt x="397" y="58"/>
                  </a:cubicBezTo>
                  <a:cubicBezTo>
                    <a:pt x="359"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47"/>
            <p:cNvSpPr/>
            <p:nvPr/>
          </p:nvSpPr>
          <p:spPr>
            <a:xfrm>
              <a:off x="6495775" y="3019200"/>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47"/>
            <p:cNvSpPr/>
            <p:nvPr/>
          </p:nvSpPr>
          <p:spPr>
            <a:xfrm>
              <a:off x="6556825" y="2958150"/>
              <a:ext cx="9675" cy="9650"/>
            </a:xfrm>
            <a:custGeom>
              <a:rect b="b" l="l" r="r" t="t"/>
              <a:pathLst>
                <a:path extrusionOk="0" h="386" w="387">
                  <a:moveTo>
                    <a:pt x="194" y="1"/>
                  </a:moveTo>
                  <a:cubicBezTo>
                    <a:pt x="87" y="1"/>
                    <a:pt x="0" y="87"/>
                    <a:pt x="0" y="193"/>
                  </a:cubicBezTo>
                  <a:cubicBezTo>
                    <a:pt x="0" y="299"/>
                    <a:pt x="87" y="386"/>
                    <a:pt x="194" y="386"/>
                  </a:cubicBezTo>
                  <a:cubicBezTo>
                    <a:pt x="301" y="386"/>
                    <a:pt x="387" y="299"/>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47"/>
            <p:cNvSpPr/>
            <p:nvPr/>
          </p:nvSpPr>
          <p:spPr>
            <a:xfrm>
              <a:off x="6617900" y="2897075"/>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47"/>
            <p:cNvSpPr/>
            <p:nvPr/>
          </p:nvSpPr>
          <p:spPr>
            <a:xfrm>
              <a:off x="6707875" y="2805450"/>
              <a:ext cx="12950" cy="9675"/>
            </a:xfrm>
            <a:custGeom>
              <a:rect b="b" l="l" r="r" t="t"/>
              <a:pathLst>
                <a:path extrusionOk="0" h="387" w="518">
                  <a:moveTo>
                    <a:pt x="259" y="1"/>
                  </a:moveTo>
                  <a:cubicBezTo>
                    <a:pt x="210" y="1"/>
                    <a:pt x="161" y="20"/>
                    <a:pt x="123" y="58"/>
                  </a:cubicBezTo>
                  <a:cubicBezTo>
                    <a:pt x="1" y="179"/>
                    <a:pt x="87" y="387"/>
                    <a:pt x="260" y="387"/>
                  </a:cubicBezTo>
                  <a:cubicBezTo>
                    <a:pt x="431" y="387"/>
                    <a:pt x="518"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47"/>
            <p:cNvSpPr/>
            <p:nvPr/>
          </p:nvSpPr>
          <p:spPr>
            <a:xfrm>
              <a:off x="6465225" y="3049750"/>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47"/>
            <p:cNvSpPr/>
            <p:nvPr/>
          </p:nvSpPr>
          <p:spPr>
            <a:xfrm>
              <a:off x="6526275" y="29886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47"/>
            <p:cNvSpPr/>
            <p:nvPr/>
          </p:nvSpPr>
          <p:spPr>
            <a:xfrm>
              <a:off x="6587375" y="2927625"/>
              <a:ext cx="9675" cy="9675"/>
            </a:xfrm>
            <a:custGeom>
              <a:rect b="b" l="l" r="r" t="t"/>
              <a:pathLst>
                <a:path extrusionOk="0" h="387" w="387">
                  <a:moveTo>
                    <a:pt x="193" y="0"/>
                  </a:moveTo>
                  <a:cubicBezTo>
                    <a:pt x="87" y="0"/>
                    <a:pt x="0" y="86"/>
                    <a:pt x="0" y="193"/>
                  </a:cubicBezTo>
                  <a:cubicBezTo>
                    <a:pt x="0" y="300"/>
                    <a:pt x="87"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47"/>
            <p:cNvSpPr/>
            <p:nvPr/>
          </p:nvSpPr>
          <p:spPr>
            <a:xfrm>
              <a:off x="6677325" y="2836000"/>
              <a:ext cx="12950" cy="9675"/>
            </a:xfrm>
            <a:custGeom>
              <a:rect b="b" l="l" r="r" t="t"/>
              <a:pathLst>
                <a:path extrusionOk="0" h="387" w="518">
                  <a:moveTo>
                    <a:pt x="259" y="1"/>
                  </a:moveTo>
                  <a:cubicBezTo>
                    <a:pt x="210" y="1"/>
                    <a:pt x="161" y="19"/>
                    <a:pt x="124" y="57"/>
                  </a:cubicBezTo>
                  <a:cubicBezTo>
                    <a:pt x="1" y="179"/>
                    <a:pt x="87" y="386"/>
                    <a:pt x="260" y="386"/>
                  </a:cubicBezTo>
                  <a:cubicBezTo>
                    <a:pt x="431" y="386"/>
                    <a:pt x="518" y="179"/>
                    <a:pt x="396" y="57"/>
                  </a:cubicBezTo>
                  <a:cubicBezTo>
                    <a:pt x="359" y="19"/>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47"/>
            <p:cNvSpPr/>
            <p:nvPr/>
          </p:nvSpPr>
          <p:spPr>
            <a:xfrm>
              <a:off x="6740050" y="27749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47"/>
            <p:cNvSpPr/>
            <p:nvPr/>
          </p:nvSpPr>
          <p:spPr>
            <a:xfrm>
              <a:off x="6770600" y="2744375"/>
              <a:ext cx="9675" cy="9700"/>
            </a:xfrm>
            <a:custGeom>
              <a:rect b="b" l="l" r="r" t="t"/>
              <a:pathLst>
                <a:path extrusionOk="0" h="388" w="387">
                  <a:moveTo>
                    <a:pt x="193" y="1"/>
                  </a:moveTo>
                  <a:cubicBezTo>
                    <a:pt x="87" y="1"/>
                    <a:pt x="0" y="87"/>
                    <a:pt x="0" y="193"/>
                  </a:cubicBezTo>
                  <a:cubicBezTo>
                    <a:pt x="0" y="301"/>
                    <a:pt x="87" y="388"/>
                    <a:pt x="193" y="388"/>
                  </a:cubicBezTo>
                  <a:cubicBezTo>
                    <a:pt x="299" y="388"/>
                    <a:pt x="387" y="301"/>
                    <a:pt x="387" y="193"/>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47"/>
            <p:cNvSpPr/>
            <p:nvPr/>
          </p:nvSpPr>
          <p:spPr>
            <a:xfrm>
              <a:off x="6801150" y="2713850"/>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47"/>
            <p:cNvSpPr/>
            <p:nvPr/>
          </p:nvSpPr>
          <p:spPr>
            <a:xfrm>
              <a:off x="6831650" y="2683325"/>
              <a:ext cx="9675" cy="9650"/>
            </a:xfrm>
            <a:custGeom>
              <a:rect b="b" l="l" r="r" t="t"/>
              <a:pathLst>
                <a:path extrusionOk="0" h="386" w="387">
                  <a:moveTo>
                    <a:pt x="194" y="1"/>
                  </a:moveTo>
                  <a:cubicBezTo>
                    <a:pt x="87" y="1"/>
                    <a:pt x="0" y="87"/>
                    <a:pt x="0" y="193"/>
                  </a:cubicBezTo>
                  <a:cubicBezTo>
                    <a:pt x="0" y="300"/>
                    <a:pt x="87" y="386"/>
                    <a:pt x="194" y="386"/>
                  </a:cubicBezTo>
                  <a:cubicBezTo>
                    <a:pt x="301" y="386"/>
                    <a:pt x="387" y="300"/>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47"/>
            <p:cNvSpPr/>
            <p:nvPr/>
          </p:nvSpPr>
          <p:spPr>
            <a:xfrm>
              <a:off x="6648450" y="286652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47"/>
            <p:cNvSpPr/>
            <p:nvPr/>
          </p:nvSpPr>
          <p:spPr>
            <a:xfrm>
              <a:off x="6524725" y="3048200"/>
              <a:ext cx="9700" cy="9650"/>
            </a:xfrm>
            <a:custGeom>
              <a:rect b="b" l="l" r="r" t="t"/>
              <a:pathLst>
                <a:path extrusionOk="0" h="386" w="388">
                  <a:moveTo>
                    <a:pt x="193" y="0"/>
                  </a:moveTo>
                  <a:cubicBezTo>
                    <a:pt x="87" y="0"/>
                    <a:pt x="0" y="87"/>
                    <a:pt x="0" y="193"/>
                  </a:cubicBezTo>
                  <a:cubicBezTo>
                    <a:pt x="0" y="299"/>
                    <a:pt x="87" y="386"/>
                    <a:pt x="193" y="386"/>
                  </a:cubicBezTo>
                  <a:cubicBezTo>
                    <a:pt x="301" y="386"/>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47"/>
            <p:cNvSpPr/>
            <p:nvPr/>
          </p:nvSpPr>
          <p:spPr>
            <a:xfrm>
              <a:off x="6585825" y="2987100"/>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47"/>
            <p:cNvSpPr/>
            <p:nvPr/>
          </p:nvSpPr>
          <p:spPr>
            <a:xfrm>
              <a:off x="6646875" y="2926050"/>
              <a:ext cx="9675" cy="9650"/>
            </a:xfrm>
            <a:custGeom>
              <a:rect b="b" l="l" r="r" t="t"/>
              <a:pathLst>
                <a:path extrusionOk="0" h="386" w="387">
                  <a:moveTo>
                    <a:pt x="194" y="1"/>
                  </a:moveTo>
                  <a:cubicBezTo>
                    <a:pt x="86" y="1"/>
                    <a:pt x="0" y="87"/>
                    <a:pt x="0" y="193"/>
                  </a:cubicBezTo>
                  <a:cubicBezTo>
                    <a:pt x="0" y="300"/>
                    <a:pt x="86"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47"/>
            <p:cNvSpPr/>
            <p:nvPr/>
          </p:nvSpPr>
          <p:spPr>
            <a:xfrm>
              <a:off x="6736875" y="2834425"/>
              <a:ext cx="12900" cy="9700"/>
            </a:xfrm>
            <a:custGeom>
              <a:rect b="b" l="l" r="r" t="t"/>
              <a:pathLst>
                <a:path extrusionOk="0" h="388" w="516">
                  <a:moveTo>
                    <a:pt x="258" y="1"/>
                  </a:moveTo>
                  <a:cubicBezTo>
                    <a:pt x="209" y="1"/>
                    <a:pt x="159" y="20"/>
                    <a:pt x="122" y="57"/>
                  </a:cubicBezTo>
                  <a:cubicBezTo>
                    <a:pt x="0" y="179"/>
                    <a:pt x="87" y="387"/>
                    <a:pt x="258" y="387"/>
                  </a:cubicBezTo>
                  <a:cubicBezTo>
                    <a:pt x="431" y="387"/>
                    <a:pt x="516" y="179"/>
                    <a:pt x="394" y="57"/>
                  </a:cubicBezTo>
                  <a:cubicBezTo>
                    <a:pt x="356" y="20"/>
                    <a:pt x="307"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47"/>
            <p:cNvSpPr/>
            <p:nvPr/>
          </p:nvSpPr>
          <p:spPr>
            <a:xfrm>
              <a:off x="6494175" y="3078700"/>
              <a:ext cx="9700" cy="9700"/>
            </a:xfrm>
            <a:custGeom>
              <a:rect b="b" l="l" r="r" t="t"/>
              <a:pathLst>
                <a:path extrusionOk="0" h="388" w="388">
                  <a:moveTo>
                    <a:pt x="195" y="1"/>
                  </a:moveTo>
                  <a:cubicBezTo>
                    <a:pt x="87" y="1"/>
                    <a:pt x="1" y="89"/>
                    <a:pt x="1" y="195"/>
                  </a:cubicBezTo>
                  <a:cubicBezTo>
                    <a:pt x="1" y="301"/>
                    <a:pt x="87" y="387"/>
                    <a:pt x="195" y="387"/>
                  </a:cubicBezTo>
                  <a:cubicBezTo>
                    <a:pt x="301" y="387"/>
                    <a:pt x="387" y="301"/>
                    <a:pt x="387" y="195"/>
                  </a:cubicBezTo>
                  <a:cubicBezTo>
                    <a:pt x="387" y="89"/>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47"/>
            <p:cNvSpPr/>
            <p:nvPr/>
          </p:nvSpPr>
          <p:spPr>
            <a:xfrm>
              <a:off x="6555275" y="3017650"/>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47"/>
            <p:cNvSpPr/>
            <p:nvPr/>
          </p:nvSpPr>
          <p:spPr>
            <a:xfrm>
              <a:off x="6616350" y="29565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47"/>
            <p:cNvSpPr/>
            <p:nvPr/>
          </p:nvSpPr>
          <p:spPr>
            <a:xfrm>
              <a:off x="6707950" y="2864975"/>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47"/>
            <p:cNvSpPr/>
            <p:nvPr/>
          </p:nvSpPr>
          <p:spPr>
            <a:xfrm>
              <a:off x="6769050" y="2803875"/>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47"/>
            <p:cNvSpPr/>
            <p:nvPr/>
          </p:nvSpPr>
          <p:spPr>
            <a:xfrm>
              <a:off x="6797925" y="2773350"/>
              <a:ext cx="12950" cy="9675"/>
            </a:xfrm>
            <a:custGeom>
              <a:rect b="b" l="l" r="r" t="t"/>
              <a:pathLst>
                <a:path extrusionOk="0" h="387" w="518">
                  <a:moveTo>
                    <a:pt x="259" y="1"/>
                  </a:moveTo>
                  <a:cubicBezTo>
                    <a:pt x="209" y="1"/>
                    <a:pt x="160" y="20"/>
                    <a:pt x="123" y="58"/>
                  </a:cubicBezTo>
                  <a:cubicBezTo>
                    <a:pt x="0" y="179"/>
                    <a:pt x="87" y="387"/>
                    <a:pt x="259" y="387"/>
                  </a:cubicBezTo>
                  <a:cubicBezTo>
                    <a:pt x="431" y="387"/>
                    <a:pt x="517" y="179"/>
                    <a:pt x="396" y="58"/>
                  </a:cubicBezTo>
                  <a:cubicBezTo>
                    <a:pt x="358" y="20"/>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47"/>
            <p:cNvSpPr/>
            <p:nvPr/>
          </p:nvSpPr>
          <p:spPr>
            <a:xfrm>
              <a:off x="6830100" y="2742825"/>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47"/>
            <p:cNvSpPr/>
            <p:nvPr/>
          </p:nvSpPr>
          <p:spPr>
            <a:xfrm>
              <a:off x="6860650" y="2712300"/>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47"/>
            <p:cNvSpPr/>
            <p:nvPr/>
          </p:nvSpPr>
          <p:spPr>
            <a:xfrm>
              <a:off x="6677400" y="2895525"/>
              <a:ext cx="9700" cy="9675"/>
            </a:xfrm>
            <a:custGeom>
              <a:rect b="b" l="l" r="r" t="t"/>
              <a:pathLst>
                <a:path extrusionOk="0" h="387" w="388">
                  <a:moveTo>
                    <a:pt x="193" y="0"/>
                  </a:moveTo>
                  <a:cubicBezTo>
                    <a:pt x="87" y="0"/>
                    <a:pt x="1" y="87"/>
                    <a:pt x="1" y="193"/>
                  </a:cubicBezTo>
                  <a:cubicBezTo>
                    <a:pt x="1" y="299"/>
                    <a:pt x="87" y="387"/>
                    <a:pt x="193" y="387"/>
                  </a:cubicBezTo>
                  <a:cubicBezTo>
                    <a:pt x="301" y="387"/>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47"/>
            <p:cNvSpPr/>
            <p:nvPr/>
          </p:nvSpPr>
          <p:spPr>
            <a:xfrm>
              <a:off x="6552050" y="3077175"/>
              <a:ext cx="12950" cy="9675"/>
            </a:xfrm>
            <a:custGeom>
              <a:rect b="b" l="l" r="r" t="t"/>
              <a:pathLst>
                <a:path extrusionOk="0" h="387" w="518">
                  <a:moveTo>
                    <a:pt x="260" y="0"/>
                  </a:moveTo>
                  <a:cubicBezTo>
                    <a:pt x="210" y="0"/>
                    <a:pt x="161" y="19"/>
                    <a:pt x="123" y="57"/>
                  </a:cubicBezTo>
                  <a:cubicBezTo>
                    <a:pt x="0" y="178"/>
                    <a:pt x="87" y="386"/>
                    <a:pt x="260" y="386"/>
                  </a:cubicBezTo>
                  <a:cubicBezTo>
                    <a:pt x="431" y="386"/>
                    <a:pt x="517" y="178"/>
                    <a:pt x="396" y="57"/>
                  </a:cubicBezTo>
                  <a:cubicBezTo>
                    <a:pt x="358" y="19"/>
                    <a:pt x="309" y="0"/>
                    <a:pt x="2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47"/>
            <p:cNvSpPr/>
            <p:nvPr/>
          </p:nvSpPr>
          <p:spPr>
            <a:xfrm>
              <a:off x="6614775" y="3016100"/>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47"/>
            <p:cNvSpPr/>
            <p:nvPr/>
          </p:nvSpPr>
          <p:spPr>
            <a:xfrm>
              <a:off x="6675850" y="2955025"/>
              <a:ext cx="9700" cy="9675"/>
            </a:xfrm>
            <a:custGeom>
              <a:rect b="b" l="l" r="r" t="t"/>
              <a:pathLst>
                <a:path extrusionOk="0" h="387" w="388">
                  <a:moveTo>
                    <a:pt x="193" y="0"/>
                  </a:moveTo>
                  <a:cubicBezTo>
                    <a:pt x="87" y="0"/>
                    <a:pt x="1" y="86"/>
                    <a:pt x="1" y="193"/>
                  </a:cubicBezTo>
                  <a:cubicBezTo>
                    <a:pt x="1" y="300"/>
                    <a:pt x="87" y="387"/>
                    <a:pt x="193" y="387"/>
                  </a:cubicBezTo>
                  <a:cubicBezTo>
                    <a:pt x="299" y="387"/>
                    <a:pt x="387" y="300"/>
                    <a:pt x="387" y="193"/>
                  </a:cubicBezTo>
                  <a:cubicBezTo>
                    <a:pt x="387" y="86"/>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47"/>
            <p:cNvSpPr/>
            <p:nvPr/>
          </p:nvSpPr>
          <p:spPr>
            <a:xfrm>
              <a:off x="6767450" y="2863425"/>
              <a:ext cx="9700" cy="9650"/>
            </a:xfrm>
            <a:custGeom>
              <a:rect b="b" l="l" r="r" t="t"/>
              <a:pathLst>
                <a:path extrusionOk="0" h="386" w="388">
                  <a:moveTo>
                    <a:pt x="193" y="0"/>
                  </a:moveTo>
                  <a:cubicBezTo>
                    <a:pt x="87" y="0"/>
                    <a:pt x="1" y="87"/>
                    <a:pt x="1" y="193"/>
                  </a:cubicBezTo>
                  <a:cubicBezTo>
                    <a:pt x="1" y="299"/>
                    <a:pt x="87" y="385"/>
                    <a:pt x="193" y="385"/>
                  </a:cubicBezTo>
                  <a:cubicBezTo>
                    <a:pt x="301" y="385"/>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47"/>
            <p:cNvSpPr/>
            <p:nvPr/>
          </p:nvSpPr>
          <p:spPr>
            <a:xfrm>
              <a:off x="6523175" y="3107700"/>
              <a:ext cx="9650" cy="9675"/>
            </a:xfrm>
            <a:custGeom>
              <a:rect b="b" l="l" r="r" t="t"/>
              <a:pathLst>
                <a:path extrusionOk="0" h="387"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47"/>
            <p:cNvSpPr/>
            <p:nvPr/>
          </p:nvSpPr>
          <p:spPr>
            <a:xfrm>
              <a:off x="6584225" y="304660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47"/>
            <p:cNvSpPr/>
            <p:nvPr/>
          </p:nvSpPr>
          <p:spPr>
            <a:xfrm>
              <a:off x="6645300" y="298555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47"/>
            <p:cNvSpPr/>
            <p:nvPr/>
          </p:nvSpPr>
          <p:spPr>
            <a:xfrm>
              <a:off x="6736900" y="2893925"/>
              <a:ext cx="9700" cy="9700"/>
            </a:xfrm>
            <a:custGeom>
              <a:rect b="b" l="l" r="r" t="t"/>
              <a:pathLst>
                <a:path extrusionOk="0" h="388" w="388">
                  <a:moveTo>
                    <a:pt x="195" y="0"/>
                  </a:moveTo>
                  <a:cubicBezTo>
                    <a:pt x="87" y="0"/>
                    <a:pt x="1" y="87"/>
                    <a:pt x="1" y="195"/>
                  </a:cubicBezTo>
                  <a:cubicBezTo>
                    <a:pt x="1" y="301"/>
                    <a:pt x="87" y="387"/>
                    <a:pt x="195" y="387"/>
                  </a:cubicBezTo>
                  <a:cubicBezTo>
                    <a:pt x="301" y="387"/>
                    <a:pt x="387" y="301"/>
                    <a:pt x="387" y="195"/>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47"/>
            <p:cNvSpPr/>
            <p:nvPr/>
          </p:nvSpPr>
          <p:spPr>
            <a:xfrm>
              <a:off x="6798000" y="2832875"/>
              <a:ext cx="9675" cy="9650"/>
            </a:xfrm>
            <a:custGeom>
              <a:rect b="b" l="l" r="r" t="t"/>
              <a:pathLst>
                <a:path extrusionOk="0" h="386" w="387">
                  <a:moveTo>
                    <a:pt x="193" y="0"/>
                  </a:moveTo>
                  <a:cubicBezTo>
                    <a:pt x="87" y="0"/>
                    <a:pt x="0" y="87"/>
                    <a:pt x="0" y="193"/>
                  </a:cubicBezTo>
                  <a:cubicBezTo>
                    <a:pt x="0" y="299"/>
                    <a:pt x="87" y="385"/>
                    <a:pt x="193" y="385"/>
                  </a:cubicBezTo>
                  <a:cubicBezTo>
                    <a:pt x="300" y="385"/>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47"/>
            <p:cNvSpPr/>
            <p:nvPr/>
          </p:nvSpPr>
          <p:spPr>
            <a:xfrm>
              <a:off x="6828550" y="2802325"/>
              <a:ext cx="9675" cy="9700"/>
            </a:xfrm>
            <a:custGeom>
              <a:rect b="b" l="l" r="r" t="t"/>
              <a:pathLst>
                <a:path extrusionOk="0" h="388" w="387">
                  <a:moveTo>
                    <a:pt x="193" y="1"/>
                  </a:moveTo>
                  <a:cubicBezTo>
                    <a:pt x="86" y="1"/>
                    <a:pt x="0" y="87"/>
                    <a:pt x="0" y="193"/>
                  </a:cubicBezTo>
                  <a:cubicBezTo>
                    <a:pt x="0" y="301"/>
                    <a:pt x="86" y="387"/>
                    <a:pt x="193" y="387"/>
                  </a:cubicBezTo>
                  <a:cubicBezTo>
                    <a:pt x="299" y="387"/>
                    <a:pt x="387" y="301"/>
                    <a:pt x="387" y="193"/>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47"/>
            <p:cNvSpPr/>
            <p:nvPr/>
          </p:nvSpPr>
          <p:spPr>
            <a:xfrm>
              <a:off x="6859075" y="277177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47"/>
            <p:cNvSpPr/>
            <p:nvPr/>
          </p:nvSpPr>
          <p:spPr>
            <a:xfrm>
              <a:off x="6887950" y="2741250"/>
              <a:ext cx="12950" cy="9675"/>
            </a:xfrm>
            <a:custGeom>
              <a:rect b="b" l="l" r="r" t="t"/>
              <a:pathLst>
                <a:path extrusionOk="0" h="387" w="518">
                  <a:moveTo>
                    <a:pt x="260" y="1"/>
                  </a:moveTo>
                  <a:cubicBezTo>
                    <a:pt x="210" y="1"/>
                    <a:pt x="161" y="20"/>
                    <a:pt x="124" y="58"/>
                  </a:cubicBezTo>
                  <a:cubicBezTo>
                    <a:pt x="1" y="179"/>
                    <a:pt x="87" y="387"/>
                    <a:pt x="260" y="387"/>
                  </a:cubicBezTo>
                  <a:cubicBezTo>
                    <a:pt x="431" y="387"/>
                    <a:pt x="518" y="179"/>
                    <a:pt x="397"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47"/>
            <p:cNvSpPr/>
            <p:nvPr/>
          </p:nvSpPr>
          <p:spPr>
            <a:xfrm>
              <a:off x="6704775" y="2924500"/>
              <a:ext cx="12900" cy="9650"/>
            </a:xfrm>
            <a:custGeom>
              <a:rect b="b" l="l" r="r" t="t"/>
              <a:pathLst>
                <a:path extrusionOk="0" h="386" w="516">
                  <a:moveTo>
                    <a:pt x="258" y="0"/>
                  </a:moveTo>
                  <a:cubicBezTo>
                    <a:pt x="209" y="0"/>
                    <a:pt x="159" y="19"/>
                    <a:pt x="122" y="57"/>
                  </a:cubicBezTo>
                  <a:cubicBezTo>
                    <a:pt x="0" y="178"/>
                    <a:pt x="85" y="386"/>
                    <a:pt x="258" y="386"/>
                  </a:cubicBezTo>
                  <a:cubicBezTo>
                    <a:pt x="429" y="386"/>
                    <a:pt x="516" y="178"/>
                    <a:pt x="394" y="57"/>
                  </a:cubicBezTo>
                  <a:cubicBezTo>
                    <a:pt x="357"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47"/>
            <p:cNvSpPr/>
            <p:nvPr/>
          </p:nvSpPr>
          <p:spPr>
            <a:xfrm>
              <a:off x="6582675" y="3106150"/>
              <a:ext cx="9675" cy="9675"/>
            </a:xfrm>
            <a:custGeom>
              <a:rect b="b" l="l" r="r" t="t"/>
              <a:pathLst>
                <a:path extrusionOk="0" h="387" w="387">
                  <a:moveTo>
                    <a:pt x="193" y="0"/>
                  </a:moveTo>
                  <a:cubicBezTo>
                    <a:pt x="87" y="0"/>
                    <a:pt x="0" y="87"/>
                    <a:pt x="0" y="193"/>
                  </a:cubicBezTo>
                  <a:cubicBezTo>
                    <a:pt x="0" y="299"/>
                    <a:pt x="87" y="387"/>
                    <a:pt x="193" y="387"/>
                  </a:cubicBezTo>
                  <a:cubicBezTo>
                    <a:pt x="300" y="387"/>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47"/>
            <p:cNvSpPr/>
            <p:nvPr/>
          </p:nvSpPr>
          <p:spPr>
            <a:xfrm>
              <a:off x="6642125" y="3045075"/>
              <a:ext cx="12900" cy="9675"/>
            </a:xfrm>
            <a:custGeom>
              <a:rect b="b" l="l" r="r" t="t"/>
              <a:pathLst>
                <a:path extrusionOk="0" h="387" w="516">
                  <a:moveTo>
                    <a:pt x="258" y="0"/>
                  </a:moveTo>
                  <a:cubicBezTo>
                    <a:pt x="209" y="0"/>
                    <a:pt x="160" y="19"/>
                    <a:pt x="122" y="56"/>
                  </a:cubicBezTo>
                  <a:cubicBezTo>
                    <a:pt x="1" y="179"/>
                    <a:pt x="85" y="386"/>
                    <a:pt x="258" y="386"/>
                  </a:cubicBezTo>
                  <a:cubicBezTo>
                    <a:pt x="430" y="386"/>
                    <a:pt x="516" y="179"/>
                    <a:pt x="395" y="56"/>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47"/>
            <p:cNvSpPr/>
            <p:nvPr/>
          </p:nvSpPr>
          <p:spPr>
            <a:xfrm>
              <a:off x="6704800" y="29839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47"/>
            <p:cNvSpPr/>
            <p:nvPr/>
          </p:nvSpPr>
          <p:spPr>
            <a:xfrm>
              <a:off x="6796450" y="28923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47"/>
            <p:cNvSpPr/>
            <p:nvPr/>
          </p:nvSpPr>
          <p:spPr>
            <a:xfrm>
              <a:off x="6552125" y="3136675"/>
              <a:ext cx="9675" cy="9675"/>
            </a:xfrm>
            <a:custGeom>
              <a:rect b="b" l="l" r="r" t="t"/>
              <a:pathLst>
                <a:path extrusionOk="0" h="387" w="387">
                  <a:moveTo>
                    <a:pt x="194" y="1"/>
                  </a:moveTo>
                  <a:cubicBezTo>
                    <a:pt x="87" y="1"/>
                    <a:pt x="0" y="87"/>
                    <a:pt x="0" y="194"/>
                  </a:cubicBezTo>
                  <a:cubicBezTo>
                    <a:pt x="0" y="300"/>
                    <a:pt x="87" y="386"/>
                    <a:pt x="194" y="386"/>
                  </a:cubicBezTo>
                  <a:cubicBezTo>
                    <a:pt x="301" y="386"/>
                    <a:pt x="387" y="300"/>
                    <a:pt x="387" y="194"/>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47"/>
            <p:cNvSpPr/>
            <p:nvPr/>
          </p:nvSpPr>
          <p:spPr>
            <a:xfrm>
              <a:off x="6613225" y="3075600"/>
              <a:ext cx="9650" cy="9675"/>
            </a:xfrm>
            <a:custGeom>
              <a:rect b="b" l="l" r="r" t="t"/>
              <a:pathLst>
                <a:path extrusionOk="0" h="387" w="386">
                  <a:moveTo>
                    <a:pt x="193" y="0"/>
                  </a:moveTo>
                  <a:cubicBezTo>
                    <a:pt x="86" y="0"/>
                    <a:pt x="0" y="87"/>
                    <a:pt x="0" y="193"/>
                  </a:cubicBezTo>
                  <a:cubicBezTo>
                    <a:pt x="0" y="301"/>
                    <a:pt x="86"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47"/>
            <p:cNvSpPr/>
            <p:nvPr/>
          </p:nvSpPr>
          <p:spPr>
            <a:xfrm>
              <a:off x="6672625" y="3014525"/>
              <a:ext cx="12950" cy="9675"/>
            </a:xfrm>
            <a:custGeom>
              <a:rect b="b" l="l" r="r" t="t"/>
              <a:pathLst>
                <a:path extrusionOk="0" h="387" w="518">
                  <a:moveTo>
                    <a:pt x="260" y="1"/>
                  </a:moveTo>
                  <a:cubicBezTo>
                    <a:pt x="210" y="1"/>
                    <a:pt x="161" y="20"/>
                    <a:pt x="124" y="58"/>
                  </a:cubicBezTo>
                  <a:cubicBezTo>
                    <a:pt x="1" y="179"/>
                    <a:pt x="87" y="386"/>
                    <a:pt x="260" y="386"/>
                  </a:cubicBezTo>
                  <a:cubicBezTo>
                    <a:pt x="431" y="386"/>
                    <a:pt x="518" y="179"/>
                    <a:pt x="397"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47"/>
            <p:cNvSpPr/>
            <p:nvPr/>
          </p:nvSpPr>
          <p:spPr>
            <a:xfrm>
              <a:off x="6765900" y="2922925"/>
              <a:ext cx="9675" cy="9675"/>
            </a:xfrm>
            <a:custGeom>
              <a:rect b="b" l="l" r="r" t="t"/>
              <a:pathLst>
                <a:path extrusionOk="0" h="387" w="387">
                  <a:moveTo>
                    <a:pt x="193" y="0"/>
                  </a:moveTo>
                  <a:cubicBezTo>
                    <a:pt x="87" y="0"/>
                    <a:pt x="0" y="87"/>
                    <a:pt x="0" y="193"/>
                  </a:cubicBezTo>
                  <a:cubicBezTo>
                    <a:pt x="0" y="300"/>
                    <a:pt x="87" y="387"/>
                    <a:pt x="193" y="387"/>
                  </a:cubicBezTo>
                  <a:cubicBezTo>
                    <a:pt x="299" y="387"/>
                    <a:pt x="387" y="300"/>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47"/>
            <p:cNvSpPr/>
            <p:nvPr/>
          </p:nvSpPr>
          <p:spPr>
            <a:xfrm>
              <a:off x="6826950" y="2861825"/>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47"/>
            <p:cNvSpPr/>
            <p:nvPr/>
          </p:nvSpPr>
          <p:spPr>
            <a:xfrm>
              <a:off x="6857500" y="28313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47"/>
            <p:cNvSpPr/>
            <p:nvPr/>
          </p:nvSpPr>
          <p:spPr>
            <a:xfrm>
              <a:off x="6888025" y="2800775"/>
              <a:ext cx="9700" cy="9650"/>
            </a:xfrm>
            <a:custGeom>
              <a:rect b="b" l="l" r="r" t="t"/>
              <a:pathLst>
                <a:path extrusionOk="0" h="386" w="388">
                  <a:moveTo>
                    <a:pt x="193" y="1"/>
                  </a:moveTo>
                  <a:cubicBezTo>
                    <a:pt x="87" y="1"/>
                    <a:pt x="1" y="87"/>
                    <a:pt x="1" y="193"/>
                  </a:cubicBezTo>
                  <a:cubicBezTo>
                    <a:pt x="1" y="299"/>
                    <a:pt x="87" y="386"/>
                    <a:pt x="193" y="386"/>
                  </a:cubicBezTo>
                  <a:cubicBezTo>
                    <a:pt x="301" y="386"/>
                    <a:pt x="388" y="299"/>
                    <a:pt x="388" y="193"/>
                  </a:cubicBezTo>
                  <a:cubicBezTo>
                    <a:pt x="388"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47"/>
            <p:cNvSpPr/>
            <p:nvPr/>
          </p:nvSpPr>
          <p:spPr>
            <a:xfrm>
              <a:off x="6916950" y="2770225"/>
              <a:ext cx="12900" cy="9700"/>
            </a:xfrm>
            <a:custGeom>
              <a:rect b="b" l="l" r="r" t="t"/>
              <a:pathLst>
                <a:path extrusionOk="0" h="388" w="516">
                  <a:moveTo>
                    <a:pt x="258" y="0"/>
                  </a:moveTo>
                  <a:cubicBezTo>
                    <a:pt x="209" y="0"/>
                    <a:pt x="160" y="19"/>
                    <a:pt x="122" y="57"/>
                  </a:cubicBezTo>
                  <a:cubicBezTo>
                    <a:pt x="1" y="178"/>
                    <a:pt x="85" y="387"/>
                    <a:pt x="258" y="387"/>
                  </a:cubicBezTo>
                  <a:cubicBezTo>
                    <a:pt x="430" y="387"/>
                    <a:pt x="516" y="178"/>
                    <a:pt x="395" y="57"/>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47"/>
            <p:cNvSpPr/>
            <p:nvPr/>
          </p:nvSpPr>
          <p:spPr>
            <a:xfrm>
              <a:off x="6735350" y="2953450"/>
              <a:ext cx="9700" cy="9650"/>
            </a:xfrm>
            <a:custGeom>
              <a:rect b="b" l="l" r="r" t="t"/>
              <a:pathLst>
                <a:path extrusionOk="0" h="386" w="388">
                  <a:moveTo>
                    <a:pt x="193" y="1"/>
                  </a:moveTo>
                  <a:cubicBezTo>
                    <a:pt x="87" y="1"/>
                    <a:pt x="1" y="87"/>
                    <a:pt x="1" y="193"/>
                  </a:cubicBezTo>
                  <a:cubicBezTo>
                    <a:pt x="1" y="300"/>
                    <a:pt x="87" y="386"/>
                    <a:pt x="193" y="386"/>
                  </a:cubicBezTo>
                  <a:cubicBezTo>
                    <a:pt x="301" y="386"/>
                    <a:pt x="387" y="300"/>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47"/>
            <p:cNvSpPr/>
            <p:nvPr/>
          </p:nvSpPr>
          <p:spPr>
            <a:xfrm>
              <a:off x="6611650" y="3135100"/>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47"/>
            <p:cNvSpPr/>
            <p:nvPr/>
          </p:nvSpPr>
          <p:spPr>
            <a:xfrm>
              <a:off x="6672700" y="3074000"/>
              <a:ext cx="9700" cy="9700"/>
            </a:xfrm>
            <a:custGeom>
              <a:rect b="b" l="l" r="r" t="t"/>
              <a:pathLst>
                <a:path extrusionOk="0" h="388" w="388">
                  <a:moveTo>
                    <a:pt x="193" y="1"/>
                  </a:moveTo>
                  <a:cubicBezTo>
                    <a:pt x="87" y="1"/>
                    <a:pt x="1" y="89"/>
                    <a:pt x="1" y="195"/>
                  </a:cubicBezTo>
                  <a:cubicBezTo>
                    <a:pt x="1" y="301"/>
                    <a:pt x="87" y="387"/>
                    <a:pt x="193" y="387"/>
                  </a:cubicBezTo>
                  <a:cubicBezTo>
                    <a:pt x="301" y="387"/>
                    <a:pt x="387" y="301"/>
                    <a:pt x="387" y="195"/>
                  </a:cubicBezTo>
                  <a:cubicBezTo>
                    <a:pt x="387" y="89"/>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47"/>
            <p:cNvSpPr/>
            <p:nvPr/>
          </p:nvSpPr>
          <p:spPr>
            <a:xfrm>
              <a:off x="6732175" y="3012975"/>
              <a:ext cx="12900" cy="9675"/>
            </a:xfrm>
            <a:custGeom>
              <a:rect b="b" l="l" r="r" t="t"/>
              <a:pathLst>
                <a:path extrusionOk="0" h="387" w="516">
                  <a:moveTo>
                    <a:pt x="258" y="0"/>
                  </a:moveTo>
                  <a:cubicBezTo>
                    <a:pt x="209" y="0"/>
                    <a:pt x="159" y="19"/>
                    <a:pt x="122" y="56"/>
                  </a:cubicBezTo>
                  <a:cubicBezTo>
                    <a:pt x="0" y="177"/>
                    <a:pt x="87" y="386"/>
                    <a:pt x="258" y="386"/>
                  </a:cubicBezTo>
                  <a:cubicBezTo>
                    <a:pt x="431" y="386"/>
                    <a:pt x="516" y="177"/>
                    <a:pt x="394" y="56"/>
                  </a:cubicBezTo>
                  <a:cubicBezTo>
                    <a:pt x="356"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47"/>
            <p:cNvSpPr/>
            <p:nvPr/>
          </p:nvSpPr>
          <p:spPr>
            <a:xfrm>
              <a:off x="6825400" y="2921350"/>
              <a:ext cx="9675" cy="9650"/>
            </a:xfrm>
            <a:custGeom>
              <a:rect b="b" l="l" r="r" t="t"/>
              <a:pathLst>
                <a:path extrusionOk="0" h="386" w="387">
                  <a:moveTo>
                    <a:pt x="194" y="1"/>
                  </a:moveTo>
                  <a:cubicBezTo>
                    <a:pt x="87" y="1"/>
                    <a:pt x="0" y="87"/>
                    <a:pt x="0" y="193"/>
                  </a:cubicBezTo>
                  <a:cubicBezTo>
                    <a:pt x="0" y="300"/>
                    <a:pt x="87"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47"/>
            <p:cNvSpPr/>
            <p:nvPr/>
          </p:nvSpPr>
          <p:spPr>
            <a:xfrm>
              <a:off x="6581125" y="3165650"/>
              <a:ext cx="9650" cy="9675"/>
            </a:xfrm>
            <a:custGeom>
              <a:rect b="b" l="l" r="r" t="t"/>
              <a:pathLst>
                <a:path extrusionOk="0" h="387" w="386">
                  <a:moveTo>
                    <a:pt x="193" y="0"/>
                  </a:moveTo>
                  <a:cubicBezTo>
                    <a:pt x="86" y="0"/>
                    <a:pt x="0" y="86"/>
                    <a:pt x="0" y="193"/>
                  </a:cubicBezTo>
                  <a:cubicBezTo>
                    <a:pt x="0" y="300"/>
                    <a:pt x="86" y="387"/>
                    <a:pt x="193" y="387"/>
                  </a:cubicBezTo>
                  <a:cubicBezTo>
                    <a:pt x="299" y="387"/>
                    <a:pt x="385" y="300"/>
                    <a:pt x="385" y="193"/>
                  </a:cubicBezTo>
                  <a:cubicBezTo>
                    <a:pt x="385" y="86"/>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47"/>
            <p:cNvSpPr/>
            <p:nvPr/>
          </p:nvSpPr>
          <p:spPr>
            <a:xfrm>
              <a:off x="6640525" y="3104575"/>
              <a:ext cx="12950" cy="9675"/>
            </a:xfrm>
            <a:custGeom>
              <a:rect b="b" l="l" r="r" t="t"/>
              <a:pathLst>
                <a:path extrusionOk="0" h="387" w="518">
                  <a:moveTo>
                    <a:pt x="260" y="0"/>
                  </a:moveTo>
                  <a:cubicBezTo>
                    <a:pt x="210" y="0"/>
                    <a:pt x="161" y="19"/>
                    <a:pt x="124" y="57"/>
                  </a:cubicBezTo>
                  <a:cubicBezTo>
                    <a:pt x="1" y="178"/>
                    <a:pt x="87" y="386"/>
                    <a:pt x="260" y="386"/>
                  </a:cubicBezTo>
                  <a:cubicBezTo>
                    <a:pt x="431" y="386"/>
                    <a:pt x="518" y="178"/>
                    <a:pt x="397" y="57"/>
                  </a:cubicBezTo>
                  <a:cubicBezTo>
                    <a:pt x="359" y="19"/>
                    <a:pt x="309" y="0"/>
                    <a:pt x="2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47"/>
            <p:cNvSpPr/>
            <p:nvPr/>
          </p:nvSpPr>
          <p:spPr>
            <a:xfrm>
              <a:off x="6703250" y="3043500"/>
              <a:ext cx="9700" cy="9650"/>
            </a:xfrm>
            <a:custGeom>
              <a:rect b="b" l="l" r="r" t="t"/>
              <a:pathLst>
                <a:path extrusionOk="0" h="386" w="388">
                  <a:moveTo>
                    <a:pt x="193" y="1"/>
                  </a:moveTo>
                  <a:cubicBezTo>
                    <a:pt x="87" y="1"/>
                    <a:pt x="1" y="87"/>
                    <a:pt x="1" y="193"/>
                  </a:cubicBezTo>
                  <a:cubicBezTo>
                    <a:pt x="1" y="299"/>
                    <a:pt x="87" y="386"/>
                    <a:pt x="193" y="386"/>
                  </a:cubicBezTo>
                  <a:cubicBezTo>
                    <a:pt x="301" y="386"/>
                    <a:pt x="387" y="299"/>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47"/>
            <p:cNvSpPr/>
            <p:nvPr/>
          </p:nvSpPr>
          <p:spPr>
            <a:xfrm>
              <a:off x="6794850" y="2951875"/>
              <a:ext cx="9675" cy="9675"/>
            </a:xfrm>
            <a:custGeom>
              <a:rect b="b" l="l" r="r" t="t"/>
              <a:pathLst>
                <a:path extrusionOk="0" h="387" w="387">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47"/>
            <p:cNvSpPr/>
            <p:nvPr/>
          </p:nvSpPr>
          <p:spPr>
            <a:xfrm>
              <a:off x="6855950" y="2890825"/>
              <a:ext cx="9675" cy="9675"/>
            </a:xfrm>
            <a:custGeom>
              <a:rect b="b" l="l" r="r" t="t"/>
              <a:pathLst>
                <a:path extrusionOk="0" h="387" w="387">
                  <a:moveTo>
                    <a:pt x="193" y="0"/>
                  </a:moveTo>
                  <a:cubicBezTo>
                    <a:pt x="86" y="0"/>
                    <a:pt x="0" y="87"/>
                    <a:pt x="0" y="193"/>
                  </a:cubicBezTo>
                  <a:cubicBezTo>
                    <a:pt x="0" y="299"/>
                    <a:pt x="86" y="387"/>
                    <a:pt x="193" y="387"/>
                  </a:cubicBezTo>
                  <a:cubicBezTo>
                    <a:pt x="300" y="387"/>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47"/>
            <p:cNvSpPr/>
            <p:nvPr/>
          </p:nvSpPr>
          <p:spPr>
            <a:xfrm>
              <a:off x="6886475" y="2860275"/>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47"/>
            <p:cNvSpPr/>
            <p:nvPr/>
          </p:nvSpPr>
          <p:spPr>
            <a:xfrm>
              <a:off x="6917000" y="2829725"/>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47"/>
            <p:cNvSpPr/>
            <p:nvPr/>
          </p:nvSpPr>
          <p:spPr>
            <a:xfrm>
              <a:off x="6947525" y="279917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47"/>
            <p:cNvSpPr/>
            <p:nvPr/>
          </p:nvSpPr>
          <p:spPr>
            <a:xfrm>
              <a:off x="6764350" y="2982400"/>
              <a:ext cx="9650" cy="9700"/>
            </a:xfrm>
            <a:custGeom>
              <a:rect b="b" l="l" r="r" t="t"/>
              <a:pathLst>
                <a:path extrusionOk="0" h="388" w="386">
                  <a:moveTo>
                    <a:pt x="193" y="1"/>
                  </a:moveTo>
                  <a:cubicBezTo>
                    <a:pt x="87" y="1"/>
                    <a:pt x="0" y="87"/>
                    <a:pt x="0" y="193"/>
                  </a:cubicBezTo>
                  <a:cubicBezTo>
                    <a:pt x="0" y="301"/>
                    <a:pt x="87" y="388"/>
                    <a:pt x="193" y="388"/>
                  </a:cubicBezTo>
                  <a:cubicBezTo>
                    <a:pt x="299" y="388"/>
                    <a:pt x="385" y="301"/>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47"/>
            <p:cNvSpPr/>
            <p:nvPr/>
          </p:nvSpPr>
          <p:spPr>
            <a:xfrm>
              <a:off x="6640600" y="3164075"/>
              <a:ext cx="9700" cy="9650"/>
            </a:xfrm>
            <a:custGeom>
              <a:rect b="b" l="l" r="r" t="t"/>
              <a:pathLst>
                <a:path extrusionOk="0" h="386" w="388">
                  <a:moveTo>
                    <a:pt x="193" y="1"/>
                  </a:moveTo>
                  <a:cubicBezTo>
                    <a:pt x="87" y="1"/>
                    <a:pt x="1" y="87"/>
                    <a:pt x="1" y="193"/>
                  </a:cubicBezTo>
                  <a:cubicBezTo>
                    <a:pt x="1" y="300"/>
                    <a:pt x="87" y="386"/>
                    <a:pt x="193" y="386"/>
                  </a:cubicBezTo>
                  <a:cubicBezTo>
                    <a:pt x="301" y="386"/>
                    <a:pt x="388" y="300"/>
                    <a:pt x="388" y="193"/>
                  </a:cubicBezTo>
                  <a:cubicBezTo>
                    <a:pt x="388"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47"/>
            <p:cNvSpPr/>
            <p:nvPr/>
          </p:nvSpPr>
          <p:spPr>
            <a:xfrm>
              <a:off x="6701700" y="3103000"/>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47"/>
            <p:cNvSpPr/>
            <p:nvPr/>
          </p:nvSpPr>
          <p:spPr>
            <a:xfrm>
              <a:off x="6762750" y="30419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47"/>
            <p:cNvSpPr/>
            <p:nvPr/>
          </p:nvSpPr>
          <p:spPr>
            <a:xfrm>
              <a:off x="6854350" y="2950325"/>
              <a:ext cx="9675" cy="9675"/>
            </a:xfrm>
            <a:custGeom>
              <a:rect b="b" l="l" r="r" t="t"/>
              <a:pathLst>
                <a:path extrusionOk="0" h="387" w="387">
                  <a:moveTo>
                    <a:pt x="194" y="0"/>
                  </a:moveTo>
                  <a:cubicBezTo>
                    <a:pt x="88" y="0"/>
                    <a:pt x="0" y="86"/>
                    <a:pt x="0" y="193"/>
                  </a:cubicBezTo>
                  <a:cubicBezTo>
                    <a:pt x="0" y="300"/>
                    <a:pt x="88" y="387"/>
                    <a:pt x="194" y="387"/>
                  </a:cubicBezTo>
                  <a:cubicBezTo>
                    <a:pt x="301" y="387"/>
                    <a:pt x="387" y="300"/>
                    <a:pt x="387" y="193"/>
                  </a:cubicBezTo>
                  <a:cubicBezTo>
                    <a:pt x="387" y="86"/>
                    <a:pt x="301"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47"/>
            <p:cNvSpPr/>
            <p:nvPr/>
          </p:nvSpPr>
          <p:spPr>
            <a:xfrm>
              <a:off x="6608450" y="3194600"/>
              <a:ext cx="12925" cy="9675"/>
            </a:xfrm>
            <a:custGeom>
              <a:rect b="b" l="l" r="r" t="t"/>
              <a:pathLst>
                <a:path extrusionOk="0" h="387" w="517">
                  <a:moveTo>
                    <a:pt x="258" y="1"/>
                  </a:moveTo>
                  <a:cubicBezTo>
                    <a:pt x="209" y="1"/>
                    <a:pt x="159" y="20"/>
                    <a:pt x="121" y="58"/>
                  </a:cubicBezTo>
                  <a:cubicBezTo>
                    <a:pt x="0" y="179"/>
                    <a:pt x="86" y="387"/>
                    <a:pt x="259" y="387"/>
                  </a:cubicBezTo>
                  <a:cubicBezTo>
                    <a:pt x="431" y="387"/>
                    <a:pt x="517" y="179"/>
                    <a:pt x="396" y="58"/>
                  </a:cubicBezTo>
                  <a:cubicBezTo>
                    <a:pt x="358" y="20"/>
                    <a:pt x="308"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47"/>
            <p:cNvSpPr/>
            <p:nvPr/>
          </p:nvSpPr>
          <p:spPr>
            <a:xfrm>
              <a:off x="6671150" y="3133550"/>
              <a:ext cx="9700" cy="9675"/>
            </a:xfrm>
            <a:custGeom>
              <a:rect b="b" l="l" r="r" t="t"/>
              <a:pathLst>
                <a:path extrusionOk="0" h="387" w="388">
                  <a:moveTo>
                    <a:pt x="193" y="0"/>
                  </a:moveTo>
                  <a:cubicBezTo>
                    <a:pt x="87" y="0"/>
                    <a:pt x="1" y="87"/>
                    <a:pt x="1" y="193"/>
                  </a:cubicBezTo>
                  <a:cubicBezTo>
                    <a:pt x="1" y="300"/>
                    <a:pt x="87" y="387"/>
                    <a:pt x="193" y="387"/>
                  </a:cubicBezTo>
                  <a:cubicBezTo>
                    <a:pt x="299" y="387"/>
                    <a:pt x="387" y="300"/>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47"/>
            <p:cNvSpPr/>
            <p:nvPr/>
          </p:nvSpPr>
          <p:spPr>
            <a:xfrm>
              <a:off x="6732200" y="30724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47"/>
            <p:cNvSpPr/>
            <p:nvPr/>
          </p:nvSpPr>
          <p:spPr>
            <a:xfrm>
              <a:off x="6822200" y="2980850"/>
              <a:ext cx="12925" cy="9700"/>
            </a:xfrm>
            <a:custGeom>
              <a:rect b="b" l="l" r="r" t="t"/>
              <a:pathLst>
                <a:path extrusionOk="0" h="388" w="517">
                  <a:moveTo>
                    <a:pt x="259" y="0"/>
                  </a:moveTo>
                  <a:cubicBezTo>
                    <a:pt x="209" y="0"/>
                    <a:pt x="160" y="19"/>
                    <a:pt x="122" y="57"/>
                  </a:cubicBezTo>
                  <a:cubicBezTo>
                    <a:pt x="1" y="178"/>
                    <a:pt x="86" y="387"/>
                    <a:pt x="259" y="387"/>
                  </a:cubicBezTo>
                  <a:cubicBezTo>
                    <a:pt x="430" y="387"/>
                    <a:pt x="516" y="178"/>
                    <a:pt x="395" y="57"/>
                  </a:cubicBezTo>
                  <a:cubicBezTo>
                    <a:pt x="357"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47"/>
            <p:cNvSpPr/>
            <p:nvPr/>
          </p:nvSpPr>
          <p:spPr>
            <a:xfrm>
              <a:off x="6884900" y="2919775"/>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47"/>
            <p:cNvSpPr/>
            <p:nvPr/>
          </p:nvSpPr>
          <p:spPr>
            <a:xfrm>
              <a:off x="6915425" y="28892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47"/>
            <p:cNvSpPr/>
            <p:nvPr/>
          </p:nvSpPr>
          <p:spPr>
            <a:xfrm>
              <a:off x="6944350" y="2858700"/>
              <a:ext cx="12950" cy="9675"/>
            </a:xfrm>
            <a:custGeom>
              <a:rect b="b" l="l" r="r" t="t"/>
              <a:pathLst>
                <a:path extrusionOk="0" h="387" w="518">
                  <a:moveTo>
                    <a:pt x="259" y="1"/>
                  </a:moveTo>
                  <a:cubicBezTo>
                    <a:pt x="209" y="1"/>
                    <a:pt x="160" y="19"/>
                    <a:pt x="122" y="57"/>
                  </a:cubicBezTo>
                  <a:cubicBezTo>
                    <a:pt x="1" y="179"/>
                    <a:pt x="87" y="386"/>
                    <a:pt x="258" y="386"/>
                  </a:cubicBezTo>
                  <a:cubicBezTo>
                    <a:pt x="431" y="386"/>
                    <a:pt x="517" y="179"/>
                    <a:pt x="395" y="57"/>
                  </a:cubicBezTo>
                  <a:cubicBezTo>
                    <a:pt x="358" y="19"/>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47"/>
            <p:cNvSpPr/>
            <p:nvPr/>
          </p:nvSpPr>
          <p:spPr>
            <a:xfrm>
              <a:off x="6976525" y="2828175"/>
              <a:ext cx="9650" cy="9650"/>
            </a:xfrm>
            <a:custGeom>
              <a:rect b="b" l="l" r="r" t="t"/>
              <a:pathLst>
                <a:path extrusionOk="0" h="386" w="386">
                  <a:moveTo>
                    <a:pt x="193" y="0"/>
                  </a:moveTo>
                  <a:cubicBezTo>
                    <a:pt x="87" y="0"/>
                    <a:pt x="0" y="87"/>
                    <a:pt x="0" y="193"/>
                  </a:cubicBezTo>
                  <a:cubicBezTo>
                    <a:pt x="0" y="299"/>
                    <a:pt x="87" y="386"/>
                    <a:pt x="193" y="386"/>
                  </a:cubicBezTo>
                  <a:cubicBezTo>
                    <a:pt x="299" y="386"/>
                    <a:pt x="386" y="299"/>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47"/>
            <p:cNvSpPr/>
            <p:nvPr/>
          </p:nvSpPr>
          <p:spPr>
            <a:xfrm>
              <a:off x="6793300" y="30114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47"/>
            <p:cNvSpPr/>
            <p:nvPr/>
          </p:nvSpPr>
          <p:spPr>
            <a:xfrm>
              <a:off x="6669575" y="3193050"/>
              <a:ext cx="9675" cy="9675"/>
            </a:xfrm>
            <a:custGeom>
              <a:rect b="b" l="l" r="r" t="t"/>
              <a:pathLst>
                <a:path extrusionOk="0" h="387" w="387">
                  <a:moveTo>
                    <a:pt x="194" y="0"/>
                  </a:moveTo>
                  <a:cubicBezTo>
                    <a:pt x="86" y="0"/>
                    <a:pt x="0" y="86"/>
                    <a:pt x="0" y="193"/>
                  </a:cubicBezTo>
                  <a:cubicBezTo>
                    <a:pt x="0" y="300"/>
                    <a:pt x="86" y="387"/>
                    <a:pt x="194" y="387"/>
                  </a:cubicBezTo>
                  <a:cubicBezTo>
                    <a:pt x="300" y="387"/>
                    <a:pt x="387" y="300"/>
                    <a:pt x="387" y="193"/>
                  </a:cubicBezTo>
                  <a:cubicBezTo>
                    <a:pt x="387" y="86"/>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47"/>
            <p:cNvSpPr/>
            <p:nvPr/>
          </p:nvSpPr>
          <p:spPr>
            <a:xfrm>
              <a:off x="6730650" y="3131950"/>
              <a:ext cx="9700" cy="9700"/>
            </a:xfrm>
            <a:custGeom>
              <a:rect b="b" l="l" r="r" t="t"/>
              <a:pathLst>
                <a:path extrusionOk="0" h="388" w="388">
                  <a:moveTo>
                    <a:pt x="193" y="1"/>
                  </a:moveTo>
                  <a:cubicBezTo>
                    <a:pt x="87" y="1"/>
                    <a:pt x="1" y="88"/>
                    <a:pt x="1" y="195"/>
                  </a:cubicBezTo>
                  <a:cubicBezTo>
                    <a:pt x="1" y="301"/>
                    <a:pt x="87" y="387"/>
                    <a:pt x="193" y="387"/>
                  </a:cubicBezTo>
                  <a:cubicBezTo>
                    <a:pt x="301" y="387"/>
                    <a:pt x="387" y="301"/>
                    <a:pt x="387" y="195"/>
                  </a:cubicBezTo>
                  <a:cubicBezTo>
                    <a:pt x="387" y="88"/>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47"/>
            <p:cNvSpPr/>
            <p:nvPr/>
          </p:nvSpPr>
          <p:spPr>
            <a:xfrm>
              <a:off x="6791750" y="3070900"/>
              <a:ext cx="9650" cy="9700"/>
            </a:xfrm>
            <a:custGeom>
              <a:rect b="b" l="l" r="r" t="t"/>
              <a:pathLst>
                <a:path extrusionOk="0" h="388"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47"/>
            <p:cNvSpPr/>
            <p:nvPr/>
          </p:nvSpPr>
          <p:spPr>
            <a:xfrm>
              <a:off x="6883325" y="2979275"/>
              <a:ext cx="9700" cy="9675"/>
            </a:xfrm>
            <a:custGeom>
              <a:rect b="b" l="l" r="r" t="t"/>
              <a:pathLst>
                <a:path extrusionOk="0" h="387" w="388">
                  <a:moveTo>
                    <a:pt x="194" y="0"/>
                  </a:moveTo>
                  <a:cubicBezTo>
                    <a:pt x="87" y="0"/>
                    <a:pt x="1" y="88"/>
                    <a:pt x="1" y="194"/>
                  </a:cubicBezTo>
                  <a:cubicBezTo>
                    <a:pt x="1" y="300"/>
                    <a:pt x="87" y="387"/>
                    <a:pt x="194" y="387"/>
                  </a:cubicBezTo>
                  <a:cubicBezTo>
                    <a:pt x="301" y="387"/>
                    <a:pt x="388" y="300"/>
                    <a:pt x="388" y="194"/>
                  </a:cubicBezTo>
                  <a:cubicBezTo>
                    <a:pt x="388" y="88"/>
                    <a:pt x="301"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47"/>
            <p:cNvSpPr/>
            <p:nvPr/>
          </p:nvSpPr>
          <p:spPr>
            <a:xfrm>
              <a:off x="6639050" y="322357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47"/>
            <p:cNvSpPr/>
            <p:nvPr/>
          </p:nvSpPr>
          <p:spPr>
            <a:xfrm>
              <a:off x="6700100" y="31625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47"/>
            <p:cNvSpPr/>
            <p:nvPr/>
          </p:nvSpPr>
          <p:spPr>
            <a:xfrm>
              <a:off x="6761200" y="3101450"/>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47"/>
            <p:cNvSpPr/>
            <p:nvPr/>
          </p:nvSpPr>
          <p:spPr>
            <a:xfrm>
              <a:off x="6852800" y="300980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47"/>
            <p:cNvSpPr/>
            <p:nvPr/>
          </p:nvSpPr>
          <p:spPr>
            <a:xfrm>
              <a:off x="6912250" y="2948750"/>
              <a:ext cx="12950" cy="9650"/>
            </a:xfrm>
            <a:custGeom>
              <a:rect b="b" l="l" r="r" t="t"/>
              <a:pathLst>
                <a:path extrusionOk="0" h="386" w="518">
                  <a:moveTo>
                    <a:pt x="259" y="0"/>
                  </a:moveTo>
                  <a:cubicBezTo>
                    <a:pt x="209" y="0"/>
                    <a:pt x="160" y="19"/>
                    <a:pt x="122" y="57"/>
                  </a:cubicBezTo>
                  <a:cubicBezTo>
                    <a:pt x="1" y="178"/>
                    <a:pt x="87" y="386"/>
                    <a:pt x="258" y="386"/>
                  </a:cubicBezTo>
                  <a:cubicBezTo>
                    <a:pt x="431" y="386"/>
                    <a:pt x="517" y="178"/>
                    <a:pt x="395" y="57"/>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47"/>
            <p:cNvSpPr/>
            <p:nvPr/>
          </p:nvSpPr>
          <p:spPr>
            <a:xfrm>
              <a:off x="6944425" y="2918225"/>
              <a:ext cx="9650" cy="9675"/>
            </a:xfrm>
            <a:custGeom>
              <a:rect b="b" l="l" r="r" t="t"/>
              <a:pathLst>
                <a:path extrusionOk="0" h="387" w="386">
                  <a:moveTo>
                    <a:pt x="193" y="0"/>
                  </a:moveTo>
                  <a:cubicBezTo>
                    <a:pt x="87" y="0"/>
                    <a:pt x="1" y="87"/>
                    <a:pt x="1" y="193"/>
                  </a:cubicBezTo>
                  <a:cubicBezTo>
                    <a:pt x="1" y="300"/>
                    <a:pt x="87" y="387"/>
                    <a:pt x="193" y="387"/>
                  </a:cubicBezTo>
                  <a:cubicBezTo>
                    <a:pt x="299" y="387"/>
                    <a:pt x="386" y="300"/>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47"/>
            <p:cNvSpPr/>
            <p:nvPr/>
          </p:nvSpPr>
          <p:spPr>
            <a:xfrm>
              <a:off x="6974925" y="2887675"/>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47"/>
            <p:cNvSpPr/>
            <p:nvPr/>
          </p:nvSpPr>
          <p:spPr>
            <a:xfrm>
              <a:off x="7005475" y="28571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47"/>
            <p:cNvSpPr/>
            <p:nvPr/>
          </p:nvSpPr>
          <p:spPr>
            <a:xfrm>
              <a:off x="6822250" y="304035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47"/>
            <p:cNvSpPr/>
            <p:nvPr/>
          </p:nvSpPr>
          <p:spPr>
            <a:xfrm>
              <a:off x="6698550" y="3222000"/>
              <a:ext cx="9700" cy="9675"/>
            </a:xfrm>
            <a:custGeom>
              <a:rect b="b" l="l" r="r" t="t"/>
              <a:pathLst>
                <a:path extrusionOk="0" h="387" w="388">
                  <a:moveTo>
                    <a:pt x="193" y="0"/>
                  </a:moveTo>
                  <a:cubicBezTo>
                    <a:pt x="87" y="0"/>
                    <a:pt x="1" y="88"/>
                    <a:pt x="1" y="194"/>
                  </a:cubicBezTo>
                  <a:cubicBezTo>
                    <a:pt x="1" y="300"/>
                    <a:pt x="87" y="387"/>
                    <a:pt x="193" y="387"/>
                  </a:cubicBezTo>
                  <a:cubicBezTo>
                    <a:pt x="301" y="387"/>
                    <a:pt x="387" y="300"/>
                    <a:pt x="387" y="194"/>
                  </a:cubicBezTo>
                  <a:cubicBezTo>
                    <a:pt x="387" y="88"/>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47"/>
            <p:cNvSpPr/>
            <p:nvPr/>
          </p:nvSpPr>
          <p:spPr>
            <a:xfrm>
              <a:off x="6759600" y="3160950"/>
              <a:ext cx="9700" cy="9675"/>
            </a:xfrm>
            <a:custGeom>
              <a:rect b="b" l="l" r="r" t="t"/>
              <a:pathLst>
                <a:path extrusionOk="0" h="387" w="388">
                  <a:moveTo>
                    <a:pt x="195" y="0"/>
                  </a:moveTo>
                  <a:cubicBezTo>
                    <a:pt x="89" y="0"/>
                    <a:pt x="1" y="87"/>
                    <a:pt x="1" y="193"/>
                  </a:cubicBezTo>
                  <a:cubicBezTo>
                    <a:pt x="1" y="300"/>
                    <a:pt x="89" y="387"/>
                    <a:pt x="195" y="387"/>
                  </a:cubicBezTo>
                  <a:cubicBezTo>
                    <a:pt x="301" y="387"/>
                    <a:pt x="387" y="300"/>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47"/>
            <p:cNvSpPr/>
            <p:nvPr/>
          </p:nvSpPr>
          <p:spPr>
            <a:xfrm>
              <a:off x="6820700" y="30998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47"/>
            <p:cNvSpPr/>
            <p:nvPr/>
          </p:nvSpPr>
          <p:spPr>
            <a:xfrm>
              <a:off x="6912300" y="3008250"/>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47"/>
            <p:cNvSpPr/>
            <p:nvPr/>
          </p:nvSpPr>
          <p:spPr>
            <a:xfrm>
              <a:off x="6666375" y="3252550"/>
              <a:ext cx="12950" cy="9675"/>
            </a:xfrm>
            <a:custGeom>
              <a:rect b="b" l="l" r="r" t="t"/>
              <a:pathLst>
                <a:path extrusionOk="0" h="387" w="518">
                  <a:moveTo>
                    <a:pt x="259" y="1"/>
                  </a:moveTo>
                  <a:cubicBezTo>
                    <a:pt x="210" y="1"/>
                    <a:pt x="160" y="20"/>
                    <a:pt x="122" y="58"/>
                  </a:cubicBezTo>
                  <a:cubicBezTo>
                    <a:pt x="1" y="179"/>
                    <a:pt x="87" y="386"/>
                    <a:pt x="258" y="386"/>
                  </a:cubicBezTo>
                  <a:cubicBezTo>
                    <a:pt x="431" y="386"/>
                    <a:pt x="518"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47"/>
            <p:cNvSpPr/>
            <p:nvPr/>
          </p:nvSpPr>
          <p:spPr>
            <a:xfrm>
              <a:off x="6729100" y="3191475"/>
              <a:ext cx="9650" cy="9650"/>
            </a:xfrm>
            <a:custGeom>
              <a:rect b="b" l="l" r="r" t="t"/>
              <a:pathLst>
                <a:path extrusionOk="0" h="386" w="386">
                  <a:moveTo>
                    <a:pt x="193" y="1"/>
                  </a:moveTo>
                  <a:cubicBezTo>
                    <a:pt x="87" y="1"/>
                    <a:pt x="0" y="87"/>
                    <a:pt x="0" y="193"/>
                  </a:cubicBezTo>
                  <a:cubicBezTo>
                    <a:pt x="0" y="300"/>
                    <a:pt x="87" y="386"/>
                    <a:pt x="193" y="386"/>
                  </a:cubicBezTo>
                  <a:cubicBezTo>
                    <a:pt x="299" y="386"/>
                    <a:pt x="386" y="300"/>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47"/>
            <p:cNvSpPr/>
            <p:nvPr/>
          </p:nvSpPr>
          <p:spPr>
            <a:xfrm>
              <a:off x="6790150" y="3130400"/>
              <a:ext cx="9700" cy="9675"/>
            </a:xfrm>
            <a:custGeom>
              <a:rect b="b" l="l" r="r" t="t"/>
              <a:pathLst>
                <a:path extrusionOk="0" h="387" w="388">
                  <a:moveTo>
                    <a:pt x="195" y="0"/>
                  </a:moveTo>
                  <a:cubicBezTo>
                    <a:pt x="87" y="0"/>
                    <a:pt x="1" y="87"/>
                    <a:pt x="1" y="194"/>
                  </a:cubicBezTo>
                  <a:cubicBezTo>
                    <a:pt x="1" y="300"/>
                    <a:pt x="87" y="387"/>
                    <a:pt x="195" y="387"/>
                  </a:cubicBezTo>
                  <a:cubicBezTo>
                    <a:pt x="301" y="387"/>
                    <a:pt x="387" y="300"/>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47"/>
            <p:cNvSpPr/>
            <p:nvPr/>
          </p:nvSpPr>
          <p:spPr>
            <a:xfrm>
              <a:off x="6880150" y="3038775"/>
              <a:ext cx="12925" cy="9675"/>
            </a:xfrm>
            <a:custGeom>
              <a:rect b="b" l="l" r="r" t="t"/>
              <a:pathLst>
                <a:path extrusionOk="0" h="387" w="517">
                  <a:moveTo>
                    <a:pt x="258" y="1"/>
                  </a:moveTo>
                  <a:cubicBezTo>
                    <a:pt x="209" y="1"/>
                    <a:pt x="160" y="20"/>
                    <a:pt x="122" y="58"/>
                  </a:cubicBezTo>
                  <a:cubicBezTo>
                    <a:pt x="1" y="179"/>
                    <a:pt x="87" y="387"/>
                    <a:pt x="258" y="387"/>
                  </a:cubicBezTo>
                  <a:cubicBezTo>
                    <a:pt x="431" y="387"/>
                    <a:pt x="516" y="179"/>
                    <a:pt x="395" y="58"/>
                  </a:cubicBezTo>
                  <a:cubicBezTo>
                    <a:pt x="357" y="20"/>
                    <a:pt x="308"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47"/>
            <p:cNvSpPr/>
            <p:nvPr/>
          </p:nvSpPr>
          <p:spPr>
            <a:xfrm>
              <a:off x="6942825" y="2977725"/>
              <a:ext cx="9700" cy="9675"/>
            </a:xfrm>
            <a:custGeom>
              <a:rect b="b" l="l" r="r" t="t"/>
              <a:pathLst>
                <a:path extrusionOk="0" h="387" w="388">
                  <a:moveTo>
                    <a:pt x="195" y="0"/>
                  </a:moveTo>
                  <a:cubicBezTo>
                    <a:pt x="87" y="0"/>
                    <a:pt x="1" y="86"/>
                    <a:pt x="1" y="193"/>
                  </a:cubicBezTo>
                  <a:cubicBezTo>
                    <a:pt x="1" y="300"/>
                    <a:pt x="87" y="387"/>
                    <a:pt x="195" y="387"/>
                  </a:cubicBezTo>
                  <a:cubicBezTo>
                    <a:pt x="301" y="387"/>
                    <a:pt x="387" y="300"/>
                    <a:pt x="387" y="193"/>
                  </a:cubicBezTo>
                  <a:cubicBezTo>
                    <a:pt x="387" y="86"/>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47"/>
            <p:cNvSpPr/>
            <p:nvPr/>
          </p:nvSpPr>
          <p:spPr>
            <a:xfrm>
              <a:off x="6973375" y="2947175"/>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47"/>
            <p:cNvSpPr/>
            <p:nvPr/>
          </p:nvSpPr>
          <p:spPr>
            <a:xfrm>
              <a:off x="7002300" y="2916650"/>
              <a:ext cx="12950" cy="9675"/>
            </a:xfrm>
            <a:custGeom>
              <a:rect b="b" l="l" r="r" t="t"/>
              <a:pathLst>
                <a:path extrusionOk="0" h="387" w="518">
                  <a:moveTo>
                    <a:pt x="259" y="0"/>
                  </a:moveTo>
                  <a:cubicBezTo>
                    <a:pt x="209" y="0"/>
                    <a:pt x="159" y="19"/>
                    <a:pt x="122" y="57"/>
                  </a:cubicBezTo>
                  <a:cubicBezTo>
                    <a:pt x="0" y="178"/>
                    <a:pt x="87" y="386"/>
                    <a:pt x="258" y="386"/>
                  </a:cubicBezTo>
                  <a:cubicBezTo>
                    <a:pt x="431" y="386"/>
                    <a:pt x="517" y="178"/>
                    <a:pt x="394" y="57"/>
                  </a:cubicBezTo>
                  <a:cubicBezTo>
                    <a:pt x="357"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47"/>
            <p:cNvSpPr/>
            <p:nvPr/>
          </p:nvSpPr>
          <p:spPr>
            <a:xfrm>
              <a:off x="7034475" y="2886125"/>
              <a:ext cx="9675" cy="9675"/>
            </a:xfrm>
            <a:custGeom>
              <a:rect b="b" l="l" r="r" t="t"/>
              <a:pathLst>
                <a:path extrusionOk="0" h="387" w="387">
                  <a:moveTo>
                    <a:pt x="193" y="0"/>
                  </a:moveTo>
                  <a:cubicBezTo>
                    <a:pt x="87" y="0"/>
                    <a:pt x="0" y="87"/>
                    <a:pt x="0" y="193"/>
                  </a:cubicBezTo>
                  <a:cubicBezTo>
                    <a:pt x="0" y="299"/>
                    <a:pt x="87" y="387"/>
                    <a:pt x="193" y="387"/>
                  </a:cubicBezTo>
                  <a:cubicBezTo>
                    <a:pt x="299" y="387"/>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47"/>
            <p:cNvSpPr/>
            <p:nvPr/>
          </p:nvSpPr>
          <p:spPr>
            <a:xfrm>
              <a:off x="6851250" y="3069350"/>
              <a:ext cx="9675" cy="9650"/>
            </a:xfrm>
            <a:custGeom>
              <a:rect b="b" l="l" r="r" t="t"/>
              <a:pathLst>
                <a:path extrusionOk="0" h="386" w="387">
                  <a:moveTo>
                    <a:pt x="193" y="0"/>
                  </a:moveTo>
                  <a:cubicBezTo>
                    <a:pt x="86" y="0"/>
                    <a:pt x="0" y="87"/>
                    <a:pt x="0" y="193"/>
                  </a:cubicBezTo>
                  <a:cubicBezTo>
                    <a:pt x="0" y="299"/>
                    <a:pt x="86" y="385"/>
                    <a:pt x="193" y="385"/>
                  </a:cubicBezTo>
                  <a:cubicBezTo>
                    <a:pt x="300" y="385"/>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47"/>
            <p:cNvSpPr/>
            <p:nvPr/>
          </p:nvSpPr>
          <p:spPr>
            <a:xfrm>
              <a:off x="6727500" y="3250975"/>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47"/>
            <p:cNvSpPr/>
            <p:nvPr/>
          </p:nvSpPr>
          <p:spPr>
            <a:xfrm>
              <a:off x="6788600" y="31899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47"/>
            <p:cNvSpPr/>
            <p:nvPr/>
          </p:nvSpPr>
          <p:spPr>
            <a:xfrm>
              <a:off x="6848050" y="3128825"/>
              <a:ext cx="12925" cy="9700"/>
            </a:xfrm>
            <a:custGeom>
              <a:rect b="b" l="l" r="r" t="t"/>
              <a:pathLst>
                <a:path extrusionOk="0" h="388" w="517">
                  <a:moveTo>
                    <a:pt x="258" y="0"/>
                  </a:moveTo>
                  <a:cubicBezTo>
                    <a:pt x="209" y="0"/>
                    <a:pt x="160" y="19"/>
                    <a:pt x="122" y="57"/>
                  </a:cubicBezTo>
                  <a:cubicBezTo>
                    <a:pt x="1" y="179"/>
                    <a:pt x="86" y="388"/>
                    <a:pt x="258" y="388"/>
                  </a:cubicBezTo>
                  <a:cubicBezTo>
                    <a:pt x="430" y="388"/>
                    <a:pt x="516" y="179"/>
                    <a:pt x="395" y="57"/>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47"/>
            <p:cNvSpPr/>
            <p:nvPr/>
          </p:nvSpPr>
          <p:spPr>
            <a:xfrm>
              <a:off x="6941275" y="30372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47"/>
            <p:cNvSpPr/>
            <p:nvPr/>
          </p:nvSpPr>
          <p:spPr>
            <a:xfrm>
              <a:off x="6697000" y="328152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47"/>
            <p:cNvSpPr/>
            <p:nvPr/>
          </p:nvSpPr>
          <p:spPr>
            <a:xfrm>
              <a:off x="6756425" y="3220450"/>
              <a:ext cx="12950" cy="9675"/>
            </a:xfrm>
            <a:custGeom>
              <a:rect b="b" l="l" r="r" t="t"/>
              <a:pathLst>
                <a:path extrusionOk="0" h="387" w="518">
                  <a:moveTo>
                    <a:pt x="259" y="1"/>
                  </a:moveTo>
                  <a:cubicBezTo>
                    <a:pt x="209" y="1"/>
                    <a:pt x="160" y="20"/>
                    <a:pt x="122" y="58"/>
                  </a:cubicBezTo>
                  <a:cubicBezTo>
                    <a:pt x="0" y="179"/>
                    <a:pt x="87" y="387"/>
                    <a:pt x="260" y="387"/>
                  </a:cubicBezTo>
                  <a:cubicBezTo>
                    <a:pt x="431" y="387"/>
                    <a:pt x="517"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47"/>
            <p:cNvSpPr/>
            <p:nvPr/>
          </p:nvSpPr>
          <p:spPr>
            <a:xfrm>
              <a:off x="6819150" y="3159375"/>
              <a:ext cx="9650" cy="9650"/>
            </a:xfrm>
            <a:custGeom>
              <a:rect b="b" l="l" r="r" t="t"/>
              <a:pathLst>
                <a:path extrusionOk="0" h="386" w="386">
                  <a:moveTo>
                    <a:pt x="193" y="1"/>
                  </a:moveTo>
                  <a:cubicBezTo>
                    <a:pt x="87" y="1"/>
                    <a:pt x="0" y="87"/>
                    <a:pt x="0" y="193"/>
                  </a:cubicBezTo>
                  <a:cubicBezTo>
                    <a:pt x="0" y="300"/>
                    <a:pt x="87" y="386"/>
                    <a:pt x="193" y="386"/>
                  </a:cubicBezTo>
                  <a:cubicBezTo>
                    <a:pt x="299" y="386"/>
                    <a:pt x="385" y="300"/>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47"/>
            <p:cNvSpPr/>
            <p:nvPr/>
          </p:nvSpPr>
          <p:spPr>
            <a:xfrm>
              <a:off x="6910725" y="3067750"/>
              <a:ext cx="9700" cy="9700"/>
            </a:xfrm>
            <a:custGeom>
              <a:rect b="b" l="l" r="r" t="t"/>
              <a:pathLst>
                <a:path extrusionOk="0" h="388" w="388">
                  <a:moveTo>
                    <a:pt x="195" y="1"/>
                  </a:moveTo>
                  <a:cubicBezTo>
                    <a:pt x="87" y="1"/>
                    <a:pt x="1" y="87"/>
                    <a:pt x="1" y="195"/>
                  </a:cubicBezTo>
                  <a:cubicBezTo>
                    <a:pt x="1" y="301"/>
                    <a:pt x="87" y="387"/>
                    <a:pt x="195" y="387"/>
                  </a:cubicBezTo>
                  <a:cubicBezTo>
                    <a:pt x="301" y="387"/>
                    <a:pt x="388" y="301"/>
                    <a:pt x="388" y="195"/>
                  </a:cubicBezTo>
                  <a:cubicBezTo>
                    <a:pt x="388"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47"/>
            <p:cNvSpPr/>
            <p:nvPr/>
          </p:nvSpPr>
          <p:spPr>
            <a:xfrm>
              <a:off x="6971825" y="3006700"/>
              <a:ext cx="9650" cy="9650"/>
            </a:xfrm>
            <a:custGeom>
              <a:rect b="b" l="l" r="r" t="t"/>
              <a:pathLst>
                <a:path extrusionOk="0" h="386" w="386">
                  <a:moveTo>
                    <a:pt x="193" y="1"/>
                  </a:moveTo>
                  <a:cubicBezTo>
                    <a:pt x="87" y="1"/>
                    <a:pt x="1" y="87"/>
                    <a:pt x="1" y="193"/>
                  </a:cubicBezTo>
                  <a:cubicBezTo>
                    <a:pt x="1" y="299"/>
                    <a:pt x="87" y="386"/>
                    <a:pt x="193" y="386"/>
                  </a:cubicBezTo>
                  <a:cubicBezTo>
                    <a:pt x="299" y="386"/>
                    <a:pt x="386" y="299"/>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47"/>
            <p:cNvSpPr/>
            <p:nvPr/>
          </p:nvSpPr>
          <p:spPr>
            <a:xfrm>
              <a:off x="7002325" y="2976150"/>
              <a:ext cx="9700" cy="9650"/>
            </a:xfrm>
            <a:custGeom>
              <a:rect b="b" l="l" r="r" t="t"/>
              <a:pathLst>
                <a:path extrusionOk="0" h="386" w="388">
                  <a:moveTo>
                    <a:pt x="195" y="1"/>
                  </a:moveTo>
                  <a:cubicBezTo>
                    <a:pt x="89" y="1"/>
                    <a:pt x="1" y="87"/>
                    <a:pt x="1" y="193"/>
                  </a:cubicBezTo>
                  <a:cubicBezTo>
                    <a:pt x="1" y="299"/>
                    <a:pt x="89" y="386"/>
                    <a:pt x="195" y="386"/>
                  </a:cubicBezTo>
                  <a:cubicBezTo>
                    <a:pt x="301" y="386"/>
                    <a:pt x="387" y="299"/>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47"/>
            <p:cNvSpPr/>
            <p:nvPr/>
          </p:nvSpPr>
          <p:spPr>
            <a:xfrm>
              <a:off x="7032875" y="2945625"/>
              <a:ext cx="9700" cy="9675"/>
            </a:xfrm>
            <a:custGeom>
              <a:rect b="b" l="l" r="r" t="t"/>
              <a:pathLst>
                <a:path extrusionOk="0" h="387" w="388">
                  <a:moveTo>
                    <a:pt x="195" y="0"/>
                  </a:moveTo>
                  <a:cubicBezTo>
                    <a:pt x="87" y="0"/>
                    <a:pt x="1" y="87"/>
                    <a:pt x="1" y="193"/>
                  </a:cubicBezTo>
                  <a:cubicBezTo>
                    <a:pt x="1" y="300"/>
                    <a:pt x="87" y="387"/>
                    <a:pt x="195" y="387"/>
                  </a:cubicBezTo>
                  <a:cubicBezTo>
                    <a:pt x="301" y="387"/>
                    <a:pt x="387" y="300"/>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47"/>
            <p:cNvSpPr/>
            <p:nvPr/>
          </p:nvSpPr>
          <p:spPr>
            <a:xfrm>
              <a:off x="7063425" y="2915075"/>
              <a:ext cx="9675" cy="9675"/>
            </a:xfrm>
            <a:custGeom>
              <a:rect b="b" l="l" r="r" t="t"/>
              <a:pathLst>
                <a:path extrusionOk="0" h="387" w="387">
                  <a:moveTo>
                    <a:pt x="193" y="0"/>
                  </a:moveTo>
                  <a:cubicBezTo>
                    <a:pt x="87" y="0"/>
                    <a:pt x="0" y="87"/>
                    <a:pt x="0" y="194"/>
                  </a:cubicBezTo>
                  <a:cubicBezTo>
                    <a:pt x="0" y="300"/>
                    <a:pt x="87" y="387"/>
                    <a:pt x="193" y="387"/>
                  </a:cubicBezTo>
                  <a:cubicBezTo>
                    <a:pt x="300" y="387"/>
                    <a:pt x="387" y="300"/>
                    <a:pt x="387" y="194"/>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47"/>
            <p:cNvSpPr/>
            <p:nvPr/>
          </p:nvSpPr>
          <p:spPr>
            <a:xfrm>
              <a:off x="6880200" y="3098300"/>
              <a:ext cx="9675" cy="9675"/>
            </a:xfrm>
            <a:custGeom>
              <a:rect b="b" l="l" r="r" t="t"/>
              <a:pathLst>
                <a:path extrusionOk="0" h="387" w="387">
                  <a:moveTo>
                    <a:pt x="194" y="0"/>
                  </a:moveTo>
                  <a:cubicBezTo>
                    <a:pt x="87" y="0"/>
                    <a:pt x="0" y="87"/>
                    <a:pt x="0" y="193"/>
                  </a:cubicBezTo>
                  <a:cubicBezTo>
                    <a:pt x="0" y="301"/>
                    <a:pt x="87" y="387"/>
                    <a:pt x="194" y="387"/>
                  </a:cubicBezTo>
                  <a:cubicBezTo>
                    <a:pt x="300" y="387"/>
                    <a:pt x="387" y="301"/>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47"/>
            <p:cNvSpPr/>
            <p:nvPr/>
          </p:nvSpPr>
          <p:spPr>
            <a:xfrm>
              <a:off x="6756500" y="3279975"/>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47"/>
            <p:cNvSpPr/>
            <p:nvPr/>
          </p:nvSpPr>
          <p:spPr>
            <a:xfrm>
              <a:off x="6815925" y="3218875"/>
              <a:ext cx="12950" cy="9700"/>
            </a:xfrm>
            <a:custGeom>
              <a:rect b="b" l="l" r="r" t="t"/>
              <a:pathLst>
                <a:path extrusionOk="0" h="388" w="518">
                  <a:moveTo>
                    <a:pt x="259" y="0"/>
                  </a:moveTo>
                  <a:cubicBezTo>
                    <a:pt x="209" y="0"/>
                    <a:pt x="160" y="19"/>
                    <a:pt x="123" y="57"/>
                  </a:cubicBezTo>
                  <a:cubicBezTo>
                    <a:pt x="0" y="178"/>
                    <a:pt x="87" y="387"/>
                    <a:pt x="260" y="387"/>
                  </a:cubicBezTo>
                  <a:cubicBezTo>
                    <a:pt x="431" y="387"/>
                    <a:pt x="517" y="178"/>
                    <a:pt x="396" y="57"/>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47"/>
            <p:cNvSpPr/>
            <p:nvPr/>
          </p:nvSpPr>
          <p:spPr>
            <a:xfrm>
              <a:off x="6878650" y="31578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47"/>
            <p:cNvSpPr/>
            <p:nvPr/>
          </p:nvSpPr>
          <p:spPr>
            <a:xfrm>
              <a:off x="6970225" y="3066200"/>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47"/>
            <p:cNvSpPr/>
            <p:nvPr/>
          </p:nvSpPr>
          <p:spPr>
            <a:xfrm>
              <a:off x="6725950" y="3310475"/>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47"/>
            <p:cNvSpPr/>
            <p:nvPr/>
          </p:nvSpPr>
          <p:spPr>
            <a:xfrm>
              <a:off x="6787050" y="3249425"/>
              <a:ext cx="9650" cy="9700"/>
            </a:xfrm>
            <a:custGeom>
              <a:rect b="b" l="l" r="r" t="t"/>
              <a:pathLst>
                <a:path extrusionOk="0" h="388" w="386">
                  <a:moveTo>
                    <a:pt x="193" y="1"/>
                  </a:moveTo>
                  <a:cubicBezTo>
                    <a:pt x="87" y="1"/>
                    <a:pt x="0" y="87"/>
                    <a:pt x="0" y="193"/>
                  </a:cubicBezTo>
                  <a:cubicBezTo>
                    <a:pt x="0" y="299"/>
                    <a:pt x="87" y="387"/>
                    <a:pt x="193" y="387"/>
                  </a:cubicBezTo>
                  <a:cubicBezTo>
                    <a:pt x="299" y="387"/>
                    <a:pt x="385" y="299"/>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47"/>
            <p:cNvSpPr/>
            <p:nvPr/>
          </p:nvSpPr>
          <p:spPr>
            <a:xfrm>
              <a:off x="6846475" y="3188350"/>
              <a:ext cx="12925" cy="9675"/>
            </a:xfrm>
            <a:custGeom>
              <a:rect b="b" l="l" r="r" t="t"/>
              <a:pathLst>
                <a:path extrusionOk="0" h="387" w="517">
                  <a:moveTo>
                    <a:pt x="259" y="0"/>
                  </a:moveTo>
                  <a:cubicBezTo>
                    <a:pt x="209" y="0"/>
                    <a:pt x="160" y="19"/>
                    <a:pt x="123" y="56"/>
                  </a:cubicBezTo>
                  <a:cubicBezTo>
                    <a:pt x="0" y="179"/>
                    <a:pt x="86" y="387"/>
                    <a:pt x="259" y="387"/>
                  </a:cubicBezTo>
                  <a:cubicBezTo>
                    <a:pt x="431" y="387"/>
                    <a:pt x="517" y="179"/>
                    <a:pt x="396" y="56"/>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47"/>
            <p:cNvSpPr/>
            <p:nvPr/>
          </p:nvSpPr>
          <p:spPr>
            <a:xfrm>
              <a:off x="6939725" y="3096750"/>
              <a:ext cx="9650" cy="9650"/>
            </a:xfrm>
            <a:custGeom>
              <a:rect b="b" l="l" r="r" t="t"/>
              <a:pathLst>
                <a:path extrusionOk="0" h="386" w="386">
                  <a:moveTo>
                    <a:pt x="193" y="0"/>
                  </a:moveTo>
                  <a:cubicBezTo>
                    <a:pt x="87" y="0"/>
                    <a:pt x="1" y="87"/>
                    <a:pt x="1" y="193"/>
                  </a:cubicBezTo>
                  <a:cubicBezTo>
                    <a:pt x="1" y="299"/>
                    <a:pt x="87" y="385"/>
                    <a:pt x="193" y="385"/>
                  </a:cubicBezTo>
                  <a:cubicBezTo>
                    <a:pt x="299" y="385"/>
                    <a:pt x="386" y="299"/>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47"/>
            <p:cNvSpPr/>
            <p:nvPr/>
          </p:nvSpPr>
          <p:spPr>
            <a:xfrm>
              <a:off x="7000775" y="30356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47"/>
            <p:cNvSpPr/>
            <p:nvPr/>
          </p:nvSpPr>
          <p:spPr>
            <a:xfrm>
              <a:off x="7031325" y="3005100"/>
              <a:ext cx="9675" cy="9700"/>
            </a:xfrm>
            <a:custGeom>
              <a:rect b="b" l="l" r="r" t="t"/>
              <a:pathLst>
                <a:path extrusionOk="0" h="388" w="387">
                  <a:moveTo>
                    <a:pt x="193" y="1"/>
                  </a:moveTo>
                  <a:cubicBezTo>
                    <a:pt x="87" y="1"/>
                    <a:pt x="0" y="87"/>
                    <a:pt x="0" y="195"/>
                  </a:cubicBezTo>
                  <a:cubicBezTo>
                    <a:pt x="0" y="301"/>
                    <a:pt x="87" y="388"/>
                    <a:pt x="193" y="388"/>
                  </a:cubicBezTo>
                  <a:cubicBezTo>
                    <a:pt x="301" y="388"/>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47"/>
            <p:cNvSpPr/>
            <p:nvPr/>
          </p:nvSpPr>
          <p:spPr>
            <a:xfrm>
              <a:off x="7061875" y="29746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47"/>
            <p:cNvSpPr/>
            <p:nvPr/>
          </p:nvSpPr>
          <p:spPr>
            <a:xfrm>
              <a:off x="7092400" y="2944050"/>
              <a:ext cx="9650" cy="9650"/>
            </a:xfrm>
            <a:custGeom>
              <a:rect b="b" l="l" r="r" t="t"/>
              <a:pathLst>
                <a:path extrusionOk="0" h="386" w="386">
                  <a:moveTo>
                    <a:pt x="193" y="1"/>
                  </a:moveTo>
                  <a:cubicBezTo>
                    <a:pt x="87" y="1"/>
                    <a:pt x="1" y="87"/>
                    <a:pt x="1" y="193"/>
                  </a:cubicBezTo>
                  <a:cubicBezTo>
                    <a:pt x="1" y="300"/>
                    <a:pt x="87" y="386"/>
                    <a:pt x="193" y="386"/>
                  </a:cubicBezTo>
                  <a:cubicBezTo>
                    <a:pt x="300" y="386"/>
                    <a:pt x="386" y="300"/>
                    <a:pt x="386" y="193"/>
                  </a:cubicBezTo>
                  <a:cubicBezTo>
                    <a:pt x="386"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47"/>
            <p:cNvSpPr/>
            <p:nvPr/>
          </p:nvSpPr>
          <p:spPr>
            <a:xfrm>
              <a:off x="6909175" y="3127250"/>
              <a:ext cx="9650" cy="9700"/>
            </a:xfrm>
            <a:custGeom>
              <a:rect b="b" l="l" r="r" t="t"/>
              <a:pathLst>
                <a:path extrusionOk="0" h="388" w="386">
                  <a:moveTo>
                    <a:pt x="193" y="1"/>
                  </a:moveTo>
                  <a:cubicBezTo>
                    <a:pt x="87" y="1"/>
                    <a:pt x="1" y="88"/>
                    <a:pt x="1" y="195"/>
                  </a:cubicBezTo>
                  <a:cubicBezTo>
                    <a:pt x="1" y="301"/>
                    <a:pt x="87" y="387"/>
                    <a:pt x="193" y="387"/>
                  </a:cubicBezTo>
                  <a:cubicBezTo>
                    <a:pt x="299" y="387"/>
                    <a:pt x="386" y="301"/>
                    <a:pt x="386" y="195"/>
                  </a:cubicBezTo>
                  <a:cubicBezTo>
                    <a:pt x="386" y="88"/>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47"/>
            <p:cNvSpPr/>
            <p:nvPr/>
          </p:nvSpPr>
          <p:spPr>
            <a:xfrm>
              <a:off x="6783825" y="3308900"/>
              <a:ext cx="12950" cy="9725"/>
            </a:xfrm>
            <a:custGeom>
              <a:rect b="b" l="l" r="r" t="t"/>
              <a:pathLst>
                <a:path extrusionOk="0" h="389" w="518">
                  <a:moveTo>
                    <a:pt x="259" y="1"/>
                  </a:moveTo>
                  <a:cubicBezTo>
                    <a:pt x="209" y="1"/>
                    <a:pt x="160" y="20"/>
                    <a:pt x="122" y="58"/>
                  </a:cubicBezTo>
                  <a:cubicBezTo>
                    <a:pt x="0" y="180"/>
                    <a:pt x="87" y="388"/>
                    <a:pt x="258" y="388"/>
                  </a:cubicBezTo>
                  <a:cubicBezTo>
                    <a:pt x="431" y="388"/>
                    <a:pt x="517" y="180"/>
                    <a:pt x="396" y="58"/>
                  </a:cubicBezTo>
                  <a:cubicBezTo>
                    <a:pt x="358" y="20"/>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47"/>
            <p:cNvSpPr/>
            <p:nvPr/>
          </p:nvSpPr>
          <p:spPr>
            <a:xfrm>
              <a:off x="6846550" y="3247825"/>
              <a:ext cx="9675" cy="9700"/>
            </a:xfrm>
            <a:custGeom>
              <a:rect b="b" l="l" r="r" t="t"/>
              <a:pathLst>
                <a:path extrusionOk="0" h="388" w="387">
                  <a:moveTo>
                    <a:pt x="193" y="1"/>
                  </a:moveTo>
                  <a:cubicBezTo>
                    <a:pt x="87" y="1"/>
                    <a:pt x="0" y="87"/>
                    <a:pt x="0" y="195"/>
                  </a:cubicBezTo>
                  <a:cubicBezTo>
                    <a:pt x="0" y="301"/>
                    <a:pt x="87" y="388"/>
                    <a:pt x="193" y="388"/>
                  </a:cubicBezTo>
                  <a:cubicBezTo>
                    <a:pt x="300" y="388"/>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47"/>
            <p:cNvSpPr/>
            <p:nvPr/>
          </p:nvSpPr>
          <p:spPr>
            <a:xfrm>
              <a:off x="6907600" y="3186775"/>
              <a:ext cx="9675" cy="9650"/>
            </a:xfrm>
            <a:custGeom>
              <a:rect b="b" l="l" r="r" t="t"/>
              <a:pathLst>
                <a:path extrusionOk="0" h="386" w="387">
                  <a:moveTo>
                    <a:pt x="194" y="1"/>
                  </a:moveTo>
                  <a:cubicBezTo>
                    <a:pt x="88" y="1"/>
                    <a:pt x="0" y="87"/>
                    <a:pt x="0" y="193"/>
                  </a:cubicBezTo>
                  <a:cubicBezTo>
                    <a:pt x="0" y="300"/>
                    <a:pt x="88"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47"/>
            <p:cNvSpPr/>
            <p:nvPr/>
          </p:nvSpPr>
          <p:spPr>
            <a:xfrm>
              <a:off x="6999225" y="30951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47"/>
            <p:cNvSpPr/>
            <p:nvPr/>
          </p:nvSpPr>
          <p:spPr>
            <a:xfrm>
              <a:off x="6754900" y="3339475"/>
              <a:ext cx="9700" cy="9650"/>
            </a:xfrm>
            <a:custGeom>
              <a:rect b="b" l="l" r="r" t="t"/>
              <a:pathLst>
                <a:path extrusionOk="0" h="386" w="388">
                  <a:moveTo>
                    <a:pt x="195" y="0"/>
                  </a:moveTo>
                  <a:cubicBezTo>
                    <a:pt x="89" y="0"/>
                    <a:pt x="1" y="87"/>
                    <a:pt x="1" y="193"/>
                  </a:cubicBezTo>
                  <a:cubicBezTo>
                    <a:pt x="1" y="299"/>
                    <a:pt x="89" y="385"/>
                    <a:pt x="195" y="385"/>
                  </a:cubicBezTo>
                  <a:cubicBezTo>
                    <a:pt x="301" y="385"/>
                    <a:pt x="387" y="299"/>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47"/>
            <p:cNvSpPr/>
            <p:nvPr/>
          </p:nvSpPr>
          <p:spPr>
            <a:xfrm>
              <a:off x="6816000" y="32783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47"/>
            <p:cNvSpPr/>
            <p:nvPr/>
          </p:nvSpPr>
          <p:spPr>
            <a:xfrm>
              <a:off x="6877075" y="3217300"/>
              <a:ext cx="9650" cy="9675"/>
            </a:xfrm>
            <a:custGeom>
              <a:rect b="b" l="l" r="r" t="t"/>
              <a:pathLst>
                <a:path extrusionOk="0" h="387" w="386">
                  <a:moveTo>
                    <a:pt x="193" y="0"/>
                  </a:moveTo>
                  <a:cubicBezTo>
                    <a:pt x="87" y="0"/>
                    <a:pt x="1" y="88"/>
                    <a:pt x="1" y="194"/>
                  </a:cubicBezTo>
                  <a:cubicBezTo>
                    <a:pt x="1" y="300"/>
                    <a:pt x="87" y="387"/>
                    <a:pt x="193" y="387"/>
                  </a:cubicBezTo>
                  <a:cubicBezTo>
                    <a:pt x="300" y="387"/>
                    <a:pt x="386" y="300"/>
                    <a:pt x="386" y="194"/>
                  </a:cubicBezTo>
                  <a:cubicBezTo>
                    <a:pt x="386" y="88"/>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47"/>
            <p:cNvSpPr/>
            <p:nvPr/>
          </p:nvSpPr>
          <p:spPr>
            <a:xfrm>
              <a:off x="6968675" y="3125700"/>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47"/>
            <p:cNvSpPr/>
            <p:nvPr/>
          </p:nvSpPr>
          <p:spPr>
            <a:xfrm>
              <a:off x="7029775" y="3064650"/>
              <a:ext cx="9650" cy="9650"/>
            </a:xfrm>
            <a:custGeom>
              <a:rect b="b" l="l" r="r" t="t"/>
              <a:pathLst>
                <a:path extrusionOk="0" h="386" w="386">
                  <a:moveTo>
                    <a:pt x="193" y="0"/>
                  </a:moveTo>
                  <a:cubicBezTo>
                    <a:pt x="87" y="0"/>
                    <a:pt x="0" y="87"/>
                    <a:pt x="0" y="193"/>
                  </a:cubicBezTo>
                  <a:cubicBezTo>
                    <a:pt x="0" y="299"/>
                    <a:pt x="87" y="385"/>
                    <a:pt x="193" y="385"/>
                  </a:cubicBezTo>
                  <a:cubicBezTo>
                    <a:pt x="299" y="385"/>
                    <a:pt x="385" y="299"/>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47"/>
            <p:cNvSpPr/>
            <p:nvPr/>
          </p:nvSpPr>
          <p:spPr>
            <a:xfrm>
              <a:off x="7060325" y="3034100"/>
              <a:ext cx="9650" cy="9700"/>
            </a:xfrm>
            <a:custGeom>
              <a:rect b="b" l="l" r="r" t="t"/>
              <a:pathLst>
                <a:path extrusionOk="0" h="388" w="386">
                  <a:moveTo>
                    <a:pt x="193" y="1"/>
                  </a:moveTo>
                  <a:cubicBezTo>
                    <a:pt x="86" y="1"/>
                    <a:pt x="0" y="87"/>
                    <a:pt x="0" y="193"/>
                  </a:cubicBezTo>
                  <a:cubicBezTo>
                    <a:pt x="0" y="299"/>
                    <a:pt x="86" y="387"/>
                    <a:pt x="193" y="387"/>
                  </a:cubicBezTo>
                  <a:cubicBezTo>
                    <a:pt x="299" y="387"/>
                    <a:pt x="385" y="299"/>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47"/>
            <p:cNvSpPr/>
            <p:nvPr/>
          </p:nvSpPr>
          <p:spPr>
            <a:xfrm>
              <a:off x="7090825" y="300355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47"/>
            <p:cNvSpPr/>
            <p:nvPr/>
          </p:nvSpPr>
          <p:spPr>
            <a:xfrm>
              <a:off x="7119725" y="2973025"/>
              <a:ext cx="12950" cy="9675"/>
            </a:xfrm>
            <a:custGeom>
              <a:rect b="b" l="l" r="r" t="t"/>
              <a:pathLst>
                <a:path extrusionOk="0" h="387" w="518">
                  <a:moveTo>
                    <a:pt x="259" y="0"/>
                  </a:moveTo>
                  <a:cubicBezTo>
                    <a:pt x="210" y="0"/>
                    <a:pt x="160" y="19"/>
                    <a:pt x="122" y="56"/>
                  </a:cubicBezTo>
                  <a:cubicBezTo>
                    <a:pt x="1" y="179"/>
                    <a:pt x="87" y="387"/>
                    <a:pt x="259" y="387"/>
                  </a:cubicBezTo>
                  <a:cubicBezTo>
                    <a:pt x="431" y="387"/>
                    <a:pt x="518" y="179"/>
                    <a:pt x="397" y="56"/>
                  </a:cubicBezTo>
                  <a:cubicBezTo>
                    <a:pt x="359"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47"/>
            <p:cNvSpPr/>
            <p:nvPr/>
          </p:nvSpPr>
          <p:spPr>
            <a:xfrm>
              <a:off x="6936500" y="3156225"/>
              <a:ext cx="12950" cy="9700"/>
            </a:xfrm>
            <a:custGeom>
              <a:rect b="b" l="l" r="r" t="t"/>
              <a:pathLst>
                <a:path extrusionOk="0" h="388" w="518">
                  <a:moveTo>
                    <a:pt x="259" y="0"/>
                  </a:moveTo>
                  <a:cubicBezTo>
                    <a:pt x="210" y="0"/>
                    <a:pt x="161" y="19"/>
                    <a:pt x="124" y="57"/>
                  </a:cubicBezTo>
                  <a:cubicBezTo>
                    <a:pt x="1" y="180"/>
                    <a:pt x="87" y="388"/>
                    <a:pt x="260" y="388"/>
                  </a:cubicBezTo>
                  <a:cubicBezTo>
                    <a:pt x="431" y="388"/>
                    <a:pt x="518" y="180"/>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1" name="Google Shape;9611;p47"/>
          <p:cNvSpPr/>
          <p:nvPr/>
        </p:nvSpPr>
        <p:spPr>
          <a:xfrm rot="10800000">
            <a:off x="8695722" y="179350"/>
            <a:ext cx="107096" cy="103087"/>
          </a:xfrm>
          <a:custGeom>
            <a:rect b="b" l="l" r="r" t="t"/>
            <a:pathLst>
              <a:path extrusionOk="0" h="2237" w="2324">
                <a:moveTo>
                  <a:pt x="1207" y="1"/>
                </a:moveTo>
                <a:cubicBezTo>
                  <a:pt x="753" y="1"/>
                  <a:pt x="346" y="272"/>
                  <a:pt x="173" y="690"/>
                </a:cubicBezTo>
                <a:cubicBezTo>
                  <a:pt x="0" y="1109"/>
                  <a:pt x="96" y="1589"/>
                  <a:pt x="415" y="1909"/>
                </a:cubicBezTo>
                <a:cubicBezTo>
                  <a:pt x="629" y="2123"/>
                  <a:pt x="915" y="2237"/>
                  <a:pt x="1206" y="2237"/>
                </a:cubicBezTo>
                <a:cubicBezTo>
                  <a:pt x="1350" y="2237"/>
                  <a:pt x="1496" y="2209"/>
                  <a:pt x="1634" y="2152"/>
                </a:cubicBezTo>
                <a:cubicBezTo>
                  <a:pt x="2051" y="1977"/>
                  <a:pt x="2324" y="1571"/>
                  <a:pt x="2324" y="1118"/>
                </a:cubicBezTo>
                <a:cubicBezTo>
                  <a:pt x="2324" y="501"/>
                  <a:pt x="1824" y="1"/>
                  <a:pt x="1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47"/>
          <p:cNvSpPr/>
          <p:nvPr/>
        </p:nvSpPr>
        <p:spPr>
          <a:xfrm>
            <a:off x="7122360" y="232621"/>
            <a:ext cx="1299268" cy="1299268"/>
          </a:xfrm>
          <a:custGeom>
            <a:rect b="b" l="l" r="r" t="t"/>
            <a:pathLst>
              <a:path extrusionOk="0" h="44706" w="44706">
                <a:moveTo>
                  <a:pt x="22353" y="211"/>
                </a:moveTo>
                <a:cubicBezTo>
                  <a:pt x="34563" y="211"/>
                  <a:pt x="44496" y="10143"/>
                  <a:pt x="44496" y="22353"/>
                </a:cubicBezTo>
                <a:cubicBezTo>
                  <a:pt x="44496" y="34565"/>
                  <a:pt x="34563" y="44496"/>
                  <a:pt x="22353" y="44496"/>
                </a:cubicBezTo>
                <a:cubicBezTo>
                  <a:pt x="10144" y="44496"/>
                  <a:pt x="209" y="34563"/>
                  <a:pt x="209" y="22355"/>
                </a:cubicBezTo>
                <a:cubicBezTo>
                  <a:pt x="209" y="10144"/>
                  <a:pt x="10143" y="211"/>
                  <a:pt x="22353" y="211"/>
                </a:cubicBezTo>
                <a:close/>
                <a:moveTo>
                  <a:pt x="22353" y="0"/>
                </a:moveTo>
                <a:cubicBezTo>
                  <a:pt x="10028" y="0"/>
                  <a:pt x="0" y="10028"/>
                  <a:pt x="0" y="22353"/>
                </a:cubicBezTo>
                <a:cubicBezTo>
                  <a:pt x="0" y="34678"/>
                  <a:pt x="10028" y="44706"/>
                  <a:pt x="22353" y="44706"/>
                </a:cubicBezTo>
                <a:cubicBezTo>
                  <a:pt x="34678" y="44706"/>
                  <a:pt x="44706" y="34678"/>
                  <a:pt x="44706" y="22353"/>
                </a:cubicBezTo>
                <a:cubicBezTo>
                  <a:pt x="44706" y="10028"/>
                  <a:pt x="34678" y="0"/>
                  <a:pt x="223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3" name="Google Shape;9613;p47"/>
          <p:cNvGrpSpPr/>
          <p:nvPr/>
        </p:nvGrpSpPr>
        <p:grpSpPr>
          <a:xfrm rot="10800000">
            <a:off x="8480754" y="3456890"/>
            <a:ext cx="274836" cy="1611920"/>
            <a:chOff x="4769975" y="2151700"/>
            <a:chExt cx="149100" cy="874475"/>
          </a:xfrm>
        </p:grpSpPr>
        <p:sp>
          <p:nvSpPr>
            <p:cNvPr id="9614" name="Google Shape;9614;p47"/>
            <p:cNvSpPr/>
            <p:nvPr/>
          </p:nvSpPr>
          <p:spPr>
            <a:xfrm>
              <a:off x="4904400" y="2386775"/>
              <a:ext cx="14675" cy="12600"/>
            </a:xfrm>
            <a:custGeom>
              <a:rect b="b" l="l" r="r" t="t"/>
              <a:pathLst>
                <a:path extrusionOk="0" h="504" w="587">
                  <a:moveTo>
                    <a:pt x="334" y="1"/>
                  </a:moveTo>
                  <a:cubicBezTo>
                    <a:pt x="273" y="1"/>
                    <a:pt x="210" y="23"/>
                    <a:pt x="159" y="74"/>
                  </a:cubicBezTo>
                  <a:cubicBezTo>
                    <a:pt x="0" y="232"/>
                    <a:pt x="112" y="503"/>
                    <a:pt x="337" y="503"/>
                  </a:cubicBezTo>
                  <a:cubicBezTo>
                    <a:pt x="475" y="503"/>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47"/>
            <p:cNvSpPr/>
            <p:nvPr/>
          </p:nvSpPr>
          <p:spPr>
            <a:xfrm>
              <a:off x="4904400" y="2465125"/>
              <a:ext cx="14675" cy="12575"/>
            </a:xfrm>
            <a:custGeom>
              <a:rect b="b" l="l" r="r" t="t"/>
              <a:pathLst>
                <a:path extrusionOk="0" h="503" w="587">
                  <a:moveTo>
                    <a:pt x="335" y="0"/>
                  </a:moveTo>
                  <a:cubicBezTo>
                    <a:pt x="273" y="0"/>
                    <a:pt x="211"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47"/>
            <p:cNvSpPr/>
            <p:nvPr/>
          </p:nvSpPr>
          <p:spPr>
            <a:xfrm>
              <a:off x="4904425" y="2543475"/>
              <a:ext cx="14650" cy="12600"/>
            </a:xfrm>
            <a:custGeom>
              <a:rect b="b" l="l" r="r" t="t"/>
              <a:pathLst>
                <a:path extrusionOk="0" h="504" w="586">
                  <a:moveTo>
                    <a:pt x="333" y="1"/>
                  </a:moveTo>
                  <a:cubicBezTo>
                    <a:pt x="272" y="1"/>
                    <a:pt x="209" y="23"/>
                    <a:pt x="158" y="74"/>
                  </a:cubicBezTo>
                  <a:cubicBezTo>
                    <a:pt x="1" y="232"/>
                    <a:pt x="111"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47"/>
            <p:cNvSpPr/>
            <p:nvPr/>
          </p:nvSpPr>
          <p:spPr>
            <a:xfrm>
              <a:off x="4904425" y="2621850"/>
              <a:ext cx="14650" cy="12550"/>
            </a:xfrm>
            <a:custGeom>
              <a:rect b="b" l="l" r="r" t="t"/>
              <a:pathLst>
                <a:path extrusionOk="0" h="502" w="586">
                  <a:moveTo>
                    <a:pt x="333" y="0"/>
                  </a:moveTo>
                  <a:cubicBezTo>
                    <a:pt x="272" y="0"/>
                    <a:pt x="209" y="23"/>
                    <a:pt x="158" y="74"/>
                  </a:cubicBezTo>
                  <a:cubicBezTo>
                    <a:pt x="1" y="232"/>
                    <a:pt x="111"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47"/>
            <p:cNvSpPr/>
            <p:nvPr/>
          </p:nvSpPr>
          <p:spPr>
            <a:xfrm>
              <a:off x="4904400" y="270017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47"/>
            <p:cNvSpPr/>
            <p:nvPr/>
          </p:nvSpPr>
          <p:spPr>
            <a:xfrm>
              <a:off x="4837200" y="2386775"/>
              <a:ext cx="14700" cy="12600"/>
            </a:xfrm>
            <a:custGeom>
              <a:rect b="b" l="l" r="r" t="t"/>
              <a:pathLst>
                <a:path extrusionOk="0" h="504" w="588">
                  <a:moveTo>
                    <a:pt x="334" y="1"/>
                  </a:moveTo>
                  <a:cubicBezTo>
                    <a:pt x="272" y="1"/>
                    <a:pt x="209" y="23"/>
                    <a:pt x="158" y="74"/>
                  </a:cubicBezTo>
                  <a:cubicBezTo>
                    <a:pt x="1" y="232"/>
                    <a:pt x="113" y="503"/>
                    <a:pt x="336" y="503"/>
                  </a:cubicBezTo>
                  <a:cubicBezTo>
                    <a:pt x="475" y="502"/>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47"/>
            <p:cNvSpPr/>
            <p:nvPr/>
          </p:nvSpPr>
          <p:spPr>
            <a:xfrm>
              <a:off x="4837200" y="2465125"/>
              <a:ext cx="14700" cy="12575"/>
            </a:xfrm>
            <a:custGeom>
              <a:rect b="b" l="l" r="r" t="t"/>
              <a:pathLst>
                <a:path extrusionOk="0" h="503" w="588">
                  <a:moveTo>
                    <a:pt x="334" y="0"/>
                  </a:moveTo>
                  <a:cubicBezTo>
                    <a:pt x="272" y="0"/>
                    <a:pt x="209" y="23"/>
                    <a:pt x="158" y="75"/>
                  </a:cubicBezTo>
                  <a:cubicBezTo>
                    <a:pt x="1" y="233"/>
                    <a:pt x="113" y="502"/>
                    <a:pt x="336"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47"/>
            <p:cNvSpPr/>
            <p:nvPr/>
          </p:nvSpPr>
          <p:spPr>
            <a:xfrm>
              <a:off x="4837200" y="2543475"/>
              <a:ext cx="14700" cy="12600"/>
            </a:xfrm>
            <a:custGeom>
              <a:rect b="b" l="l" r="r" t="t"/>
              <a:pathLst>
                <a:path extrusionOk="0" h="504" w="588">
                  <a:moveTo>
                    <a:pt x="334" y="1"/>
                  </a:moveTo>
                  <a:cubicBezTo>
                    <a:pt x="272" y="1"/>
                    <a:pt x="209" y="23"/>
                    <a:pt x="158" y="74"/>
                  </a:cubicBezTo>
                  <a:cubicBezTo>
                    <a:pt x="1" y="232"/>
                    <a:pt x="113" y="503"/>
                    <a:pt x="336"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47"/>
            <p:cNvSpPr/>
            <p:nvPr/>
          </p:nvSpPr>
          <p:spPr>
            <a:xfrm>
              <a:off x="4837200" y="2621850"/>
              <a:ext cx="14700" cy="12550"/>
            </a:xfrm>
            <a:custGeom>
              <a:rect b="b" l="l" r="r" t="t"/>
              <a:pathLst>
                <a:path extrusionOk="0" h="502" w="588">
                  <a:moveTo>
                    <a:pt x="334" y="0"/>
                  </a:moveTo>
                  <a:cubicBezTo>
                    <a:pt x="272" y="0"/>
                    <a:pt x="209" y="23"/>
                    <a:pt x="158" y="74"/>
                  </a:cubicBezTo>
                  <a:cubicBezTo>
                    <a:pt x="1" y="232"/>
                    <a:pt x="113" y="501"/>
                    <a:pt x="336"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47"/>
            <p:cNvSpPr/>
            <p:nvPr/>
          </p:nvSpPr>
          <p:spPr>
            <a:xfrm>
              <a:off x="4837200" y="2700175"/>
              <a:ext cx="14700" cy="12600"/>
            </a:xfrm>
            <a:custGeom>
              <a:rect b="b" l="l" r="r" t="t"/>
              <a:pathLst>
                <a:path extrusionOk="0" h="504" w="588">
                  <a:moveTo>
                    <a:pt x="333" y="1"/>
                  </a:moveTo>
                  <a:cubicBezTo>
                    <a:pt x="272" y="1"/>
                    <a:pt x="209" y="23"/>
                    <a:pt x="158" y="74"/>
                  </a:cubicBezTo>
                  <a:cubicBezTo>
                    <a:pt x="1" y="233"/>
                    <a:pt x="113" y="503"/>
                    <a:pt x="336" y="503"/>
                  </a:cubicBezTo>
                  <a:cubicBezTo>
                    <a:pt x="475" y="503"/>
                    <a:pt x="587" y="391"/>
                    <a:pt x="587" y="253"/>
                  </a:cubicBezTo>
                  <a:cubicBezTo>
                    <a:pt x="587" y="101"/>
                    <a:pt x="463"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47"/>
            <p:cNvSpPr/>
            <p:nvPr/>
          </p:nvSpPr>
          <p:spPr>
            <a:xfrm>
              <a:off x="4769975" y="2386775"/>
              <a:ext cx="14700" cy="12600"/>
            </a:xfrm>
            <a:custGeom>
              <a:rect b="b" l="l" r="r" t="t"/>
              <a:pathLst>
                <a:path extrusionOk="0" h="504" w="588">
                  <a:moveTo>
                    <a:pt x="335" y="1"/>
                  </a:moveTo>
                  <a:cubicBezTo>
                    <a:pt x="273" y="1"/>
                    <a:pt x="211" y="23"/>
                    <a:pt x="160" y="74"/>
                  </a:cubicBezTo>
                  <a:cubicBezTo>
                    <a:pt x="1" y="232"/>
                    <a:pt x="113" y="503"/>
                    <a:pt x="337" y="503"/>
                  </a:cubicBezTo>
                  <a:cubicBezTo>
                    <a:pt x="475" y="503"/>
                    <a:pt x="587" y="390"/>
                    <a:pt x="587" y="252"/>
                  </a:cubicBezTo>
                  <a:cubicBezTo>
                    <a:pt x="587" y="101"/>
                    <a:pt x="463"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47"/>
            <p:cNvSpPr/>
            <p:nvPr/>
          </p:nvSpPr>
          <p:spPr>
            <a:xfrm>
              <a:off x="4769975" y="2465125"/>
              <a:ext cx="14700" cy="12575"/>
            </a:xfrm>
            <a:custGeom>
              <a:rect b="b" l="l" r="r" t="t"/>
              <a:pathLst>
                <a:path extrusionOk="0" h="503" w="588">
                  <a:moveTo>
                    <a:pt x="335" y="0"/>
                  </a:moveTo>
                  <a:cubicBezTo>
                    <a:pt x="274" y="0"/>
                    <a:pt x="211" y="23"/>
                    <a:pt x="160" y="75"/>
                  </a:cubicBezTo>
                  <a:cubicBezTo>
                    <a:pt x="1" y="233"/>
                    <a:pt x="113"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47"/>
            <p:cNvSpPr/>
            <p:nvPr/>
          </p:nvSpPr>
          <p:spPr>
            <a:xfrm>
              <a:off x="4770025" y="2543475"/>
              <a:ext cx="14650" cy="12600"/>
            </a:xfrm>
            <a:custGeom>
              <a:rect b="b" l="l" r="r" t="t"/>
              <a:pathLst>
                <a:path extrusionOk="0" h="504" w="586">
                  <a:moveTo>
                    <a:pt x="333" y="1"/>
                  </a:moveTo>
                  <a:cubicBezTo>
                    <a:pt x="271" y="1"/>
                    <a:pt x="209" y="23"/>
                    <a:pt x="158" y="74"/>
                  </a:cubicBezTo>
                  <a:cubicBezTo>
                    <a:pt x="0" y="232"/>
                    <a:pt x="111" y="503"/>
                    <a:pt x="335" y="503"/>
                  </a:cubicBezTo>
                  <a:cubicBezTo>
                    <a:pt x="473" y="503"/>
                    <a:pt x="585" y="391"/>
                    <a:pt x="585" y="252"/>
                  </a:cubicBezTo>
                  <a:cubicBezTo>
                    <a:pt x="585" y="101"/>
                    <a:pt x="461"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47"/>
            <p:cNvSpPr/>
            <p:nvPr/>
          </p:nvSpPr>
          <p:spPr>
            <a:xfrm>
              <a:off x="4770025" y="2621850"/>
              <a:ext cx="14650" cy="12550"/>
            </a:xfrm>
            <a:custGeom>
              <a:rect b="b" l="l" r="r" t="t"/>
              <a:pathLst>
                <a:path extrusionOk="0" h="502" w="586">
                  <a:moveTo>
                    <a:pt x="333" y="0"/>
                  </a:moveTo>
                  <a:cubicBezTo>
                    <a:pt x="271" y="0"/>
                    <a:pt x="209" y="23"/>
                    <a:pt x="158" y="74"/>
                  </a:cubicBezTo>
                  <a:cubicBezTo>
                    <a:pt x="0" y="232"/>
                    <a:pt x="111" y="501"/>
                    <a:pt x="335" y="501"/>
                  </a:cubicBezTo>
                  <a:cubicBezTo>
                    <a:pt x="473" y="501"/>
                    <a:pt x="585" y="389"/>
                    <a:pt x="585" y="251"/>
                  </a:cubicBezTo>
                  <a:cubicBezTo>
                    <a:pt x="585" y="100"/>
                    <a:pt x="461"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47"/>
            <p:cNvSpPr/>
            <p:nvPr/>
          </p:nvSpPr>
          <p:spPr>
            <a:xfrm>
              <a:off x="4906525" y="2151725"/>
              <a:ext cx="12550" cy="12575"/>
            </a:xfrm>
            <a:custGeom>
              <a:rect b="b" l="l" r="r" t="t"/>
              <a:pathLst>
                <a:path extrusionOk="0" h="503" w="502">
                  <a:moveTo>
                    <a:pt x="252" y="1"/>
                  </a:moveTo>
                  <a:cubicBezTo>
                    <a:pt x="112" y="1"/>
                    <a:pt x="0" y="113"/>
                    <a:pt x="0" y="251"/>
                  </a:cubicBezTo>
                  <a:cubicBezTo>
                    <a:pt x="0" y="390"/>
                    <a:pt x="112" y="502"/>
                    <a:pt x="252" y="502"/>
                  </a:cubicBezTo>
                  <a:cubicBezTo>
                    <a:pt x="390" y="502"/>
                    <a:pt x="502" y="390"/>
                    <a:pt x="502" y="251"/>
                  </a:cubicBezTo>
                  <a:cubicBezTo>
                    <a:pt x="502" y="113"/>
                    <a:pt x="390" y="1"/>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47"/>
            <p:cNvSpPr/>
            <p:nvPr/>
          </p:nvSpPr>
          <p:spPr>
            <a:xfrm>
              <a:off x="4906525" y="2230050"/>
              <a:ext cx="12550" cy="12575"/>
            </a:xfrm>
            <a:custGeom>
              <a:rect b="b" l="l" r="r" t="t"/>
              <a:pathLst>
                <a:path extrusionOk="0" h="503" w="502">
                  <a:moveTo>
                    <a:pt x="252" y="1"/>
                  </a:moveTo>
                  <a:cubicBezTo>
                    <a:pt x="112" y="1"/>
                    <a:pt x="0" y="115"/>
                    <a:pt x="0" y="253"/>
                  </a:cubicBezTo>
                  <a:cubicBezTo>
                    <a:pt x="0" y="390"/>
                    <a:pt x="112" y="503"/>
                    <a:pt x="252" y="503"/>
                  </a:cubicBezTo>
                  <a:cubicBezTo>
                    <a:pt x="390" y="503"/>
                    <a:pt x="502" y="390"/>
                    <a:pt x="502" y="253"/>
                  </a:cubicBezTo>
                  <a:cubicBezTo>
                    <a:pt x="502" y="115"/>
                    <a:pt x="390" y="1"/>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47"/>
            <p:cNvSpPr/>
            <p:nvPr/>
          </p:nvSpPr>
          <p:spPr>
            <a:xfrm>
              <a:off x="4906525" y="2308425"/>
              <a:ext cx="12550" cy="12575"/>
            </a:xfrm>
            <a:custGeom>
              <a:rect b="b" l="l" r="r" t="t"/>
              <a:pathLst>
                <a:path extrusionOk="0" h="503" w="502">
                  <a:moveTo>
                    <a:pt x="252" y="1"/>
                  </a:moveTo>
                  <a:cubicBezTo>
                    <a:pt x="112" y="1"/>
                    <a:pt x="0" y="113"/>
                    <a:pt x="0" y="252"/>
                  </a:cubicBezTo>
                  <a:cubicBezTo>
                    <a:pt x="0" y="390"/>
                    <a:pt x="112" y="502"/>
                    <a:pt x="252" y="502"/>
                  </a:cubicBezTo>
                  <a:cubicBezTo>
                    <a:pt x="390" y="502"/>
                    <a:pt x="502" y="390"/>
                    <a:pt x="502" y="252"/>
                  </a:cubicBezTo>
                  <a:cubicBezTo>
                    <a:pt x="502" y="113"/>
                    <a:pt x="390" y="1"/>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47"/>
            <p:cNvSpPr/>
            <p:nvPr/>
          </p:nvSpPr>
          <p:spPr>
            <a:xfrm>
              <a:off x="4839325" y="2151725"/>
              <a:ext cx="12575" cy="12575"/>
            </a:xfrm>
            <a:custGeom>
              <a:rect b="b" l="l" r="r" t="t"/>
              <a:pathLst>
                <a:path extrusionOk="0" h="503" w="503">
                  <a:moveTo>
                    <a:pt x="251" y="1"/>
                  </a:moveTo>
                  <a:cubicBezTo>
                    <a:pt x="113" y="1"/>
                    <a:pt x="1" y="113"/>
                    <a:pt x="1" y="251"/>
                  </a:cubicBezTo>
                  <a:cubicBezTo>
                    <a:pt x="1" y="390"/>
                    <a:pt x="113" y="502"/>
                    <a:pt x="251" y="502"/>
                  </a:cubicBezTo>
                  <a:cubicBezTo>
                    <a:pt x="390" y="502"/>
                    <a:pt x="502" y="390"/>
                    <a:pt x="502" y="251"/>
                  </a:cubicBezTo>
                  <a:cubicBezTo>
                    <a:pt x="502" y="113"/>
                    <a:pt x="390" y="1"/>
                    <a:pt x="2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47"/>
            <p:cNvSpPr/>
            <p:nvPr/>
          </p:nvSpPr>
          <p:spPr>
            <a:xfrm>
              <a:off x="4839325" y="2230050"/>
              <a:ext cx="12575" cy="12575"/>
            </a:xfrm>
            <a:custGeom>
              <a:rect b="b" l="l" r="r" t="t"/>
              <a:pathLst>
                <a:path extrusionOk="0" h="503" w="503">
                  <a:moveTo>
                    <a:pt x="251" y="1"/>
                  </a:moveTo>
                  <a:cubicBezTo>
                    <a:pt x="113" y="1"/>
                    <a:pt x="1" y="115"/>
                    <a:pt x="1" y="253"/>
                  </a:cubicBezTo>
                  <a:cubicBezTo>
                    <a:pt x="1" y="390"/>
                    <a:pt x="113" y="503"/>
                    <a:pt x="251" y="503"/>
                  </a:cubicBezTo>
                  <a:cubicBezTo>
                    <a:pt x="390" y="503"/>
                    <a:pt x="502" y="390"/>
                    <a:pt x="502" y="253"/>
                  </a:cubicBezTo>
                  <a:cubicBezTo>
                    <a:pt x="502" y="115"/>
                    <a:pt x="390" y="1"/>
                    <a:pt x="2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47"/>
            <p:cNvSpPr/>
            <p:nvPr/>
          </p:nvSpPr>
          <p:spPr>
            <a:xfrm>
              <a:off x="4839325" y="2308425"/>
              <a:ext cx="12575" cy="12575"/>
            </a:xfrm>
            <a:custGeom>
              <a:rect b="b" l="l" r="r" t="t"/>
              <a:pathLst>
                <a:path extrusionOk="0" h="503" w="503">
                  <a:moveTo>
                    <a:pt x="251" y="1"/>
                  </a:moveTo>
                  <a:cubicBezTo>
                    <a:pt x="113" y="1"/>
                    <a:pt x="1" y="113"/>
                    <a:pt x="1" y="252"/>
                  </a:cubicBezTo>
                  <a:cubicBezTo>
                    <a:pt x="1" y="390"/>
                    <a:pt x="113" y="502"/>
                    <a:pt x="251" y="502"/>
                  </a:cubicBezTo>
                  <a:cubicBezTo>
                    <a:pt x="390" y="502"/>
                    <a:pt x="502" y="390"/>
                    <a:pt x="502" y="252"/>
                  </a:cubicBezTo>
                  <a:cubicBezTo>
                    <a:pt x="502" y="113"/>
                    <a:pt x="390" y="1"/>
                    <a:pt x="2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47"/>
            <p:cNvSpPr/>
            <p:nvPr/>
          </p:nvSpPr>
          <p:spPr>
            <a:xfrm>
              <a:off x="4770025" y="2151700"/>
              <a:ext cx="14650" cy="12600"/>
            </a:xfrm>
            <a:custGeom>
              <a:rect b="b" l="l" r="r" t="t"/>
              <a:pathLst>
                <a:path extrusionOk="0" h="504" w="586">
                  <a:moveTo>
                    <a:pt x="333" y="1"/>
                  </a:moveTo>
                  <a:cubicBezTo>
                    <a:pt x="271" y="1"/>
                    <a:pt x="209" y="24"/>
                    <a:pt x="158" y="74"/>
                  </a:cubicBezTo>
                  <a:cubicBezTo>
                    <a:pt x="0" y="232"/>
                    <a:pt x="111" y="503"/>
                    <a:pt x="335" y="503"/>
                  </a:cubicBezTo>
                  <a:cubicBezTo>
                    <a:pt x="473" y="503"/>
                    <a:pt x="585" y="391"/>
                    <a:pt x="585" y="252"/>
                  </a:cubicBezTo>
                  <a:cubicBezTo>
                    <a:pt x="585" y="101"/>
                    <a:pt x="461"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47"/>
            <p:cNvSpPr/>
            <p:nvPr/>
          </p:nvSpPr>
          <p:spPr>
            <a:xfrm>
              <a:off x="4770025" y="2230075"/>
              <a:ext cx="14650" cy="12550"/>
            </a:xfrm>
            <a:custGeom>
              <a:rect b="b" l="l" r="r" t="t"/>
              <a:pathLst>
                <a:path extrusionOk="0" h="502" w="586">
                  <a:moveTo>
                    <a:pt x="333" y="1"/>
                  </a:moveTo>
                  <a:cubicBezTo>
                    <a:pt x="271" y="1"/>
                    <a:pt x="209" y="23"/>
                    <a:pt x="158" y="74"/>
                  </a:cubicBezTo>
                  <a:cubicBezTo>
                    <a:pt x="0" y="232"/>
                    <a:pt x="111" y="502"/>
                    <a:pt x="335" y="502"/>
                  </a:cubicBezTo>
                  <a:cubicBezTo>
                    <a:pt x="473" y="502"/>
                    <a:pt x="585" y="389"/>
                    <a:pt x="585" y="252"/>
                  </a:cubicBezTo>
                  <a:cubicBezTo>
                    <a:pt x="585" y="101"/>
                    <a:pt x="461"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47"/>
            <p:cNvSpPr/>
            <p:nvPr/>
          </p:nvSpPr>
          <p:spPr>
            <a:xfrm>
              <a:off x="4769975" y="2308400"/>
              <a:ext cx="14700" cy="12600"/>
            </a:xfrm>
            <a:custGeom>
              <a:rect b="b" l="l" r="r" t="t"/>
              <a:pathLst>
                <a:path extrusionOk="0" h="504" w="588">
                  <a:moveTo>
                    <a:pt x="334" y="1"/>
                  </a:moveTo>
                  <a:cubicBezTo>
                    <a:pt x="273" y="1"/>
                    <a:pt x="211" y="24"/>
                    <a:pt x="160" y="74"/>
                  </a:cubicBezTo>
                  <a:cubicBezTo>
                    <a:pt x="1" y="234"/>
                    <a:pt x="113"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47"/>
            <p:cNvSpPr/>
            <p:nvPr/>
          </p:nvSpPr>
          <p:spPr>
            <a:xfrm>
              <a:off x="4769975" y="2700175"/>
              <a:ext cx="14700" cy="12600"/>
            </a:xfrm>
            <a:custGeom>
              <a:rect b="b" l="l" r="r" t="t"/>
              <a:pathLst>
                <a:path extrusionOk="0" h="504" w="588">
                  <a:moveTo>
                    <a:pt x="334" y="1"/>
                  </a:moveTo>
                  <a:cubicBezTo>
                    <a:pt x="273" y="1"/>
                    <a:pt x="211" y="23"/>
                    <a:pt x="160" y="74"/>
                  </a:cubicBezTo>
                  <a:cubicBezTo>
                    <a:pt x="1" y="233"/>
                    <a:pt x="113"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47"/>
            <p:cNvSpPr/>
            <p:nvPr/>
          </p:nvSpPr>
          <p:spPr>
            <a:xfrm>
              <a:off x="4904400" y="2778550"/>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47"/>
            <p:cNvSpPr/>
            <p:nvPr/>
          </p:nvSpPr>
          <p:spPr>
            <a:xfrm>
              <a:off x="4904400" y="2856900"/>
              <a:ext cx="14675" cy="12575"/>
            </a:xfrm>
            <a:custGeom>
              <a:rect b="b" l="l" r="r" t="t"/>
              <a:pathLst>
                <a:path extrusionOk="0" h="503" w="587">
                  <a:moveTo>
                    <a:pt x="335" y="0"/>
                  </a:moveTo>
                  <a:cubicBezTo>
                    <a:pt x="273" y="0"/>
                    <a:pt x="211" y="23"/>
                    <a:pt x="159" y="75"/>
                  </a:cubicBezTo>
                  <a:cubicBezTo>
                    <a:pt x="0" y="232"/>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47"/>
            <p:cNvSpPr/>
            <p:nvPr/>
          </p:nvSpPr>
          <p:spPr>
            <a:xfrm>
              <a:off x="4837200" y="2778550"/>
              <a:ext cx="14700" cy="12575"/>
            </a:xfrm>
            <a:custGeom>
              <a:rect b="b" l="l" r="r" t="t"/>
              <a:pathLst>
                <a:path extrusionOk="0" h="503" w="588">
                  <a:moveTo>
                    <a:pt x="334" y="0"/>
                  </a:moveTo>
                  <a:cubicBezTo>
                    <a:pt x="272" y="0"/>
                    <a:pt x="209" y="23"/>
                    <a:pt x="158" y="74"/>
                  </a:cubicBezTo>
                  <a:cubicBezTo>
                    <a:pt x="1" y="232"/>
                    <a:pt x="113" y="503"/>
                    <a:pt x="336" y="503"/>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47"/>
            <p:cNvSpPr/>
            <p:nvPr/>
          </p:nvSpPr>
          <p:spPr>
            <a:xfrm>
              <a:off x="4837200" y="2856900"/>
              <a:ext cx="14700" cy="12575"/>
            </a:xfrm>
            <a:custGeom>
              <a:rect b="b" l="l" r="r" t="t"/>
              <a:pathLst>
                <a:path extrusionOk="0" h="503" w="588">
                  <a:moveTo>
                    <a:pt x="334" y="0"/>
                  </a:moveTo>
                  <a:cubicBezTo>
                    <a:pt x="272" y="0"/>
                    <a:pt x="209" y="23"/>
                    <a:pt x="158" y="75"/>
                  </a:cubicBezTo>
                  <a:cubicBezTo>
                    <a:pt x="1" y="232"/>
                    <a:pt x="113" y="502"/>
                    <a:pt x="336"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47"/>
            <p:cNvSpPr/>
            <p:nvPr/>
          </p:nvSpPr>
          <p:spPr>
            <a:xfrm>
              <a:off x="4837200" y="2935250"/>
              <a:ext cx="14700" cy="12600"/>
            </a:xfrm>
            <a:custGeom>
              <a:rect b="b" l="l" r="r" t="t"/>
              <a:pathLst>
                <a:path extrusionOk="0" h="504" w="588">
                  <a:moveTo>
                    <a:pt x="334" y="0"/>
                  </a:moveTo>
                  <a:cubicBezTo>
                    <a:pt x="272" y="0"/>
                    <a:pt x="209" y="23"/>
                    <a:pt x="158" y="74"/>
                  </a:cubicBezTo>
                  <a:cubicBezTo>
                    <a:pt x="1" y="232"/>
                    <a:pt x="113" y="503"/>
                    <a:pt x="336"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47"/>
            <p:cNvSpPr/>
            <p:nvPr/>
          </p:nvSpPr>
          <p:spPr>
            <a:xfrm>
              <a:off x="4769975" y="2778550"/>
              <a:ext cx="14700" cy="12575"/>
            </a:xfrm>
            <a:custGeom>
              <a:rect b="b" l="l" r="r" t="t"/>
              <a:pathLst>
                <a:path extrusionOk="0" h="503" w="588">
                  <a:moveTo>
                    <a:pt x="335" y="0"/>
                  </a:moveTo>
                  <a:cubicBezTo>
                    <a:pt x="273" y="0"/>
                    <a:pt x="211" y="23"/>
                    <a:pt x="160" y="74"/>
                  </a:cubicBezTo>
                  <a:cubicBezTo>
                    <a:pt x="1" y="232"/>
                    <a:pt x="113" y="503"/>
                    <a:pt x="337" y="503"/>
                  </a:cubicBezTo>
                  <a:cubicBezTo>
                    <a:pt x="475" y="503"/>
                    <a:pt x="587" y="389"/>
                    <a:pt x="587" y="251"/>
                  </a:cubicBezTo>
                  <a:cubicBezTo>
                    <a:pt x="587" y="100"/>
                    <a:pt x="463"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47"/>
            <p:cNvSpPr/>
            <p:nvPr/>
          </p:nvSpPr>
          <p:spPr>
            <a:xfrm>
              <a:off x="4769975" y="2856900"/>
              <a:ext cx="14700" cy="12575"/>
            </a:xfrm>
            <a:custGeom>
              <a:rect b="b" l="l" r="r" t="t"/>
              <a:pathLst>
                <a:path extrusionOk="0" h="503" w="588">
                  <a:moveTo>
                    <a:pt x="335" y="0"/>
                  </a:moveTo>
                  <a:cubicBezTo>
                    <a:pt x="274" y="0"/>
                    <a:pt x="211" y="23"/>
                    <a:pt x="160" y="75"/>
                  </a:cubicBezTo>
                  <a:cubicBezTo>
                    <a:pt x="1" y="232"/>
                    <a:pt x="113"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47"/>
            <p:cNvSpPr/>
            <p:nvPr/>
          </p:nvSpPr>
          <p:spPr>
            <a:xfrm>
              <a:off x="4770025" y="2935250"/>
              <a:ext cx="14650" cy="12600"/>
            </a:xfrm>
            <a:custGeom>
              <a:rect b="b" l="l" r="r" t="t"/>
              <a:pathLst>
                <a:path extrusionOk="0" h="504" w="586">
                  <a:moveTo>
                    <a:pt x="333" y="0"/>
                  </a:moveTo>
                  <a:cubicBezTo>
                    <a:pt x="271" y="0"/>
                    <a:pt x="209" y="23"/>
                    <a:pt x="158" y="74"/>
                  </a:cubicBezTo>
                  <a:cubicBezTo>
                    <a:pt x="0" y="232"/>
                    <a:pt x="111" y="503"/>
                    <a:pt x="335" y="503"/>
                  </a:cubicBezTo>
                  <a:cubicBezTo>
                    <a:pt x="473" y="503"/>
                    <a:pt x="585" y="391"/>
                    <a:pt x="585" y="251"/>
                  </a:cubicBezTo>
                  <a:cubicBezTo>
                    <a:pt x="585" y="101"/>
                    <a:pt x="461"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47"/>
            <p:cNvSpPr/>
            <p:nvPr/>
          </p:nvSpPr>
          <p:spPr>
            <a:xfrm>
              <a:off x="4770025" y="3013625"/>
              <a:ext cx="14650" cy="12550"/>
            </a:xfrm>
            <a:custGeom>
              <a:rect b="b" l="l" r="r" t="t"/>
              <a:pathLst>
                <a:path extrusionOk="0" h="502" w="586">
                  <a:moveTo>
                    <a:pt x="333" y="0"/>
                  </a:moveTo>
                  <a:cubicBezTo>
                    <a:pt x="271" y="0"/>
                    <a:pt x="209" y="23"/>
                    <a:pt x="158" y="74"/>
                  </a:cubicBezTo>
                  <a:cubicBezTo>
                    <a:pt x="0" y="231"/>
                    <a:pt x="111" y="501"/>
                    <a:pt x="335" y="501"/>
                  </a:cubicBezTo>
                  <a:cubicBezTo>
                    <a:pt x="473" y="501"/>
                    <a:pt x="585" y="389"/>
                    <a:pt x="585" y="251"/>
                  </a:cubicBezTo>
                  <a:cubicBezTo>
                    <a:pt x="585" y="100"/>
                    <a:pt x="461"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7" name="Google Shape;9647;p47"/>
          <p:cNvSpPr/>
          <p:nvPr/>
        </p:nvSpPr>
        <p:spPr>
          <a:xfrm rot="10800000">
            <a:off x="8675045" y="818178"/>
            <a:ext cx="278062" cy="278108"/>
          </a:xfrm>
          <a:custGeom>
            <a:rect b="b" l="l" r="r" t="t"/>
            <a:pathLst>
              <a:path extrusionOk="0" h="6035" w="6034">
                <a:moveTo>
                  <a:pt x="3017" y="0"/>
                </a:moveTo>
                <a:cubicBezTo>
                  <a:pt x="1351" y="0"/>
                  <a:pt x="0" y="1351"/>
                  <a:pt x="0" y="3017"/>
                </a:cubicBezTo>
                <a:cubicBezTo>
                  <a:pt x="0" y="4683"/>
                  <a:pt x="1351" y="6035"/>
                  <a:pt x="3017" y="6035"/>
                </a:cubicBezTo>
                <a:cubicBezTo>
                  <a:pt x="4682" y="6035"/>
                  <a:pt x="6033" y="4683"/>
                  <a:pt x="6033" y="3017"/>
                </a:cubicBezTo>
                <a:cubicBezTo>
                  <a:pt x="6033" y="1351"/>
                  <a:pt x="4682" y="0"/>
                  <a:pt x="30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47"/>
          <p:cNvSpPr txBox="1"/>
          <p:nvPr>
            <p:ph idx="1" type="subTitle"/>
          </p:nvPr>
        </p:nvSpPr>
        <p:spPr>
          <a:xfrm>
            <a:off x="4917378" y="2004851"/>
            <a:ext cx="3427800" cy="488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Poppins SemiBold"/>
              <a:buNone/>
              <a:defRPr sz="1600">
                <a:solidFill>
                  <a:schemeClr val="accent1"/>
                </a:solidFill>
                <a:latin typeface="Poppins SemiBold"/>
                <a:ea typeface="Poppins SemiBold"/>
                <a:cs typeface="Poppins SemiBold"/>
                <a:sym typeface="Poppins SemiBold"/>
              </a:defRPr>
            </a:lvl1pPr>
            <a:lvl2pPr lvl="1" rtl="0" algn="r">
              <a:spcBef>
                <a:spcPts val="0"/>
              </a:spcBef>
              <a:spcAft>
                <a:spcPts val="0"/>
              </a:spcAft>
              <a:buSzPts val="1400"/>
              <a:buNone/>
              <a:defRPr/>
            </a:lvl2pPr>
            <a:lvl3pPr lvl="2" rtl="0" algn="r">
              <a:spcBef>
                <a:spcPts val="1600"/>
              </a:spcBef>
              <a:spcAft>
                <a:spcPts val="0"/>
              </a:spcAft>
              <a:buSzPts val="1400"/>
              <a:buNone/>
              <a:defRPr/>
            </a:lvl3pPr>
            <a:lvl4pPr lvl="3" rtl="0" algn="r">
              <a:spcBef>
                <a:spcPts val="1600"/>
              </a:spcBef>
              <a:spcAft>
                <a:spcPts val="0"/>
              </a:spcAft>
              <a:buSzPts val="1400"/>
              <a:buNone/>
              <a:defRPr/>
            </a:lvl4pPr>
            <a:lvl5pPr lvl="4" rtl="0" algn="r">
              <a:spcBef>
                <a:spcPts val="1600"/>
              </a:spcBef>
              <a:spcAft>
                <a:spcPts val="0"/>
              </a:spcAft>
              <a:buSzPts val="1400"/>
              <a:buNone/>
              <a:defRPr/>
            </a:lvl5pPr>
            <a:lvl6pPr lvl="5" rtl="0" algn="r">
              <a:spcBef>
                <a:spcPts val="1600"/>
              </a:spcBef>
              <a:spcAft>
                <a:spcPts val="0"/>
              </a:spcAft>
              <a:buSzPts val="1400"/>
              <a:buNone/>
              <a:defRPr/>
            </a:lvl6pPr>
            <a:lvl7pPr lvl="6" rtl="0" algn="r">
              <a:spcBef>
                <a:spcPts val="1600"/>
              </a:spcBef>
              <a:spcAft>
                <a:spcPts val="0"/>
              </a:spcAft>
              <a:buSzPts val="1400"/>
              <a:buNone/>
              <a:defRPr/>
            </a:lvl7pPr>
            <a:lvl8pPr lvl="7" rtl="0" algn="r">
              <a:spcBef>
                <a:spcPts val="1600"/>
              </a:spcBef>
              <a:spcAft>
                <a:spcPts val="0"/>
              </a:spcAft>
              <a:buSzPts val="1400"/>
              <a:buNone/>
              <a:defRPr/>
            </a:lvl8pPr>
            <a:lvl9pPr lvl="8" rtl="0" algn="r">
              <a:spcBef>
                <a:spcPts val="1600"/>
              </a:spcBef>
              <a:spcAft>
                <a:spcPts val="1600"/>
              </a:spcAft>
              <a:buSzPts val="1400"/>
              <a:buNone/>
              <a:defRPr/>
            </a:lvl9pPr>
          </a:lstStyle>
          <a:p/>
        </p:txBody>
      </p:sp>
      <p:sp>
        <p:nvSpPr>
          <p:cNvPr id="9649" name="Google Shape;9649;p47"/>
          <p:cNvSpPr txBox="1"/>
          <p:nvPr>
            <p:ph idx="2" type="subTitle"/>
          </p:nvPr>
        </p:nvSpPr>
        <p:spPr>
          <a:xfrm>
            <a:off x="4916950" y="2511650"/>
            <a:ext cx="3428100" cy="130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2000"/>
              <a:buChar char="●"/>
              <a:defRPr/>
            </a:lvl1pPr>
            <a:lvl2pPr lvl="1" rtl="0" algn="r">
              <a:spcBef>
                <a:spcPts val="1600"/>
              </a:spcBef>
              <a:spcAft>
                <a:spcPts val="0"/>
              </a:spcAft>
              <a:buSzPts val="1400"/>
              <a:buFont typeface="Poppins Light"/>
              <a:buChar char="○"/>
              <a:defRPr>
                <a:latin typeface="Poppins Light"/>
                <a:ea typeface="Poppins Light"/>
                <a:cs typeface="Poppins Light"/>
                <a:sym typeface="Poppins Light"/>
              </a:defRPr>
            </a:lvl2pPr>
            <a:lvl3pPr lvl="2" rtl="0" algn="r">
              <a:spcBef>
                <a:spcPts val="1600"/>
              </a:spcBef>
              <a:spcAft>
                <a:spcPts val="0"/>
              </a:spcAft>
              <a:buSzPts val="1400"/>
              <a:buFont typeface="Poppins Light"/>
              <a:buChar char="■"/>
              <a:defRPr>
                <a:latin typeface="Poppins Light"/>
                <a:ea typeface="Poppins Light"/>
                <a:cs typeface="Poppins Light"/>
                <a:sym typeface="Poppins Light"/>
              </a:defRPr>
            </a:lvl3pPr>
            <a:lvl4pPr lvl="3" rtl="0" algn="r">
              <a:spcBef>
                <a:spcPts val="1600"/>
              </a:spcBef>
              <a:spcAft>
                <a:spcPts val="0"/>
              </a:spcAft>
              <a:buSzPts val="1400"/>
              <a:buFont typeface="Poppins Light"/>
              <a:buChar char="●"/>
              <a:defRPr>
                <a:latin typeface="Poppins Light"/>
                <a:ea typeface="Poppins Light"/>
                <a:cs typeface="Poppins Light"/>
                <a:sym typeface="Poppins Light"/>
              </a:defRPr>
            </a:lvl4pPr>
            <a:lvl5pPr lvl="4" rtl="0" algn="r">
              <a:spcBef>
                <a:spcPts val="1600"/>
              </a:spcBef>
              <a:spcAft>
                <a:spcPts val="0"/>
              </a:spcAft>
              <a:buSzPts val="1400"/>
              <a:buFont typeface="Poppins Light"/>
              <a:buChar char="○"/>
              <a:defRPr>
                <a:latin typeface="Poppins Light"/>
                <a:ea typeface="Poppins Light"/>
                <a:cs typeface="Poppins Light"/>
                <a:sym typeface="Poppins Light"/>
              </a:defRPr>
            </a:lvl5pPr>
            <a:lvl6pPr lvl="5" rtl="0" algn="r">
              <a:spcBef>
                <a:spcPts val="1600"/>
              </a:spcBef>
              <a:spcAft>
                <a:spcPts val="0"/>
              </a:spcAft>
              <a:buSzPts val="1400"/>
              <a:buFont typeface="Poppins Light"/>
              <a:buChar char="■"/>
              <a:defRPr>
                <a:latin typeface="Poppins Light"/>
                <a:ea typeface="Poppins Light"/>
                <a:cs typeface="Poppins Light"/>
                <a:sym typeface="Poppins Light"/>
              </a:defRPr>
            </a:lvl6pPr>
            <a:lvl7pPr lvl="6" rtl="0" algn="r">
              <a:spcBef>
                <a:spcPts val="1600"/>
              </a:spcBef>
              <a:spcAft>
                <a:spcPts val="0"/>
              </a:spcAft>
              <a:buSzPts val="1400"/>
              <a:buFont typeface="Poppins Light"/>
              <a:buChar char="●"/>
              <a:defRPr>
                <a:latin typeface="Poppins Light"/>
                <a:ea typeface="Poppins Light"/>
                <a:cs typeface="Poppins Light"/>
                <a:sym typeface="Poppins Light"/>
              </a:defRPr>
            </a:lvl7pPr>
            <a:lvl8pPr lvl="7" rtl="0" algn="r">
              <a:spcBef>
                <a:spcPts val="1600"/>
              </a:spcBef>
              <a:spcAft>
                <a:spcPts val="0"/>
              </a:spcAft>
              <a:buSzPts val="1400"/>
              <a:buFont typeface="Poppins Light"/>
              <a:buChar char="○"/>
              <a:defRPr>
                <a:latin typeface="Poppins Light"/>
                <a:ea typeface="Poppins Light"/>
                <a:cs typeface="Poppins Light"/>
                <a:sym typeface="Poppins Light"/>
              </a:defRPr>
            </a:lvl8pPr>
            <a:lvl9pPr lvl="8" rtl="0" algn="r">
              <a:spcBef>
                <a:spcPts val="1600"/>
              </a:spcBef>
              <a:spcAft>
                <a:spcPts val="1600"/>
              </a:spcAft>
              <a:buSzPts val="1400"/>
              <a:buFont typeface="Poppins Light"/>
              <a:buChar char="■"/>
              <a:defRPr>
                <a:latin typeface="Poppins Light"/>
                <a:ea typeface="Poppins Light"/>
                <a:cs typeface="Poppins Light"/>
                <a:sym typeface="Poppins Light"/>
              </a:defRPr>
            </a:lvl9pPr>
          </a:lstStyle>
          <a:p/>
        </p:txBody>
      </p:sp>
      <p:sp>
        <p:nvSpPr>
          <p:cNvPr id="9650" name="Google Shape;9650;p47"/>
          <p:cNvSpPr txBox="1"/>
          <p:nvPr>
            <p:ph type="title"/>
          </p:nvPr>
        </p:nvSpPr>
        <p:spPr>
          <a:xfrm>
            <a:off x="4917712" y="1346675"/>
            <a:ext cx="34278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a:lvl1pPr>
            <a:lvl2pPr lvl="1" rtl="0" algn="r">
              <a:spcBef>
                <a:spcPts val="0"/>
              </a:spcBef>
              <a:spcAft>
                <a:spcPts val="0"/>
              </a:spcAft>
              <a:buSzPts val="1800"/>
              <a:buNone/>
              <a:defRPr>
                <a:latin typeface="Poppins Light"/>
                <a:ea typeface="Poppins Light"/>
                <a:cs typeface="Poppins Light"/>
                <a:sym typeface="Poppins Light"/>
              </a:defRPr>
            </a:lvl2pPr>
            <a:lvl3pPr lvl="2" rtl="0" algn="r">
              <a:spcBef>
                <a:spcPts val="0"/>
              </a:spcBef>
              <a:spcAft>
                <a:spcPts val="0"/>
              </a:spcAft>
              <a:buSzPts val="1800"/>
              <a:buNone/>
              <a:defRPr>
                <a:latin typeface="Poppins Light"/>
                <a:ea typeface="Poppins Light"/>
                <a:cs typeface="Poppins Light"/>
                <a:sym typeface="Poppins Light"/>
              </a:defRPr>
            </a:lvl3pPr>
            <a:lvl4pPr lvl="3" rtl="0" algn="r">
              <a:spcBef>
                <a:spcPts val="0"/>
              </a:spcBef>
              <a:spcAft>
                <a:spcPts val="0"/>
              </a:spcAft>
              <a:buSzPts val="1800"/>
              <a:buNone/>
              <a:defRPr>
                <a:latin typeface="Poppins Light"/>
                <a:ea typeface="Poppins Light"/>
                <a:cs typeface="Poppins Light"/>
                <a:sym typeface="Poppins Light"/>
              </a:defRPr>
            </a:lvl4pPr>
            <a:lvl5pPr lvl="4" rtl="0" algn="r">
              <a:spcBef>
                <a:spcPts val="0"/>
              </a:spcBef>
              <a:spcAft>
                <a:spcPts val="0"/>
              </a:spcAft>
              <a:buSzPts val="1800"/>
              <a:buNone/>
              <a:defRPr>
                <a:latin typeface="Poppins Light"/>
                <a:ea typeface="Poppins Light"/>
                <a:cs typeface="Poppins Light"/>
                <a:sym typeface="Poppins Light"/>
              </a:defRPr>
            </a:lvl5pPr>
            <a:lvl6pPr lvl="5" rtl="0" algn="r">
              <a:spcBef>
                <a:spcPts val="0"/>
              </a:spcBef>
              <a:spcAft>
                <a:spcPts val="0"/>
              </a:spcAft>
              <a:buSzPts val="1800"/>
              <a:buNone/>
              <a:defRPr>
                <a:latin typeface="Poppins Light"/>
                <a:ea typeface="Poppins Light"/>
                <a:cs typeface="Poppins Light"/>
                <a:sym typeface="Poppins Light"/>
              </a:defRPr>
            </a:lvl6pPr>
            <a:lvl7pPr lvl="6" rtl="0" algn="r">
              <a:spcBef>
                <a:spcPts val="0"/>
              </a:spcBef>
              <a:spcAft>
                <a:spcPts val="0"/>
              </a:spcAft>
              <a:buSzPts val="1800"/>
              <a:buNone/>
              <a:defRPr>
                <a:latin typeface="Poppins Light"/>
                <a:ea typeface="Poppins Light"/>
                <a:cs typeface="Poppins Light"/>
                <a:sym typeface="Poppins Light"/>
              </a:defRPr>
            </a:lvl7pPr>
            <a:lvl8pPr lvl="7" rtl="0" algn="r">
              <a:spcBef>
                <a:spcPts val="0"/>
              </a:spcBef>
              <a:spcAft>
                <a:spcPts val="0"/>
              </a:spcAft>
              <a:buSzPts val="1800"/>
              <a:buNone/>
              <a:defRPr>
                <a:latin typeface="Poppins Light"/>
                <a:ea typeface="Poppins Light"/>
                <a:cs typeface="Poppins Light"/>
                <a:sym typeface="Poppins Light"/>
              </a:defRPr>
            </a:lvl8pPr>
            <a:lvl9pPr lvl="8" rtl="0" algn="r">
              <a:spcBef>
                <a:spcPts val="0"/>
              </a:spcBef>
              <a:spcAft>
                <a:spcPts val="0"/>
              </a:spcAft>
              <a:buSzPts val="1800"/>
              <a:buNone/>
              <a:defRPr>
                <a:latin typeface="Poppins Light"/>
                <a:ea typeface="Poppins Light"/>
                <a:cs typeface="Poppins Light"/>
                <a:sym typeface="Poppins Light"/>
              </a:defRPr>
            </a:lvl9pPr>
          </a:lstStyle>
          <a:p/>
        </p:txBody>
      </p:sp>
      <p:sp>
        <p:nvSpPr>
          <p:cNvPr id="9651" name="Google Shape;9651;p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1">
  <p:cSld name="CUSTOM_23">
    <p:spTree>
      <p:nvGrpSpPr>
        <p:cNvPr id="9652" name="Shape 9652"/>
        <p:cNvGrpSpPr/>
        <p:nvPr/>
      </p:nvGrpSpPr>
      <p:grpSpPr>
        <a:xfrm>
          <a:off x="0" y="0"/>
          <a:ext cx="0" cy="0"/>
          <a:chOff x="0" y="0"/>
          <a:chExt cx="0" cy="0"/>
        </a:xfrm>
      </p:grpSpPr>
      <p:sp>
        <p:nvSpPr>
          <p:cNvPr id="9653" name="Google Shape;9653;p48"/>
          <p:cNvSpPr/>
          <p:nvPr/>
        </p:nvSpPr>
        <p:spPr>
          <a:xfrm>
            <a:off x="1782525" y="0"/>
            <a:ext cx="5579100" cy="3966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48"/>
          <p:cNvSpPr txBox="1"/>
          <p:nvPr>
            <p:ph type="title"/>
          </p:nvPr>
        </p:nvSpPr>
        <p:spPr>
          <a:xfrm>
            <a:off x="2172975" y="1441575"/>
            <a:ext cx="4798200" cy="21972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4800"/>
              <a:buFont typeface="Poppins SemiBold"/>
              <a:buNone/>
              <a:defRPr b="0" sz="6000">
                <a:latin typeface="Poppins SemiBold"/>
                <a:ea typeface="Poppins SemiBold"/>
                <a:cs typeface="Poppins SemiBold"/>
                <a:sym typeface="Poppins SemiBold"/>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9655" name="Google Shape;9655;p48"/>
          <p:cNvGrpSpPr/>
          <p:nvPr/>
        </p:nvGrpSpPr>
        <p:grpSpPr>
          <a:xfrm rot="5400000">
            <a:off x="311651" y="3454951"/>
            <a:ext cx="1136960" cy="1115243"/>
            <a:chOff x="5930025" y="3771375"/>
            <a:chExt cx="668800" cy="656025"/>
          </a:xfrm>
        </p:grpSpPr>
        <p:sp>
          <p:nvSpPr>
            <p:cNvPr id="9656" name="Google Shape;9656;p48"/>
            <p:cNvSpPr/>
            <p:nvPr/>
          </p:nvSpPr>
          <p:spPr>
            <a:xfrm>
              <a:off x="6046675" y="4331700"/>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48"/>
            <p:cNvSpPr/>
            <p:nvPr/>
          </p:nvSpPr>
          <p:spPr>
            <a:xfrm>
              <a:off x="6067350" y="4331700"/>
              <a:ext cx="18250" cy="15650"/>
            </a:xfrm>
            <a:custGeom>
              <a:rect b="b" l="l" r="r" t="t"/>
              <a:pathLst>
                <a:path extrusionOk="0" h="626" w="730">
                  <a:moveTo>
                    <a:pt x="418" y="1"/>
                  </a:moveTo>
                  <a:cubicBezTo>
                    <a:pt x="140" y="1"/>
                    <a:pt x="1" y="337"/>
                    <a:pt x="198" y="534"/>
                  </a:cubicBezTo>
                  <a:cubicBezTo>
                    <a:pt x="261" y="597"/>
                    <a:pt x="339" y="625"/>
                    <a:pt x="415" y="625"/>
                  </a:cubicBezTo>
                  <a:cubicBezTo>
                    <a:pt x="575" y="625"/>
                    <a:pt x="730" y="501"/>
                    <a:pt x="730" y="313"/>
                  </a:cubicBezTo>
                  <a:cubicBezTo>
                    <a:pt x="730" y="140"/>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48"/>
            <p:cNvSpPr/>
            <p:nvPr/>
          </p:nvSpPr>
          <p:spPr>
            <a:xfrm>
              <a:off x="6093325" y="43317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48"/>
            <p:cNvSpPr/>
            <p:nvPr/>
          </p:nvSpPr>
          <p:spPr>
            <a:xfrm>
              <a:off x="6116650" y="43317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48"/>
            <p:cNvSpPr/>
            <p:nvPr/>
          </p:nvSpPr>
          <p:spPr>
            <a:xfrm>
              <a:off x="6139975" y="43317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48"/>
            <p:cNvSpPr/>
            <p:nvPr/>
          </p:nvSpPr>
          <p:spPr>
            <a:xfrm>
              <a:off x="6160650" y="4331700"/>
              <a:ext cx="18300" cy="15650"/>
            </a:xfrm>
            <a:custGeom>
              <a:rect b="b" l="l" r="r" t="t"/>
              <a:pathLst>
                <a:path extrusionOk="0" h="626" w="732">
                  <a:moveTo>
                    <a:pt x="419" y="1"/>
                  </a:moveTo>
                  <a:cubicBezTo>
                    <a:pt x="140" y="1"/>
                    <a:pt x="1" y="337"/>
                    <a:pt x="198" y="534"/>
                  </a:cubicBezTo>
                  <a:cubicBezTo>
                    <a:pt x="261" y="597"/>
                    <a:pt x="339" y="625"/>
                    <a:pt x="416" y="625"/>
                  </a:cubicBezTo>
                  <a:cubicBezTo>
                    <a:pt x="577" y="625"/>
                    <a:pt x="731" y="501"/>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48"/>
            <p:cNvSpPr/>
            <p:nvPr/>
          </p:nvSpPr>
          <p:spPr>
            <a:xfrm>
              <a:off x="6186625" y="43317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48"/>
            <p:cNvSpPr/>
            <p:nvPr/>
          </p:nvSpPr>
          <p:spPr>
            <a:xfrm>
              <a:off x="620995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48"/>
            <p:cNvSpPr/>
            <p:nvPr/>
          </p:nvSpPr>
          <p:spPr>
            <a:xfrm>
              <a:off x="6233275" y="4331700"/>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48"/>
            <p:cNvSpPr/>
            <p:nvPr/>
          </p:nvSpPr>
          <p:spPr>
            <a:xfrm>
              <a:off x="625660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48"/>
            <p:cNvSpPr/>
            <p:nvPr/>
          </p:nvSpPr>
          <p:spPr>
            <a:xfrm>
              <a:off x="6279950" y="43317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48"/>
            <p:cNvSpPr/>
            <p:nvPr/>
          </p:nvSpPr>
          <p:spPr>
            <a:xfrm>
              <a:off x="630325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48"/>
            <p:cNvSpPr/>
            <p:nvPr/>
          </p:nvSpPr>
          <p:spPr>
            <a:xfrm>
              <a:off x="6323950" y="4331700"/>
              <a:ext cx="18300" cy="15625"/>
            </a:xfrm>
            <a:custGeom>
              <a:rect b="b" l="l" r="r" t="t"/>
              <a:pathLst>
                <a:path extrusionOk="0" h="625" w="732">
                  <a:moveTo>
                    <a:pt x="419" y="1"/>
                  </a:moveTo>
                  <a:cubicBezTo>
                    <a:pt x="140" y="1"/>
                    <a:pt x="1" y="337"/>
                    <a:pt x="198" y="533"/>
                  </a:cubicBezTo>
                  <a:cubicBezTo>
                    <a:pt x="261" y="596"/>
                    <a:pt x="340" y="625"/>
                    <a:pt x="417" y="625"/>
                  </a:cubicBezTo>
                  <a:cubicBezTo>
                    <a:pt x="577" y="625"/>
                    <a:pt x="731" y="501"/>
                    <a:pt x="731" y="313"/>
                  </a:cubicBezTo>
                  <a:cubicBezTo>
                    <a:pt x="731" y="140"/>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48"/>
            <p:cNvSpPr/>
            <p:nvPr/>
          </p:nvSpPr>
          <p:spPr>
            <a:xfrm>
              <a:off x="6349900" y="43317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48"/>
            <p:cNvSpPr/>
            <p:nvPr/>
          </p:nvSpPr>
          <p:spPr>
            <a:xfrm>
              <a:off x="637325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48"/>
            <p:cNvSpPr/>
            <p:nvPr/>
          </p:nvSpPr>
          <p:spPr>
            <a:xfrm>
              <a:off x="6396600" y="4331700"/>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48"/>
            <p:cNvSpPr/>
            <p:nvPr/>
          </p:nvSpPr>
          <p:spPr>
            <a:xfrm>
              <a:off x="6419900" y="43317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48"/>
            <p:cNvSpPr/>
            <p:nvPr/>
          </p:nvSpPr>
          <p:spPr>
            <a:xfrm>
              <a:off x="6443250" y="433170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48"/>
            <p:cNvSpPr/>
            <p:nvPr/>
          </p:nvSpPr>
          <p:spPr>
            <a:xfrm>
              <a:off x="6466550" y="43317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48"/>
            <p:cNvSpPr/>
            <p:nvPr/>
          </p:nvSpPr>
          <p:spPr>
            <a:xfrm>
              <a:off x="6023325" y="431170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48"/>
            <p:cNvSpPr/>
            <p:nvPr/>
          </p:nvSpPr>
          <p:spPr>
            <a:xfrm>
              <a:off x="6046675" y="4311700"/>
              <a:ext cx="15625" cy="15625"/>
            </a:xfrm>
            <a:custGeom>
              <a:rect b="b" l="l" r="r" t="t"/>
              <a:pathLst>
                <a:path extrusionOk="0" h="625" w="625">
                  <a:moveTo>
                    <a:pt x="312" y="0"/>
                  </a:moveTo>
                  <a:cubicBezTo>
                    <a:pt x="139" y="0"/>
                    <a:pt x="0" y="140"/>
                    <a:pt x="0" y="313"/>
                  </a:cubicBezTo>
                  <a:cubicBezTo>
                    <a:pt x="0" y="485"/>
                    <a:pt x="139"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48"/>
            <p:cNvSpPr/>
            <p:nvPr/>
          </p:nvSpPr>
          <p:spPr>
            <a:xfrm>
              <a:off x="6067350" y="4311700"/>
              <a:ext cx="18250" cy="15650"/>
            </a:xfrm>
            <a:custGeom>
              <a:rect b="b" l="l" r="r" t="t"/>
              <a:pathLst>
                <a:path extrusionOk="0" h="626" w="730">
                  <a:moveTo>
                    <a:pt x="418" y="0"/>
                  </a:moveTo>
                  <a:cubicBezTo>
                    <a:pt x="140" y="0"/>
                    <a:pt x="1" y="337"/>
                    <a:pt x="198" y="534"/>
                  </a:cubicBezTo>
                  <a:cubicBezTo>
                    <a:pt x="261" y="597"/>
                    <a:pt x="339" y="625"/>
                    <a:pt x="415" y="625"/>
                  </a:cubicBezTo>
                  <a:cubicBezTo>
                    <a:pt x="575" y="625"/>
                    <a:pt x="730" y="500"/>
                    <a:pt x="730" y="313"/>
                  </a:cubicBezTo>
                  <a:cubicBezTo>
                    <a:pt x="730" y="140"/>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48"/>
            <p:cNvSpPr/>
            <p:nvPr/>
          </p:nvSpPr>
          <p:spPr>
            <a:xfrm>
              <a:off x="6093325" y="431170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48"/>
            <p:cNvSpPr/>
            <p:nvPr/>
          </p:nvSpPr>
          <p:spPr>
            <a:xfrm>
              <a:off x="6116650" y="431170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48"/>
            <p:cNvSpPr/>
            <p:nvPr/>
          </p:nvSpPr>
          <p:spPr>
            <a:xfrm>
              <a:off x="6139975" y="431170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48"/>
            <p:cNvSpPr/>
            <p:nvPr/>
          </p:nvSpPr>
          <p:spPr>
            <a:xfrm>
              <a:off x="6160650" y="4311700"/>
              <a:ext cx="18300" cy="15650"/>
            </a:xfrm>
            <a:custGeom>
              <a:rect b="b" l="l" r="r" t="t"/>
              <a:pathLst>
                <a:path extrusionOk="0" h="626" w="732">
                  <a:moveTo>
                    <a:pt x="419" y="0"/>
                  </a:moveTo>
                  <a:cubicBezTo>
                    <a:pt x="140" y="0"/>
                    <a:pt x="1" y="337"/>
                    <a:pt x="198" y="534"/>
                  </a:cubicBezTo>
                  <a:cubicBezTo>
                    <a:pt x="261" y="597"/>
                    <a:pt x="339" y="625"/>
                    <a:pt x="416" y="625"/>
                  </a:cubicBezTo>
                  <a:cubicBezTo>
                    <a:pt x="577" y="625"/>
                    <a:pt x="731" y="500"/>
                    <a:pt x="731" y="313"/>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48"/>
            <p:cNvSpPr/>
            <p:nvPr/>
          </p:nvSpPr>
          <p:spPr>
            <a:xfrm>
              <a:off x="6186625" y="431170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48"/>
            <p:cNvSpPr/>
            <p:nvPr/>
          </p:nvSpPr>
          <p:spPr>
            <a:xfrm>
              <a:off x="6067350" y="4351725"/>
              <a:ext cx="18250" cy="15650"/>
            </a:xfrm>
            <a:custGeom>
              <a:rect b="b" l="l" r="r" t="t"/>
              <a:pathLst>
                <a:path extrusionOk="0" h="626" w="730">
                  <a:moveTo>
                    <a:pt x="418" y="0"/>
                  </a:moveTo>
                  <a:cubicBezTo>
                    <a:pt x="140" y="0"/>
                    <a:pt x="1" y="337"/>
                    <a:pt x="198" y="534"/>
                  </a:cubicBezTo>
                  <a:cubicBezTo>
                    <a:pt x="261" y="597"/>
                    <a:pt x="339" y="625"/>
                    <a:pt x="416" y="625"/>
                  </a:cubicBezTo>
                  <a:cubicBezTo>
                    <a:pt x="576" y="625"/>
                    <a:pt x="730" y="501"/>
                    <a:pt x="730" y="312"/>
                  </a:cubicBezTo>
                  <a:cubicBezTo>
                    <a:pt x="730" y="139"/>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48"/>
            <p:cNvSpPr/>
            <p:nvPr/>
          </p:nvSpPr>
          <p:spPr>
            <a:xfrm>
              <a:off x="6093325" y="4351725"/>
              <a:ext cx="15625" cy="15625"/>
            </a:xfrm>
            <a:custGeom>
              <a:rect b="b" l="l" r="r" t="t"/>
              <a:pathLst>
                <a:path extrusionOk="0" h="625" w="625">
                  <a:moveTo>
                    <a:pt x="312" y="0"/>
                  </a:moveTo>
                  <a:cubicBezTo>
                    <a:pt x="140" y="0"/>
                    <a:pt x="0" y="139"/>
                    <a:pt x="0" y="312"/>
                  </a:cubicBezTo>
                  <a:cubicBezTo>
                    <a:pt x="0" y="485"/>
                    <a:pt x="140" y="625"/>
                    <a:pt x="312" y="625"/>
                  </a:cubicBezTo>
                  <a:cubicBezTo>
                    <a:pt x="485" y="625"/>
                    <a:pt x="625" y="485"/>
                    <a:pt x="625" y="312"/>
                  </a:cubicBezTo>
                  <a:cubicBezTo>
                    <a:pt x="625" y="139"/>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48"/>
            <p:cNvSpPr/>
            <p:nvPr/>
          </p:nvSpPr>
          <p:spPr>
            <a:xfrm>
              <a:off x="6116650" y="4351725"/>
              <a:ext cx="15650" cy="15625"/>
            </a:xfrm>
            <a:custGeom>
              <a:rect b="b" l="l" r="r" t="t"/>
              <a:pathLst>
                <a:path extrusionOk="0" h="625" w="626">
                  <a:moveTo>
                    <a:pt x="313" y="0"/>
                  </a:moveTo>
                  <a:cubicBezTo>
                    <a:pt x="140" y="0"/>
                    <a:pt x="1" y="139"/>
                    <a:pt x="1" y="312"/>
                  </a:cubicBezTo>
                  <a:cubicBezTo>
                    <a:pt x="1" y="485"/>
                    <a:pt x="140" y="625"/>
                    <a:pt x="313" y="625"/>
                  </a:cubicBezTo>
                  <a:cubicBezTo>
                    <a:pt x="484" y="625"/>
                    <a:pt x="625" y="485"/>
                    <a:pt x="625" y="312"/>
                  </a:cubicBezTo>
                  <a:cubicBezTo>
                    <a:pt x="625" y="139"/>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48"/>
            <p:cNvSpPr/>
            <p:nvPr/>
          </p:nvSpPr>
          <p:spPr>
            <a:xfrm>
              <a:off x="6139975" y="4351725"/>
              <a:ext cx="15625" cy="15625"/>
            </a:xfrm>
            <a:custGeom>
              <a:rect b="b" l="l" r="r" t="t"/>
              <a:pathLst>
                <a:path extrusionOk="0" h="625" w="625">
                  <a:moveTo>
                    <a:pt x="312" y="0"/>
                  </a:moveTo>
                  <a:cubicBezTo>
                    <a:pt x="140" y="0"/>
                    <a:pt x="0" y="139"/>
                    <a:pt x="0" y="312"/>
                  </a:cubicBezTo>
                  <a:cubicBezTo>
                    <a:pt x="0" y="485"/>
                    <a:pt x="140" y="625"/>
                    <a:pt x="312" y="625"/>
                  </a:cubicBezTo>
                  <a:cubicBezTo>
                    <a:pt x="485" y="625"/>
                    <a:pt x="625" y="485"/>
                    <a:pt x="625" y="312"/>
                  </a:cubicBezTo>
                  <a:cubicBezTo>
                    <a:pt x="625" y="139"/>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48"/>
            <p:cNvSpPr/>
            <p:nvPr/>
          </p:nvSpPr>
          <p:spPr>
            <a:xfrm>
              <a:off x="6160650" y="4351725"/>
              <a:ext cx="18300" cy="15650"/>
            </a:xfrm>
            <a:custGeom>
              <a:rect b="b" l="l" r="r" t="t"/>
              <a:pathLst>
                <a:path extrusionOk="0" h="626" w="732">
                  <a:moveTo>
                    <a:pt x="419" y="0"/>
                  </a:moveTo>
                  <a:cubicBezTo>
                    <a:pt x="140" y="0"/>
                    <a:pt x="1" y="337"/>
                    <a:pt x="198" y="534"/>
                  </a:cubicBezTo>
                  <a:cubicBezTo>
                    <a:pt x="261" y="597"/>
                    <a:pt x="340" y="625"/>
                    <a:pt x="417" y="625"/>
                  </a:cubicBezTo>
                  <a:cubicBezTo>
                    <a:pt x="577" y="625"/>
                    <a:pt x="731" y="501"/>
                    <a:pt x="731" y="312"/>
                  </a:cubicBezTo>
                  <a:cubicBezTo>
                    <a:pt x="731" y="139"/>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48"/>
            <p:cNvSpPr/>
            <p:nvPr/>
          </p:nvSpPr>
          <p:spPr>
            <a:xfrm>
              <a:off x="6186625" y="4351725"/>
              <a:ext cx="15625" cy="15625"/>
            </a:xfrm>
            <a:custGeom>
              <a:rect b="b" l="l" r="r" t="t"/>
              <a:pathLst>
                <a:path extrusionOk="0" h="625" w="625">
                  <a:moveTo>
                    <a:pt x="312" y="0"/>
                  </a:moveTo>
                  <a:cubicBezTo>
                    <a:pt x="140" y="0"/>
                    <a:pt x="0" y="139"/>
                    <a:pt x="0" y="312"/>
                  </a:cubicBezTo>
                  <a:cubicBezTo>
                    <a:pt x="0" y="485"/>
                    <a:pt x="140" y="625"/>
                    <a:pt x="312" y="625"/>
                  </a:cubicBezTo>
                  <a:cubicBezTo>
                    <a:pt x="485" y="625"/>
                    <a:pt x="625" y="485"/>
                    <a:pt x="625" y="312"/>
                  </a:cubicBezTo>
                  <a:cubicBezTo>
                    <a:pt x="625" y="139"/>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48"/>
            <p:cNvSpPr/>
            <p:nvPr/>
          </p:nvSpPr>
          <p:spPr>
            <a:xfrm>
              <a:off x="620995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48"/>
            <p:cNvSpPr/>
            <p:nvPr/>
          </p:nvSpPr>
          <p:spPr>
            <a:xfrm>
              <a:off x="6233275" y="4351725"/>
              <a:ext cx="15625" cy="15625"/>
            </a:xfrm>
            <a:custGeom>
              <a:rect b="b" l="l" r="r" t="t"/>
              <a:pathLst>
                <a:path extrusionOk="0" h="625" w="625">
                  <a:moveTo>
                    <a:pt x="312" y="0"/>
                  </a:moveTo>
                  <a:cubicBezTo>
                    <a:pt x="141" y="0"/>
                    <a:pt x="0" y="139"/>
                    <a:pt x="0" y="312"/>
                  </a:cubicBezTo>
                  <a:cubicBezTo>
                    <a:pt x="0" y="485"/>
                    <a:pt x="141" y="625"/>
                    <a:pt x="312" y="625"/>
                  </a:cubicBezTo>
                  <a:cubicBezTo>
                    <a:pt x="485" y="625"/>
                    <a:pt x="625" y="485"/>
                    <a:pt x="625" y="312"/>
                  </a:cubicBezTo>
                  <a:cubicBezTo>
                    <a:pt x="625" y="139"/>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48"/>
            <p:cNvSpPr/>
            <p:nvPr/>
          </p:nvSpPr>
          <p:spPr>
            <a:xfrm>
              <a:off x="625660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48"/>
            <p:cNvSpPr/>
            <p:nvPr/>
          </p:nvSpPr>
          <p:spPr>
            <a:xfrm>
              <a:off x="6279950" y="4351725"/>
              <a:ext cx="15650" cy="15625"/>
            </a:xfrm>
            <a:custGeom>
              <a:rect b="b" l="l" r="r" t="t"/>
              <a:pathLst>
                <a:path extrusionOk="0" h="625" w="626">
                  <a:moveTo>
                    <a:pt x="313" y="0"/>
                  </a:moveTo>
                  <a:cubicBezTo>
                    <a:pt x="140" y="0"/>
                    <a:pt x="1" y="139"/>
                    <a:pt x="1" y="312"/>
                  </a:cubicBezTo>
                  <a:cubicBezTo>
                    <a:pt x="1" y="485"/>
                    <a:pt x="140" y="625"/>
                    <a:pt x="313" y="625"/>
                  </a:cubicBezTo>
                  <a:cubicBezTo>
                    <a:pt x="484" y="625"/>
                    <a:pt x="625" y="485"/>
                    <a:pt x="625" y="312"/>
                  </a:cubicBezTo>
                  <a:cubicBezTo>
                    <a:pt x="625" y="139"/>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48"/>
            <p:cNvSpPr/>
            <p:nvPr/>
          </p:nvSpPr>
          <p:spPr>
            <a:xfrm>
              <a:off x="630325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48"/>
            <p:cNvSpPr/>
            <p:nvPr/>
          </p:nvSpPr>
          <p:spPr>
            <a:xfrm>
              <a:off x="6323950" y="4351725"/>
              <a:ext cx="18300" cy="15650"/>
            </a:xfrm>
            <a:custGeom>
              <a:rect b="b" l="l" r="r" t="t"/>
              <a:pathLst>
                <a:path extrusionOk="0" h="626" w="732">
                  <a:moveTo>
                    <a:pt x="419" y="0"/>
                  </a:moveTo>
                  <a:cubicBezTo>
                    <a:pt x="140" y="0"/>
                    <a:pt x="1" y="337"/>
                    <a:pt x="198" y="534"/>
                  </a:cubicBezTo>
                  <a:cubicBezTo>
                    <a:pt x="261" y="597"/>
                    <a:pt x="340" y="625"/>
                    <a:pt x="416" y="625"/>
                  </a:cubicBezTo>
                  <a:cubicBezTo>
                    <a:pt x="577" y="625"/>
                    <a:pt x="731" y="501"/>
                    <a:pt x="731" y="312"/>
                  </a:cubicBezTo>
                  <a:cubicBezTo>
                    <a:pt x="731" y="139"/>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48"/>
            <p:cNvSpPr/>
            <p:nvPr/>
          </p:nvSpPr>
          <p:spPr>
            <a:xfrm>
              <a:off x="6349900" y="4351725"/>
              <a:ext cx="15650" cy="15625"/>
            </a:xfrm>
            <a:custGeom>
              <a:rect b="b" l="l" r="r" t="t"/>
              <a:pathLst>
                <a:path extrusionOk="0" h="625" w="626">
                  <a:moveTo>
                    <a:pt x="313" y="0"/>
                  </a:moveTo>
                  <a:cubicBezTo>
                    <a:pt x="142" y="0"/>
                    <a:pt x="1" y="139"/>
                    <a:pt x="1" y="312"/>
                  </a:cubicBezTo>
                  <a:cubicBezTo>
                    <a:pt x="1" y="485"/>
                    <a:pt x="142" y="625"/>
                    <a:pt x="313" y="625"/>
                  </a:cubicBezTo>
                  <a:cubicBezTo>
                    <a:pt x="486" y="625"/>
                    <a:pt x="625" y="485"/>
                    <a:pt x="625" y="312"/>
                  </a:cubicBezTo>
                  <a:cubicBezTo>
                    <a:pt x="625" y="139"/>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48"/>
            <p:cNvSpPr/>
            <p:nvPr/>
          </p:nvSpPr>
          <p:spPr>
            <a:xfrm>
              <a:off x="637325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48"/>
            <p:cNvSpPr/>
            <p:nvPr/>
          </p:nvSpPr>
          <p:spPr>
            <a:xfrm>
              <a:off x="6396600" y="4351725"/>
              <a:ext cx="15625" cy="15625"/>
            </a:xfrm>
            <a:custGeom>
              <a:rect b="b" l="l" r="r" t="t"/>
              <a:pathLst>
                <a:path extrusionOk="0" h="625" w="625">
                  <a:moveTo>
                    <a:pt x="313" y="0"/>
                  </a:moveTo>
                  <a:cubicBezTo>
                    <a:pt x="140" y="0"/>
                    <a:pt x="0" y="139"/>
                    <a:pt x="0" y="312"/>
                  </a:cubicBezTo>
                  <a:cubicBezTo>
                    <a:pt x="0" y="485"/>
                    <a:pt x="140" y="625"/>
                    <a:pt x="313" y="625"/>
                  </a:cubicBezTo>
                  <a:cubicBezTo>
                    <a:pt x="484" y="625"/>
                    <a:pt x="625" y="485"/>
                    <a:pt x="625" y="312"/>
                  </a:cubicBezTo>
                  <a:cubicBezTo>
                    <a:pt x="625" y="139"/>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48"/>
            <p:cNvSpPr/>
            <p:nvPr/>
          </p:nvSpPr>
          <p:spPr>
            <a:xfrm>
              <a:off x="6419900" y="4351725"/>
              <a:ext cx="15650" cy="15625"/>
            </a:xfrm>
            <a:custGeom>
              <a:rect b="b" l="l" r="r" t="t"/>
              <a:pathLst>
                <a:path extrusionOk="0" h="625" w="626">
                  <a:moveTo>
                    <a:pt x="313" y="0"/>
                  </a:moveTo>
                  <a:cubicBezTo>
                    <a:pt x="140" y="0"/>
                    <a:pt x="1" y="139"/>
                    <a:pt x="1" y="312"/>
                  </a:cubicBezTo>
                  <a:cubicBezTo>
                    <a:pt x="1" y="485"/>
                    <a:pt x="140" y="625"/>
                    <a:pt x="313" y="625"/>
                  </a:cubicBezTo>
                  <a:cubicBezTo>
                    <a:pt x="486" y="625"/>
                    <a:pt x="625" y="485"/>
                    <a:pt x="625" y="312"/>
                  </a:cubicBezTo>
                  <a:cubicBezTo>
                    <a:pt x="625" y="139"/>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48"/>
            <p:cNvSpPr/>
            <p:nvPr/>
          </p:nvSpPr>
          <p:spPr>
            <a:xfrm>
              <a:off x="6443250" y="4351725"/>
              <a:ext cx="15625" cy="15625"/>
            </a:xfrm>
            <a:custGeom>
              <a:rect b="b" l="l" r="r" t="t"/>
              <a:pathLst>
                <a:path extrusionOk="0" h="625" w="625">
                  <a:moveTo>
                    <a:pt x="313" y="0"/>
                  </a:moveTo>
                  <a:cubicBezTo>
                    <a:pt x="140" y="0"/>
                    <a:pt x="0" y="139"/>
                    <a:pt x="0" y="312"/>
                  </a:cubicBezTo>
                  <a:cubicBezTo>
                    <a:pt x="0" y="485"/>
                    <a:pt x="140" y="625"/>
                    <a:pt x="313" y="625"/>
                  </a:cubicBezTo>
                  <a:cubicBezTo>
                    <a:pt x="485" y="625"/>
                    <a:pt x="625" y="485"/>
                    <a:pt x="625" y="312"/>
                  </a:cubicBezTo>
                  <a:cubicBezTo>
                    <a:pt x="625" y="139"/>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48"/>
            <p:cNvSpPr/>
            <p:nvPr/>
          </p:nvSpPr>
          <p:spPr>
            <a:xfrm>
              <a:off x="620995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48"/>
            <p:cNvSpPr/>
            <p:nvPr/>
          </p:nvSpPr>
          <p:spPr>
            <a:xfrm>
              <a:off x="6233275" y="4311700"/>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48"/>
            <p:cNvSpPr/>
            <p:nvPr/>
          </p:nvSpPr>
          <p:spPr>
            <a:xfrm>
              <a:off x="625660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48"/>
            <p:cNvSpPr/>
            <p:nvPr/>
          </p:nvSpPr>
          <p:spPr>
            <a:xfrm>
              <a:off x="6279950" y="431170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48"/>
            <p:cNvSpPr/>
            <p:nvPr/>
          </p:nvSpPr>
          <p:spPr>
            <a:xfrm>
              <a:off x="630325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48"/>
            <p:cNvSpPr/>
            <p:nvPr/>
          </p:nvSpPr>
          <p:spPr>
            <a:xfrm>
              <a:off x="6323950" y="4311700"/>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48"/>
            <p:cNvSpPr/>
            <p:nvPr/>
          </p:nvSpPr>
          <p:spPr>
            <a:xfrm>
              <a:off x="6349900" y="431170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48"/>
            <p:cNvSpPr/>
            <p:nvPr/>
          </p:nvSpPr>
          <p:spPr>
            <a:xfrm>
              <a:off x="637325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48"/>
            <p:cNvSpPr/>
            <p:nvPr/>
          </p:nvSpPr>
          <p:spPr>
            <a:xfrm>
              <a:off x="6396600" y="4311700"/>
              <a:ext cx="15625" cy="15625"/>
            </a:xfrm>
            <a:custGeom>
              <a:rect b="b" l="l" r="r" t="t"/>
              <a:pathLst>
                <a:path extrusionOk="0" h="625" w="625">
                  <a:moveTo>
                    <a:pt x="313" y="0"/>
                  </a:moveTo>
                  <a:cubicBezTo>
                    <a:pt x="140" y="0"/>
                    <a:pt x="0" y="140"/>
                    <a:pt x="0" y="313"/>
                  </a:cubicBezTo>
                  <a:cubicBezTo>
                    <a:pt x="0" y="485"/>
                    <a:pt x="140" y="625"/>
                    <a:pt x="313" y="625"/>
                  </a:cubicBezTo>
                  <a:cubicBezTo>
                    <a:pt x="484" y="625"/>
                    <a:pt x="625" y="485"/>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48"/>
            <p:cNvSpPr/>
            <p:nvPr/>
          </p:nvSpPr>
          <p:spPr>
            <a:xfrm>
              <a:off x="6419900" y="431170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48"/>
            <p:cNvSpPr/>
            <p:nvPr/>
          </p:nvSpPr>
          <p:spPr>
            <a:xfrm>
              <a:off x="6443250" y="431170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48"/>
            <p:cNvSpPr/>
            <p:nvPr/>
          </p:nvSpPr>
          <p:spPr>
            <a:xfrm>
              <a:off x="6466550" y="431170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48"/>
            <p:cNvSpPr/>
            <p:nvPr/>
          </p:nvSpPr>
          <p:spPr>
            <a:xfrm>
              <a:off x="6487275" y="4311700"/>
              <a:ext cx="18250" cy="15650"/>
            </a:xfrm>
            <a:custGeom>
              <a:rect b="b" l="l" r="r" t="t"/>
              <a:pathLst>
                <a:path extrusionOk="0" h="626" w="730">
                  <a:moveTo>
                    <a:pt x="418" y="0"/>
                  </a:moveTo>
                  <a:cubicBezTo>
                    <a:pt x="139" y="0"/>
                    <a:pt x="1" y="337"/>
                    <a:pt x="196" y="534"/>
                  </a:cubicBezTo>
                  <a:cubicBezTo>
                    <a:pt x="260" y="597"/>
                    <a:pt x="338" y="625"/>
                    <a:pt x="415" y="625"/>
                  </a:cubicBezTo>
                  <a:cubicBezTo>
                    <a:pt x="575" y="625"/>
                    <a:pt x="730" y="500"/>
                    <a:pt x="730" y="313"/>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48"/>
            <p:cNvSpPr/>
            <p:nvPr/>
          </p:nvSpPr>
          <p:spPr>
            <a:xfrm>
              <a:off x="5999975" y="429167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48"/>
            <p:cNvSpPr/>
            <p:nvPr/>
          </p:nvSpPr>
          <p:spPr>
            <a:xfrm>
              <a:off x="6023325" y="42916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48"/>
            <p:cNvSpPr/>
            <p:nvPr/>
          </p:nvSpPr>
          <p:spPr>
            <a:xfrm>
              <a:off x="6046675" y="429167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48"/>
            <p:cNvSpPr/>
            <p:nvPr/>
          </p:nvSpPr>
          <p:spPr>
            <a:xfrm>
              <a:off x="6067350" y="4291675"/>
              <a:ext cx="18250" cy="15675"/>
            </a:xfrm>
            <a:custGeom>
              <a:rect b="b" l="l" r="r" t="t"/>
              <a:pathLst>
                <a:path extrusionOk="0" h="627" w="730">
                  <a:moveTo>
                    <a:pt x="418" y="1"/>
                  </a:moveTo>
                  <a:cubicBezTo>
                    <a:pt x="140" y="1"/>
                    <a:pt x="1" y="337"/>
                    <a:pt x="198" y="534"/>
                  </a:cubicBezTo>
                  <a:cubicBezTo>
                    <a:pt x="261" y="598"/>
                    <a:pt x="339" y="626"/>
                    <a:pt x="416" y="626"/>
                  </a:cubicBezTo>
                  <a:cubicBezTo>
                    <a:pt x="576" y="626"/>
                    <a:pt x="730" y="502"/>
                    <a:pt x="730" y="313"/>
                  </a:cubicBezTo>
                  <a:cubicBezTo>
                    <a:pt x="730" y="140"/>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48"/>
            <p:cNvSpPr/>
            <p:nvPr/>
          </p:nvSpPr>
          <p:spPr>
            <a:xfrm>
              <a:off x="6093325" y="42916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48"/>
            <p:cNvSpPr/>
            <p:nvPr/>
          </p:nvSpPr>
          <p:spPr>
            <a:xfrm>
              <a:off x="6116650" y="42916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48"/>
            <p:cNvSpPr/>
            <p:nvPr/>
          </p:nvSpPr>
          <p:spPr>
            <a:xfrm>
              <a:off x="6139975" y="42916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48"/>
            <p:cNvSpPr/>
            <p:nvPr/>
          </p:nvSpPr>
          <p:spPr>
            <a:xfrm>
              <a:off x="6160650" y="4291675"/>
              <a:ext cx="18300" cy="15675"/>
            </a:xfrm>
            <a:custGeom>
              <a:rect b="b" l="l" r="r" t="t"/>
              <a:pathLst>
                <a:path extrusionOk="0" h="627" w="732">
                  <a:moveTo>
                    <a:pt x="419" y="1"/>
                  </a:moveTo>
                  <a:cubicBezTo>
                    <a:pt x="140" y="1"/>
                    <a:pt x="1" y="337"/>
                    <a:pt x="198" y="534"/>
                  </a:cubicBezTo>
                  <a:cubicBezTo>
                    <a:pt x="261" y="598"/>
                    <a:pt x="340" y="626"/>
                    <a:pt x="417" y="626"/>
                  </a:cubicBezTo>
                  <a:cubicBezTo>
                    <a:pt x="577" y="626"/>
                    <a:pt x="731" y="502"/>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48"/>
            <p:cNvSpPr/>
            <p:nvPr/>
          </p:nvSpPr>
          <p:spPr>
            <a:xfrm>
              <a:off x="6186625" y="42916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48"/>
            <p:cNvSpPr/>
            <p:nvPr/>
          </p:nvSpPr>
          <p:spPr>
            <a:xfrm>
              <a:off x="620995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48"/>
            <p:cNvSpPr/>
            <p:nvPr/>
          </p:nvSpPr>
          <p:spPr>
            <a:xfrm>
              <a:off x="6233275" y="429167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48"/>
            <p:cNvSpPr/>
            <p:nvPr/>
          </p:nvSpPr>
          <p:spPr>
            <a:xfrm>
              <a:off x="625660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48"/>
            <p:cNvSpPr/>
            <p:nvPr/>
          </p:nvSpPr>
          <p:spPr>
            <a:xfrm>
              <a:off x="6279950" y="42916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48"/>
            <p:cNvSpPr/>
            <p:nvPr/>
          </p:nvSpPr>
          <p:spPr>
            <a:xfrm>
              <a:off x="630325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48"/>
            <p:cNvSpPr/>
            <p:nvPr/>
          </p:nvSpPr>
          <p:spPr>
            <a:xfrm>
              <a:off x="6323950" y="4291675"/>
              <a:ext cx="18300" cy="15675"/>
            </a:xfrm>
            <a:custGeom>
              <a:rect b="b" l="l" r="r" t="t"/>
              <a:pathLst>
                <a:path extrusionOk="0" h="627" w="732">
                  <a:moveTo>
                    <a:pt x="419" y="1"/>
                  </a:moveTo>
                  <a:cubicBezTo>
                    <a:pt x="140" y="1"/>
                    <a:pt x="1" y="337"/>
                    <a:pt x="198" y="534"/>
                  </a:cubicBezTo>
                  <a:cubicBezTo>
                    <a:pt x="261" y="598"/>
                    <a:pt x="340" y="626"/>
                    <a:pt x="416" y="626"/>
                  </a:cubicBezTo>
                  <a:cubicBezTo>
                    <a:pt x="577" y="626"/>
                    <a:pt x="731" y="502"/>
                    <a:pt x="731" y="313"/>
                  </a:cubicBezTo>
                  <a:cubicBezTo>
                    <a:pt x="731" y="140"/>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48"/>
            <p:cNvSpPr/>
            <p:nvPr/>
          </p:nvSpPr>
          <p:spPr>
            <a:xfrm>
              <a:off x="6349900" y="42916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48"/>
            <p:cNvSpPr/>
            <p:nvPr/>
          </p:nvSpPr>
          <p:spPr>
            <a:xfrm>
              <a:off x="637325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48"/>
            <p:cNvSpPr/>
            <p:nvPr/>
          </p:nvSpPr>
          <p:spPr>
            <a:xfrm>
              <a:off x="6396600" y="429167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48"/>
            <p:cNvSpPr/>
            <p:nvPr/>
          </p:nvSpPr>
          <p:spPr>
            <a:xfrm>
              <a:off x="6419900" y="42916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48"/>
            <p:cNvSpPr/>
            <p:nvPr/>
          </p:nvSpPr>
          <p:spPr>
            <a:xfrm>
              <a:off x="6443250" y="42916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48"/>
            <p:cNvSpPr/>
            <p:nvPr/>
          </p:nvSpPr>
          <p:spPr>
            <a:xfrm>
              <a:off x="6466550" y="42916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48"/>
            <p:cNvSpPr/>
            <p:nvPr/>
          </p:nvSpPr>
          <p:spPr>
            <a:xfrm>
              <a:off x="6487275" y="4291675"/>
              <a:ext cx="18250" cy="15675"/>
            </a:xfrm>
            <a:custGeom>
              <a:rect b="b" l="l" r="r" t="t"/>
              <a:pathLst>
                <a:path extrusionOk="0" h="627" w="730">
                  <a:moveTo>
                    <a:pt x="418" y="1"/>
                  </a:moveTo>
                  <a:cubicBezTo>
                    <a:pt x="139" y="1"/>
                    <a:pt x="1" y="337"/>
                    <a:pt x="196" y="534"/>
                  </a:cubicBezTo>
                  <a:cubicBezTo>
                    <a:pt x="260" y="598"/>
                    <a:pt x="338" y="626"/>
                    <a:pt x="415" y="626"/>
                  </a:cubicBezTo>
                  <a:cubicBezTo>
                    <a:pt x="576" y="626"/>
                    <a:pt x="730" y="502"/>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48"/>
            <p:cNvSpPr/>
            <p:nvPr/>
          </p:nvSpPr>
          <p:spPr>
            <a:xfrm>
              <a:off x="6513250" y="429167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48"/>
            <p:cNvSpPr/>
            <p:nvPr/>
          </p:nvSpPr>
          <p:spPr>
            <a:xfrm>
              <a:off x="5999975" y="4271675"/>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48"/>
            <p:cNvSpPr/>
            <p:nvPr/>
          </p:nvSpPr>
          <p:spPr>
            <a:xfrm>
              <a:off x="6023325" y="4271675"/>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48"/>
            <p:cNvSpPr/>
            <p:nvPr/>
          </p:nvSpPr>
          <p:spPr>
            <a:xfrm>
              <a:off x="6046675" y="4271675"/>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48"/>
            <p:cNvSpPr/>
            <p:nvPr/>
          </p:nvSpPr>
          <p:spPr>
            <a:xfrm>
              <a:off x="6067350" y="4271675"/>
              <a:ext cx="18250" cy="15625"/>
            </a:xfrm>
            <a:custGeom>
              <a:rect b="b" l="l" r="r" t="t"/>
              <a:pathLst>
                <a:path extrusionOk="0" h="625" w="730">
                  <a:moveTo>
                    <a:pt x="418" y="1"/>
                  </a:moveTo>
                  <a:cubicBezTo>
                    <a:pt x="140" y="1"/>
                    <a:pt x="1" y="337"/>
                    <a:pt x="198" y="533"/>
                  </a:cubicBezTo>
                  <a:cubicBezTo>
                    <a:pt x="261" y="596"/>
                    <a:pt x="339" y="625"/>
                    <a:pt x="416" y="625"/>
                  </a:cubicBezTo>
                  <a:cubicBezTo>
                    <a:pt x="576" y="625"/>
                    <a:pt x="730" y="500"/>
                    <a:pt x="730" y="313"/>
                  </a:cubicBezTo>
                  <a:cubicBezTo>
                    <a:pt x="730" y="140"/>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48"/>
            <p:cNvSpPr/>
            <p:nvPr/>
          </p:nvSpPr>
          <p:spPr>
            <a:xfrm>
              <a:off x="6093325" y="4271675"/>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48"/>
            <p:cNvSpPr/>
            <p:nvPr/>
          </p:nvSpPr>
          <p:spPr>
            <a:xfrm>
              <a:off x="6116650" y="4271675"/>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48"/>
            <p:cNvSpPr/>
            <p:nvPr/>
          </p:nvSpPr>
          <p:spPr>
            <a:xfrm>
              <a:off x="6139975" y="4271675"/>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48"/>
            <p:cNvSpPr/>
            <p:nvPr/>
          </p:nvSpPr>
          <p:spPr>
            <a:xfrm>
              <a:off x="6160650" y="4271675"/>
              <a:ext cx="18300" cy="15625"/>
            </a:xfrm>
            <a:custGeom>
              <a:rect b="b" l="l" r="r" t="t"/>
              <a:pathLst>
                <a:path extrusionOk="0" h="625" w="732">
                  <a:moveTo>
                    <a:pt x="419" y="1"/>
                  </a:moveTo>
                  <a:cubicBezTo>
                    <a:pt x="140" y="1"/>
                    <a:pt x="1" y="337"/>
                    <a:pt x="198" y="533"/>
                  </a:cubicBezTo>
                  <a:cubicBezTo>
                    <a:pt x="262" y="596"/>
                    <a:pt x="340" y="625"/>
                    <a:pt x="417" y="625"/>
                  </a:cubicBezTo>
                  <a:cubicBezTo>
                    <a:pt x="577" y="625"/>
                    <a:pt x="731" y="500"/>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48"/>
            <p:cNvSpPr/>
            <p:nvPr/>
          </p:nvSpPr>
          <p:spPr>
            <a:xfrm>
              <a:off x="6186625" y="4271675"/>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48"/>
            <p:cNvSpPr/>
            <p:nvPr/>
          </p:nvSpPr>
          <p:spPr>
            <a:xfrm>
              <a:off x="620995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48"/>
            <p:cNvSpPr/>
            <p:nvPr/>
          </p:nvSpPr>
          <p:spPr>
            <a:xfrm>
              <a:off x="6233275" y="4271675"/>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48"/>
            <p:cNvSpPr/>
            <p:nvPr/>
          </p:nvSpPr>
          <p:spPr>
            <a:xfrm>
              <a:off x="625660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48"/>
            <p:cNvSpPr/>
            <p:nvPr/>
          </p:nvSpPr>
          <p:spPr>
            <a:xfrm>
              <a:off x="6279950" y="4271675"/>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48"/>
            <p:cNvSpPr/>
            <p:nvPr/>
          </p:nvSpPr>
          <p:spPr>
            <a:xfrm>
              <a:off x="630325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48"/>
            <p:cNvSpPr/>
            <p:nvPr/>
          </p:nvSpPr>
          <p:spPr>
            <a:xfrm>
              <a:off x="6323950" y="4271675"/>
              <a:ext cx="18300" cy="15625"/>
            </a:xfrm>
            <a:custGeom>
              <a:rect b="b" l="l" r="r" t="t"/>
              <a:pathLst>
                <a:path extrusionOk="0" h="625" w="732">
                  <a:moveTo>
                    <a:pt x="419" y="1"/>
                  </a:moveTo>
                  <a:cubicBezTo>
                    <a:pt x="140" y="1"/>
                    <a:pt x="1" y="336"/>
                    <a:pt x="198" y="533"/>
                  </a:cubicBezTo>
                  <a:cubicBezTo>
                    <a:pt x="261" y="596"/>
                    <a:pt x="340" y="625"/>
                    <a:pt x="417" y="625"/>
                  </a:cubicBezTo>
                  <a:cubicBezTo>
                    <a:pt x="577" y="625"/>
                    <a:pt x="731" y="500"/>
                    <a:pt x="731" y="313"/>
                  </a:cubicBezTo>
                  <a:cubicBezTo>
                    <a:pt x="731" y="140"/>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48"/>
            <p:cNvSpPr/>
            <p:nvPr/>
          </p:nvSpPr>
          <p:spPr>
            <a:xfrm>
              <a:off x="6349900" y="4271675"/>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48"/>
            <p:cNvSpPr/>
            <p:nvPr/>
          </p:nvSpPr>
          <p:spPr>
            <a:xfrm>
              <a:off x="637325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48"/>
            <p:cNvSpPr/>
            <p:nvPr/>
          </p:nvSpPr>
          <p:spPr>
            <a:xfrm>
              <a:off x="6396600" y="4271675"/>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48"/>
            <p:cNvSpPr/>
            <p:nvPr/>
          </p:nvSpPr>
          <p:spPr>
            <a:xfrm>
              <a:off x="6419900" y="4271675"/>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48"/>
            <p:cNvSpPr/>
            <p:nvPr/>
          </p:nvSpPr>
          <p:spPr>
            <a:xfrm>
              <a:off x="6443250" y="4271675"/>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48"/>
            <p:cNvSpPr/>
            <p:nvPr/>
          </p:nvSpPr>
          <p:spPr>
            <a:xfrm>
              <a:off x="6466550" y="4271675"/>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48"/>
            <p:cNvSpPr/>
            <p:nvPr/>
          </p:nvSpPr>
          <p:spPr>
            <a:xfrm>
              <a:off x="6487275" y="4271675"/>
              <a:ext cx="18250" cy="15625"/>
            </a:xfrm>
            <a:custGeom>
              <a:rect b="b" l="l" r="r" t="t"/>
              <a:pathLst>
                <a:path extrusionOk="0" h="625" w="730">
                  <a:moveTo>
                    <a:pt x="418" y="1"/>
                  </a:moveTo>
                  <a:cubicBezTo>
                    <a:pt x="139" y="1"/>
                    <a:pt x="1" y="337"/>
                    <a:pt x="196" y="533"/>
                  </a:cubicBezTo>
                  <a:cubicBezTo>
                    <a:pt x="260" y="596"/>
                    <a:pt x="339" y="625"/>
                    <a:pt x="415" y="625"/>
                  </a:cubicBezTo>
                  <a:cubicBezTo>
                    <a:pt x="576" y="625"/>
                    <a:pt x="730" y="500"/>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48"/>
            <p:cNvSpPr/>
            <p:nvPr/>
          </p:nvSpPr>
          <p:spPr>
            <a:xfrm>
              <a:off x="6513250" y="4271675"/>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48"/>
            <p:cNvSpPr/>
            <p:nvPr/>
          </p:nvSpPr>
          <p:spPr>
            <a:xfrm>
              <a:off x="5976675" y="4251675"/>
              <a:ext cx="15625" cy="15625"/>
            </a:xfrm>
            <a:custGeom>
              <a:rect b="b" l="l" r="r" t="t"/>
              <a:pathLst>
                <a:path extrusionOk="0" h="625" w="625">
                  <a:moveTo>
                    <a:pt x="313" y="0"/>
                  </a:moveTo>
                  <a:cubicBezTo>
                    <a:pt x="140" y="0"/>
                    <a:pt x="0" y="140"/>
                    <a:pt x="0" y="312"/>
                  </a:cubicBezTo>
                  <a:cubicBezTo>
                    <a:pt x="0" y="484"/>
                    <a:pt x="140" y="625"/>
                    <a:pt x="313" y="625"/>
                  </a:cubicBezTo>
                  <a:cubicBezTo>
                    <a:pt x="485" y="625"/>
                    <a:pt x="625" y="484"/>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48"/>
            <p:cNvSpPr/>
            <p:nvPr/>
          </p:nvSpPr>
          <p:spPr>
            <a:xfrm>
              <a:off x="5999975" y="4251675"/>
              <a:ext cx="15650" cy="15625"/>
            </a:xfrm>
            <a:custGeom>
              <a:rect b="b" l="l" r="r" t="t"/>
              <a:pathLst>
                <a:path extrusionOk="0" h="625" w="626">
                  <a:moveTo>
                    <a:pt x="313" y="0"/>
                  </a:moveTo>
                  <a:cubicBezTo>
                    <a:pt x="141" y="0"/>
                    <a:pt x="1" y="140"/>
                    <a:pt x="1" y="312"/>
                  </a:cubicBezTo>
                  <a:cubicBezTo>
                    <a:pt x="1" y="484"/>
                    <a:pt x="141" y="625"/>
                    <a:pt x="313" y="625"/>
                  </a:cubicBezTo>
                  <a:cubicBezTo>
                    <a:pt x="486" y="625"/>
                    <a:pt x="625" y="484"/>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48"/>
            <p:cNvSpPr/>
            <p:nvPr/>
          </p:nvSpPr>
          <p:spPr>
            <a:xfrm>
              <a:off x="6023325" y="4251675"/>
              <a:ext cx="15625" cy="15625"/>
            </a:xfrm>
            <a:custGeom>
              <a:rect b="b" l="l" r="r" t="t"/>
              <a:pathLst>
                <a:path extrusionOk="0" h="625" w="625">
                  <a:moveTo>
                    <a:pt x="313" y="0"/>
                  </a:moveTo>
                  <a:cubicBezTo>
                    <a:pt x="140" y="0"/>
                    <a:pt x="0" y="140"/>
                    <a:pt x="0" y="312"/>
                  </a:cubicBezTo>
                  <a:cubicBezTo>
                    <a:pt x="0" y="484"/>
                    <a:pt x="140" y="625"/>
                    <a:pt x="313" y="625"/>
                  </a:cubicBezTo>
                  <a:cubicBezTo>
                    <a:pt x="485" y="625"/>
                    <a:pt x="625" y="484"/>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48"/>
            <p:cNvSpPr/>
            <p:nvPr/>
          </p:nvSpPr>
          <p:spPr>
            <a:xfrm>
              <a:off x="6046675" y="4251675"/>
              <a:ext cx="15625" cy="15625"/>
            </a:xfrm>
            <a:custGeom>
              <a:rect b="b" l="l" r="r" t="t"/>
              <a:pathLst>
                <a:path extrusionOk="0" h="625" w="625">
                  <a:moveTo>
                    <a:pt x="312" y="0"/>
                  </a:moveTo>
                  <a:cubicBezTo>
                    <a:pt x="139" y="0"/>
                    <a:pt x="0" y="140"/>
                    <a:pt x="0" y="312"/>
                  </a:cubicBezTo>
                  <a:cubicBezTo>
                    <a:pt x="0" y="484"/>
                    <a:pt x="139" y="625"/>
                    <a:pt x="312" y="625"/>
                  </a:cubicBezTo>
                  <a:cubicBezTo>
                    <a:pt x="485" y="625"/>
                    <a:pt x="625" y="484"/>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48"/>
            <p:cNvSpPr/>
            <p:nvPr/>
          </p:nvSpPr>
          <p:spPr>
            <a:xfrm>
              <a:off x="6067350" y="4251675"/>
              <a:ext cx="18250" cy="15625"/>
            </a:xfrm>
            <a:custGeom>
              <a:rect b="b" l="l" r="r" t="t"/>
              <a:pathLst>
                <a:path extrusionOk="0" h="625" w="730">
                  <a:moveTo>
                    <a:pt x="418" y="0"/>
                  </a:moveTo>
                  <a:cubicBezTo>
                    <a:pt x="140" y="0"/>
                    <a:pt x="1" y="337"/>
                    <a:pt x="198" y="532"/>
                  </a:cubicBezTo>
                  <a:cubicBezTo>
                    <a:pt x="261" y="596"/>
                    <a:pt x="339" y="625"/>
                    <a:pt x="416" y="625"/>
                  </a:cubicBezTo>
                  <a:cubicBezTo>
                    <a:pt x="576" y="625"/>
                    <a:pt x="730" y="500"/>
                    <a:pt x="730" y="312"/>
                  </a:cubicBezTo>
                  <a:cubicBezTo>
                    <a:pt x="730" y="140"/>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48"/>
            <p:cNvSpPr/>
            <p:nvPr/>
          </p:nvSpPr>
          <p:spPr>
            <a:xfrm>
              <a:off x="6093325" y="4251675"/>
              <a:ext cx="15625" cy="15625"/>
            </a:xfrm>
            <a:custGeom>
              <a:rect b="b" l="l" r="r" t="t"/>
              <a:pathLst>
                <a:path extrusionOk="0" h="625" w="625">
                  <a:moveTo>
                    <a:pt x="312" y="0"/>
                  </a:moveTo>
                  <a:cubicBezTo>
                    <a:pt x="140" y="0"/>
                    <a:pt x="0" y="140"/>
                    <a:pt x="0" y="312"/>
                  </a:cubicBezTo>
                  <a:cubicBezTo>
                    <a:pt x="0" y="484"/>
                    <a:pt x="140" y="625"/>
                    <a:pt x="312" y="625"/>
                  </a:cubicBezTo>
                  <a:cubicBezTo>
                    <a:pt x="485" y="625"/>
                    <a:pt x="625" y="484"/>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48"/>
            <p:cNvSpPr/>
            <p:nvPr/>
          </p:nvSpPr>
          <p:spPr>
            <a:xfrm>
              <a:off x="6116650" y="4251675"/>
              <a:ext cx="15650" cy="15625"/>
            </a:xfrm>
            <a:custGeom>
              <a:rect b="b" l="l" r="r" t="t"/>
              <a:pathLst>
                <a:path extrusionOk="0" h="625" w="626">
                  <a:moveTo>
                    <a:pt x="313" y="0"/>
                  </a:moveTo>
                  <a:cubicBezTo>
                    <a:pt x="140" y="0"/>
                    <a:pt x="1" y="140"/>
                    <a:pt x="1" y="312"/>
                  </a:cubicBezTo>
                  <a:cubicBezTo>
                    <a:pt x="1" y="484"/>
                    <a:pt x="140" y="625"/>
                    <a:pt x="313" y="625"/>
                  </a:cubicBezTo>
                  <a:cubicBezTo>
                    <a:pt x="484" y="625"/>
                    <a:pt x="625" y="484"/>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48"/>
            <p:cNvSpPr/>
            <p:nvPr/>
          </p:nvSpPr>
          <p:spPr>
            <a:xfrm>
              <a:off x="6139975" y="4251675"/>
              <a:ext cx="15625" cy="15625"/>
            </a:xfrm>
            <a:custGeom>
              <a:rect b="b" l="l" r="r" t="t"/>
              <a:pathLst>
                <a:path extrusionOk="0" h="625" w="625">
                  <a:moveTo>
                    <a:pt x="312" y="0"/>
                  </a:moveTo>
                  <a:cubicBezTo>
                    <a:pt x="140" y="0"/>
                    <a:pt x="0" y="140"/>
                    <a:pt x="0" y="312"/>
                  </a:cubicBezTo>
                  <a:cubicBezTo>
                    <a:pt x="0" y="484"/>
                    <a:pt x="140" y="625"/>
                    <a:pt x="312" y="625"/>
                  </a:cubicBezTo>
                  <a:cubicBezTo>
                    <a:pt x="485" y="625"/>
                    <a:pt x="625" y="484"/>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48"/>
            <p:cNvSpPr/>
            <p:nvPr/>
          </p:nvSpPr>
          <p:spPr>
            <a:xfrm>
              <a:off x="6160650" y="4251675"/>
              <a:ext cx="18300" cy="15625"/>
            </a:xfrm>
            <a:custGeom>
              <a:rect b="b" l="l" r="r" t="t"/>
              <a:pathLst>
                <a:path extrusionOk="0" h="625" w="732">
                  <a:moveTo>
                    <a:pt x="419" y="0"/>
                  </a:moveTo>
                  <a:cubicBezTo>
                    <a:pt x="140" y="0"/>
                    <a:pt x="1" y="337"/>
                    <a:pt x="198" y="532"/>
                  </a:cubicBezTo>
                  <a:cubicBezTo>
                    <a:pt x="262" y="596"/>
                    <a:pt x="340" y="625"/>
                    <a:pt x="417" y="625"/>
                  </a:cubicBezTo>
                  <a:cubicBezTo>
                    <a:pt x="577" y="625"/>
                    <a:pt x="731" y="500"/>
                    <a:pt x="731" y="312"/>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48"/>
            <p:cNvSpPr/>
            <p:nvPr/>
          </p:nvSpPr>
          <p:spPr>
            <a:xfrm>
              <a:off x="6186625" y="4251675"/>
              <a:ext cx="15625" cy="15625"/>
            </a:xfrm>
            <a:custGeom>
              <a:rect b="b" l="l" r="r" t="t"/>
              <a:pathLst>
                <a:path extrusionOk="0" h="625" w="625">
                  <a:moveTo>
                    <a:pt x="312" y="0"/>
                  </a:moveTo>
                  <a:cubicBezTo>
                    <a:pt x="140" y="0"/>
                    <a:pt x="0" y="140"/>
                    <a:pt x="0" y="312"/>
                  </a:cubicBezTo>
                  <a:cubicBezTo>
                    <a:pt x="0" y="484"/>
                    <a:pt x="140" y="625"/>
                    <a:pt x="312" y="625"/>
                  </a:cubicBezTo>
                  <a:cubicBezTo>
                    <a:pt x="485" y="625"/>
                    <a:pt x="625" y="484"/>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48"/>
            <p:cNvSpPr/>
            <p:nvPr/>
          </p:nvSpPr>
          <p:spPr>
            <a:xfrm>
              <a:off x="620995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48"/>
            <p:cNvSpPr/>
            <p:nvPr/>
          </p:nvSpPr>
          <p:spPr>
            <a:xfrm>
              <a:off x="6233275" y="4251675"/>
              <a:ext cx="15625" cy="15625"/>
            </a:xfrm>
            <a:custGeom>
              <a:rect b="b" l="l" r="r" t="t"/>
              <a:pathLst>
                <a:path extrusionOk="0" h="625" w="625">
                  <a:moveTo>
                    <a:pt x="312" y="0"/>
                  </a:moveTo>
                  <a:cubicBezTo>
                    <a:pt x="141" y="0"/>
                    <a:pt x="0" y="140"/>
                    <a:pt x="0" y="312"/>
                  </a:cubicBezTo>
                  <a:cubicBezTo>
                    <a:pt x="0" y="484"/>
                    <a:pt x="141" y="625"/>
                    <a:pt x="312" y="625"/>
                  </a:cubicBezTo>
                  <a:cubicBezTo>
                    <a:pt x="485" y="625"/>
                    <a:pt x="625" y="484"/>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48"/>
            <p:cNvSpPr/>
            <p:nvPr/>
          </p:nvSpPr>
          <p:spPr>
            <a:xfrm>
              <a:off x="625660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48"/>
            <p:cNvSpPr/>
            <p:nvPr/>
          </p:nvSpPr>
          <p:spPr>
            <a:xfrm>
              <a:off x="6279950" y="4251675"/>
              <a:ext cx="15650" cy="15625"/>
            </a:xfrm>
            <a:custGeom>
              <a:rect b="b" l="l" r="r" t="t"/>
              <a:pathLst>
                <a:path extrusionOk="0" h="625" w="626">
                  <a:moveTo>
                    <a:pt x="313" y="0"/>
                  </a:moveTo>
                  <a:cubicBezTo>
                    <a:pt x="140" y="0"/>
                    <a:pt x="1" y="140"/>
                    <a:pt x="1" y="312"/>
                  </a:cubicBezTo>
                  <a:cubicBezTo>
                    <a:pt x="1" y="484"/>
                    <a:pt x="140" y="625"/>
                    <a:pt x="313" y="625"/>
                  </a:cubicBezTo>
                  <a:cubicBezTo>
                    <a:pt x="484" y="625"/>
                    <a:pt x="625" y="484"/>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48"/>
            <p:cNvSpPr/>
            <p:nvPr/>
          </p:nvSpPr>
          <p:spPr>
            <a:xfrm>
              <a:off x="630325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48"/>
            <p:cNvSpPr/>
            <p:nvPr/>
          </p:nvSpPr>
          <p:spPr>
            <a:xfrm>
              <a:off x="6323950" y="4251675"/>
              <a:ext cx="18300" cy="15625"/>
            </a:xfrm>
            <a:custGeom>
              <a:rect b="b" l="l" r="r" t="t"/>
              <a:pathLst>
                <a:path extrusionOk="0" h="625" w="732">
                  <a:moveTo>
                    <a:pt x="419" y="0"/>
                  </a:moveTo>
                  <a:cubicBezTo>
                    <a:pt x="140" y="0"/>
                    <a:pt x="1" y="335"/>
                    <a:pt x="198" y="532"/>
                  </a:cubicBezTo>
                  <a:cubicBezTo>
                    <a:pt x="261" y="596"/>
                    <a:pt x="340" y="625"/>
                    <a:pt x="417" y="625"/>
                  </a:cubicBezTo>
                  <a:cubicBezTo>
                    <a:pt x="577" y="625"/>
                    <a:pt x="731" y="500"/>
                    <a:pt x="731" y="312"/>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48"/>
            <p:cNvSpPr/>
            <p:nvPr/>
          </p:nvSpPr>
          <p:spPr>
            <a:xfrm>
              <a:off x="6349900" y="4251675"/>
              <a:ext cx="15650" cy="15625"/>
            </a:xfrm>
            <a:custGeom>
              <a:rect b="b" l="l" r="r" t="t"/>
              <a:pathLst>
                <a:path extrusionOk="0" h="625" w="626">
                  <a:moveTo>
                    <a:pt x="313" y="0"/>
                  </a:moveTo>
                  <a:cubicBezTo>
                    <a:pt x="142" y="0"/>
                    <a:pt x="1" y="140"/>
                    <a:pt x="1" y="312"/>
                  </a:cubicBezTo>
                  <a:cubicBezTo>
                    <a:pt x="1" y="484"/>
                    <a:pt x="142" y="625"/>
                    <a:pt x="313" y="625"/>
                  </a:cubicBezTo>
                  <a:cubicBezTo>
                    <a:pt x="486" y="625"/>
                    <a:pt x="625" y="484"/>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48"/>
            <p:cNvSpPr/>
            <p:nvPr/>
          </p:nvSpPr>
          <p:spPr>
            <a:xfrm>
              <a:off x="637325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48"/>
            <p:cNvSpPr/>
            <p:nvPr/>
          </p:nvSpPr>
          <p:spPr>
            <a:xfrm>
              <a:off x="6396600" y="4251675"/>
              <a:ext cx="15625" cy="15625"/>
            </a:xfrm>
            <a:custGeom>
              <a:rect b="b" l="l" r="r" t="t"/>
              <a:pathLst>
                <a:path extrusionOk="0" h="625" w="625">
                  <a:moveTo>
                    <a:pt x="313" y="0"/>
                  </a:moveTo>
                  <a:cubicBezTo>
                    <a:pt x="140" y="0"/>
                    <a:pt x="0" y="140"/>
                    <a:pt x="0" y="312"/>
                  </a:cubicBezTo>
                  <a:cubicBezTo>
                    <a:pt x="0" y="484"/>
                    <a:pt x="140" y="625"/>
                    <a:pt x="313" y="625"/>
                  </a:cubicBezTo>
                  <a:cubicBezTo>
                    <a:pt x="484" y="625"/>
                    <a:pt x="625" y="484"/>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48"/>
            <p:cNvSpPr/>
            <p:nvPr/>
          </p:nvSpPr>
          <p:spPr>
            <a:xfrm>
              <a:off x="6419900" y="4251675"/>
              <a:ext cx="15650" cy="15625"/>
            </a:xfrm>
            <a:custGeom>
              <a:rect b="b" l="l" r="r" t="t"/>
              <a:pathLst>
                <a:path extrusionOk="0" h="625" w="626">
                  <a:moveTo>
                    <a:pt x="313" y="0"/>
                  </a:moveTo>
                  <a:cubicBezTo>
                    <a:pt x="140" y="0"/>
                    <a:pt x="1" y="140"/>
                    <a:pt x="1" y="312"/>
                  </a:cubicBezTo>
                  <a:cubicBezTo>
                    <a:pt x="1" y="484"/>
                    <a:pt x="140" y="625"/>
                    <a:pt x="313" y="625"/>
                  </a:cubicBezTo>
                  <a:cubicBezTo>
                    <a:pt x="486" y="625"/>
                    <a:pt x="625" y="484"/>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48"/>
            <p:cNvSpPr/>
            <p:nvPr/>
          </p:nvSpPr>
          <p:spPr>
            <a:xfrm>
              <a:off x="6443250" y="4251675"/>
              <a:ext cx="15625" cy="15625"/>
            </a:xfrm>
            <a:custGeom>
              <a:rect b="b" l="l" r="r" t="t"/>
              <a:pathLst>
                <a:path extrusionOk="0" h="625" w="625">
                  <a:moveTo>
                    <a:pt x="313" y="0"/>
                  </a:moveTo>
                  <a:cubicBezTo>
                    <a:pt x="140" y="0"/>
                    <a:pt x="0" y="140"/>
                    <a:pt x="0" y="312"/>
                  </a:cubicBezTo>
                  <a:cubicBezTo>
                    <a:pt x="0" y="484"/>
                    <a:pt x="140" y="625"/>
                    <a:pt x="313" y="625"/>
                  </a:cubicBezTo>
                  <a:cubicBezTo>
                    <a:pt x="485" y="625"/>
                    <a:pt x="625" y="484"/>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48"/>
            <p:cNvSpPr/>
            <p:nvPr/>
          </p:nvSpPr>
          <p:spPr>
            <a:xfrm>
              <a:off x="6466550" y="4251675"/>
              <a:ext cx="15650" cy="15625"/>
            </a:xfrm>
            <a:custGeom>
              <a:rect b="b" l="l" r="r" t="t"/>
              <a:pathLst>
                <a:path extrusionOk="0" h="625" w="626">
                  <a:moveTo>
                    <a:pt x="313" y="0"/>
                  </a:moveTo>
                  <a:cubicBezTo>
                    <a:pt x="142" y="0"/>
                    <a:pt x="1" y="140"/>
                    <a:pt x="1" y="312"/>
                  </a:cubicBezTo>
                  <a:cubicBezTo>
                    <a:pt x="1" y="484"/>
                    <a:pt x="142" y="625"/>
                    <a:pt x="313" y="625"/>
                  </a:cubicBezTo>
                  <a:cubicBezTo>
                    <a:pt x="486" y="625"/>
                    <a:pt x="625" y="484"/>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48"/>
            <p:cNvSpPr/>
            <p:nvPr/>
          </p:nvSpPr>
          <p:spPr>
            <a:xfrm>
              <a:off x="6487275" y="4251675"/>
              <a:ext cx="18250" cy="15625"/>
            </a:xfrm>
            <a:custGeom>
              <a:rect b="b" l="l" r="r" t="t"/>
              <a:pathLst>
                <a:path extrusionOk="0" h="625" w="730">
                  <a:moveTo>
                    <a:pt x="418" y="0"/>
                  </a:moveTo>
                  <a:cubicBezTo>
                    <a:pt x="139" y="0"/>
                    <a:pt x="1" y="337"/>
                    <a:pt x="196" y="532"/>
                  </a:cubicBezTo>
                  <a:cubicBezTo>
                    <a:pt x="260" y="596"/>
                    <a:pt x="339" y="625"/>
                    <a:pt x="415" y="625"/>
                  </a:cubicBezTo>
                  <a:cubicBezTo>
                    <a:pt x="576" y="625"/>
                    <a:pt x="730" y="500"/>
                    <a:pt x="730" y="312"/>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48"/>
            <p:cNvSpPr/>
            <p:nvPr/>
          </p:nvSpPr>
          <p:spPr>
            <a:xfrm>
              <a:off x="6513250" y="4251675"/>
              <a:ext cx="15625" cy="15625"/>
            </a:xfrm>
            <a:custGeom>
              <a:rect b="b" l="l" r="r" t="t"/>
              <a:pathLst>
                <a:path extrusionOk="0" h="625" w="625">
                  <a:moveTo>
                    <a:pt x="312" y="0"/>
                  </a:moveTo>
                  <a:cubicBezTo>
                    <a:pt x="140" y="0"/>
                    <a:pt x="0" y="140"/>
                    <a:pt x="0" y="312"/>
                  </a:cubicBezTo>
                  <a:cubicBezTo>
                    <a:pt x="0" y="484"/>
                    <a:pt x="140" y="625"/>
                    <a:pt x="312" y="625"/>
                  </a:cubicBezTo>
                  <a:cubicBezTo>
                    <a:pt x="484" y="625"/>
                    <a:pt x="625" y="484"/>
                    <a:pt x="625" y="312"/>
                  </a:cubicBezTo>
                  <a:cubicBezTo>
                    <a:pt x="625" y="140"/>
                    <a:pt x="484"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48"/>
            <p:cNvSpPr/>
            <p:nvPr/>
          </p:nvSpPr>
          <p:spPr>
            <a:xfrm>
              <a:off x="5976675" y="423165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48"/>
            <p:cNvSpPr/>
            <p:nvPr/>
          </p:nvSpPr>
          <p:spPr>
            <a:xfrm>
              <a:off x="5999975" y="4231650"/>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48"/>
            <p:cNvSpPr/>
            <p:nvPr/>
          </p:nvSpPr>
          <p:spPr>
            <a:xfrm>
              <a:off x="6023325" y="423165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48"/>
            <p:cNvSpPr/>
            <p:nvPr/>
          </p:nvSpPr>
          <p:spPr>
            <a:xfrm>
              <a:off x="6046675" y="4231650"/>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48"/>
            <p:cNvSpPr/>
            <p:nvPr/>
          </p:nvSpPr>
          <p:spPr>
            <a:xfrm>
              <a:off x="6067350" y="4231650"/>
              <a:ext cx="18250" cy="15650"/>
            </a:xfrm>
            <a:custGeom>
              <a:rect b="b" l="l" r="r" t="t"/>
              <a:pathLst>
                <a:path extrusionOk="0" h="626" w="730">
                  <a:moveTo>
                    <a:pt x="418" y="1"/>
                  </a:moveTo>
                  <a:cubicBezTo>
                    <a:pt x="140" y="1"/>
                    <a:pt x="1" y="336"/>
                    <a:pt x="198" y="533"/>
                  </a:cubicBezTo>
                  <a:cubicBezTo>
                    <a:pt x="261" y="597"/>
                    <a:pt x="339" y="625"/>
                    <a:pt x="416" y="625"/>
                  </a:cubicBezTo>
                  <a:cubicBezTo>
                    <a:pt x="576" y="625"/>
                    <a:pt x="730" y="501"/>
                    <a:pt x="730" y="313"/>
                  </a:cubicBezTo>
                  <a:cubicBezTo>
                    <a:pt x="730" y="140"/>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48"/>
            <p:cNvSpPr/>
            <p:nvPr/>
          </p:nvSpPr>
          <p:spPr>
            <a:xfrm>
              <a:off x="6093325" y="423165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48"/>
            <p:cNvSpPr/>
            <p:nvPr/>
          </p:nvSpPr>
          <p:spPr>
            <a:xfrm>
              <a:off x="6116650" y="423165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48"/>
            <p:cNvSpPr/>
            <p:nvPr/>
          </p:nvSpPr>
          <p:spPr>
            <a:xfrm>
              <a:off x="6139975" y="423165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48"/>
            <p:cNvSpPr/>
            <p:nvPr/>
          </p:nvSpPr>
          <p:spPr>
            <a:xfrm>
              <a:off x="6160650" y="4231650"/>
              <a:ext cx="18300" cy="15650"/>
            </a:xfrm>
            <a:custGeom>
              <a:rect b="b" l="l" r="r" t="t"/>
              <a:pathLst>
                <a:path extrusionOk="0" h="626" w="732">
                  <a:moveTo>
                    <a:pt x="419" y="1"/>
                  </a:moveTo>
                  <a:cubicBezTo>
                    <a:pt x="140" y="1"/>
                    <a:pt x="1" y="336"/>
                    <a:pt x="198" y="533"/>
                  </a:cubicBezTo>
                  <a:cubicBezTo>
                    <a:pt x="262" y="597"/>
                    <a:pt x="340" y="625"/>
                    <a:pt x="417" y="625"/>
                  </a:cubicBezTo>
                  <a:cubicBezTo>
                    <a:pt x="577" y="625"/>
                    <a:pt x="731" y="501"/>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48"/>
            <p:cNvSpPr/>
            <p:nvPr/>
          </p:nvSpPr>
          <p:spPr>
            <a:xfrm>
              <a:off x="6186625" y="423165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48"/>
            <p:cNvSpPr/>
            <p:nvPr/>
          </p:nvSpPr>
          <p:spPr>
            <a:xfrm>
              <a:off x="620995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48"/>
            <p:cNvSpPr/>
            <p:nvPr/>
          </p:nvSpPr>
          <p:spPr>
            <a:xfrm>
              <a:off x="6233275" y="4231650"/>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48"/>
            <p:cNvSpPr/>
            <p:nvPr/>
          </p:nvSpPr>
          <p:spPr>
            <a:xfrm>
              <a:off x="625660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48"/>
            <p:cNvSpPr/>
            <p:nvPr/>
          </p:nvSpPr>
          <p:spPr>
            <a:xfrm>
              <a:off x="6279950" y="423165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48"/>
            <p:cNvSpPr/>
            <p:nvPr/>
          </p:nvSpPr>
          <p:spPr>
            <a:xfrm>
              <a:off x="630325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48"/>
            <p:cNvSpPr/>
            <p:nvPr/>
          </p:nvSpPr>
          <p:spPr>
            <a:xfrm>
              <a:off x="6323950" y="4231650"/>
              <a:ext cx="18300" cy="15650"/>
            </a:xfrm>
            <a:custGeom>
              <a:rect b="b" l="l" r="r" t="t"/>
              <a:pathLst>
                <a:path extrusionOk="0" h="626" w="732">
                  <a:moveTo>
                    <a:pt x="422" y="1"/>
                  </a:moveTo>
                  <a:cubicBezTo>
                    <a:pt x="421" y="1"/>
                    <a:pt x="420" y="1"/>
                    <a:pt x="419" y="1"/>
                  </a:cubicBezTo>
                  <a:cubicBezTo>
                    <a:pt x="418" y="1"/>
                    <a:pt x="418" y="1"/>
                    <a:pt x="417" y="1"/>
                  </a:cubicBezTo>
                  <a:cubicBezTo>
                    <a:pt x="139" y="1"/>
                    <a:pt x="1" y="336"/>
                    <a:pt x="198" y="533"/>
                  </a:cubicBezTo>
                  <a:cubicBezTo>
                    <a:pt x="261" y="597"/>
                    <a:pt x="340" y="625"/>
                    <a:pt x="417" y="625"/>
                  </a:cubicBezTo>
                  <a:cubicBezTo>
                    <a:pt x="577" y="625"/>
                    <a:pt x="731" y="501"/>
                    <a:pt x="731" y="313"/>
                  </a:cubicBezTo>
                  <a:cubicBezTo>
                    <a:pt x="731" y="141"/>
                    <a:pt x="593" y="1"/>
                    <a:pt x="4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48"/>
            <p:cNvSpPr/>
            <p:nvPr/>
          </p:nvSpPr>
          <p:spPr>
            <a:xfrm>
              <a:off x="6349900" y="423165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48"/>
            <p:cNvSpPr/>
            <p:nvPr/>
          </p:nvSpPr>
          <p:spPr>
            <a:xfrm>
              <a:off x="637325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48"/>
            <p:cNvSpPr/>
            <p:nvPr/>
          </p:nvSpPr>
          <p:spPr>
            <a:xfrm>
              <a:off x="6396600" y="4231650"/>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48"/>
            <p:cNvSpPr/>
            <p:nvPr/>
          </p:nvSpPr>
          <p:spPr>
            <a:xfrm>
              <a:off x="6419900" y="423165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48"/>
            <p:cNvSpPr/>
            <p:nvPr/>
          </p:nvSpPr>
          <p:spPr>
            <a:xfrm>
              <a:off x="6443250" y="423165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48"/>
            <p:cNvSpPr/>
            <p:nvPr/>
          </p:nvSpPr>
          <p:spPr>
            <a:xfrm>
              <a:off x="6466550" y="423165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48"/>
            <p:cNvSpPr/>
            <p:nvPr/>
          </p:nvSpPr>
          <p:spPr>
            <a:xfrm>
              <a:off x="6487275" y="4231650"/>
              <a:ext cx="18250" cy="15650"/>
            </a:xfrm>
            <a:custGeom>
              <a:rect b="b" l="l" r="r" t="t"/>
              <a:pathLst>
                <a:path extrusionOk="0" h="626" w="730">
                  <a:moveTo>
                    <a:pt x="418" y="1"/>
                  </a:moveTo>
                  <a:cubicBezTo>
                    <a:pt x="139" y="1"/>
                    <a:pt x="1" y="336"/>
                    <a:pt x="196" y="533"/>
                  </a:cubicBezTo>
                  <a:cubicBezTo>
                    <a:pt x="260" y="597"/>
                    <a:pt x="339" y="625"/>
                    <a:pt x="415" y="625"/>
                  </a:cubicBezTo>
                  <a:cubicBezTo>
                    <a:pt x="576" y="625"/>
                    <a:pt x="730" y="501"/>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48"/>
            <p:cNvSpPr/>
            <p:nvPr/>
          </p:nvSpPr>
          <p:spPr>
            <a:xfrm>
              <a:off x="6513250" y="4231650"/>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48"/>
            <p:cNvSpPr/>
            <p:nvPr/>
          </p:nvSpPr>
          <p:spPr>
            <a:xfrm>
              <a:off x="5953325" y="4211650"/>
              <a:ext cx="15650" cy="15600"/>
            </a:xfrm>
            <a:custGeom>
              <a:rect b="b" l="l" r="r" t="t"/>
              <a:pathLst>
                <a:path extrusionOk="0" h="624" w="626">
                  <a:moveTo>
                    <a:pt x="313" y="0"/>
                  </a:moveTo>
                  <a:cubicBezTo>
                    <a:pt x="141" y="0"/>
                    <a:pt x="0" y="140"/>
                    <a:pt x="0" y="313"/>
                  </a:cubicBezTo>
                  <a:cubicBezTo>
                    <a:pt x="0" y="484"/>
                    <a:pt x="141" y="623"/>
                    <a:pt x="313" y="623"/>
                  </a:cubicBezTo>
                  <a:cubicBezTo>
                    <a:pt x="486" y="623"/>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48"/>
            <p:cNvSpPr/>
            <p:nvPr/>
          </p:nvSpPr>
          <p:spPr>
            <a:xfrm>
              <a:off x="5976675" y="4211650"/>
              <a:ext cx="15625" cy="15600"/>
            </a:xfrm>
            <a:custGeom>
              <a:rect b="b" l="l" r="r" t="t"/>
              <a:pathLst>
                <a:path extrusionOk="0" h="624" w="625">
                  <a:moveTo>
                    <a:pt x="313" y="0"/>
                  </a:moveTo>
                  <a:cubicBezTo>
                    <a:pt x="140" y="0"/>
                    <a:pt x="0" y="140"/>
                    <a:pt x="0" y="313"/>
                  </a:cubicBezTo>
                  <a:cubicBezTo>
                    <a:pt x="0" y="484"/>
                    <a:pt x="140" y="623"/>
                    <a:pt x="313" y="623"/>
                  </a:cubicBezTo>
                  <a:cubicBezTo>
                    <a:pt x="485" y="623"/>
                    <a:pt x="625" y="484"/>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48"/>
            <p:cNvSpPr/>
            <p:nvPr/>
          </p:nvSpPr>
          <p:spPr>
            <a:xfrm>
              <a:off x="5999975" y="4211650"/>
              <a:ext cx="15650" cy="15600"/>
            </a:xfrm>
            <a:custGeom>
              <a:rect b="b" l="l" r="r" t="t"/>
              <a:pathLst>
                <a:path extrusionOk="0" h="624" w="626">
                  <a:moveTo>
                    <a:pt x="313" y="0"/>
                  </a:moveTo>
                  <a:cubicBezTo>
                    <a:pt x="141" y="0"/>
                    <a:pt x="1" y="140"/>
                    <a:pt x="1" y="313"/>
                  </a:cubicBezTo>
                  <a:cubicBezTo>
                    <a:pt x="1" y="484"/>
                    <a:pt x="141" y="623"/>
                    <a:pt x="313" y="623"/>
                  </a:cubicBezTo>
                  <a:cubicBezTo>
                    <a:pt x="486" y="623"/>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48"/>
            <p:cNvSpPr/>
            <p:nvPr/>
          </p:nvSpPr>
          <p:spPr>
            <a:xfrm>
              <a:off x="6023325" y="4211650"/>
              <a:ext cx="15625" cy="15600"/>
            </a:xfrm>
            <a:custGeom>
              <a:rect b="b" l="l" r="r" t="t"/>
              <a:pathLst>
                <a:path extrusionOk="0" h="624" w="625">
                  <a:moveTo>
                    <a:pt x="313" y="0"/>
                  </a:moveTo>
                  <a:cubicBezTo>
                    <a:pt x="140" y="0"/>
                    <a:pt x="0" y="140"/>
                    <a:pt x="0" y="313"/>
                  </a:cubicBezTo>
                  <a:cubicBezTo>
                    <a:pt x="0" y="484"/>
                    <a:pt x="140" y="623"/>
                    <a:pt x="313" y="623"/>
                  </a:cubicBezTo>
                  <a:cubicBezTo>
                    <a:pt x="485" y="623"/>
                    <a:pt x="625" y="484"/>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48"/>
            <p:cNvSpPr/>
            <p:nvPr/>
          </p:nvSpPr>
          <p:spPr>
            <a:xfrm>
              <a:off x="6046675" y="4211650"/>
              <a:ext cx="15625" cy="15600"/>
            </a:xfrm>
            <a:custGeom>
              <a:rect b="b" l="l" r="r" t="t"/>
              <a:pathLst>
                <a:path extrusionOk="0" h="624" w="625">
                  <a:moveTo>
                    <a:pt x="312" y="0"/>
                  </a:moveTo>
                  <a:cubicBezTo>
                    <a:pt x="139" y="0"/>
                    <a:pt x="0" y="140"/>
                    <a:pt x="0" y="313"/>
                  </a:cubicBezTo>
                  <a:cubicBezTo>
                    <a:pt x="0" y="484"/>
                    <a:pt x="139" y="623"/>
                    <a:pt x="312" y="623"/>
                  </a:cubicBezTo>
                  <a:cubicBezTo>
                    <a:pt x="485" y="623"/>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48"/>
            <p:cNvSpPr/>
            <p:nvPr/>
          </p:nvSpPr>
          <p:spPr>
            <a:xfrm>
              <a:off x="6067350" y="4211650"/>
              <a:ext cx="18250" cy="15625"/>
            </a:xfrm>
            <a:custGeom>
              <a:rect b="b" l="l" r="r" t="t"/>
              <a:pathLst>
                <a:path extrusionOk="0" h="625" w="730">
                  <a:moveTo>
                    <a:pt x="418" y="0"/>
                  </a:moveTo>
                  <a:cubicBezTo>
                    <a:pt x="140" y="0"/>
                    <a:pt x="1" y="335"/>
                    <a:pt x="198" y="533"/>
                  </a:cubicBezTo>
                  <a:cubicBezTo>
                    <a:pt x="261" y="596"/>
                    <a:pt x="339" y="625"/>
                    <a:pt x="416" y="625"/>
                  </a:cubicBezTo>
                  <a:cubicBezTo>
                    <a:pt x="576" y="625"/>
                    <a:pt x="730" y="500"/>
                    <a:pt x="730" y="313"/>
                  </a:cubicBezTo>
                  <a:cubicBezTo>
                    <a:pt x="730" y="140"/>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48"/>
            <p:cNvSpPr/>
            <p:nvPr/>
          </p:nvSpPr>
          <p:spPr>
            <a:xfrm>
              <a:off x="6093325"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48"/>
            <p:cNvSpPr/>
            <p:nvPr/>
          </p:nvSpPr>
          <p:spPr>
            <a:xfrm>
              <a:off x="6116650" y="4211650"/>
              <a:ext cx="15650" cy="15600"/>
            </a:xfrm>
            <a:custGeom>
              <a:rect b="b" l="l" r="r" t="t"/>
              <a:pathLst>
                <a:path extrusionOk="0" h="624" w="626">
                  <a:moveTo>
                    <a:pt x="313" y="0"/>
                  </a:moveTo>
                  <a:cubicBezTo>
                    <a:pt x="140" y="0"/>
                    <a:pt x="1" y="140"/>
                    <a:pt x="1" y="313"/>
                  </a:cubicBezTo>
                  <a:cubicBezTo>
                    <a:pt x="1" y="484"/>
                    <a:pt x="140" y="623"/>
                    <a:pt x="313" y="623"/>
                  </a:cubicBezTo>
                  <a:cubicBezTo>
                    <a:pt x="484" y="623"/>
                    <a:pt x="625" y="484"/>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48"/>
            <p:cNvSpPr/>
            <p:nvPr/>
          </p:nvSpPr>
          <p:spPr>
            <a:xfrm>
              <a:off x="6139975"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48"/>
            <p:cNvSpPr/>
            <p:nvPr/>
          </p:nvSpPr>
          <p:spPr>
            <a:xfrm>
              <a:off x="6160650" y="4211650"/>
              <a:ext cx="18300" cy="15625"/>
            </a:xfrm>
            <a:custGeom>
              <a:rect b="b" l="l" r="r" t="t"/>
              <a:pathLst>
                <a:path extrusionOk="0" h="625" w="732">
                  <a:moveTo>
                    <a:pt x="419" y="0"/>
                  </a:moveTo>
                  <a:cubicBezTo>
                    <a:pt x="140" y="0"/>
                    <a:pt x="1" y="335"/>
                    <a:pt x="198" y="533"/>
                  </a:cubicBezTo>
                  <a:cubicBezTo>
                    <a:pt x="262" y="596"/>
                    <a:pt x="340" y="625"/>
                    <a:pt x="417" y="625"/>
                  </a:cubicBezTo>
                  <a:cubicBezTo>
                    <a:pt x="577" y="625"/>
                    <a:pt x="731" y="500"/>
                    <a:pt x="731" y="313"/>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48"/>
            <p:cNvSpPr/>
            <p:nvPr/>
          </p:nvSpPr>
          <p:spPr>
            <a:xfrm>
              <a:off x="6186625"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48"/>
            <p:cNvSpPr/>
            <p:nvPr/>
          </p:nvSpPr>
          <p:spPr>
            <a:xfrm>
              <a:off x="620995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48"/>
            <p:cNvSpPr/>
            <p:nvPr/>
          </p:nvSpPr>
          <p:spPr>
            <a:xfrm>
              <a:off x="6233275" y="4211650"/>
              <a:ext cx="15625" cy="15600"/>
            </a:xfrm>
            <a:custGeom>
              <a:rect b="b" l="l" r="r" t="t"/>
              <a:pathLst>
                <a:path extrusionOk="0" h="624" w="625">
                  <a:moveTo>
                    <a:pt x="312" y="0"/>
                  </a:moveTo>
                  <a:cubicBezTo>
                    <a:pt x="141" y="0"/>
                    <a:pt x="0" y="140"/>
                    <a:pt x="0" y="313"/>
                  </a:cubicBezTo>
                  <a:cubicBezTo>
                    <a:pt x="0" y="484"/>
                    <a:pt x="141" y="623"/>
                    <a:pt x="312" y="623"/>
                  </a:cubicBezTo>
                  <a:cubicBezTo>
                    <a:pt x="485" y="623"/>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48"/>
            <p:cNvSpPr/>
            <p:nvPr/>
          </p:nvSpPr>
          <p:spPr>
            <a:xfrm>
              <a:off x="625660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48"/>
            <p:cNvSpPr/>
            <p:nvPr/>
          </p:nvSpPr>
          <p:spPr>
            <a:xfrm>
              <a:off x="6279950" y="4211650"/>
              <a:ext cx="15650" cy="15600"/>
            </a:xfrm>
            <a:custGeom>
              <a:rect b="b" l="l" r="r" t="t"/>
              <a:pathLst>
                <a:path extrusionOk="0" h="624" w="626">
                  <a:moveTo>
                    <a:pt x="313" y="0"/>
                  </a:moveTo>
                  <a:cubicBezTo>
                    <a:pt x="140" y="0"/>
                    <a:pt x="1" y="140"/>
                    <a:pt x="1" y="313"/>
                  </a:cubicBezTo>
                  <a:cubicBezTo>
                    <a:pt x="1" y="484"/>
                    <a:pt x="140" y="623"/>
                    <a:pt x="313" y="623"/>
                  </a:cubicBezTo>
                  <a:cubicBezTo>
                    <a:pt x="484" y="623"/>
                    <a:pt x="625" y="484"/>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48"/>
            <p:cNvSpPr/>
            <p:nvPr/>
          </p:nvSpPr>
          <p:spPr>
            <a:xfrm>
              <a:off x="630325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48"/>
            <p:cNvSpPr/>
            <p:nvPr/>
          </p:nvSpPr>
          <p:spPr>
            <a:xfrm>
              <a:off x="6323950" y="4211650"/>
              <a:ext cx="18300" cy="15625"/>
            </a:xfrm>
            <a:custGeom>
              <a:rect b="b" l="l" r="r" t="t"/>
              <a:pathLst>
                <a:path extrusionOk="0" h="625" w="732">
                  <a:moveTo>
                    <a:pt x="422" y="0"/>
                  </a:moveTo>
                  <a:cubicBezTo>
                    <a:pt x="421" y="0"/>
                    <a:pt x="420" y="0"/>
                    <a:pt x="419" y="0"/>
                  </a:cubicBezTo>
                  <a:cubicBezTo>
                    <a:pt x="418" y="0"/>
                    <a:pt x="418" y="0"/>
                    <a:pt x="417" y="0"/>
                  </a:cubicBezTo>
                  <a:cubicBezTo>
                    <a:pt x="139" y="0"/>
                    <a:pt x="1" y="336"/>
                    <a:pt x="198" y="533"/>
                  </a:cubicBezTo>
                  <a:cubicBezTo>
                    <a:pt x="261" y="596"/>
                    <a:pt x="340" y="625"/>
                    <a:pt x="417" y="625"/>
                  </a:cubicBezTo>
                  <a:cubicBezTo>
                    <a:pt x="577" y="625"/>
                    <a:pt x="731" y="500"/>
                    <a:pt x="731" y="313"/>
                  </a:cubicBezTo>
                  <a:cubicBezTo>
                    <a:pt x="731" y="141"/>
                    <a:pt x="593" y="0"/>
                    <a:pt x="4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48"/>
            <p:cNvSpPr/>
            <p:nvPr/>
          </p:nvSpPr>
          <p:spPr>
            <a:xfrm>
              <a:off x="6349900" y="4211650"/>
              <a:ext cx="15650" cy="15600"/>
            </a:xfrm>
            <a:custGeom>
              <a:rect b="b" l="l" r="r" t="t"/>
              <a:pathLst>
                <a:path extrusionOk="0" h="624" w="626">
                  <a:moveTo>
                    <a:pt x="313" y="0"/>
                  </a:moveTo>
                  <a:cubicBezTo>
                    <a:pt x="142" y="0"/>
                    <a:pt x="1" y="140"/>
                    <a:pt x="1" y="313"/>
                  </a:cubicBezTo>
                  <a:cubicBezTo>
                    <a:pt x="1" y="484"/>
                    <a:pt x="142" y="623"/>
                    <a:pt x="313" y="623"/>
                  </a:cubicBezTo>
                  <a:cubicBezTo>
                    <a:pt x="486" y="623"/>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48"/>
            <p:cNvSpPr/>
            <p:nvPr/>
          </p:nvSpPr>
          <p:spPr>
            <a:xfrm>
              <a:off x="637325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48"/>
            <p:cNvSpPr/>
            <p:nvPr/>
          </p:nvSpPr>
          <p:spPr>
            <a:xfrm>
              <a:off x="6396600" y="4211650"/>
              <a:ext cx="15625" cy="15600"/>
            </a:xfrm>
            <a:custGeom>
              <a:rect b="b" l="l" r="r" t="t"/>
              <a:pathLst>
                <a:path extrusionOk="0" h="624" w="625">
                  <a:moveTo>
                    <a:pt x="313" y="0"/>
                  </a:moveTo>
                  <a:cubicBezTo>
                    <a:pt x="140" y="0"/>
                    <a:pt x="0" y="140"/>
                    <a:pt x="0" y="313"/>
                  </a:cubicBezTo>
                  <a:cubicBezTo>
                    <a:pt x="0" y="484"/>
                    <a:pt x="140" y="623"/>
                    <a:pt x="313" y="623"/>
                  </a:cubicBezTo>
                  <a:cubicBezTo>
                    <a:pt x="484" y="623"/>
                    <a:pt x="625" y="484"/>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48"/>
            <p:cNvSpPr/>
            <p:nvPr/>
          </p:nvSpPr>
          <p:spPr>
            <a:xfrm>
              <a:off x="6419900" y="4211650"/>
              <a:ext cx="15650" cy="15600"/>
            </a:xfrm>
            <a:custGeom>
              <a:rect b="b" l="l" r="r" t="t"/>
              <a:pathLst>
                <a:path extrusionOk="0" h="624" w="626">
                  <a:moveTo>
                    <a:pt x="313" y="0"/>
                  </a:moveTo>
                  <a:cubicBezTo>
                    <a:pt x="140" y="0"/>
                    <a:pt x="1" y="140"/>
                    <a:pt x="1" y="313"/>
                  </a:cubicBezTo>
                  <a:cubicBezTo>
                    <a:pt x="1" y="484"/>
                    <a:pt x="140" y="623"/>
                    <a:pt x="313" y="623"/>
                  </a:cubicBezTo>
                  <a:cubicBezTo>
                    <a:pt x="486" y="623"/>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48"/>
            <p:cNvSpPr/>
            <p:nvPr/>
          </p:nvSpPr>
          <p:spPr>
            <a:xfrm>
              <a:off x="6443250" y="4211650"/>
              <a:ext cx="15625" cy="15600"/>
            </a:xfrm>
            <a:custGeom>
              <a:rect b="b" l="l" r="r" t="t"/>
              <a:pathLst>
                <a:path extrusionOk="0" h="624" w="625">
                  <a:moveTo>
                    <a:pt x="313" y="0"/>
                  </a:moveTo>
                  <a:cubicBezTo>
                    <a:pt x="140" y="0"/>
                    <a:pt x="0" y="140"/>
                    <a:pt x="0" y="313"/>
                  </a:cubicBezTo>
                  <a:cubicBezTo>
                    <a:pt x="0" y="484"/>
                    <a:pt x="140" y="623"/>
                    <a:pt x="313" y="623"/>
                  </a:cubicBezTo>
                  <a:cubicBezTo>
                    <a:pt x="485" y="623"/>
                    <a:pt x="625" y="484"/>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48"/>
            <p:cNvSpPr/>
            <p:nvPr/>
          </p:nvSpPr>
          <p:spPr>
            <a:xfrm>
              <a:off x="6466550" y="4211650"/>
              <a:ext cx="15650" cy="15600"/>
            </a:xfrm>
            <a:custGeom>
              <a:rect b="b" l="l" r="r" t="t"/>
              <a:pathLst>
                <a:path extrusionOk="0" h="624" w="626">
                  <a:moveTo>
                    <a:pt x="313" y="0"/>
                  </a:moveTo>
                  <a:cubicBezTo>
                    <a:pt x="142" y="0"/>
                    <a:pt x="1" y="140"/>
                    <a:pt x="1" y="313"/>
                  </a:cubicBezTo>
                  <a:cubicBezTo>
                    <a:pt x="1" y="484"/>
                    <a:pt x="142" y="623"/>
                    <a:pt x="313" y="623"/>
                  </a:cubicBezTo>
                  <a:cubicBezTo>
                    <a:pt x="486" y="623"/>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48"/>
            <p:cNvSpPr/>
            <p:nvPr/>
          </p:nvSpPr>
          <p:spPr>
            <a:xfrm>
              <a:off x="6487275" y="4211650"/>
              <a:ext cx="18250" cy="15625"/>
            </a:xfrm>
            <a:custGeom>
              <a:rect b="b" l="l" r="r" t="t"/>
              <a:pathLst>
                <a:path extrusionOk="0" h="625" w="730">
                  <a:moveTo>
                    <a:pt x="418" y="0"/>
                  </a:moveTo>
                  <a:cubicBezTo>
                    <a:pt x="139" y="0"/>
                    <a:pt x="1" y="335"/>
                    <a:pt x="196" y="533"/>
                  </a:cubicBezTo>
                  <a:cubicBezTo>
                    <a:pt x="260" y="596"/>
                    <a:pt x="339" y="625"/>
                    <a:pt x="415" y="625"/>
                  </a:cubicBezTo>
                  <a:cubicBezTo>
                    <a:pt x="576" y="625"/>
                    <a:pt x="730" y="500"/>
                    <a:pt x="730" y="313"/>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48"/>
            <p:cNvSpPr/>
            <p:nvPr/>
          </p:nvSpPr>
          <p:spPr>
            <a:xfrm>
              <a:off x="6513250" y="4211650"/>
              <a:ext cx="15625" cy="15600"/>
            </a:xfrm>
            <a:custGeom>
              <a:rect b="b" l="l" r="r" t="t"/>
              <a:pathLst>
                <a:path extrusionOk="0" h="624" w="625">
                  <a:moveTo>
                    <a:pt x="312" y="0"/>
                  </a:moveTo>
                  <a:cubicBezTo>
                    <a:pt x="140" y="0"/>
                    <a:pt x="0" y="140"/>
                    <a:pt x="0" y="313"/>
                  </a:cubicBezTo>
                  <a:cubicBezTo>
                    <a:pt x="0" y="484"/>
                    <a:pt x="140" y="623"/>
                    <a:pt x="312" y="623"/>
                  </a:cubicBezTo>
                  <a:cubicBezTo>
                    <a:pt x="484" y="623"/>
                    <a:pt x="625" y="484"/>
                    <a:pt x="625" y="313"/>
                  </a:cubicBezTo>
                  <a:cubicBezTo>
                    <a:pt x="625" y="140"/>
                    <a:pt x="484"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48"/>
            <p:cNvSpPr/>
            <p:nvPr/>
          </p:nvSpPr>
          <p:spPr>
            <a:xfrm>
              <a:off x="5953325" y="4191600"/>
              <a:ext cx="15650" cy="15650"/>
            </a:xfrm>
            <a:custGeom>
              <a:rect b="b" l="l" r="r" t="t"/>
              <a:pathLst>
                <a:path extrusionOk="0" h="626" w="626">
                  <a:moveTo>
                    <a:pt x="313" y="1"/>
                  </a:moveTo>
                  <a:cubicBezTo>
                    <a:pt x="141" y="1"/>
                    <a:pt x="0" y="142"/>
                    <a:pt x="0" y="313"/>
                  </a:cubicBezTo>
                  <a:cubicBezTo>
                    <a:pt x="0" y="486"/>
                    <a:pt x="141"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48"/>
            <p:cNvSpPr/>
            <p:nvPr/>
          </p:nvSpPr>
          <p:spPr>
            <a:xfrm>
              <a:off x="5976675" y="419160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48"/>
            <p:cNvSpPr/>
            <p:nvPr/>
          </p:nvSpPr>
          <p:spPr>
            <a:xfrm>
              <a:off x="5999975" y="4191600"/>
              <a:ext cx="15650" cy="15650"/>
            </a:xfrm>
            <a:custGeom>
              <a:rect b="b" l="l" r="r" t="t"/>
              <a:pathLst>
                <a:path extrusionOk="0" h="626" w="626">
                  <a:moveTo>
                    <a:pt x="313" y="1"/>
                  </a:moveTo>
                  <a:cubicBezTo>
                    <a:pt x="141" y="1"/>
                    <a:pt x="1" y="142"/>
                    <a:pt x="1" y="313"/>
                  </a:cubicBezTo>
                  <a:cubicBezTo>
                    <a:pt x="1" y="486"/>
                    <a:pt x="141"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48"/>
            <p:cNvSpPr/>
            <p:nvPr/>
          </p:nvSpPr>
          <p:spPr>
            <a:xfrm>
              <a:off x="6023325" y="419160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48"/>
            <p:cNvSpPr/>
            <p:nvPr/>
          </p:nvSpPr>
          <p:spPr>
            <a:xfrm>
              <a:off x="6046675" y="4191600"/>
              <a:ext cx="15625" cy="15650"/>
            </a:xfrm>
            <a:custGeom>
              <a:rect b="b" l="l" r="r" t="t"/>
              <a:pathLst>
                <a:path extrusionOk="0" h="626" w="625">
                  <a:moveTo>
                    <a:pt x="312" y="1"/>
                  </a:moveTo>
                  <a:cubicBezTo>
                    <a:pt x="139" y="1"/>
                    <a:pt x="0" y="142"/>
                    <a:pt x="0" y="313"/>
                  </a:cubicBezTo>
                  <a:cubicBezTo>
                    <a:pt x="0" y="486"/>
                    <a:pt x="139"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48"/>
            <p:cNvSpPr/>
            <p:nvPr/>
          </p:nvSpPr>
          <p:spPr>
            <a:xfrm>
              <a:off x="6067350" y="4191600"/>
              <a:ext cx="18250" cy="15675"/>
            </a:xfrm>
            <a:custGeom>
              <a:rect b="b" l="l" r="r" t="t"/>
              <a:pathLst>
                <a:path extrusionOk="0" h="627" w="730">
                  <a:moveTo>
                    <a:pt x="418" y="1"/>
                  </a:moveTo>
                  <a:cubicBezTo>
                    <a:pt x="140" y="1"/>
                    <a:pt x="1" y="337"/>
                    <a:pt x="198" y="534"/>
                  </a:cubicBezTo>
                  <a:cubicBezTo>
                    <a:pt x="261" y="598"/>
                    <a:pt x="339" y="626"/>
                    <a:pt x="416" y="626"/>
                  </a:cubicBezTo>
                  <a:cubicBezTo>
                    <a:pt x="576" y="626"/>
                    <a:pt x="730" y="502"/>
                    <a:pt x="730" y="313"/>
                  </a:cubicBezTo>
                  <a:cubicBezTo>
                    <a:pt x="730" y="142"/>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48"/>
            <p:cNvSpPr/>
            <p:nvPr/>
          </p:nvSpPr>
          <p:spPr>
            <a:xfrm>
              <a:off x="6093325"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48"/>
            <p:cNvSpPr/>
            <p:nvPr/>
          </p:nvSpPr>
          <p:spPr>
            <a:xfrm>
              <a:off x="6116650" y="419160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48"/>
            <p:cNvSpPr/>
            <p:nvPr/>
          </p:nvSpPr>
          <p:spPr>
            <a:xfrm>
              <a:off x="6139975"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48"/>
            <p:cNvSpPr/>
            <p:nvPr/>
          </p:nvSpPr>
          <p:spPr>
            <a:xfrm>
              <a:off x="6160650" y="4191600"/>
              <a:ext cx="18300" cy="15675"/>
            </a:xfrm>
            <a:custGeom>
              <a:rect b="b" l="l" r="r" t="t"/>
              <a:pathLst>
                <a:path extrusionOk="0" h="627" w="732">
                  <a:moveTo>
                    <a:pt x="419" y="1"/>
                  </a:moveTo>
                  <a:cubicBezTo>
                    <a:pt x="140" y="1"/>
                    <a:pt x="1" y="337"/>
                    <a:pt x="198" y="534"/>
                  </a:cubicBezTo>
                  <a:cubicBezTo>
                    <a:pt x="262" y="598"/>
                    <a:pt x="340" y="626"/>
                    <a:pt x="417" y="626"/>
                  </a:cubicBezTo>
                  <a:cubicBezTo>
                    <a:pt x="577" y="626"/>
                    <a:pt x="731" y="502"/>
                    <a:pt x="731" y="313"/>
                  </a:cubicBezTo>
                  <a:cubicBezTo>
                    <a:pt x="731" y="142"/>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48"/>
            <p:cNvSpPr/>
            <p:nvPr/>
          </p:nvSpPr>
          <p:spPr>
            <a:xfrm>
              <a:off x="6186625"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48"/>
            <p:cNvSpPr/>
            <p:nvPr/>
          </p:nvSpPr>
          <p:spPr>
            <a:xfrm>
              <a:off x="620995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48"/>
            <p:cNvSpPr/>
            <p:nvPr/>
          </p:nvSpPr>
          <p:spPr>
            <a:xfrm>
              <a:off x="6233275" y="4191600"/>
              <a:ext cx="15625" cy="15650"/>
            </a:xfrm>
            <a:custGeom>
              <a:rect b="b" l="l" r="r" t="t"/>
              <a:pathLst>
                <a:path extrusionOk="0" h="626" w="625">
                  <a:moveTo>
                    <a:pt x="312" y="1"/>
                  </a:moveTo>
                  <a:cubicBezTo>
                    <a:pt x="141" y="1"/>
                    <a:pt x="0" y="142"/>
                    <a:pt x="0" y="313"/>
                  </a:cubicBezTo>
                  <a:cubicBezTo>
                    <a:pt x="0" y="486"/>
                    <a:pt x="141"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48"/>
            <p:cNvSpPr/>
            <p:nvPr/>
          </p:nvSpPr>
          <p:spPr>
            <a:xfrm>
              <a:off x="625660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48"/>
            <p:cNvSpPr/>
            <p:nvPr/>
          </p:nvSpPr>
          <p:spPr>
            <a:xfrm>
              <a:off x="6279950" y="419160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48"/>
            <p:cNvSpPr/>
            <p:nvPr/>
          </p:nvSpPr>
          <p:spPr>
            <a:xfrm>
              <a:off x="630325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48"/>
            <p:cNvSpPr/>
            <p:nvPr/>
          </p:nvSpPr>
          <p:spPr>
            <a:xfrm>
              <a:off x="6323950" y="4191600"/>
              <a:ext cx="18300" cy="15675"/>
            </a:xfrm>
            <a:custGeom>
              <a:rect b="b" l="l" r="r" t="t"/>
              <a:pathLst>
                <a:path extrusionOk="0" h="627" w="732">
                  <a:moveTo>
                    <a:pt x="419" y="1"/>
                  </a:moveTo>
                  <a:cubicBezTo>
                    <a:pt x="140" y="1"/>
                    <a:pt x="1" y="337"/>
                    <a:pt x="198" y="534"/>
                  </a:cubicBezTo>
                  <a:cubicBezTo>
                    <a:pt x="261" y="598"/>
                    <a:pt x="340" y="626"/>
                    <a:pt x="416" y="626"/>
                  </a:cubicBezTo>
                  <a:cubicBezTo>
                    <a:pt x="577" y="626"/>
                    <a:pt x="731" y="502"/>
                    <a:pt x="731" y="313"/>
                  </a:cubicBezTo>
                  <a:cubicBezTo>
                    <a:pt x="731" y="142"/>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48"/>
            <p:cNvSpPr/>
            <p:nvPr/>
          </p:nvSpPr>
          <p:spPr>
            <a:xfrm>
              <a:off x="6349900" y="419160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48"/>
            <p:cNvSpPr/>
            <p:nvPr/>
          </p:nvSpPr>
          <p:spPr>
            <a:xfrm>
              <a:off x="637325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48"/>
            <p:cNvSpPr/>
            <p:nvPr/>
          </p:nvSpPr>
          <p:spPr>
            <a:xfrm>
              <a:off x="6396600" y="4191600"/>
              <a:ext cx="15625" cy="15650"/>
            </a:xfrm>
            <a:custGeom>
              <a:rect b="b" l="l" r="r" t="t"/>
              <a:pathLst>
                <a:path extrusionOk="0" h="626" w="625">
                  <a:moveTo>
                    <a:pt x="313" y="1"/>
                  </a:moveTo>
                  <a:cubicBezTo>
                    <a:pt x="140" y="1"/>
                    <a:pt x="0" y="142"/>
                    <a:pt x="0" y="313"/>
                  </a:cubicBezTo>
                  <a:cubicBezTo>
                    <a:pt x="0" y="486"/>
                    <a:pt x="140" y="625"/>
                    <a:pt x="313" y="625"/>
                  </a:cubicBezTo>
                  <a:cubicBezTo>
                    <a:pt x="484" y="625"/>
                    <a:pt x="625" y="486"/>
                    <a:pt x="625" y="313"/>
                  </a:cubicBezTo>
                  <a:cubicBezTo>
                    <a:pt x="625" y="142"/>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48"/>
            <p:cNvSpPr/>
            <p:nvPr/>
          </p:nvSpPr>
          <p:spPr>
            <a:xfrm>
              <a:off x="6419900" y="419160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48"/>
            <p:cNvSpPr/>
            <p:nvPr/>
          </p:nvSpPr>
          <p:spPr>
            <a:xfrm>
              <a:off x="6443250" y="419160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48"/>
            <p:cNvSpPr/>
            <p:nvPr/>
          </p:nvSpPr>
          <p:spPr>
            <a:xfrm>
              <a:off x="6466550" y="419160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48"/>
            <p:cNvSpPr/>
            <p:nvPr/>
          </p:nvSpPr>
          <p:spPr>
            <a:xfrm>
              <a:off x="6487275" y="4191600"/>
              <a:ext cx="18250" cy="15675"/>
            </a:xfrm>
            <a:custGeom>
              <a:rect b="b" l="l" r="r" t="t"/>
              <a:pathLst>
                <a:path extrusionOk="0" h="627" w="730">
                  <a:moveTo>
                    <a:pt x="418" y="1"/>
                  </a:moveTo>
                  <a:cubicBezTo>
                    <a:pt x="139" y="1"/>
                    <a:pt x="1" y="337"/>
                    <a:pt x="196" y="534"/>
                  </a:cubicBezTo>
                  <a:cubicBezTo>
                    <a:pt x="260" y="598"/>
                    <a:pt x="338" y="626"/>
                    <a:pt x="415" y="626"/>
                  </a:cubicBezTo>
                  <a:cubicBezTo>
                    <a:pt x="576" y="626"/>
                    <a:pt x="730" y="502"/>
                    <a:pt x="730" y="313"/>
                  </a:cubicBezTo>
                  <a:cubicBezTo>
                    <a:pt x="730" y="142"/>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48"/>
            <p:cNvSpPr/>
            <p:nvPr/>
          </p:nvSpPr>
          <p:spPr>
            <a:xfrm>
              <a:off x="6513250" y="4191600"/>
              <a:ext cx="15625" cy="15650"/>
            </a:xfrm>
            <a:custGeom>
              <a:rect b="b" l="l" r="r" t="t"/>
              <a:pathLst>
                <a:path extrusionOk="0" h="626" w="625">
                  <a:moveTo>
                    <a:pt x="312" y="1"/>
                  </a:moveTo>
                  <a:cubicBezTo>
                    <a:pt x="140" y="1"/>
                    <a:pt x="0" y="142"/>
                    <a:pt x="0" y="313"/>
                  </a:cubicBezTo>
                  <a:cubicBezTo>
                    <a:pt x="0" y="486"/>
                    <a:pt x="140" y="625"/>
                    <a:pt x="312" y="625"/>
                  </a:cubicBezTo>
                  <a:cubicBezTo>
                    <a:pt x="484" y="625"/>
                    <a:pt x="625" y="486"/>
                    <a:pt x="625" y="313"/>
                  </a:cubicBezTo>
                  <a:cubicBezTo>
                    <a:pt x="625" y="142"/>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48"/>
            <p:cNvSpPr/>
            <p:nvPr/>
          </p:nvSpPr>
          <p:spPr>
            <a:xfrm>
              <a:off x="5953325" y="4171600"/>
              <a:ext cx="15650" cy="15625"/>
            </a:xfrm>
            <a:custGeom>
              <a:rect b="b" l="l" r="r" t="t"/>
              <a:pathLst>
                <a:path extrusionOk="0" h="625" w="626">
                  <a:moveTo>
                    <a:pt x="313" y="0"/>
                  </a:moveTo>
                  <a:cubicBezTo>
                    <a:pt x="141" y="0"/>
                    <a:pt x="0" y="140"/>
                    <a:pt x="0" y="312"/>
                  </a:cubicBezTo>
                  <a:cubicBezTo>
                    <a:pt x="0" y="485"/>
                    <a:pt x="141"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48"/>
            <p:cNvSpPr/>
            <p:nvPr/>
          </p:nvSpPr>
          <p:spPr>
            <a:xfrm>
              <a:off x="5976675" y="4171600"/>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48"/>
            <p:cNvSpPr/>
            <p:nvPr/>
          </p:nvSpPr>
          <p:spPr>
            <a:xfrm>
              <a:off x="5999975" y="4171600"/>
              <a:ext cx="15650" cy="15625"/>
            </a:xfrm>
            <a:custGeom>
              <a:rect b="b" l="l" r="r" t="t"/>
              <a:pathLst>
                <a:path extrusionOk="0" h="625" w="626">
                  <a:moveTo>
                    <a:pt x="313" y="0"/>
                  </a:moveTo>
                  <a:cubicBezTo>
                    <a:pt x="141" y="0"/>
                    <a:pt x="1" y="140"/>
                    <a:pt x="1" y="312"/>
                  </a:cubicBezTo>
                  <a:cubicBezTo>
                    <a:pt x="1" y="485"/>
                    <a:pt x="141"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48"/>
            <p:cNvSpPr/>
            <p:nvPr/>
          </p:nvSpPr>
          <p:spPr>
            <a:xfrm>
              <a:off x="6023325" y="4171600"/>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48"/>
            <p:cNvSpPr/>
            <p:nvPr/>
          </p:nvSpPr>
          <p:spPr>
            <a:xfrm>
              <a:off x="6046675" y="4171600"/>
              <a:ext cx="15625" cy="15625"/>
            </a:xfrm>
            <a:custGeom>
              <a:rect b="b" l="l" r="r" t="t"/>
              <a:pathLst>
                <a:path extrusionOk="0" h="625" w="625">
                  <a:moveTo>
                    <a:pt x="312" y="0"/>
                  </a:moveTo>
                  <a:cubicBezTo>
                    <a:pt x="139" y="0"/>
                    <a:pt x="0" y="140"/>
                    <a:pt x="0" y="312"/>
                  </a:cubicBezTo>
                  <a:cubicBezTo>
                    <a:pt x="0" y="485"/>
                    <a:pt x="139"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48"/>
            <p:cNvSpPr/>
            <p:nvPr/>
          </p:nvSpPr>
          <p:spPr>
            <a:xfrm>
              <a:off x="6067350" y="4171600"/>
              <a:ext cx="18250" cy="15675"/>
            </a:xfrm>
            <a:custGeom>
              <a:rect b="b" l="l" r="r" t="t"/>
              <a:pathLst>
                <a:path extrusionOk="0" h="627" w="730">
                  <a:moveTo>
                    <a:pt x="418" y="0"/>
                  </a:moveTo>
                  <a:cubicBezTo>
                    <a:pt x="140" y="0"/>
                    <a:pt x="1" y="337"/>
                    <a:pt x="198" y="534"/>
                  </a:cubicBezTo>
                  <a:cubicBezTo>
                    <a:pt x="261" y="598"/>
                    <a:pt x="339" y="626"/>
                    <a:pt x="416" y="626"/>
                  </a:cubicBezTo>
                  <a:cubicBezTo>
                    <a:pt x="576" y="626"/>
                    <a:pt x="730" y="501"/>
                    <a:pt x="730" y="312"/>
                  </a:cubicBezTo>
                  <a:cubicBezTo>
                    <a:pt x="730" y="140"/>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48"/>
            <p:cNvSpPr/>
            <p:nvPr/>
          </p:nvSpPr>
          <p:spPr>
            <a:xfrm>
              <a:off x="6093325"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48"/>
            <p:cNvSpPr/>
            <p:nvPr/>
          </p:nvSpPr>
          <p:spPr>
            <a:xfrm>
              <a:off x="6116650" y="41716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48"/>
            <p:cNvSpPr/>
            <p:nvPr/>
          </p:nvSpPr>
          <p:spPr>
            <a:xfrm>
              <a:off x="6139975"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48"/>
            <p:cNvSpPr/>
            <p:nvPr/>
          </p:nvSpPr>
          <p:spPr>
            <a:xfrm>
              <a:off x="6160650" y="4171600"/>
              <a:ext cx="18300" cy="15675"/>
            </a:xfrm>
            <a:custGeom>
              <a:rect b="b" l="l" r="r" t="t"/>
              <a:pathLst>
                <a:path extrusionOk="0" h="627" w="732">
                  <a:moveTo>
                    <a:pt x="419" y="0"/>
                  </a:moveTo>
                  <a:cubicBezTo>
                    <a:pt x="140" y="0"/>
                    <a:pt x="1" y="337"/>
                    <a:pt x="198" y="534"/>
                  </a:cubicBezTo>
                  <a:cubicBezTo>
                    <a:pt x="262" y="598"/>
                    <a:pt x="340" y="626"/>
                    <a:pt x="417" y="626"/>
                  </a:cubicBezTo>
                  <a:cubicBezTo>
                    <a:pt x="577" y="626"/>
                    <a:pt x="731" y="501"/>
                    <a:pt x="731" y="312"/>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48"/>
            <p:cNvSpPr/>
            <p:nvPr/>
          </p:nvSpPr>
          <p:spPr>
            <a:xfrm>
              <a:off x="6186625"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48"/>
            <p:cNvSpPr/>
            <p:nvPr/>
          </p:nvSpPr>
          <p:spPr>
            <a:xfrm>
              <a:off x="620995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48"/>
            <p:cNvSpPr/>
            <p:nvPr/>
          </p:nvSpPr>
          <p:spPr>
            <a:xfrm>
              <a:off x="6233275" y="4171600"/>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48"/>
            <p:cNvSpPr/>
            <p:nvPr/>
          </p:nvSpPr>
          <p:spPr>
            <a:xfrm>
              <a:off x="625660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48"/>
            <p:cNvSpPr/>
            <p:nvPr/>
          </p:nvSpPr>
          <p:spPr>
            <a:xfrm>
              <a:off x="6279950" y="41716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48"/>
            <p:cNvSpPr/>
            <p:nvPr/>
          </p:nvSpPr>
          <p:spPr>
            <a:xfrm>
              <a:off x="630325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48"/>
            <p:cNvSpPr/>
            <p:nvPr/>
          </p:nvSpPr>
          <p:spPr>
            <a:xfrm>
              <a:off x="6323950" y="4171600"/>
              <a:ext cx="18300" cy="15675"/>
            </a:xfrm>
            <a:custGeom>
              <a:rect b="b" l="l" r="r" t="t"/>
              <a:pathLst>
                <a:path extrusionOk="0" h="627" w="732">
                  <a:moveTo>
                    <a:pt x="419" y="0"/>
                  </a:moveTo>
                  <a:cubicBezTo>
                    <a:pt x="140" y="0"/>
                    <a:pt x="1" y="337"/>
                    <a:pt x="198" y="534"/>
                  </a:cubicBezTo>
                  <a:cubicBezTo>
                    <a:pt x="261" y="598"/>
                    <a:pt x="340" y="626"/>
                    <a:pt x="416" y="626"/>
                  </a:cubicBezTo>
                  <a:cubicBezTo>
                    <a:pt x="577" y="626"/>
                    <a:pt x="731" y="501"/>
                    <a:pt x="731" y="312"/>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48"/>
            <p:cNvSpPr/>
            <p:nvPr/>
          </p:nvSpPr>
          <p:spPr>
            <a:xfrm>
              <a:off x="6349900" y="4171600"/>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48"/>
            <p:cNvSpPr/>
            <p:nvPr/>
          </p:nvSpPr>
          <p:spPr>
            <a:xfrm>
              <a:off x="637325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48"/>
            <p:cNvSpPr/>
            <p:nvPr/>
          </p:nvSpPr>
          <p:spPr>
            <a:xfrm>
              <a:off x="6396600" y="4171600"/>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48"/>
            <p:cNvSpPr/>
            <p:nvPr/>
          </p:nvSpPr>
          <p:spPr>
            <a:xfrm>
              <a:off x="6419900" y="41716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48"/>
            <p:cNvSpPr/>
            <p:nvPr/>
          </p:nvSpPr>
          <p:spPr>
            <a:xfrm>
              <a:off x="6443250" y="4171600"/>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48"/>
            <p:cNvSpPr/>
            <p:nvPr/>
          </p:nvSpPr>
          <p:spPr>
            <a:xfrm>
              <a:off x="6466550" y="4171600"/>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48"/>
            <p:cNvSpPr/>
            <p:nvPr/>
          </p:nvSpPr>
          <p:spPr>
            <a:xfrm>
              <a:off x="6487275" y="4171600"/>
              <a:ext cx="18250" cy="15675"/>
            </a:xfrm>
            <a:custGeom>
              <a:rect b="b" l="l" r="r" t="t"/>
              <a:pathLst>
                <a:path extrusionOk="0" h="627" w="730">
                  <a:moveTo>
                    <a:pt x="418" y="0"/>
                  </a:moveTo>
                  <a:cubicBezTo>
                    <a:pt x="139" y="0"/>
                    <a:pt x="1" y="337"/>
                    <a:pt x="196" y="534"/>
                  </a:cubicBezTo>
                  <a:cubicBezTo>
                    <a:pt x="260" y="598"/>
                    <a:pt x="338" y="626"/>
                    <a:pt x="415" y="626"/>
                  </a:cubicBezTo>
                  <a:cubicBezTo>
                    <a:pt x="576" y="626"/>
                    <a:pt x="730" y="501"/>
                    <a:pt x="730" y="312"/>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48"/>
            <p:cNvSpPr/>
            <p:nvPr/>
          </p:nvSpPr>
          <p:spPr>
            <a:xfrm>
              <a:off x="6513250" y="4171600"/>
              <a:ext cx="15625" cy="15625"/>
            </a:xfrm>
            <a:custGeom>
              <a:rect b="b" l="l" r="r" t="t"/>
              <a:pathLst>
                <a:path extrusionOk="0" h="625" w="625">
                  <a:moveTo>
                    <a:pt x="312" y="0"/>
                  </a:moveTo>
                  <a:cubicBezTo>
                    <a:pt x="140" y="0"/>
                    <a:pt x="0" y="140"/>
                    <a:pt x="0" y="312"/>
                  </a:cubicBezTo>
                  <a:cubicBezTo>
                    <a:pt x="0" y="485"/>
                    <a:pt x="140" y="625"/>
                    <a:pt x="312" y="625"/>
                  </a:cubicBezTo>
                  <a:cubicBezTo>
                    <a:pt x="484" y="625"/>
                    <a:pt x="625" y="485"/>
                    <a:pt x="625" y="312"/>
                  </a:cubicBezTo>
                  <a:cubicBezTo>
                    <a:pt x="625" y="140"/>
                    <a:pt x="484"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48"/>
            <p:cNvSpPr/>
            <p:nvPr/>
          </p:nvSpPr>
          <p:spPr>
            <a:xfrm>
              <a:off x="5953325" y="4151575"/>
              <a:ext cx="15650" cy="15650"/>
            </a:xfrm>
            <a:custGeom>
              <a:rect b="b" l="l" r="r" t="t"/>
              <a:pathLst>
                <a:path extrusionOk="0" h="626" w="626">
                  <a:moveTo>
                    <a:pt x="313" y="1"/>
                  </a:moveTo>
                  <a:cubicBezTo>
                    <a:pt x="141" y="1"/>
                    <a:pt x="0" y="140"/>
                    <a:pt x="0" y="313"/>
                  </a:cubicBezTo>
                  <a:cubicBezTo>
                    <a:pt x="0" y="486"/>
                    <a:pt x="141"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48"/>
            <p:cNvSpPr/>
            <p:nvPr/>
          </p:nvSpPr>
          <p:spPr>
            <a:xfrm>
              <a:off x="5976675"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48"/>
            <p:cNvSpPr/>
            <p:nvPr/>
          </p:nvSpPr>
          <p:spPr>
            <a:xfrm>
              <a:off x="5930025"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48"/>
            <p:cNvSpPr/>
            <p:nvPr/>
          </p:nvSpPr>
          <p:spPr>
            <a:xfrm>
              <a:off x="5999975" y="415157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48"/>
            <p:cNvSpPr/>
            <p:nvPr/>
          </p:nvSpPr>
          <p:spPr>
            <a:xfrm>
              <a:off x="6023325"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48"/>
            <p:cNvSpPr/>
            <p:nvPr/>
          </p:nvSpPr>
          <p:spPr>
            <a:xfrm>
              <a:off x="6046675" y="415157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48"/>
            <p:cNvSpPr/>
            <p:nvPr/>
          </p:nvSpPr>
          <p:spPr>
            <a:xfrm>
              <a:off x="6067350" y="4151575"/>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0"/>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48"/>
            <p:cNvSpPr/>
            <p:nvPr/>
          </p:nvSpPr>
          <p:spPr>
            <a:xfrm>
              <a:off x="6093325"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48"/>
            <p:cNvSpPr/>
            <p:nvPr/>
          </p:nvSpPr>
          <p:spPr>
            <a:xfrm>
              <a:off x="6116650" y="41515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48"/>
            <p:cNvSpPr/>
            <p:nvPr/>
          </p:nvSpPr>
          <p:spPr>
            <a:xfrm>
              <a:off x="6139975"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48"/>
            <p:cNvSpPr/>
            <p:nvPr/>
          </p:nvSpPr>
          <p:spPr>
            <a:xfrm>
              <a:off x="6160650" y="4151575"/>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48"/>
            <p:cNvSpPr/>
            <p:nvPr/>
          </p:nvSpPr>
          <p:spPr>
            <a:xfrm>
              <a:off x="6186625"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48"/>
            <p:cNvSpPr/>
            <p:nvPr/>
          </p:nvSpPr>
          <p:spPr>
            <a:xfrm>
              <a:off x="620995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48"/>
            <p:cNvSpPr/>
            <p:nvPr/>
          </p:nvSpPr>
          <p:spPr>
            <a:xfrm>
              <a:off x="6233275" y="415157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48"/>
            <p:cNvSpPr/>
            <p:nvPr/>
          </p:nvSpPr>
          <p:spPr>
            <a:xfrm>
              <a:off x="625660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48"/>
            <p:cNvSpPr/>
            <p:nvPr/>
          </p:nvSpPr>
          <p:spPr>
            <a:xfrm>
              <a:off x="6279950" y="41515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48"/>
            <p:cNvSpPr/>
            <p:nvPr/>
          </p:nvSpPr>
          <p:spPr>
            <a:xfrm>
              <a:off x="630325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48"/>
            <p:cNvSpPr/>
            <p:nvPr/>
          </p:nvSpPr>
          <p:spPr>
            <a:xfrm>
              <a:off x="6323950" y="4151575"/>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0"/>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48"/>
            <p:cNvSpPr/>
            <p:nvPr/>
          </p:nvSpPr>
          <p:spPr>
            <a:xfrm>
              <a:off x="6349900" y="41515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48"/>
            <p:cNvSpPr/>
            <p:nvPr/>
          </p:nvSpPr>
          <p:spPr>
            <a:xfrm>
              <a:off x="637325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48"/>
            <p:cNvSpPr/>
            <p:nvPr/>
          </p:nvSpPr>
          <p:spPr>
            <a:xfrm>
              <a:off x="6396600" y="415157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48"/>
            <p:cNvSpPr/>
            <p:nvPr/>
          </p:nvSpPr>
          <p:spPr>
            <a:xfrm>
              <a:off x="6419900" y="41515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48"/>
            <p:cNvSpPr/>
            <p:nvPr/>
          </p:nvSpPr>
          <p:spPr>
            <a:xfrm>
              <a:off x="6443250" y="415157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48"/>
            <p:cNvSpPr/>
            <p:nvPr/>
          </p:nvSpPr>
          <p:spPr>
            <a:xfrm>
              <a:off x="6466550" y="41515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48"/>
            <p:cNvSpPr/>
            <p:nvPr/>
          </p:nvSpPr>
          <p:spPr>
            <a:xfrm>
              <a:off x="6487275" y="4151575"/>
              <a:ext cx="18250" cy="15675"/>
            </a:xfrm>
            <a:custGeom>
              <a:rect b="b" l="l" r="r" t="t"/>
              <a:pathLst>
                <a:path extrusionOk="0" h="627" w="730">
                  <a:moveTo>
                    <a:pt x="418" y="1"/>
                  </a:moveTo>
                  <a:cubicBezTo>
                    <a:pt x="139" y="1"/>
                    <a:pt x="1" y="337"/>
                    <a:pt x="196" y="534"/>
                  </a:cubicBezTo>
                  <a:cubicBezTo>
                    <a:pt x="260" y="598"/>
                    <a:pt x="338" y="627"/>
                    <a:pt x="415" y="627"/>
                  </a:cubicBezTo>
                  <a:cubicBezTo>
                    <a:pt x="576" y="627"/>
                    <a:pt x="730" y="502"/>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48"/>
            <p:cNvSpPr/>
            <p:nvPr/>
          </p:nvSpPr>
          <p:spPr>
            <a:xfrm>
              <a:off x="6513250" y="415157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48"/>
            <p:cNvSpPr/>
            <p:nvPr/>
          </p:nvSpPr>
          <p:spPr>
            <a:xfrm>
              <a:off x="5930025"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48"/>
            <p:cNvSpPr/>
            <p:nvPr/>
          </p:nvSpPr>
          <p:spPr>
            <a:xfrm>
              <a:off x="5953325" y="4131575"/>
              <a:ext cx="15650" cy="15625"/>
            </a:xfrm>
            <a:custGeom>
              <a:rect b="b" l="l" r="r" t="t"/>
              <a:pathLst>
                <a:path extrusionOk="0" h="625" w="626">
                  <a:moveTo>
                    <a:pt x="313" y="0"/>
                  </a:moveTo>
                  <a:cubicBezTo>
                    <a:pt x="141" y="0"/>
                    <a:pt x="0" y="140"/>
                    <a:pt x="0" y="313"/>
                  </a:cubicBezTo>
                  <a:cubicBezTo>
                    <a:pt x="0" y="486"/>
                    <a:pt x="141"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48"/>
            <p:cNvSpPr/>
            <p:nvPr/>
          </p:nvSpPr>
          <p:spPr>
            <a:xfrm>
              <a:off x="5976675"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48"/>
            <p:cNvSpPr/>
            <p:nvPr/>
          </p:nvSpPr>
          <p:spPr>
            <a:xfrm>
              <a:off x="5999975" y="4131575"/>
              <a:ext cx="15650" cy="15625"/>
            </a:xfrm>
            <a:custGeom>
              <a:rect b="b" l="l" r="r" t="t"/>
              <a:pathLst>
                <a:path extrusionOk="0" h="625" w="626">
                  <a:moveTo>
                    <a:pt x="313" y="0"/>
                  </a:moveTo>
                  <a:cubicBezTo>
                    <a:pt x="141" y="0"/>
                    <a:pt x="1" y="140"/>
                    <a:pt x="1" y="313"/>
                  </a:cubicBezTo>
                  <a:cubicBezTo>
                    <a:pt x="1" y="486"/>
                    <a:pt x="141"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48"/>
            <p:cNvSpPr/>
            <p:nvPr/>
          </p:nvSpPr>
          <p:spPr>
            <a:xfrm>
              <a:off x="6023325"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48"/>
            <p:cNvSpPr/>
            <p:nvPr/>
          </p:nvSpPr>
          <p:spPr>
            <a:xfrm>
              <a:off x="6046675" y="4131575"/>
              <a:ext cx="15625" cy="15625"/>
            </a:xfrm>
            <a:custGeom>
              <a:rect b="b" l="l" r="r" t="t"/>
              <a:pathLst>
                <a:path extrusionOk="0" h="625" w="625">
                  <a:moveTo>
                    <a:pt x="312" y="0"/>
                  </a:moveTo>
                  <a:cubicBezTo>
                    <a:pt x="139" y="0"/>
                    <a:pt x="0" y="140"/>
                    <a:pt x="0" y="313"/>
                  </a:cubicBezTo>
                  <a:cubicBezTo>
                    <a:pt x="0" y="486"/>
                    <a:pt x="139" y="625"/>
                    <a:pt x="312" y="625"/>
                  </a:cubicBezTo>
                  <a:cubicBezTo>
                    <a:pt x="485" y="625"/>
                    <a:pt x="625" y="486"/>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48"/>
            <p:cNvSpPr/>
            <p:nvPr/>
          </p:nvSpPr>
          <p:spPr>
            <a:xfrm>
              <a:off x="6067350" y="413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3"/>
                  </a:cubicBezTo>
                  <a:cubicBezTo>
                    <a:pt x="730" y="140"/>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48"/>
            <p:cNvSpPr/>
            <p:nvPr/>
          </p:nvSpPr>
          <p:spPr>
            <a:xfrm>
              <a:off x="6093325"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48"/>
            <p:cNvSpPr/>
            <p:nvPr/>
          </p:nvSpPr>
          <p:spPr>
            <a:xfrm>
              <a:off x="6116650" y="4131575"/>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48"/>
            <p:cNvSpPr/>
            <p:nvPr/>
          </p:nvSpPr>
          <p:spPr>
            <a:xfrm>
              <a:off x="6139975"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48"/>
            <p:cNvSpPr/>
            <p:nvPr/>
          </p:nvSpPr>
          <p:spPr>
            <a:xfrm>
              <a:off x="6160650" y="4131575"/>
              <a:ext cx="18300" cy="15650"/>
            </a:xfrm>
            <a:custGeom>
              <a:rect b="b" l="l" r="r" t="t"/>
              <a:pathLst>
                <a:path extrusionOk="0" h="626" w="732">
                  <a:moveTo>
                    <a:pt x="419" y="0"/>
                  </a:moveTo>
                  <a:cubicBezTo>
                    <a:pt x="140" y="0"/>
                    <a:pt x="1" y="337"/>
                    <a:pt x="198" y="534"/>
                  </a:cubicBezTo>
                  <a:cubicBezTo>
                    <a:pt x="261" y="597"/>
                    <a:pt x="340" y="626"/>
                    <a:pt x="417" y="626"/>
                  </a:cubicBezTo>
                  <a:cubicBezTo>
                    <a:pt x="577" y="626"/>
                    <a:pt x="731" y="501"/>
                    <a:pt x="731" y="313"/>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48"/>
            <p:cNvSpPr/>
            <p:nvPr/>
          </p:nvSpPr>
          <p:spPr>
            <a:xfrm>
              <a:off x="6186625"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48"/>
            <p:cNvSpPr/>
            <p:nvPr/>
          </p:nvSpPr>
          <p:spPr>
            <a:xfrm>
              <a:off x="620995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48"/>
            <p:cNvSpPr/>
            <p:nvPr/>
          </p:nvSpPr>
          <p:spPr>
            <a:xfrm>
              <a:off x="6233275" y="4131575"/>
              <a:ext cx="15625" cy="15625"/>
            </a:xfrm>
            <a:custGeom>
              <a:rect b="b" l="l" r="r" t="t"/>
              <a:pathLst>
                <a:path extrusionOk="0" h="625" w="625">
                  <a:moveTo>
                    <a:pt x="312" y="0"/>
                  </a:moveTo>
                  <a:cubicBezTo>
                    <a:pt x="141" y="0"/>
                    <a:pt x="0" y="140"/>
                    <a:pt x="0" y="313"/>
                  </a:cubicBezTo>
                  <a:cubicBezTo>
                    <a:pt x="0" y="486"/>
                    <a:pt x="141" y="625"/>
                    <a:pt x="312" y="625"/>
                  </a:cubicBezTo>
                  <a:cubicBezTo>
                    <a:pt x="485" y="625"/>
                    <a:pt x="625" y="486"/>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48"/>
            <p:cNvSpPr/>
            <p:nvPr/>
          </p:nvSpPr>
          <p:spPr>
            <a:xfrm>
              <a:off x="625660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48"/>
            <p:cNvSpPr/>
            <p:nvPr/>
          </p:nvSpPr>
          <p:spPr>
            <a:xfrm>
              <a:off x="6279950" y="4131575"/>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48"/>
            <p:cNvSpPr/>
            <p:nvPr/>
          </p:nvSpPr>
          <p:spPr>
            <a:xfrm>
              <a:off x="630325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48"/>
            <p:cNvSpPr/>
            <p:nvPr/>
          </p:nvSpPr>
          <p:spPr>
            <a:xfrm>
              <a:off x="6323950" y="4131575"/>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3"/>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48"/>
            <p:cNvSpPr/>
            <p:nvPr/>
          </p:nvSpPr>
          <p:spPr>
            <a:xfrm>
              <a:off x="6349900" y="4131575"/>
              <a:ext cx="15650" cy="15625"/>
            </a:xfrm>
            <a:custGeom>
              <a:rect b="b" l="l" r="r" t="t"/>
              <a:pathLst>
                <a:path extrusionOk="0" h="625" w="626">
                  <a:moveTo>
                    <a:pt x="313" y="0"/>
                  </a:moveTo>
                  <a:cubicBezTo>
                    <a:pt x="142" y="0"/>
                    <a:pt x="1" y="140"/>
                    <a:pt x="1" y="313"/>
                  </a:cubicBezTo>
                  <a:cubicBezTo>
                    <a:pt x="1" y="486"/>
                    <a:pt x="142"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48"/>
            <p:cNvSpPr/>
            <p:nvPr/>
          </p:nvSpPr>
          <p:spPr>
            <a:xfrm>
              <a:off x="637325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48"/>
            <p:cNvSpPr/>
            <p:nvPr/>
          </p:nvSpPr>
          <p:spPr>
            <a:xfrm>
              <a:off x="6396600" y="4131575"/>
              <a:ext cx="15625" cy="15625"/>
            </a:xfrm>
            <a:custGeom>
              <a:rect b="b" l="l" r="r" t="t"/>
              <a:pathLst>
                <a:path extrusionOk="0" h="625" w="625">
                  <a:moveTo>
                    <a:pt x="313" y="0"/>
                  </a:moveTo>
                  <a:cubicBezTo>
                    <a:pt x="140" y="0"/>
                    <a:pt x="0" y="140"/>
                    <a:pt x="0" y="313"/>
                  </a:cubicBezTo>
                  <a:cubicBezTo>
                    <a:pt x="0" y="486"/>
                    <a:pt x="140" y="625"/>
                    <a:pt x="313" y="625"/>
                  </a:cubicBezTo>
                  <a:cubicBezTo>
                    <a:pt x="484" y="625"/>
                    <a:pt x="625" y="486"/>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48"/>
            <p:cNvSpPr/>
            <p:nvPr/>
          </p:nvSpPr>
          <p:spPr>
            <a:xfrm>
              <a:off x="6419900" y="4131575"/>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48"/>
            <p:cNvSpPr/>
            <p:nvPr/>
          </p:nvSpPr>
          <p:spPr>
            <a:xfrm>
              <a:off x="6443250" y="4131575"/>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48"/>
            <p:cNvSpPr/>
            <p:nvPr/>
          </p:nvSpPr>
          <p:spPr>
            <a:xfrm>
              <a:off x="6466550" y="4131575"/>
              <a:ext cx="15650" cy="15625"/>
            </a:xfrm>
            <a:custGeom>
              <a:rect b="b" l="l" r="r" t="t"/>
              <a:pathLst>
                <a:path extrusionOk="0" h="625" w="626">
                  <a:moveTo>
                    <a:pt x="313" y="0"/>
                  </a:moveTo>
                  <a:cubicBezTo>
                    <a:pt x="142" y="0"/>
                    <a:pt x="1" y="140"/>
                    <a:pt x="1" y="313"/>
                  </a:cubicBezTo>
                  <a:cubicBezTo>
                    <a:pt x="1" y="486"/>
                    <a:pt x="142"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48"/>
            <p:cNvSpPr/>
            <p:nvPr/>
          </p:nvSpPr>
          <p:spPr>
            <a:xfrm>
              <a:off x="6487275" y="4131575"/>
              <a:ext cx="18250" cy="15650"/>
            </a:xfrm>
            <a:custGeom>
              <a:rect b="b" l="l" r="r" t="t"/>
              <a:pathLst>
                <a:path extrusionOk="0" h="626" w="730">
                  <a:moveTo>
                    <a:pt x="418" y="0"/>
                  </a:moveTo>
                  <a:cubicBezTo>
                    <a:pt x="139" y="0"/>
                    <a:pt x="1" y="337"/>
                    <a:pt x="196" y="534"/>
                  </a:cubicBezTo>
                  <a:cubicBezTo>
                    <a:pt x="260" y="597"/>
                    <a:pt x="338" y="626"/>
                    <a:pt x="415" y="626"/>
                  </a:cubicBezTo>
                  <a:cubicBezTo>
                    <a:pt x="576" y="626"/>
                    <a:pt x="730" y="501"/>
                    <a:pt x="730" y="313"/>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48"/>
            <p:cNvSpPr/>
            <p:nvPr/>
          </p:nvSpPr>
          <p:spPr>
            <a:xfrm>
              <a:off x="6513250" y="4131575"/>
              <a:ext cx="15625" cy="15625"/>
            </a:xfrm>
            <a:custGeom>
              <a:rect b="b" l="l" r="r" t="t"/>
              <a:pathLst>
                <a:path extrusionOk="0" h="625" w="625">
                  <a:moveTo>
                    <a:pt x="312" y="0"/>
                  </a:moveTo>
                  <a:cubicBezTo>
                    <a:pt x="140" y="0"/>
                    <a:pt x="0" y="140"/>
                    <a:pt x="0" y="313"/>
                  </a:cubicBezTo>
                  <a:cubicBezTo>
                    <a:pt x="0" y="486"/>
                    <a:pt x="140" y="625"/>
                    <a:pt x="312" y="625"/>
                  </a:cubicBezTo>
                  <a:cubicBezTo>
                    <a:pt x="484" y="625"/>
                    <a:pt x="625" y="486"/>
                    <a:pt x="625" y="313"/>
                  </a:cubicBezTo>
                  <a:cubicBezTo>
                    <a:pt x="625" y="140"/>
                    <a:pt x="484"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48"/>
            <p:cNvSpPr/>
            <p:nvPr/>
          </p:nvSpPr>
          <p:spPr>
            <a:xfrm>
              <a:off x="5930025"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48"/>
            <p:cNvSpPr/>
            <p:nvPr/>
          </p:nvSpPr>
          <p:spPr>
            <a:xfrm>
              <a:off x="5953325" y="4111575"/>
              <a:ext cx="15650" cy="15625"/>
            </a:xfrm>
            <a:custGeom>
              <a:rect b="b" l="l" r="r" t="t"/>
              <a:pathLst>
                <a:path extrusionOk="0" h="625" w="626">
                  <a:moveTo>
                    <a:pt x="313" y="0"/>
                  </a:moveTo>
                  <a:cubicBezTo>
                    <a:pt x="141" y="0"/>
                    <a:pt x="0" y="140"/>
                    <a:pt x="0" y="312"/>
                  </a:cubicBezTo>
                  <a:cubicBezTo>
                    <a:pt x="0" y="485"/>
                    <a:pt x="141"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48"/>
            <p:cNvSpPr/>
            <p:nvPr/>
          </p:nvSpPr>
          <p:spPr>
            <a:xfrm>
              <a:off x="5976675"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48"/>
            <p:cNvSpPr/>
            <p:nvPr/>
          </p:nvSpPr>
          <p:spPr>
            <a:xfrm>
              <a:off x="5999975" y="4111575"/>
              <a:ext cx="15650" cy="15625"/>
            </a:xfrm>
            <a:custGeom>
              <a:rect b="b" l="l" r="r" t="t"/>
              <a:pathLst>
                <a:path extrusionOk="0" h="625" w="626">
                  <a:moveTo>
                    <a:pt x="313" y="0"/>
                  </a:moveTo>
                  <a:cubicBezTo>
                    <a:pt x="141" y="0"/>
                    <a:pt x="1" y="140"/>
                    <a:pt x="1" y="312"/>
                  </a:cubicBezTo>
                  <a:cubicBezTo>
                    <a:pt x="1" y="485"/>
                    <a:pt x="141"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48"/>
            <p:cNvSpPr/>
            <p:nvPr/>
          </p:nvSpPr>
          <p:spPr>
            <a:xfrm>
              <a:off x="6023325"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48"/>
            <p:cNvSpPr/>
            <p:nvPr/>
          </p:nvSpPr>
          <p:spPr>
            <a:xfrm>
              <a:off x="6046675" y="4111575"/>
              <a:ext cx="15625" cy="15625"/>
            </a:xfrm>
            <a:custGeom>
              <a:rect b="b" l="l" r="r" t="t"/>
              <a:pathLst>
                <a:path extrusionOk="0" h="625" w="625">
                  <a:moveTo>
                    <a:pt x="312" y="0"/>
                  </a:moveTo>
                  <a:cubicBezTo>
                    <a:pt x="139" y="0"/>
                    <a:pt x="0" y="140"/>
                    <a:pt x="0" y="312"/>
                  </a:cubicBezTo>
                  <a:cubicBezTo>
                    <a:pt x="0" y="485"/>
                    <a:pt x="139"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48"/>
            <p:cNvSpPr/>
            <p:nvPr/>
          </p:nvSpPr>
          <p:spPr>
            <a:xfrm>
              <a:off x="6067350" y="411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2"/>
                  </a:cubicBezTo>
                  <a:cubicBezTo>
                    <a:pt x="730" y="140"/>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48"/>
            <p:cNvSpPr/>
            <p:nvPr/>
          </p:nvSpPr>
          <p:spPr>
            <a:xfrm>
              <a:off x="6093325"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48"/>
            <p:cNvSpPr/>
            <p:nvPr/>
          </p:nvSpPr>
          <p:spPr>
            <a:xfrm>
              <a:off x="6116650" y="411157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48"/>
            <p:cNvSpPr/>
            <p:nvPr/>
          </p:nvSpPr>
          <p:spPr>
            <a:xfrm>
              <a:off x="6139975"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48"/>
            <p:cNvSpPr/>
            <p:nvPr/>
          </p:nvSpPr>
          <p:spPr>
            <a:xfrm>
              <a:off x="6160650" y="4111575"/>
              <a:ext cx="18300" cy="15650"/>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2"/>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48"/>
            <p:cNvSpPr/>
            <p:nvPr/>
          </p:nvSpPr>
          <p:spPr>
            <a:xfrm>
              <a:off x="6186625"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48"/>
            <p:cNvSpPr/>
            <p:nvPr/>
          </p:nvSpPr>
          <p:spPr>
            <a:xfrm>
              <a:off x="620995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48"/>
            <p:cNvSpPr/>
            <p:nvPr/>
          </p:nvSpPr>
          <p:spPr>
            <a:xfrm>
              <a:off x="6233275" y="4111575"/>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48"/>
            <p:cNvSpPr/>
            <p:nvPr/>
          </p:nvSpPr>
          <p:spPr>
            <a:xfrm>
              <a:off x="625660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48"/>
            <p:cNvSpPr/>
            <p:nvPr/>
          </p:nvSpPr>
          <p:spPr>
            <a:xfrm>
              <a:off x="6279950" y="411157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48"/>
            <p:cNvSpPr/>
            <p:nvPr/>
          </p:nvSpPr>
          <p:spPr>
            <a:xfrm>
              <a:off x="630325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48"/>
            <p:cNvSpPr/>
            <p:nvPr/>
          </p:nvSpPr>
          <p:spPr>
            <a:xfrm>
              <a:off x="6323950" y="4111575"/>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2"/>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48"/>
            <p:cNvSpPr/>
            <p:nvPr/>
          </p:nvSpPr>
          <p:spPr>
            <a:xfrm>
              <a:off x="6349900" y="411157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48"/>
            <p:cNvSpPr/>
            <p:nvPr/>
          </p:nvSpPr>
          <p:spPr>
            <a:xfrm>
              <a:off x="637325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48"/>
            <p:cNvSpPr/>
            <p:nvPr/>
          </p:nvSpPr>
          <p:spPr>
            <a:xfrm>
              <a:off x="6396600" y="4111575"/>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48"/>
            <p:cNvSpPr/>
            <p:nvPr/>
          </p:nvSpPr>
          <p:spPr>
            <a:xfrm>
              <a:off x="6419900" y="411157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48"/>
            <p:cNvSpPr/>
            <p:nvPr/>
          </p:nvSpPr>
          <p:spPr>
            <a:xfrm>
              <a:off x="6443250" y="411157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48"/>
            <p:cNvSpPr/>
            <p:nvPr/>
          </p:nvSpPr>
          <p:spPr>
            <a:xfrm>
              <a:off x="6466550" y="411157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48"/>
            <p:cNvSpPr/>
            <p:nvPr/>
          </p:nvSpPr>
          <p:spPr>
            <a:xfrm>
              <a:off x="6487275" y="4111575"/>
              <a:ext cx="18250" cy="15650"/>
            </a:xfrm>
            <a:custGeom>
              <a:rect b="b" l="l" r="r" t="t"/>
              <a:pathLst>
                <a:path extrusionOk="0" h="626" w="730">
                  <a:moveTo>
                    <a:pt x="418" y="0"/>
                  </a:moveTo>
                  <a:cubicBezTo>
                    <a:pt x="139" y="0"/>
                    <a:pt x="1" y="337"/>
                    <a:pt x="196" y="534"/>
                  </a:cubicBezTo>
                  <a:cubicBezTo>
                    <a:pt x="260" y="597"/>
                    <a:pt x="338" y="626"/>
                    <a:pt x="415" y="626"/>
                  </a:cubicBezTo>
                  <a:cubicBezTo>
                    <a:pt x="576" y="626"/>
                    <a:pt x="730" y="501"/>
                    <a:pt x="730" y="312"/>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48"/>
            <p:cNvSpPr/>
            <p:nvPr/>
          </p:nvSpPr>
          <p:spPr>
            <a:xfrm>
              <a:off x="6513250" y="4111575"/>
              <a:ext cx="15625" cy="15625"/>
            </a:xfrm>
            <a:custGeom>
              <a:rect b="b" l="l" r="r" t="t"/>
              <a:pathLst>
                <a:path extrusionOk="0" h="625" w="625">
                  <a:moveTo>
                    <a:pt x="312" y="0"/>
                  </a:moveTo>
                  <a:cubicBezTo>
                    <a:pt x="140" y="0"/>
                    <a:pt x="0" y="140"/>
                    <a:pt x="0" y="312"/>
                  </a:cubicBezTo>
                  <a:cubicBezTo>
                    <a:pt x="0" y="485"/>
                    <a:pt x="140" y="625"/>
                    <a:pt x="312" y="625"/>
                  </a:cubicBezTo>
                  <a:cubicBezTo>
                    <a:pt x="484" y="625"/>
                    <a:pt x="625" y="485"/>
                    <a:pt x="625" y="312"/>
                  </a:cubicBezTo>
                  <a:cubicBezTo>
                    <a:pt x="625" y="140"/>
                    <a:pt x="484"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48"/>
            <p:cNvSpPr/>
            <p:nvPr/>
          </p:nvSpPr>
          <p:spPr>
            <a:xfrm>
              <a:off x="5930025"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48"/>
            <p:cNvSpPr/>
            <p:nvPr/>
          </p:nvSpPr>
          <p:spPr>
            <a:xfrm>
              <a:off x="5953325" y="4091550"/>
              <a:ext cx="15650" cy="15650"/>
            </a:xfrm>
            <a:custGeom>
              <a:rect b="b" l="l" r="r" t="t"/>
              <a:pathLst>
                <a:path extrusionOk="0" h="626" w="626">
                  <a:moveTo>
                    <a:pt x="313" y="1"/>
                  </a:moveTo>
                  <a:cubicBezTo>
                    <a:pt x="141" y="1"/>
                    <a:pt x="0" y="140"/>
                    <a:pt x="0" y="313"/>
                  </a:cubicBezTo>
                  <a:cubicBezTo>
                    <a:pt x="0" y="486"/>
                    <a:pt x="141"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48"/>
            <p:cNvSpPr/>
            <p:nvPr/>
          </p:nvSpPr>
          <p:spPr>
            <a:xfrm>
              <a:off x="5976675"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48"/>
            <p:cNvSpPr/>
            <p:nvPr/>
          </p:nvSpPr>
          <p:spPr>
            <a:xfrm>
              <a:off x="5999975" y="4091550"/>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48"/>
            <p:cNvSpPr/>
            <p:nvPr/>
          </p:nvSpPr>
          <p:spPr>
            <a:xfrm>
              <a:off x="6023325"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48"/>
            <p:cNvSpPr/>
            <p:nvPr/>
          </p:nvSpPr>
          <p:spPr>
            <a:xfrm>
              <a:off x="6046675" y="4091550"/>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48"/>
            <p:cNvSpPr/>
            <p:nvPr/>
          </p:nvSpPr>
          <p:spPr>
            <a:xfrm>
              <a:off x="6067350" y="4091550"/>
              <a:ext cx="18250" cy="15650"/>
            </a:xfrm>
            <a:custGeom>
              <a:rect b="b" l="l" r="r" t="t"/>
              <a:pathLst>
                <a:path extrusionOk="0" h="626" w="730">
                  <a:moveTo>
                    <a:pt x="418" y="1"/>
                  </a:moveTo>
                  <a:cubicBezTo>
                    <a:pt x="140" y="1"/>
                    <a:pt x="1" y="337"/>
                    <a:pt x="198" y="534"/>
                  </a:cubicBezTo>
                  <a:cubicBezTo>
                    <a:pt x="261" y="598"/>
                    <a:pt x="339" y="626"/>
                    <a:pt x="416" y="626"/>
                  </a:cubicBezTo>
                  <a:cubicBezTo>
                    <a:pt x="576" y="626"/>
                    <a:pt x="730" y="502"/>
                    <a:pt x="730" y="313"/>
                  </a:cubicBezTo>
                  <a:cubicBezTo>
                    <a:pt x="730" y="140"/>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48"/>
            <p:cNvSpPr/>
            <p:nvPr/>
          </p:nvSpPr>
          <p:spPr>
            <a:xfrm>
              <a:off x="6093325"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48"/>
            <p:cNvSpPr/>
            <p:nvPr/>
          </p:nvSpPr>
          <p:spPr>
            <a:xfrm>
              <a:off x="6116650" y="409155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48"/>
            <p:cNvSpPr/>
            <p:nvPr/>
          </p:nvSpPr>
          <p:spPr>
            <a:xfrm>
              <a:off x="6139975"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48"/>
            <p:cNvSpPr/>
            <p:nvPr/>
          </p:nvSpPr>
          <p:spPr>
            <a:xfrm>
              <a:off x="6160650" y="4091550"/>
              <a:ext cx="18300" cy="15650"/>
            </a:xfrm>
            <a:custGeom>
              <a:rect b="b" l="l" r="r" t="t"/>
              <a:pathLst>
                <a:path extrusionOk="0" h="626" w="732">
                  <a:moveTo>
                    <a:pt x="419" y="1"/>
                  </a:moveTo>
                  <a:cubicBezTo>
                    <a:pt x="140" y="1"/>
                    <a:pt x="1" y="337"/>
                    <a:pt x="198" y="534"/>
                  </a:cubicBezTo>
                  <a:cubicBezTo>
                    <a:pt x="261" y="598"/>
                    <a:pt x="340" y="626"/>
                    <a:pt x="417" y="626"/>
                  </a:cubicBezTo>
                  <a:cubicBezTo>
                    <a:pt x="577" y="626"/>
                    <a:pt x="731" y="502"/>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48"/>
            <p:cNvSpPr/>
            <p:nvPr/>
          </p:nvSpPr>
          <p:spPr>
            <a:xfrm>
              <a:off x="6186625"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48"/>
            <p:cNvSpPr/>
            <p:nvPr/>
          </p:nvSpPr>
          <p:spPr>
            <a:xfrm>
              <a:off x="620995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48"/>
            <p:cNvSpPr/>
            <p:nvPr/>
          </p:nvSpPr>
          <p:spPr>
            <a:xfrm>
              <a:off x="6233275" y="4091550"/>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48"/>
            <p:cNvSpPr/>
            <p:nvPr/>
          </p:nvSpPr>
          <p:spPr>
            <a:xfrm>
              <a:off x="625660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48"/>
            <p:cNvSpPr/>
            <p:nvPr/>
          </p:nvSpPr>
          <p:spPr>
            <a:xfrm>
              <a:off x="6279950" y="409155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48"/>
            <p:cNvSpPr/>
            <p:nvPr/>
          </p:nvSpPr>
          <p:spPr>
            <a:xfrm>
              <a:off x="630325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48"/>
            <p:cNvSpPr/>
            <p:nvPr/>
          </p:nvSpPr>
          <p:spPr>
            <a:xfrm>
              <a:off x="6323950" y="4091550"/>
              <a:ext cx="18300" cy="15650"/>
            </a:xfrm>
            <a:custGeom>
              <a:rect b="b" l="l" r="r" t="t"/>
              <a:pathLst>
                <a:path extrusionOk="0" h="626" w="732">
                  <a:moveTo>
                    <a:pt x="419" y="1"/>
                  </a:moveTo>
                  <a:cubicBezTo>
                    <a:pt x="140" y="1"/>
                    <a:pt x="1" y="337"/>
                    <a:pt x="198" y="534"/>
                  </a:cubicBezTo>
                  <a:cubicBezTo>
                    <a:pt x="261" y="598"/>
                    <a:pt x="340" y="626"/>
                    <a:pt x="416" y="626"/>
                  </a:cubicBezTo>
                  <a:cubicBezTo>
                    <a:pt x="577" y="626"/>
                    <a:pt x="731" y="502"/>
                    <a:pt x="731" y="313"/>
                  </a:cubicBezTo>
                  <a:cubicBezTo>
                    <a:pt x="731" y="140"/>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48"/>
            <p:cNvSpPr/>
            <p:nvPr/>
          </p:nvSpPr>
          <p:spPr>
            <a:xfrm>
              <a:off x="6349900" y="409155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48"/>
            <p:cNvSpPr/>
            <p:nvPr/>
          </p:nvSpPr>
          <p:spPr>
            <a:xfrm>
              <a:off x="637325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48"/>
            <p:cNvSpPr/>
            <p:nvPr/>
          </p:nvSpPr>
          <p:spPr>
            <a:xfrm>
              <a:off x="6396600" y="4091550"/>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48"/>
            <p:cNvSpPr/>
            <p:nvPr/>
          </p:nvSpPr>
          <p:spPr>
            <a:xfrm>
              <a:off x="6419900" y="409155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48"/>
            <p:cNvSpPr/>
            <p:nvPr/>
          </p:nvSpPr>
          <p:spPr>
            <a:xfrm>
              <a:off x="6443250" y="409155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48"/>
            <p:cNvSpPr/>
            <p:nvPr/>
          </p:nvSpPr>
          <p:spPr>
            <a:xfrm>
              <a:off x="6466550" y="409155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48"/>
            <p:cNvSpPr/>
            <p:nvPr/>
          </p:nvSpPr>
          <p:spPr>
            <a:xfrm>
              <a:off x="6487275" y="4091550"/>
              <a:ext cx="18250" cy="15650"/>
            </a:xfrm>
            <a:custGeom>
              <a:rect b="b" l="l" r="r" t="t"/>
              <a:pathLst>
                <a:path extrusionOk="0" h="626" w="730">
                  <a:moveTo>
                    <a:pt x="418" y="1"/>
                  </a:moveTo>
                  <a:cubicBezTo>
                    <a:pt x="139" y="1"/>
                    <a:pt x="1" y="337"/>
                    <a:pt x="196" y="534"/>
                  </a:cubicBezTo>
                  <a:cubicBezTo>
                    <a:pt x="260" y="598"/>
                    <a:pt x="338" y="626"/>
                    <a:pt x="415" y="626"/>
                  </a:cubicBezTo>
                  <a:cubicBezTo>
                    <a:pt x="576" y="626"/>
                    <a:pt x="730" y="502"/>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48"/>
            <p:cNvSpPr/>
            <p:nvPr/>
          </p:nvSpPr>
          <p:spPr>
            <a:xfrm>
              <a:off x="6513250" y="4091550"/>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48"/>
            <p:cNvSpPr/>
            <p:nvPr/>
          </p:nvSpPr>
          <p:spPr>
            <a:xfrm>
              <a:off x="5930025"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48"/>
            <p:cNvSpPr/>
            <p:nvPr/>
          </p:nvSpPr>
          <p:spPr>
            <a:xfrm>
              <a:off x="5953325" y="4071550"/>
              <a:ext cx="15650" cy="15625"/>
            </a:xfrm>
            <a:custGeom>
              <a:rect b="b" l="l" r="r" t="t"/>
              <a:pathLst>
                <a:path extrusionOk="0" h="625" w="626">
                  <a:moveTo>
                    <a:pt x="313" y="0"/>
                  </a:moveTo>
                  <a:cubicBezTo>
                    <a:pt x="141" y="0"/>
                    <a:pt x="0" y="140"/>
                    <a:pt x="0" y="313"/>
                  </a:cubicBezTo>
                  <a:cubicBezTo>
                    <a:pt x="0" y="485"/>
                    <a:pt x="141"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48"/>
            <p:cNvSpPr/>
            <p:nvPr/>
          </p:nvSpPr>
          <p:spPr>
            <a:xfrm>
              <a:off x="5976675"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48"/>
            <p:cNvSpPr/>
            <p:nvPr/>
          </p:nvSpPr>
          <p:spPr>
            <a:xfrm>
              <a:off x="5999975" y="4071550"/>
              <a:ext cx="15650" cy="15625"/>
            </a:xfrm>
            <a:custGeom>
              <a:rect b="b" l="l" r="r" t="t"/>
              <a:pathLst>
                <a:path extrusionOk="0" h="625" w="626">
                  <a:moveTo>
                    <a:pt x="313" y="0"/>
                  </a:moveTo>
                  <a:cubicBezTo>
                    <a:pt x="141" y="0"/>
                    <a:pt x="1" y="140"/>
                    <a:pt x="1" y="313"/>
                  </a:cubicBezTo>
                  <a:cubicBezTo>
                    <a:pt x="1" y="485"/>
                    <a:pt x="141"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48"/>
            <p:cNvSpPr/>
            <p:nvPr/>
          </p:nvSpPr>
          <p:spPr>
            <a:xfrm>
              <a:off x="6023325"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48"/>
            <p:cNvSpPr/>
            <p:nvPr/>
          </p:nvSpPr>
          <p:spPr>
            <a:xfrm>
              <a:off x="6046675" y="4071550"/>
              <a:ext cx="15625" cy="15625"/>
            </a:xfrm>
            <a:custGeom>
              <a:rect b="b" l="l" r="r" t="t"/>
              <a:pathLst>
                <a:path extrusionOk="0" h="625" w="625">
                  <a:moveTo>
                    <a:pt x="312" y="0"/>
                  </a:moveTo>
                  <a:cubicBezTo>
                    <a:pt x="139" y="0"/>
                    <a:pt x="0" y="140"/>
                    <a:pt x="0" y="313"/>
                  </a:cubicBezTo>
                  <a:cubicBezTo>
                    <a:pt x="0" y="485"/>
                    <a:pt x="139"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48"/>
            <p:cNvSpPr/>
            <p:nvPr/>
          </p:nvSpPr>
          <p:spPr>
            <a:xfrm>
              <a:off x="6067350" y="4071550"/>
              <a:ext cx="18250" cy="15650"/>
            </a:xfrm>
            <a:custGeom>
              <a:rect b="b" l="l" r="r" t="t"/>
              <a:pathLst>
                <a:path extrusionOk="0" h="626" w="730">
                  <a:moveTo>
                    <a:pt x="418" y="0"/>
                  </a:moveTo>
                  <a:cubicBezTo>
                    <a:pt x="140" y="0"/>
                    <a:pt x="1" y="337"/>
                    <a:pt x="198" y="534"/>
                  </a:cubicBezTo>
                  <a:cubicBezTo>
                    <a:pt x="261" y="597"/>
                    <a:pt x="339" y="625"/>
                    <a:pt x="415" y="625"/>
                  </a:cubicBezTo>
                  <a:cubicBezTo>
                    <a:pt x="575" y="625"/>
                    <a:pt x="730" y="501"/>
                    <a:pt x="730" y="313"/>
                  </a:cubicBezTo>
                  <a:cubicBezTo>
                    <a:pt x="730" y="140"/>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48"/>
            <p:cNvSpPr/>
            <p:nvPr/>
          </p:nvSpPr>
          <p:spPr>
            <a:xfrm>
              <a:off x="6093325"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48"/>
            <p:cNvSpPr/>
            <p:nvPr/>
          </p:nvSpPr>
          <p:spPr>
            <a:xfrm>
              <a:off x="6116650" y="407155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48"/>
            <p:cNvSpPr/>
            <p:nvPr/>
          </p:nvSpPr>
          <p:spPr>
            <a:xfrm>
              <a:off x="6139975"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48"/>
            <p:cNvSpPr/>
            <p:nvPr/>
          </p:nvSpPr>
          <p:spPr>
            <a:xfrm>
              <a:off x="6160650" y="4071550"/>
              <a:ext cx="18300" cy="15650"/>
            </a:xfrm>
            <a:custGeom>
              <a:rect b="b" l="l" r="r" t="t"/>
              <a:pathLst>
                <a:path extrusionOk="0" h="626" w="732">
                  <a:moveTo>
                    <a:pt x="419" y="0"/>
                  </a:moveTo>
                  <a:cubicBezTo>
                    <a:pt x="140" y="0"/>
                    <a:pt x="1" y="337"/>
                    <a:pt x="198" y="534"/>
                  </a:cubicBezTo>
                  <a:cubicBezTo>
                    <a:pt x="261" y="597"/>
                    <a:pt x="339" y="625"/>
                    <a:pt x="416" y="625"/>
                  </a:cubicBezTo>
                  <a:cubicBezTo>
                    <a:pt x="577" y="625"/>
                    <a:pt x="731" y="501"/>
                    <a:pt x="731" y="313"/>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48"/>
            <p:cNvSpPr/>
            <p:nvPr/>
          </p:nvSpPr>
          <p:spPr>
            <a:xfrm>
              <a:off x="6186625"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48"/>
            <p:cNvSpPr/>
            <p:nvPr/>
          </p:nvSpPr>
          <p:spPr>
            <a:xfrm>
              <a:off x="620995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48"/>
            <p:cNvSpPr/>
            <p:nvPr/>
          </p:nvSpPr>
          <p:spPr>
            <a:xfrm>
              <a:off x="6233275" y="4071550"/>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48"/>
            <p:cNvSpPr/>
            <p:nvPr/>
          </p:nvSpPr>
          <p:spPr>
            <a:xfrm>
              <a:off x="625660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48"/>
            <p:cNvSpPr/>
            <p:nvPr/>
          </p:nvSpPr>
          <p:spPr>
            <a:xfrm>
              <a:off x="6279950" y="4071550"/>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48"/>
            <p:cNvSpPr/>
            <p:nvPr/>
          </p:nvSpPr>
          <p:spPr>
            <a:xfrm>
              <a:off x="630325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48"/>
            <p:cNvSpPr/>
            <p:nvPr/>
          </p:nvSpPr>
          <p:spPr>
            <a:xfrm>
              <a:off x="6323950" y="4071550"/>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48"/>
            <p:cNvSpPr/>
            <p:nvPr/>
          </p:nvSpPr>
          <p:spPr>
            <a:xfrm>
              <a:off x="6349900" y="407155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48"/>
            <p:cNvSpPr/>
            <p:nvPr/>
          </p:nvSpPr>
          <p:spPr>
            <a:xfrm>
              <a:off x="637325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48"/>
            <p:cNvSpPr/>
            <p:nvPr/>
          </p:nvSpPr>
          <p:spPr>
            <a:xfrm>
              <a:off x="6396600" y="4071550"/>
              <a:ext cx="15625" cy="15625"/>
            </a:xfrm>
            <a:custGeom>
              <a:rect b="b" l="l" r="r" t="t"/>
              <a:pathLst>
                <a:path extrusionOk="0" h="625" w="625">
                  <a:moveTo>
                    <a:pt x="313" y="0"/>
                  </a:moveTo>
                  <a:cubicBezTo>
                    <a:pt x="140" y="0"/>
                    <a:pt x="0" y="140"/>
                    <a:pt x="0" y="313"/>
                  </a:cubicBezTo>
                  <a:cubicBezTo>
                    <a:pt x="0" y="485"/>
                    <a:pt x="140" y="625"/>
                    <a:pt x="313" y="625"/>
                  </a:cubicBezTo>
                  <a:cubicBezTo>
                    <a:pt x="484" y="625"/>
                    <a:pt x="625" y="485"/>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48"/>
            <p:cNvSpPr/>
            <p:nvPr/>
          </p:nvSpPr>
          <p:spPr>
            <a:xfrm>
              <a:off x="6419900" y="4071550"/>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48"/>
            <p:cNvSpPr/>
            <p:nvPr/>
          </p:nvSpPr>
          <p:spPr>
            <a:xfrm>
              <a:off x="6443250" y="4071550"/>
              <a:ext cx="15625" cy="15625"/>
            </a:xfrm>
            <a:custGeom>
              <a:rect b="b" l="l" r="r" t="t"/>
              <a:pathLst>
                <a:path extrusionOk="0" h="625" w="625">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48"/>
            <p:cNvSpPr/>
            <p:nvPr/>
          </p:nvSpPr>
          <p:spPr>
            <a:xfrm>
              <a:off x="6466550" y="4071550"/>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48"/>
            <p:cNvSpPr/>
            <p:nvPr/>
          </p:nvSpPr>
          <p:spPr>
            <a:xfrm>
              <a:off x="6487275" y="4071550"/>
              <a:ext cx="18250" cy="15650"/>
            </a:xfrm>
            <a:custGeom>
              <a:rect b="b" l="l" r="r" t="t"/>
              <a:pathLst>
                <a:path extrusionOk="0" h="626" w="730">
                  <a:moveTo>
                    <a:pt x="418" y="0"/>
                  </a:moveTo>
                  <a:cubicBezTo>
                    <a:pt x="139" y="0"/>
                    <a:pt x="1" y="337"/>
                    <a:pt x="196" y="534"/>
                  </a:cubicBezTo>
                  <a:cubicBezTo>
                    <a:pt x="260" y="597"/>
                    <a:pt x="338" y="625"/>
                    <a:pt x="415" y="625"/>
                  </a:cubicBezTo>
                  <a:cubicBezTo>
                    <a:pt x="575" y="625"/>
                    <a:pt x="730" y="501"/>
                    <a:pt x="730" y="313"/>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48"/>
            <p:cNvSpPr/>
            <p:nvPr/>
          </p:nvSpPr>
          <p:spPr>
            <a:xfrm>
              <a:off x="6513250" y="4071550"/>
              <a:ext cx="15625" cy="15625"/>
            </a:xfrm>
            <a:custGeom>
              <a:rect b="b" l="l" r="r" t="t"/>
              <a:pathLst>
                <a:path extrusionOk="0" h="625" w="625">
                  <a:moveTo>
                    <a:pt x="312" y="0"/>
                  </a:moveTo>
                  <a:cubicBezTo>
                    <a:pt x="140" y="0"/>
                    <a:pt x="0" y="140"/>
                    <a:pt x="0" y="313"/>
                  </a:cubicBezTo>
                  <a:cubicBezTo>
                    <a:pt x="0" y="485"/>
                    <a:pt x="140" y="625"/>
                    <a:pt x="312" y="625"/>
                  </a:cubicBezTo>
                  <a:cubicBezTo>
                    <a:pt x="484" y="625"/>
                    <a:pt x="625" y="485"/>
                    <a:pt x="625" y="313"/>
                  </a:cubicBezTo>
                  <a:cubicBezTo>
                    <a:pt x="625" y="140"/>
                    <a:pt x="484"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48"/>
            <p:cNvSpPr/>
            <p:nvPr/>
          </p:nvSpPr>
          <p:spPr>
            <a:xfrm>
              <a:off x="5930025"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48"/>
            <p:cNvSpPr/>
            <p:nvPr/>
          </p:nvSpPr>
          <p:spPr>
            <a:xfrm>
              <a:off x="5953325" y="4051525"/>
              <a:ext cx="15650" cy="15650"/>
            </a:xfrm>
            <a:custGeom>
              <a:rect b="b" l="l" r="r" t="t"/>
              <a:pathLst>
                <a:path extrusionOk="0" h="626" w="626">
                  <a:moveTo>
                    <a:pt x="313" y="1"/>
                  </a:moveTo>
                  <a:cubicBezTo>
                    <a:pt x="141" y="1"/>
                    <a:pt x="0" y="140"/>
                    <a:pt x="0" y="313"/>
                  </a:cubicBezTo>
                  <a:cubicBezTo>
                    <a:pt x="0" y="486"/>
                    <a:pt x="141" y="626"/>
                    <a:pt x="313" y="626"/>
                  </a:cubicBezTo>
                  <a:cubicBezTo>
                    <a:pt x="486" y="626"/>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48"/>
            <p:cNvSpPr/>
            <p:nvPr/>
          </p:nvSpPr>
          <p:spPr>
            <a:xfrm>
              <a:off x="5976675"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48"/>
            <p:cNvSpPr/>
            <p:nvPr/>
          </p:nvSpPr>
          <p:spPr>
            <a:xfrm>
              <a:off x="5999975" y="4051525"/>
              <a:ext cx="15650" cy="15650"/>
            </a:xfrm>
            <a:custGeom>
              <a:rect b="b" l="l" r="r" t="t"/>
              <a:pathLst>
                <a:path extrusionOk="0" h="626" w="626">
                  <a:moveTo>
                    <a:pt x="313" y="1"/>
                  </a:moveTo>
                  <a:cubicBezTo>
                    <a:pt x="141" y="1"/>
                    <a:pt x="1" y="140"/>
                    <a:pt x="1" y="313"/>
                  </a:cubicBezTo>
                  <a:cubicBezTo>
                    <a:pt x="1" y="486"/>
                    <a:pt x="141" y="626"/>
                    <a:pt x="313" y="626"/>
                  </a:cubicBezTo>
                  <a:cubicBezTo>
                    <a:pt x="486" y="626"/>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48"/>
            <p:cNvSpPr/>
            <p:nvPr/>
          </p:nvSpPr>
          <p:spPr>
            <a:xfrm>
              <a:off x="6023325"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48"/>
            <p:cNvSpPr/>
            <p:nvPr/>
          </p:nvSpPr>
          <p:spPr>
            <a:xfrm>
              <a:off x="6046675" y="4051525"/>
              <a:ext cx="15625" cy="15650"/>
            </a:xfrm>
            <a:custGeom>
              <a:rect b="b" l="l" r="r" t="t"/>
              <a:pathLst>
                <a:path extrusionOk="0" h="626" w="625">
                  <a:moveTo>
                    <a:pt x="312" y="1"/>
                  </a:moveTo>
                  <a:cubicBezTo>
                    <a:pt x="139" y="1"/>
                    <a:pt x="0" y="140"/>
                    <a:pt x="0" y="313"/>
                  </a:cubicBezTo>
                  <a:cubicBezTo>
                    <a:pt x="0" y="486"/>
                    <a:pt x="139" y="626"/>
                    <a:pt x="312" y="626"/>
                  </a:cubicBezTo>
                  <a:cubicBezTo>
                    <a:pt x="485" y="626"/>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48"/>
            <p:cNvSpPr/>
            <p:nvPr/>
          </p:nvSpPr>
          <p:spPr>
            <a:xfrm>
              <a:off x="6067350" y="4051525"/>
              <a:ext cx="18250" cy="15650"/>
            </a:xfrm>
            <a:custGeom>
              <a:rect b="b" l="l" r="r" t="t"/>
              <a:pathLst>
                <a:path extrusionOk="0" h="626" w="730">
                  <a:moveTo>
                    <a:pt x="418" y="1"/>
                  </a:moveTo>
                  <a:cubicBezTo>
                    <a:pt x="140" y="1"/>
                    <a:pt x="1" y="336"/>
                    <a:pt x="198" y="533"/>
                  </a:cubicBezTo>
                  <a:cubicBezTo>
                    <a:pt x="261" y="597"/>
                    <a:pt x="339" y="625"/>
                    <a:pt x="416" y="625"/>
                  </a:cubicBezTo>
                  <a:cubicBezTo>
                    <a:pt x="576" y="625"/>
                    <a:pt x="730" y="501"/>
                    <a:pt x="730" y="313"/>
                  </a:cubicBezTo>
                  <a:cubicBezTo>
                    <a:pt x="730" y="140"/>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48"/>
            <p:cNvSpPr/>
            <p:nvPr/>
          </p:nvSpPr>
          <p:spPr>
            <a:xfrm>
              <a:off x="6093325"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48"/>
            <p:cNvSpPr/>
            <p:nvPr/>
          </p:nvSpPr>
          <p:spPr>
            <a:xfrm>
              <a:off x="6116650" y="4051525"/>
              <a:ext cx="15650" cy="15650"/>
            </a:xfrm>
            <a:custGeom>
              <a:rect b="b" l="l" r="r" t="t"/>
              <a:pathLst>
                <a:path extrusionOk="0" h="626" w="626">
                  <a:moveTo>
                    <a:pt x="313" y="1"/>
                  </a:moveTo>
                  <a:cubicBezTo>
                    <a:pt x="140" y="1"/>
                    <a:pt x="1" y="140"/>
                    <a:pt x="1" y="313"/>
                  </a:cubicBezTo>
                  <a:cubicBezTo>
                    <a:pt x="1" y="486"/>
                    <a:pt x="140" y="626"/>
                    <a:pt x="313" y="626"/>
                  </a:cubicBezTo>
                  <a:cubicBezTo>
                    <a:pt x="484" y="626"/>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48"/>
            <p:cNvSpPr/>
            <p:nvPr/>
          </p:nvSpPr>
          <p:spPr>
            <a:xfrm>
              <a:off x="6139975"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48"/>
            <p:cNvSpPr/>
            <p:nvPr/>
          </p:nvSpPr>
          <p:spPr>
            <a:xfrm>
              <a:off x="6160650" y="4051525"/>
              <a:ext cx="18300" cy="15650"/>
            </a:xfrm>
            <a:custGeom>
              <a:rect b="b" l="l" r="r" t="t"/>
              <a:pathLst>
                <a:path extrusionOk="0" h="626" w="732">
                  <a:moveTo>
                    <a:pt x="419" y="1"/>
                  </a:moveTo>
                  <a:cubicBezTo>
                    <a:pt x="140" y="1"/>
                    <a:pt x="1" y="336"/>
                    <a:pt x="198" y="533"/>
                  </a:cubicBezTo>
                  <a:cubicBezTo>
                    <a:pt x="262" y="597"/>
                    <a:pt x="340" y="625"/>
                    <a:pt x="417" y="625"/>
                  </a:cubicBezTo>
                  <a:cubicBezTo>
                    <a:pt x="577" y="625"/>
                    <a:pt x="731" y="501"/>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48"/>
            <p:cNvSpPr/>
            <p:nvPr/>
          </p:nvSpPr>
          <p:spPr>
            <a:xfrm>
              <a:off x="6186625"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48"/>
            <p:cNvSpPr/>
            <p:nvPr/>
          </p:nvSpPr>
          <p:spPr>
            <a:xfrm>
              <a:off x="620995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48"/>
            <p:cNvSpPr/>
            <p:nvPr/>
          </p:nvSpPr>
          <p:spPr>
            <a:xfrm>
              <a:off x="6233275" y="4051525"/>
              <a:ext cx="15625" cy="15650"/>
            </a:xfrm>
            <a:custGeom>
              <a:rect b="b" l="l" r="r" t="t"/>
              <a:pathLst>
                <a:path extrusionOk="0" h="626" w="625">
                  <a:moveTo>
                    <a:pt x="312" y="1"/>
                  </a:moveTo>
                  <a:cubicBezTo>
                    <a:pt x="141" y="1"/>
                    <a:pt x="0" y="140"/>
                    <a:pt x="0" y="313"/>
                  </a:cubicBezTo>
                  <a:cubicBezTo>
                    <a:pt x="0" y="486"/>
                    <a:pt x="141" y="626"/>
                    <a:pt x="312" y="626"/>
                  </a:cubicBezTo>
                  <a:cubicBezTo>
                    <a:pt x="485" y="626"/>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48"/>
            <p:cNvSpPr/>
            <p:nvPr/>
          </p:nvSpPr>
          <p:spPr>
            <a:xfrm>
              <a:off x="625660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48"/>
            <p:cNvSpPr/>
            <p:nvPr/>
          </p:nvSpPr>
          <p:spPr>
            <a:xfrm>
              <a:off x="6279950" y="4051525"/>
              <a:ext cx="15650" cy="15650"/>
            </a:xfrm>
            <a:custGeom>
              <a:rect b="b" l="l" r="r" t="t"/>
              <a:pathLst>
                <a:path extrusionOk="0" h="626" w="626">
                  <a:moveTo>
                    <a:pt x="313" y="1"/>
                  </a:moveTo>
                  <a:cubicBezTo>
                    <a:pt x="140" y="1"/>
                    <a:pt x="1" y="140"/>
                    <a:pt x="1" y="313"/>
                  </a:cubicBezTo>
                  <a:cubicBezTo>
                    <a:pt x="1" y="486"/>
                    <a:pt x="140" y="626"/>
                    <a:pt x="313" y="626"/>
                  </a:cubicBezTo>
                  <a:cubicBezTo>
                    <a:pt x="484" y="626"/>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48"/>
            <p:cNvSpPr/>
            <p:nvPr/>
          </p:nvSpPr>
          <p:spPr>
            <a:xfrm>
              <a:off x="630325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48"/>
            <p:cNvSpPr/>
            <p:nvPr/>
          </p:nvSpPr>
          <p:spPr>
            <a:xfrm>
              <a:off x="6323950" y="4051525"/>
              <a:ext cx="18300" cy="15650"/>
            </a:xfrm>
            <a:custGeom>
              <a:rect b="b" l="l" r="r" t="t"/>
              <a:pathLst>
                <a:path extrusionOk="0" h="626" w="732">
                  <a:moveTo>
                    <a:pt x="422" y="1"/>
                  </a:moveTo>
                  <a:cubicBezTo>
                    <a:pt x="421" y="1"/>
                    <a:pt x="420" y="1"/>
                    <a:pt x="419" y="1"/>
                  </a:cubicBezTo>
                  <a:cubicBezTo>
                    <a:pt x="418" y="1"/>
                    <a:pt x="418" y="1"/>
                    <a:pt x="417" y="1"/>
                  </a:cubicBezTo>
                  <a:cubicBezTo>
                    <a:pt x="139" y="1"/>
                    <a:pt x="1" y="336"/>
                    <a:pt x="198" y="533"/>
                  </a:cubicBezTo>
                  <a:cubicBezTo>
                    <a:pt x="261" y="597"/>
                    <a:pt x="340" y="625"/>
                    <a:pt x="417" y="625"/>
                  </a:cubicBezTo>
                  <a:cubicBezTo>
                    <a:pt x="577" y="625"/>
                    <a:pt x="731" y="501"/>
                    <a:pt x="731" y="313"/>
                  </a:cubicBezTo>
                  <a:cubicBezTo>
                    <a:pt x="731" y="141"/>
                    <a:pt x="593" y="1"/>
                    <a:pt x="4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48"/>
            <p:cNvSpPr/>
            <p:nvPr/>
          </p:nvSpPr>
          <p:spPr>
            <a:xfrm>
              <a:off x="6349900" y="4051525"/>
              <a:ext cx="15650" cy="15650"/>
            </a:xfrm>
            <a:custGeom>
              <a:rect b="b" l="l" r="r" t="t"/>
              <a:pathLst>
                <a:path extrusionOk="0" h="626" w="626">
                  <a:moveTo>
                    <a:pt x="313" y="1"/>
                  </a:moveTo>
                  <a:cubicBezTo>
                    <a:pt x="142" y="1"/>
                    <a:pt x="1" y="140"/>
                    <a:pt x="1" y="313"/>
                  </a:cubicBezTo>
                  <a:cubicBezTo>
                    <a:pt x="1" y="486"/>
                    <a:pt x="142" y="626"/>
                    <a:pt x="313" y="626"/>
                  </a:cubicBezTo>
                  <a:cubicBezTo>
                    <a:pt x="486" y="626"/>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48"/>
            <p:cNvSpPr/>
            <p:nvPr/>
          </p:nvSpPr>
          <p:spPr>
            <a:xfrm>
              <a:off x="637325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48"/>
            <p:cNvSpPr/>
            <p:nvPr/>
          </p:nvSpPr>
          <p:spPr>
            <a:xfrm>
              <a:off x="6396600" y="4051525"/>
              <a:ext cx="15625" cy="15650"/>
            </a:xfrm>
            <a:custGeom>
              <a:rect b="b" l="l" r="r" t="t"/>
              <a:pathLst>
                <a:path extrusionOk="0" h="626" w="625">
                  <a:moveTo>
                    <a:pt x="313" y="1"/>
                  </a:moveTo>
                  <a:cubicBezTo>
                    <a:pt x="140" y="1"/>
                    <a:pt x="0" y="140"/>
                    <a:pt x="0" y="313"/>
                  </a:cubicBezTo>
                  <a:cubicBezTo>
                    <a:pt x="0" y="486"/>
                    <a:pt x="140" y="626"/>
                    <a:pt x="313" y="626"/>
                  </a:cubicBezTo>
                  <a:cubicBezTo>
                    <a:pt x="484" y="626"/>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48"/>
            <p:cNvSpPr/>
            <p:nvPr/>
          </p:nvSpPr>
          <p:spPr>
            <a:xfrm>
              <a:off x="6419900" y="4051525"/>
              <a:ext cx="15650" cy="15650"/>
            </a:xfrm>
            <a:custGeom>
              <a:rect b="b" l="l" r="r" t="t"/>
              <a:pathLst>
                <a:path extrusionOk="0" h="626" w="626">
                  <a:moveTo>
                    <a:pt x="313" y="1"/>
                  </a:moveTo>
                  <a:cubicBezTo>
                    <a:pt x="140" y="1"/>
                    <a:pt x="1" y="140"/>
                    <a:pt x="1" y="313"/>
                  </a:cubicBezTo>
                  <a:cubicBezTo>
                    <a:pt x="1" y="486"/>
                    <a:pt x="140" y="626"/>
                    <a:pt x="313" y="626"/>
                  </a:cubicBezTo>
                  <a:cubicBezTo>
                    <a:pt x="486" y="626"/>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48"/>
            <p:cNvSpPr/>
            <p:nvPr/>
          </p:nvSpPr>
          <p:spPr>
            <a:xfrm>
              <a:off x="6443250" y="4051525"/>
              <a:ext cx="15625" cy="15650"/>
            </a:xfrm>
            <a:custGeom>
              <a:rect b="b" l="l" r="r" t="t"/>
              <a:pathLst>
                <a:path extrusionOk="0" h="626" w="625">
                  <a:moveTo>
                    <a:pt x="313" y="1"/>
                  </a:moveTo>
                  <a:cubicBezTo>
                    <a:pt x="140" y="1"/>
                    <a:pt x="0" y="140"/>
                    <a:pt x="0" y="313"/>
                  </a:cubicBezTo>
                  <a:cubicBezTo>
                    <a:pt x="0" y="486"/>
                    <a:pt x="140" y="626"/>
                    <a:pt x="313" y="626"/>
                  </a:cubicBezTo>
                  <a:cubicBezTo>
                    <a:pt x="485" y="626"/>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48"/>
            <p:cNvSpPr/>
            <p:nvPr/>
          </p:nvSpPr>
          <p:spPr>
            <a:xfrm>
              <a:off x="6466550" y="4051525"/>
              <a:ext cx="15650" cy="15650"/>
            </a:xfrm>
            <a:custGeom>
              <a:rect b="b" l="l" r="r" t="t"/>
              <a:pathLst>
                <a:path extrusionOk="0" h="626" w="626">
                  <a:moveTo>
                    <a:pt x="313" y="1"/>
                  </a:moveTo>
                  <a:cubicBezTo>
                    <a:pt x="142" y="1"/>
                    <a:pt x="1" y="140"/>
                    <a:pt x="1" y="313"/>
                  </a:cubicBezTo>
                  <a:cubicBezTo>
                    <a:pt x="1" y="486"/>
                    <a:pt x="142" y="626"/>
                    <a:pt x="313" y="626"/>
                  </a:cubicBezTo>
                  <a:cubicBezTo>
                    <a:pt x="486" y="626"/>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48"/>
            <p:cNvSpPr/>
            <p:nvPr/>
          </p:nvSpPr>
          <p:spPr>
            <a:xfrm>
              <a:off x="6487275" y="4051525"/>
              <a:ext cx="18250" cy="15650"/>
            </a:xfrm>
            <a:custGeom>
              <a:rect b="b" l="l" r="r" t="t"/>
              <a:pathLst>
                <a:path extrusionOk="0" h="626" w="730">
                  <a:moveTo>
                    <a:pt x="418" y="1"/>
                  </a:moveTo>
                  <a:cubicBezTo>
                    <a:pt x="139" y="1"/>
                    <a:pt x="1" y="336"/>
                    <a:pt x="196" y="533"/>
                  </a:cubicBezTo>
                  <a:cubicBezTo>
                    <a:pt x="260" y="597"/>
                    <a:pt x="339" y="625"/>
                    <a:pt x="415" y="625"/>
                  </a:cubicBezTo>
                  <a:cubicBezTo>
                    <a:pt x="576" y="625"/>
                    <a:pt x="730" y="501"/>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48"/>
            <p:cNvSpPr/>
            <p:nvPr/>
          </p:nvSpPr>
          <p:spPr>
            <a:xfrm>
              <a:off x="6513250" y="4051525"/>
              <a:ext cx="15625" cy="15650"/>
            </a:xfrm>
            <a:custGeom>
              <a:rect b="b" l="l" r="r" t="t"/>
              <a:pathLst>
                <a:path extrusionOk="0" h="626" w="625">
                  <a:moveTo>
                    <a:pt x="312" y="1"/>
                  </a:moveTo>
                  <a:cubicBezTo>
                    <a:pt x="140" y="1"/>
                    <a:pt x="0" y="140"/>
                    <a:pt x="0" y="313"/>
                  </a:cubicBezTo>
                  <a:cubicBezTo>
                    <a:pt x="0" y="486"/>
                    <a:pt x="140" y="626"/>
                    <a:pt x="312" y="626"/>
                  </a:cubicBezTo>
                  <a:cubicBezTo>
                    <a:pt x="484" y="626"/>
                    <a:pt x="625" y="486"/>
                    <a:pt x="625" y="313"/>
                  </a:cubicBezTo>
                  <a:cubicBezTo>
                    <a:pt x="625" y="140"/>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48"/>
            <p:cNvSpPr/>
            <p:nvPr/>
          </p:nvSpPr>
          <p:spPr>
            <a:xfrm>
              <a:off x="5953325" y="4031525"/>
              <a:ext cx="15650" cy="15650"/>
            </a:xfrm>
            <a:custGeom>
              <a:rect b="b" l="l" r="r" t="t"/>
              <a:pathLst>
                <a:path extrusionOk="0" h="626" w="626">
                  <a:moveTo>
                    <a:pt x="313" y="1"/>
                  </a:moveTo>
                  <a:cubicBezTo>
                    <a:pt x="141" y="1"/>
                    <a:pt x="0" y="140"/>
                    <a:pt x="0" y="313"/>
                  </a:cubicBezTo>
                  <a:cubicBezTo>
                    <a:pt x="0" y="486"/>
                    <a:pt x="141"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48"/>
            <p:cNvSpPr/>
            <p:nvPr/>
          </p:nvSpPr>
          <p:spPr>
            <a:xfrm>
              <a:off x="5976675"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48"/>
            <p:cNvSpPr/>
            <p:nvPr/>
          </p:nvSpPr>
          <p:spPr>
            <a:xfrm>
              <a:off x="5930025"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48"/>
            <p:cNvSpPr/>
            <p:nvPr/>
          </p:nvSpPr>
          <p:spPr>
            <a:xfrm>
              <a:off x="5999975" y="403152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48"/>
            <p:cNvSpPr/>
            <p:nvPr/>
          </p:nvSpPr>
          <p:spPr>
            <a:xfrm>
              <a:off x="6023325"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48"/>
            <p:cNvSpPr/>
            <p:nvPr/>
          </p:nvSpPr>
          <p:spPr>
            <a:xfrm>
              <a:off x="6046675" y="403152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48"/>
            <p:cNvSpPr/>
            <p:nvPr/>
          </p:nvSpPr>
          <p:spPr>
            <a:xfrm>
              <a:off x="6067350" y="4031525"/>
              <a:ext cx="18250" cy="15625"/>
            </a:xfrm>
            <a:custGeom>
              <a:rect b="b" l="l" r="r" t="t"/>
              <a:pathLst>
                <a:path extrusionOk="0" h="625" w="730">
                  <a:moveTo>
                    <a:pt x="418" y="1"/>
                  </a:moveTo>
                  <a:cubicBezTo>
                    <a:pt x="140" y="1"/>
                    <a:pt x="1" y="337"/>
                    <a:pt x="198" y="533"/>
                  </a:cubicBezTo>
                  <a:cubicBezTo>
                    <a:pt x="261" y="596"/>
                    <a:pt x="339" y="625"/>
                    <a:pt x="416" y="625"/>
                  </a:cubicBezTo>
                  <a:cubicBezTo>
                    <a:pt x="576" y="625"/>
                    <a:pt x="730" y="500"/>
                    <a:pt x="730" y="313"/>
                  </a:cubicBezTo>
                  <a:cubicBezTo>
                    <a:pt x="730" y="140"/>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48"/>
            <p:cNvSpPr/>
            <p:nvPr/>
          </p:nvSpPr>
          <p:spPr>
            <a:xfrm>
              <a:off x="6093325"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48"/>
            <p:cNvSpPr/>
            <p:nvPr/>
          </p:nvSpPr>
          <p:spPr>
            <a:xfrm>
              <a:off x="6116650" y="40315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48"/>
            <p:cNvSpPr/>
            <p:nvPr/>
          </p:nvSpPr>
          <p:spPr>
            <a:xfrm>
              <a:off x="6139975"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48"/>
            <p:cNvSpPr/>
            <p:nvPr/>
          </p:nvSpPr>
          <p:spPr>
            <a:xfrm>
              <a:off x="6160650" y="4031525"/>
              <a:ext cx="18300" cy="15625"/>
            </a:xfrm>
            <a:custGeom>
              <a:rect b="b" l="l" r="r" t="t"/>
              <a:pathLst>
                <a:path extrusionOk="0" h="625" w="732">
                  <a:moveTo>
                    <a:pt x="419" y="1"/>
                  </a:moveTo>
                  <a:cubicBezTo>
                    <a:pt x="140" y="1"/>
                    <a:pt x="1" y="337"/>
                    <a:pt x="198" y="533"/>
                  </a:cubicBezTo>
                  <a:cubicBezTo>
                    <a:pt x="262" y="596"/>
                    <a:pt x="340" y="625"/>
                    <a:pt x="417" y="625"/>
                  </a:cubicBezTo>
                  <a:cubicBezTo>
                    <a:pt x="577" y="625"/>
                    <a:pt x="731" y="500"/>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48"/>
            <p:cNvSpPr/>
            <p:nvPr/>
          </p:nvSpPr>
          <p:spPr>
            <a:xfrm>
              <a:off x="6186625"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48"/>
            <p:cNvSpPr/>
            <p:nvPr/>
          </p:nvSpPr>
          <p:spPr>
            <a:xfrm>
              <a:off x="620995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48"/>
            <p:cNvSpPr/>
            <p:nvPr/>
          </p:nvSpPr>
          <p:spPr>
            <a:xfrm>
              <a:off x="6233275" y="403152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48"/>
            <p:cNvSpPr/>
            <p:nvPr/>
          </p:nvSpPr>
          <p:spPr>
            <a:xfrm>
              <a:off x="625660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48"/>
            <p:cNvSpPr/>
            <p:nvPr/>
          </p:nvSpPr>
          <p:spPr>
            <a:xfrm>
              <a:off x="6279950" y="40315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48"/>
            <p:cNvSpPr/>
            <p:nvPr/>
          </p:nvSpPr>
          <p:spPr>
            <a:xfrm>
              <a:off x="630325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48"/>
            <p:cNvSpPr/>
            <p:nvPr/>
          </p:nvSpPr>
          <p:spPr>
            <a:xfrm>
              <a:off x="6323950" y="4031525"/>
              <a:ext cx="18300" cy="15625"/>
            </a:xfrm>
            <a:custGeom>
              <a:rect b="b" l="l" r="r" t="t"/>
              <a:pathLst>
                <a:path extrusionOk="0" h="625" w="732">
                  <a:moveTo>
                    <a:pt x="419" y="1"/>
                  </a:moveTo>
                  <a:cubicBezTo>
                    <a:pt x="140" y="1"/>
                    <a:pt x="1" y="337"/>
                    <a:pt x="198" y="533"/>
                  </a:cubicBezTo>
                  <a:cubicBezTo>
                    <a:pt x="261" y="596"/>
                    <a:pt x="340" y="625"/>
                    <a:pt x="417" y="625"/>
                  </a:cubicBezTo>
                  <a:cubicBezTo>
                    <a:pt x="577" y="625"/>
                    <a:pt x="731" y="500"/>
                    <a:pt x="731" y="313"/>
                  </a:cubicBezTo>
                  <a:cubicBezTo>
                    <a:pt x="731" y="140"/>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48"/>
            <p:cNvSpPr/>
            <p:nvPr/>
          </p:nvSpPr>
          <p:spPr>
            <a:xfrm>
              <a:off x="6349900" y="40315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48"/>
            <p:cNvSpPr/>
            <p:nvPr/>
          </p:nvSpPr>
          <p:spPr>
            <a:xfrm>
              <a:off x="637325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48"/>
            <p:cNvSpPr/>
            <p:nvPr/>
          </p:nvSpPr>
          <p:spPr>
            <a:xfrm>
              <a:off x="6396600" y="403152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48"/>
            <p:cNvSpPr/>
            <p:nvPr/>
          </p:nvSpPr>
          <p:spPr>
            <a:xfrm>
              <a:off x="6419900" y="40315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48"/>
            <p:cNvSpPr/>
            <p:nvPr/>
          </p:nvSpPr>
          <p:spPr>
            <a:xfrm>
              <a:off x="6443250" y="40315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48"/>
            <p:cNvSpPr/>
            <p:nvPr/>
          </p:nvSpPr>
          <p:spPr>
            <a:xfrm>
              <a:off x="6466550" y="40315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48"/>
            <p:cNvSpPr/>
            <p:nvPr/>
          </p:nvSpPr>
          <p:spPr>
            <a:xfrm>
              <a:off x="6487275" y="4031525"/>
              <a:ext cx="18250" cy="15625"/>
            </a:xfrm>
            <a:custGeom>
              <a:rect b="b" l="l" r="r" t="t"/>
              <a:pathLst>
                <a:path extrusionOk="0" h="625" w="730">
                  <a:moveTo>
                    <a:pt x="418" y="1"/>
                  </a:moveTo>
                  <a:cubicBezTo>
                    <a:pt x="139" y="1"/>
                    <a:pt x="1" y="337"/>
                    <a:pt x="196" y="533"/>
                  </a:cubicBezTo>
                  <a:cubicBezTo>
                    <a:pt x="260" y="596"/>
                    <a:pt x="339" y="625"/>
                    <a:pt x="415" y="625"/>
                  </a:cubicBezTo>
                  <a:cubicBezTo>
                    <a:pt x="576" y="625"/>
                    <a:pt x="730" y="500"/>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48"/>
            <p:cNvSpPr/>
            <p:nvPr/>
          </p:nvSpPr>
          <p:spPr>
            <a:xfrm>
              <a:off x="6513250" y="403152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48"/>
            <p:cNvSpPr/>
            <p:nvPr/>
          </p:nvSpPr>
          <p:spPr>
            <a:xfrm>
              <a:off x="5953325" y="4011525"/>
              <a:ext cx="15650" cy="15625"/>
            </a:xfrm>
            <a:custGeom>
              <a:rect b="b" l="l" r="r" t="t"/>
              <a:pathLst>
                <a:path extrusionOk="0" h="625" w="626">
                  <a:moveTo>
                    <a:pt x="313" y="0"/>
                  </a:moveTo>
                  <a:cubicBezTo>
                    <a:pt x="141" y="0"/>
                    <a:pt x="0" y="140"/>
                    <a:pt x="0" y="313"/>
                  </a:cubicBezTo>
                  <a:cubicBezTo>
                    <a:pt x="0" y="484"/>
                    <a:pt x="141" y="625"/>
                    <a:pt x="313" y="625"/>
                  </a:cubicBezTo>
                  <a:cubicBezTo>
                    <a:pt x="486" y="625"/>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48"/>
            <p:cNvSpPr/>
            <p:nvPr/>
          </p:nvSpPr>
          <p:spPr>
            <a:xfrm>
              <a:off x="5976675" y="4011525"/>
              <a:ext cx="15625" cy="15625"/>
            </a:xfrm>
            <a:custGeom>
              <a:rect b="b" l="l" r="r" t="t"/>
              <a:pathLst>
                <a:path extrusionOk="0" h="625" w="625">
                  <a:moveTo>
                    <a:pt x="313" y="0"/>
                  </a:moveTo>
                  <a:cubicBezTo>
                    <a:pt x="140" y="0"/>
                    <a:pt x="0" y="140"/>
                    <a:pt x="0" y="313"/>
                  </a:cubicBezTo>
                  <a:cubicBezTo>
                    <a:pt x="0" y="484"/>
                    <a:pt x="140" y="625"/>
                    <a:pt x="313" y="625"/>
                  </a:cubicBezTo>
                  <a:cubicBezTo>
                    <a:pt x="485" y="625"/>
                    <a:pt x="625" y="484"/>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48"/>
            <p:cNvSpPr/>
            <p:nvPr/>
          </p:nvSpPr>
          <p:spPr>
            <a:xfrm>
              <a:off x="5999975" y="4011525"/>
              <a:ext cx="15650" cy="15625"/>
            </a:xfrm>
            <a:custGeom>
              <a:rect b="b" l="l" r="r" t="t"/>
              <a:pathLst>
                <a:path extrusionOk="0" h="625" w="626">
                  <a:moveTo>
                    <a:pt x="313" y="0"/>
                  </a:moveTo>
                  <a:cubicBezTo>
                    <a:pt x="141" y="0"/>
                    <a:pt x="1" y="140"/>
                    <a:pt x="1" y="313"/>
                  </a:cubicBezTo>
                  <a:cubicBezTo>
                    <a:pt x="1" y="484"/>
                    <a:pt x="141" y="625"/>
                    <a:pt x="313" y="625"/>
                  </a:cubicBezTo>
                  <a:cubicBezTo>
                    <a:pt x="486" y="625"/>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48"/>
            <p:cNvSpPr/>
            <p:nvPr/>
          </p:nvSpPr>
          <p:spPr>
            <a:xfrm>
              <a:off x="6023325" y="4011525"/>
              <a:ext cx="15625" cy="15625"/>
            </a:xfrm>
            <a:custGeom>
              <a:rect b="b" l="l" r="r" t="t"/>
              <a:pathLst>
                <a:path extrusionOk="0" h="625" w="625">
                  <a:moveTo>
                    <a:pt x="313" y="0"/>
                  </a:moveTo>
                  <a:cubicBezTo>
                    <a:pt x="140" y="0"/>
                    <a:pt x="0" y="140"/>
                    <a:pt x="0" y="313"/>
                  </a:cubicBezTo>
                  <a:cubicBezTo>
                    <a:pt x="0" y="484"/>
                    <a:pt x="140" y="625"/>
                    <a:pt x="313" y="625"/>
                  </a:cubicBezTo>
                  <a:cubicBezTo>
                    <a:pt x="485" y="625"/>
                    <a:pt x="625" y="484"/>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48"/>
            <p:cNvSpPr/>
            <p:nvPr/>
          </p:nvSpPr>
          <p:spPr>
            <a:xfrm>
              <a:off x="6046675" y="4011525"/>
              <a:ext cx="15625" cy="15625"/>
            </a:xfrm>
            <a:custGeom>
              <a:rect b="b" l="l" r="r" t="t"/>
              <a:pathLst>
                <a:path extrusionOk="0" h="625" w="625">
                  <a:moveTo>
                    <a:pt x="312" y="0"/>
                  </a:moveTo>
                  <a:cubicBezTo>
                    <a:pt x="139" y="0"/>
                    <a:pt x="0" y="140"/>
                    <a:pt x="0" y="313"/>
                  </a:cubicBezTo>
                  <a:cubicBezTo>
                    <a:pt x="0" y="484"/>
                    <a:pt x="139" y="625"/>
                    <a:pt x="312" y="625"/>
                  </a:cubicBezTo>
                  <a:cubicBezTo>
                    <a:pt x="485" y="625"/>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48"/>
            <p:cNvSpPr/>
            <p:nvPr/>
          </p:nvSpPr>
          <p:spPr>
            <a:xfrm>
              <a:off x="6067350" y="4011525"/>
              <a:ext cx="18250" cy="15625"/>
            </a:xfrm>
            <a:custGeom>
              <a:rect b="b" l="l" r="r" t="t"/>
              <a:pathLst>
                <a:path extrusionOk="0" h="625" w="730">
                  <a:moveTo>
                    <a:pt x="418" y="0"/>
                  </a:moveTo>
                  <a:cubicBezTo>
                    <a:pt x="140" y="0"/>
                    <a:pt x="1" y="337"/>
                    <a:pt x="198" y="532"/>
                  </a:cubicBezTo>
                  <a:cubicBezTo>
                    <a:pt x="261" y="596"/>
                    <a:pt x="339" y="625"/>
                    <a:pt x="416" y="625"/>
                  </a:cubicBezTo>
                  <a:cubicBezTo>
                    <a:pt x="576" y="625"/>
                    <a:pt x="730" y="500"/>
                    <a:pt x="730" y="313"/>
                  </a:cubicBezTo>
                  <a:cubicBezTo>
                    <a:pt x="730" y="140"/>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48"/>
            <p:cNvSpPr/>
            <p:nvPr/>
          </p:nvSpPr>
          <p:spPr>
            <a:xfrm>
              <a:off x="6093325"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48"/>
            <p:cNvSpPr/>
            <p:nvPr/>
          </p:nvSpPr>
          <p:spPr>
            <a:xfrm>
              <a:off x="6116650" y="4011525"/>
              <a:ext cx="15650" cy="15625"/>
            </a:xfrm>
            <a:custGeom>
              <a:rect b="b" l="l" r="r" t="t"/>
              <a:pathLst>
                <a:path extrusionOk="0" h="625" w="626">
                  <a:moveTo>
                    <a:pt x="313" y="0"/>
                  </a:moveTo>
                  <a:cubicBezTo>
                    <a:pt x="140" y="0"/>
                    <a:pt x="1" y="140"/>
                    <a:pt x="1" y="313"/>
                  </a:cubicBezTo>
                  <a:cubicBezTo>
                    <a:pt x="1" y="484"/>
                    <a:pt x="140" y="625"/>
                    <a:pt x="313" y="625"/>
                  </a:cubicBezTo>
                  <a:cubicBezTo>
                    <a:pt x="484" y="625"/>
                    <a:pt x="625" y="484"/>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48"/>
            <p:cNvSpPr/>
            <p:nvPr/>
          </p:nvSpPr>
          <p:spPr>
            <a:xfrm>
              <a:off x="6139975"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48"/>
            <p:cNvSpPr/>
            <p:nvPr/>
          </p:nvSpPr>
          <p:spPr>
            <a:xfrm>
              <a:off x="6160650" y="4011525"/>
              <a:ext cx="18300" cy="15625"/>
            </a:xfrm>
            <a:custGeom>
              <a:rect b="b" l="l" r="r" t="t"/>
              <a:pathLst>
                <a:path extrusionOk="0" h="625" w="732">
                  <a:moveTo>
                    <a:pt x="419" y="0"/>
                  </a:moveTo>
                  <a:cubicBezTo>
                    <a:pt x="140" y="0"/>
                    <a:pt x="1" y="337"/>
                    <a:pt x="198" y="532"/>
                  </a:cubicBezTo>
                  <a:cubicBezTo>
                    <a:pt x="262" y="596"/>
                    <a:pt x="340" y="625"/>
                    <a:pt x="417" y="625"/>
                  </a:cubicBezTo>
                  <a:cubicBezTo>
                    <a:pt x="577" y="625"/>
                    <a:pt x="731" y="500"/>
                    <a:pt x="731" y="313"/>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48"/>
            <p:cNvSpPr/>
            <p:nvPr/>
          </p:nvSpPr>
          <p:spPr>
            <a:xfrm>
              <a:off x="6186625"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48"/>
            <p:cNvSpPr/>
            <p:nvPr/>
          </p:nvSpPr>
          <p:spPr>
            <a:xfrm>
              <a:off x="620995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48"/>
            <p:cNvSpPr/>
            <p:nvPr/>
          </p:nvSpPr>
          <p:spPr>
            <a:xfrm>
              <a:off x="6233275" y="4011525"/>
              <a:ext cx="15625" cy="15625"/>
            </a:xfrm>
            <a:custGeom>
              <a:rect b="b" l="l" r="r" t="t"/>
              <a:pathLst>
                <a:path extrusionOk="0" h="625" w="625">
                  <a:moveTo>
                    <a:pt x="312" y="0"/>
                  </a:moveTo>
                  <a:cubicBezTo>
                    <a:pt x="141" y="0"/>
                    <a:pt x="0" y="140"/>
                    <a:pt x="0" y="313"/>
                  </a:cubicBezTo>
                  <a:cubicBezTo>
                    <a:pt x="0" y="484"/>
                    <a:pt x="141" y="625"/>
                    <a:pt x="312" y="625"/>
                  </a:cubicBezTo>
                  <a:cubicBezTo>
                    <a:pt x="485" y="625"/>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48"/>
            <p:cNvSpPr/>
            <p:nvPr/>
          </p:nvSpPr>
          <p:spPr>
            <a:xfrm>
              <a:off x="625660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48"/>
            <p:cNvSpPr/>
            <p:nvPr/>
          </p:nvSpPr>
          <p:spPr>
            <a:xfrm>
              <a:off x="6279950" y="4011525"/>
              <a:ext cx="15650" cy="15625"/>
            </a:xfrm>
            <a:custGeom>
              <a:rect b="b" l="l" r="r" t="t"/>
              <a:pathLst>
                <a:path extrusionOk="0" h="625" w="626">
                  <a:moveTo>
                    <a:pt x="313" y="0"/>
                  </a:moveTo>
                  <a:cubicBezTo>
                    <a:pt x="140" y="0"/>
                    <a:pt x="1" y="140"/>
                    <a:pt x="1" y="313"/>
                  </a:cubicBezTo>
                  <a:cubicBezTo>
                    <a:pt x="1" y="484"/>
                    <a:pt x="140" y="625"/>
                    <a:pt x="313" y="625"/>
                  </a:cubicBezTo>
                  <a:cubicBezTo>
                    <a:pt x="484" y="625"/>
                    <a:pt x="625" y="484"/>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48"/>
            <p:cNvSpPr/>
            <p:nvPr/>
          </p:nvSpPr>
          <p:spPr>
            <a:xfrm>
              <a:off x="630325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48"/>
            <p:cNvSpPr/>
            <p:nvPr/>
          </p:nvSpPr>
          <p:spPr>
            <a:xfrm>
              <a:off x="6323950" y="4011525"/>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48"/>
            <p:cNvSpPr/>
            <p:nvPr/>
          </p:nvSpPr>
          <p:spPr>
            <a:xfrm>
              <a:off x="6349900" y="4011525"/>
              <a:ext cx="15650" cy="15625"/>
            </a:xfrm>
            <a:custGeom>
              <a:rect b="b" l="l" r="r" t="t"/>
              <a:pathLst>
                <a:path extrusionOk="0" h="625" w="626">
                  <a:moveTo>
                    <a:pt x="313" y="0"/>
                  </a:moveTo>
                  <a:cubicBezTo>
                    <a:pt x="142" y="0"/>
                    <a:pt x="1" y="140"/>
                    <a:pt x="1" y="313"/>
                  </a:cubicBezTo>
                  <a:cubicBezTo>
                    <a:pt x="1" y="484"/>
                    <a:pt x="142" y="625"/>
                    <a:pt x="313" y="625"/>
                  </a:cubicBezTo>
                  <a:cubicBezTo>
                    <a:pt x="486" y="625"/>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48"/>
            <p:cNvSpPr/>
            <p:nvPr/>
          </p:nvSpPr>
          <p:spPr>
            <a:xfrm>
              <a:off x="637325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48"/>
            <p:cNvSpPr/>
            <p:nvPr/>
          </p:nvSpPr>
          <p:spPr>
            <a:xfrm>
              <a:off x="6396600" y="4011525"/>
              <a:ext cx="15625" cy="15625"/>
            </a:xfrm>
            <a:custGeom>
              <a:rect b="b" l="l" r="r" t="t"/>
              <a:pathLst>
                <a:path extrusionOk="0" h="625" w="625">
                  <a:moveTo>
                    <a:pt x="313" y="0"/>
                  </a:moveTo>
                  <a:cubicBezTo>
                    <a:pt x="140" y="0"/>
                    <a:pt x="0" y="140"/>
                    <a:pt x="0" y="313"/>
                  </a:cubicBezTo>
                  <a:cubicBezTo>
                    <a:pt x="0" y="484"/>
                    <a:pt x="140" y="625"/>
                    <a:pt x="313" y="625"/>
                  </a:cubicBezTo>
                  <a:cubicBezTo>
                    <a:pt x="484" y="625"/>
                    <a:pt x="625" y="484"/>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48"/>
            <p:cNvSpPr/>
            <p:nvPr/>
          </p:nvSpPr>
          <p:spPr>
            <a:xfrm>
              <a:off x="6419900" y="4011525"/>
              <a:ext cx="15650" cy="15625"/>
            </a:xfrm>
            <a:custGeom>
              <a:rect b="b" l="l" r="r" t="t"/>
              <a:pathLst>
                <a:path extrusionOk="0" h="625" w="626">
                  <a:moveTo>
                    <a:pt x="313" y="0"/>
                  </a:moveTo>
                  <a:cubicBezTo>
                    <a:pt x="140" y="0"/>
                    <a:pt x="1" y="140"/>
                    <a:pt x="1" y="313"/>
                  </a:cubicBezTo>
                  <a:cubicBezTo>
                    <a:pt x="1" y="484"/>
                    <a:pt x="140" y="625"/>
                    <a:pt x="313" y="625"/>
                  </a:cubicBezTo>
                  <a:cubicBezTo>
                    <a:pt x="486" y="625"/>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48"/>
            <p:cNvSpPr/>
            <p:nvPr/>
          </p:nvSpPr>
          <p:spPr>
            <a:xfrm>
              <a:off x="6443250" y="4011525"/>
              <a:ext cx="15625" cy="15625"/>
            </a:xfrm>
            <a:custGeom>
              <a:rect b="b" l="l" r="r" t="t"/>
              <a:pathLst>
                <a:path extrusionOk="0" h="625" w="625">
                  <a:moveTo>
                    <a:pt x="313" y="0"/>
                  </a:moveTo>
                  <a:cubicBezTo>
                    <a:pt x="140" y="0"/>
                    <a:pt x="0" y="140"/>
                    <a:pt x="0" y="313"/>
                  </a:cubicBezTo>
                  <a:cubicBezTo>
                    <a:pt x="0" y="484"/>
                    <a:pt x="140" y="625"/>
                    <a:pt x="313" y="625"/>
                  </a:cubicBezTo>
                  <a:cubicBezTo>
                    <a:pt x="485" y="625"/>
                    <a:pt x="625" y="484"/>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48"/>
            <p:cNvSpPr/>
            <p:nvPr/>
          </p:nvSpPr>
          <p:spPr>
            <a:xfrm>
              <a:off x="6466550" y="4011525"/>
              <a:ext cx="15650" cy="15625"/>
            </a:xfrm>
            <a:custGeom>
              <a:rect b="b" l="l" r="r" t="t"/>
              <a:pathLst>
                <a:path extrusionOk="0" h="625" w="626">
                  <a:moveTo>
                    <a:pt x="313" y="0"/>
                  </a:moveTo>
                  <a:cubicBezTo>
                    <a:pt x="142" y="0"/>
                    <a:pt x="1" y="140"/>
                    <a:pt x="1" y="313"/>
                  </a:cubicBezTo>
                  <a:cubicBezTo>
                    <a:pt x="1" y="484"/>
                    <a:pt x="142" y="625"/>
                    <a:pt x="313" y="625"/>
                  </a:cubicBezTo>
                  <a:cubicBezTo>
                    <a:pt x="486" y="625"/>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48"/>
            <p:cNvSpPr/>
            <p:nvPr/>
          </p:nvSpPr>
          <p:spPr>
            <a:xfrm>
              <a:off x="6487275" y="4011525"/>
              <a:ext cx="18250" cy="15625"/>
            </a:xfrm>
            <a:custGeom>
              <a:rect b="b" l="l" r="r" t="t"/>
              <a:pathLst>
                <a:path extrusionOk="0" h="625" w="730">
                  <a:moveTo>
                    <a:pt x="418" y="0"/>
                  </a:moveTo>
                  <a:cubicBezTo>
                    <a:pt x="139" y="0"/>
                    <a:pt x="1" y="337"/>
                    <a:pt x="196" y="532"/>
                  </a:cubicBezTo>
                  <a:cubicBezTo>
                    <a:pt x="260" y="596"/>
                    <a:pt x="339" y="625"/>
                    <a:pt x="415" y="625"/>
                  </a:cubicBezTo>
                  <a:cubicBezTo>
                    <a:pt x="576" y="625"/>
                    <a:pt x="730" y="500"/>
                    <a:pt x="730" y="313"/>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48"/>
            <p:cNvSpPr/>
            <p:nvPr/>
          </p:nvSpPr>
          <p:spPr>
            <a:xfrm>
              <a:off x="6513250" y="4011525"/>
              <a:ext cx="15625" cy="15625"/>
            </a:xfrm>
            <a:custGeom>
              <a:rect b="b" l="l" r="r" t="t"/>
              <a:pathLst>
                <a:path extrusionOk="0" h="625" w="625">
                  <a:moveTo>
                    <a:pt x="312" y="0"/>
                  </a:moveTo>
                  <a:cubicBezTo>
                    <a:pt x="140" y="0"/>
                    <a:pt x="0" y="140"/>
                    <a:pt x="0" y="313"/>
                  </a:cubicBezTo>
                  <a:cubicBezTo>
                    <a:pt x="0" y="484"/>
                    <a:pt x="140" y="625"/>
                    <a:pt x="312" y="625"/>
                  </a:cubicBezTo>
                  <a:cubicBezTo>
                    <a:pt x="484" y="625"/>
                    <a:pt x="625" y="484"/>
                    <a:pt x="625" y="313"/>
                  </a:cubicBezTo>
                  <a:cubicBezTo>
                    <a:pt x="625" y="140"/>
                    <a:pt x="484"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48"/>
            <p:cNvSpPr/>
            <p:nvPr/>
          </p:nvSpPr>
          <p:spPr>
            <a:xfrm>
              <a:off x="5953325" y="3991500"/>
              <a:ext cx="15650" cy="15650"/>
            </a:xfrm>
            <a:custGeom>
              <a:rect b="b" l="l" r="r" t="t"/>
              <a:pathLst>
                <a:path extrusionOk="0" h="626" w="626">
                  <a:moveTo>
                    <a:pt x="313" y="1"/>
                  </a:moveTo>
                  <a:cubicBezTo>
                    <a:pt x="141" y="1"/>
                    <a:pt x="0" y="140"/>
                    <a:pt x="0" y="313"/>
                  </a:cubicBezTo>
                  <a:cubicBezTo>
                    <a:pt x="0" y="484"/>
                    <a:pt x="141"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48"/>
            <p:cNvSpPr/>
            <p:nvPr/>
          </p:nvSpPr>
          <p:spPr>
            <a:xfrm>
              <a:off x="5976675" y="399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48"/>
            <p:cNvSpPr/>
            <p:nvPr/>
          </p:nvSpPr>
          <p:spPr>
            <a:xfrm>
              <a:off x="5999975" y="3991500"/>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48"/>
            <p:cNvSpPr/>
            <p:nvPr/>
          </p:nvSpPr>
          <p:spPr>
            <a:xfrm>
              <a:off x="6023325" y="399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48"/>
            <p:cNvSpPr/>
            <p:nvPr/>
          </p:nvSpPr>
          <p:spPr>
            <a:xfrm>
              <a:off x="6046675" y="3991500"/>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48"/>
            <p:cNvSpPr/>
            <p:nvPr/>
          </p:nvSpPr>
          <p:spPr>
            <a:xfrm>
              <a:off x="6067350" y="3991500"/>
              <a:ext cx="18250" cy="15650"/>
            </a:xfrm>
            <a:custGeom>
              <a:rect b="b" l="l" r="r" t="t"/>
              <a:pathLst>
                <a:path extrusionOk="0" h="626" w="730">
                  <a:moveTo>
                    <a:pt x="418" y="1"/>
                  </a:moveTo>
                  <a:cubicBezTo>
                    <a:pt x="140" y="1"/>
                    <a:pt x="1" y="337"/>
                    <a:pt x="198" y="533"/>
                  </a:cubicBezTo>
                  <a:cubicBezTo>
                    <a:pt x="261" y="597"/>
                    <a:pt x="339" y="625"/>
                    <a:pt x="416" y="625"/>
                  </a:cubicBezTo>
                  <a:cubicBezTo>
                    <a:pt x="576" y="625"/>
                    <a:pt x="730" y="501"/>
                    <a:pt x="730" y="313"/>
                  </a:cubicBezTo>
                  <a:cubicBezTo>
                    <a:pt x="730" y="140"/>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48"/>
            <p:cNvSpPr/>
            <p:nvPr/>
          </p:nvSpPr>
          <p:spPr>
            <a:xfrm>
              <a:off x="6093325"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48"/>
            <p:cNvSpPr/>
            <p:nvPr/>
          </p:nvSpPr>
          <p:spPr>
            <a:xfrm>
              <a:off x="6116650" y="399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48"/>
            <p:cNvSpPr/>
            <p:nvPr/>
          </p:nvSpPr>
          <p:spPr>
            <a:xfrm>
              <a:off x="6139975"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48"/>
            <p:cNvSpPr/>
            <p:nvPr/>
          </p:nvSpPr>
          <p:spPr>
            <a:xfrm>
              <a:off x="6160650" y="3991500"/>
              <a:ext cx="18300" cy="15650"/>
            </a:xfrm>
            <a:custGeom>
              <a:rect b="b" l="l" r="r" t="t"/>
              <a:pathLst>
                <a:path extrusionOk="0" h="626" w="732">
                  <a:moveTo>
                    <a:pt x="419" y="1"/>
                  </a:moveTo>
                  <a:cubicBezTo>
                    <a:pt x="140" y="1"/>
                    <a:pt x="1" y="337"/>
                    <a:pt x="198" y="533"/>
                  </a:cubicBezTo>
                  <a:cubicBezTo>
                    <a:pt x="262" y="597"/>
                    <a:pt x="340" y="625"/>
                    <a:pt x="417" y="625"/>
                  </a:cubicBezTo>
                  <a:cubicBezTo>
                    <a:pt x="577" y="625"/>
                    <a:pt x="731" y="501"/>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48"/>
            <p:cNvSpPr/>
            <p:nvPr/>
          </p:nvSpPr>
          <p:spPr>
            <a:xfrm>
              <a:off x="6186625"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48"/>
            <p:cNvSpPr/>
            <p:nvPr/>
          </p:nvSpPr>
          <p:spPr>
            <a:xfrm>
              <a:off x="620995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48"/>
            <p:cNvSpPr/>
            <p:nvPr/>
          </p:nvSpPr>
          <p:spPr>
            <a:xfrm>
              <a:off x="6233275" y="3991500"/>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48"/>
            <p:cNvSpPr/>
            <p:nvPr/>
          </p:nvSpPr>
          <p:spPr>
            <a:xfrm>
              <a:off x="625660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48"/>
            <p:cNvSpPr/>
            <p:nvPr/>
          </p:nvSpPr>
          <p:spPr>
            <a:xfrm>
              <a:off x="6279950" y="399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48"/>
            <p:cNvSpPr/>
            <p:nvPr/>
          </p:nvSpPr>
          <p:spPr>
            <a:xfrm>
              <a:off x="630325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48"/>
            <p:cNvSpPr/>
            <p:nvPr/>
          </p:nvSpPr>
          <p:spPr>
            <a:xfrm>
              <a:off x="6323950" y="3991500"/>
              <a:ext cx="18300" cy="15650"/>
            </a:xfrm>
            <a:custGeom>
              <a:rect b="b" l="l" r="r" t="t"/>
              <a:pathLst>
                <a:path extrusionOk="0" h="626" w="732">
                  <a:moveTo>
                    <a:pt x="419" y="1"/>
                  </a:moveTo>
                  <a:cubicBezTo>
                    <a:pt x="140" y="1"/>
                    <a:pt x="1" y="336"/>
                    <a:pt x="198" y="533"/>
                  </a:cubicBezTo>
                  <a:cubicBezTo>
                    <a:pt x="261" y="597"/>
                    <a:pt x="340" y="625"/>
                    <a:pt x="417" y="625"/>
                  </a:cubicBezTo>
                  <a:cubicBezTo>
                    <a:pt x="577" y="625"/>
                    <a:pt x="731" y="501"/>
                    <a:pt x="731" y="313"/>
                  </a:cubicBezTo>
                  <a:cubicBezTo>
                    <a:pt x="731" y="140"/>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48"/>
            <p:cNvSpPr/>
            <p:nvPr/>
          </p:nvSpPr>
          <p:spPr>
            <a:xfrm>
              <a:off x="6349900" y="399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48"/>
            <p:cNvSpPr/>
            <p:nvPr/>
          </p:nvSpPr>
          <p:spPr>
            <a:xfrm>
              <a:off x="637325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48"/>
            <p:cNvSpPr/>
            <p:nvPr/>
          </p:nvSpPr>
          <p:spPr>
            <a:xfrm>
              <a:off x="6396600" y="3991500"/>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48"/>
            <p:cNvSpPr/>
            <p:nvPr/>
          </p:nvSpPr>
          <p:spPr>
            <a:xfrm>
              <a:off x="6419900" y="399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48"/>
            <p:cNvSpPr/>
            <p:nvPr/>
          </p:nvSpPr>
          <p:spPr>
            <a:xfrm>
              <a:off x="6443250" y="399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48"/>
            <p:cNvSpPr/>
            <p:nvPr/>
          </p:nvSpPr>
          <p:spPr>
            <a:xfrm>
              <a:off x="6466550" y="399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48"/>
            <p:cNvSpPr/>
            <p:nvPr/>
          </p:nvSpPr>
          <p:spPr>
            <a:xfrm>
              <a:off x="6487275" y="3991500"/>
              <a:ext cx="18250" cy="15650"/>
            </a:xfrm>
            <a:custGeom>
              <a:rect b="b" l="l" r="r" t="t"/>
              <a:pathLst>
                <a:path extrusionOk="0" h="626" w="730">
                  <a:moveTo>
                    <a:pt x="418" y="1"/>
                  </a:moveTo>
                  <a:cubicBezTo>
                    <a:pt x="139" y="1"/>
                    <a:pt x="1" y="337"/>
                    <a:pt x="196" y="533"/>
                  </a:cubicBezTo>
                  <a:cubicBezTo>
                    <a:pt x="260" y="597"/>
                    <a:pt x="339" y="625"/>
                    <a:pt x="415" y="625"/>
                  </a:cubicBezTo>
                  <a:cubicBezTo>
                    <a:pt x="576" y="625"/>
                    <a:pt x="730" y="501"/>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48"/>
            <p:cNvSpPr/>
            <p:nvPr/>
          </p:nvSpPr>
          <p:spPr>
            <a:xfrm>
              <a:off x="6513250" y="3991500"/>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48"/>
            <p:cNvSpPr/>
            <p:nvPr/>
          </p:nvSpPr>
          <p:spPr>
            <a:xfrm>
              <a:off x="5953325" y="3971500"/>
              <a:ext cx="15650" cy="15650"/>
            </a:xfrm>
            <a:custGeom>
              <a:rect b="b" l="l" r="r" t="t"/>
              <a:pathLst>
                <a:path extrusionOk="0" h="626" w="626">
                  <a:moveTo>
                    <a:pt x="313" y="1"/>
                  </a:moveTo>
                  <a:cubicBezTo>
                    <a:pt x="141" y="1"/>
                    <a:pt x="0" y="140"/>
                    <a:pt x="0" y="313"/>
                  </a:cubicBezTo>
                  <a:cubicBezTo>
                    <a:pt x="0" y="484"/>
                    <a:pt x="141"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48"/>
            <p:cNvSpPr/>
            <p:nvPr/>
          </p:nvSpPr>
          <p:spPr>
            <a:xfrm>
              <a:off x="5976675" y="397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48"/>
            <p:cNvSpPr/>
            <p:nvPr/>
          </p:nvSpPr>
          <p:spPr>
            <a:xfrm>
              <a:off x="5999975" y="3971500"/>
              <a:ext cx="15650" cy="15650"/>
            </a:xfrm>
            <a:custGeom>
              <a:rect b="b" l="l" r="r" t="t"/>
              <a:pathLst>
                <a:path extrusionOk="0" h="626" w="626">
                  <a:moveTo>
                    <a:pt x="313" y="1"/>
                  </a:moveTo>
                  <a:cubicBezTo>
                    <a:pt x="141" y="1"/>
                    <a:pt x="1" y="140"/>
                    <a:pt x="1" y="313"/>
                  </a:cubicBezTo>
                  <a:cubicBezTo>
                    <a:pt x="1" y="484"/>
                    <a:pt x="141"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48"/>
            <p:cNvSpPr/>
            <p:nvPr/>
          </p:nvSpPr>
          <p:spPr>
            <a:xfrm>
              <a:off x="6023325" y="397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48"/>
            <p:cNvSpPr/>
            <p:nvPr/>
          </p:nvSpPr>
          <p:spPr>
            <a:xfrm>
              <a:off x="6046675" y="3971500"/>
              <a:ext cx="15625" cy="15650"/>
            </a:xfrm>
            <a:custGeom>
              <a:rect b="b" l="l" r="r" t="t"/>
              <a:pathLst>
                <a:path extrusionOk="0" h="626" w="625">
                  <a:moveTo>
                    <a:pt x="312" y="1"/>
                  </a:moveTo>
                  <a:cubicBezTo>
                    <a:pt x="139" y="1"/>
                    <a:pt x="0" y="140"/>
                    <a:pt x="0" y="313"/>
                  </a:cubicBezTo>
                  <a:cubicBezTo>
                    <a:pt x="0" y="484"/>
                    <a:pt x="139"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48"/>
            <p:cNvSpPr/>
            <p:nvPr/>
          </p:nvSpPr>
          <p:spPr>
            <a:xfrm>
              <a:off x="6067350" y="3971475"/>
              <a:ext cx="18250" cy="15650"/>
            </a:xfrm>
            <a:custGeom>
              <a:rect b="b" l="l" r="r" t="t"/>
              <a:pathLst>
                <a:path extrusionOk="0" h="626" w="730">
                  <a:moveTo>
                    <a:pt x="418" y="0"/>
                  </a:moveTo>
                  <a:cubicBezTo>
                    <a:pt x="140" y="0"/>
                    <a:pt x="1" y="337"/>
                    <a:pt x="198" y="534"/>
                  </a:cubicBezTo>
                  <a:cubicBezTo>
                    <a:pt x="261" y="597"/>
                    <a:pt x="339" y="625"/>
                    <a:pt x="416" y="625"/>
                  </a:cubicBezTo>
                  <a:cubicBezTo>
                    <a:pt x="576" y="625"/>
                    <a:pt x="730" y="501"/>
                    <a:pt x="730" y="312"/>
                  </a:cubicBezTo>
                  <a:cubicBezTo>
                    <a:pt x="730" y="139"/>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48"/>
            <p:cNvSpPr/>
            <p:nvPr/>
          </p:nvSpPr>
          <p:spPr>
            <a:xfrm>
              <a:off x="6093325"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48"/>
            <p:cNvSpPr/>
            <p:nvPr/>
          </p:nvSpPr>
          <p:spPr>
            <a:xfrm>
              <a:off x="6116650" y="397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48"/>
            <p:cNvSpPr/>
            <p:nvPr/>
          </p:nvSpPr>
          <p:spPr>
            <a:xfrm>
              <a:off x="6139975"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48"/>
            <p:cNvSpPr/>
            <p:nvPr/>
          </p:nvSpPr>
          <p:spPr>
            <a:xfrm>
              <a:off x="6160650" y="3971475"/>
              <a:ext cx="18300" cy="15650"/>
            </a:xfrm>
            <a:custGeom>
              <a:rect b="b" l="l" r="r" t="t"/>
              <a:pathLst>
                <a:path extrusionOk="0" h="626" w="732">
                  <a:moveTo>
                    <a:pt x="419" y="0"/>
                  </a:moveTo>
                  <a:cubicBezTo>
                    <a:pt x="140" y="0"/>
                    <a:pt x="1" y="337"/>
                    <a:pt x="198" y="534"/>
                  </a:cubicBezTo>
                  <a:cubicBezTo>
                    <a:pt x="261" y="597"/>
                    <a:pt x="340" y="625"/>
                    <a:pt x="417" y="625"/>
                  </a:cubicBezTo>
                  <a:cubicBezTo>
                    <a:pt x="577" y="625"/>
                    <a:pt x="731" y="501"/>
                    <a:pt x="731" y="312"/>
                  </a:cubicBezTo>
                  <a:cubicBezTo>
                    <a:pt x="731" y="139"/>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48"/>
            <p:cNvSpPr/>
            <p:nvPr/>
          </p:nvSpPr>
          <p:spPr>
            <a:xfrm>
              <a:off x="6186625"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48"/>
            <p:cNvSpPr/>
            <p:nvPr/>
          </p:nvSpPr>
          <p:spPr>
            <a:xfrm>
              <a:off x="620995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48"/>
            <p:cNvSpPr/>
            <p:nvPr/>
          </p:nvSpPr>
          <p:spPr>
            <a:xfrm>
              <a:off x="6233275" y="3971500"/>
              <a:ext cx="15625" cy="15650"/>
            </a:xfrm>
            <a:custGeom>
              <a:rect b="b" l="l" r="r" t="t"/>
              <a:pathLst>
                <a:path extrusionOk="0" h="626" w="625">
                  <a:moveTo>
                    <a:pt x="312" y="1"/>
                  </a:moveTo>
                  <a:cubicBezTo>
                    <a:pt x="141" y="1"/>
                    <a:pt x="0" y="140"/>
                    <a:pt x="0" y="313"/>
                  </a:cubicBezTo>
                  <a:cubicBezTo>
                    <a:pt x="0" y="484"/>
                    <a:pt x="141"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48"/>
            <p:cNvSpPr/>
            <p:nvPr/>
          </p:nvSpPr>
          <p:spPr>
            <a:xfrm>
              <a:off x="625660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48"/>
            <p:cNvSpPr/>
            <p:nvPr/>
          </p:nvSpPr>
          <p:spPr>
            <a:xfrm>
              <a:off x="6279950" y="3971500"/>
              <a:ext cx="15650" cy="15650"/>
            </a:xfrm>
            <a:custGeom>
              <a:rect b="b" l="l" r="r" t="t"/>
              <a:pathLst>
                <a:path extrusionOk="0" h="626" w="626">
                  <a:moveTo>
                    <a:pt x="313" y="1"/>
                  </a:moveTo>
                  <a:cubicBezTo>
                    <a:pt x="140" y="1"/>
                    <a:pt x="1" y="140"/>
                    <a:pt x="1" y="313"/>
                  </a:cubicBezTo>
                  <a:cubicBezTo>
                    <a:pt x="1"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48"/>
            <p:cNvSpPr/>
            <p:nvPr/>
          </p:nvSpPr>
          <p:spPr>
            <a:xfrm>
              <a:off x="630325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48"/>
            <p:cNvSpPr/>
            <p:nvPr/>
          </p:nvSpPr>
          <p:spPr>
            <a:xfrm>
              <a:off x="6323950" y="3971475"/>
              <a:ext cx="18300" cy="15650"/>
            </a:xfrm>
            <a:custGeom>
              <a:rect b="b" l="l" r="r" t="t"/>
              <a:pathLst>
                <a:path extrusionOk="0" h="626" w="732">
                  <a:moveTo>
                    <a:pt x="419" y="0"/>
                  </a:moveTo>
                  <a:cubicBezTo>
                    <a:pt x="140" y="0"/>
                    <a:pt x="1" y="337"/>
                    <a:pt x="198" y="534"/>
                  </a:cubicBezTo>
                  <a:cubicBezTo>
                    <a:pt x="261" y="597"/>
                    <a:pt x="340" y="625"/>
                    <a:pt x="416" y="625"/>
                  </a:cubicBezTo>
                  <a:cubicBezTo>
                    <a:pt x="577" y="625"/>
                    <a:pt x="731" y="501"/>
                    <a:pt x="731" y="312"/>
                  </a:cubicBezTo>
                  <a:cubicBezTo>
                    <a:pt x="731" y="139"/>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48"/>
            <p:cNvSpPr/>
            <p:nvPr/>
          </p:nvSpPr>
          <p:spPr>
            <a:xfrm>
              <a:off x="6349900" y="397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48"/>
            <p:cNvSpPr/>
            <p:nvPr/>
          </p:nvSpPr>
          <p:spPr>
            <a:xfrm>
              <a:off x="637325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48"/>
            <p:cNvSpPr/>
            <p:nvPr/>
          </p:nvSpPr>
          <p:spPr>
            <a:xfrm>
              <a:off x="6396600" y="3971500"/>
              <a:ext cx="15625" cy="15650"/>
            </a:xfrm>
            <a:custGeom>
              <a:rect b="b" l="l" r="r" t="t"/>
              <a:pathLst>
                <a:path extrusionOk="0" h="626" w="625">
                  <a:moveTo>
                    <a:pt x="313" y="1"/>
                  </a:moveTo>
                  <a:cubicBezTo>
                    <a:pt x="140" y="1"/>
                    <a:pt x="0" y="140"/>
                    <a:pt x="0" y="313"/>
                  </a:cubicBezTo>
                  <a:cubicBezTo>
                    <a:pt x="0" y="484"/>
                    <a:pt x="140" y="625"/>
                    <a:pt x="313" y="625"/>
                  </a:cubicBezTo>
                  <a:cubicBezTo>
                    <a:pt x="484" y="625"/>
                    <a:pt x="625" y="484"/>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48"/>
            <p:cNvSpPr/>
            <p:nvPr/>
          </p:nvSpPr>
          <p:spPr>
            <a:xfrm>
              <a:off x="6419900" y="3971500"/>
              <a:ext cx="15650" cy="15650"/>
            </a:xfrm>
            <a:custGeom>
              <a:rect b="b" l="l" r="r" t="t"/>
              <a:pathLst>
                <a:path extrusionOk="0" h="626" w="626">
                  <a:moveTo>
                    <a:pt x="313" y="1"/>
                  </a:moveTo>
                  <a:cubicBezTo>
                    <a:pt x="140" y="1"/>
                    <a:pt x="1" y="140"/>
                    <a:pt x="1" y="313"/>
                  </a:cubicBezTo>
                  <a:cubicBezTo>
                    <a:pt x="1"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48"/>
            <p:cNvSpPr/>
            <p:nvPr/>
          </p:nvSpPr>
          <p:spPr>
            <a:xfrm>
              <a:off x="6443250" y="3971500"/>
              <a:ext cx="15625" cy="15650"/>
            </a:xfrm>
            <a:custGeom>
              <a:rect b="b" l="l" r="r" t="t"/>
              <a:pathLst>
                <a:path extrusionOk="0" h="626" w="625">
                  <a:moveTo>
                    <a:pt x="313" y="1"/>
                  </a:moveTo>
                  <a:cubicBezTo>
                    <a:pt x="140" y="1"/>
                    <a:pt x="0" y="140"/>
                    <a:pt x="0" y="313"/>
                  </a:cubicBezTo>
                  <a:cubicBezTo>
                    <a:pt x="0" y="484"/>
                    <a:pt x="140" y="625"/>
                    <a:pt x="313" y="625"/>
                  </a:cubicBezTo>
                  <a:cubicBezTo>
                    <a:pt x="485" y="625"/>
                    <a:pt x="625" y="484"/>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48"/>
            <p:cNvSpPr/>
            <p:nvPr/>
          </p:nvSpPr>
          <p:spPr>
            <a:xfrm>
              <a:off x="6466550" y="3971500"/>
              <a:ext cx="15650" cy="15650"/>
            </a:xfrm>
            <a:custGeom>
              <a:rect b="b" l="l" r="r" t="t"/>
              <a:pathLst>
                <a:path extrusionOk="0" h="626" w="626">
                  <a:moveTo>
                    <a:pt x="313" y="1"/>
                  </a:moveTo>
                  <a:cubicBezTo>
                    <a:pt x="142" y="1"/>
                    <a:pt x="1" y="140"/>
                    <a:pt x="1" y="313"/>
                  </a:cubicBezTo>
                  <a:cubicBezTo>
                    <a:pt x="1" y="484"/>
                    <a:pt x="142"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48"/>
            <p:cNvSpPr/>
            <p:nvPr/>
          </p:nvSpPr>
          <p:spPr>
            <a:xfrm>
              <a:off x="6487275" y="3971475"/>
              <a:ext cx="18250" cy="15650"/>
            </a:xfrm>
            <a:custGeom>
              <a:rect b="b" l="l" r="r" t="t"/>
              <a:pathLst>
                <a:path extrusionOk="0" h="626" w="730">
                  <a:moveTo>
                    <a:pt x="418" y="0"/>
                  </a:moveTo>
                  <a:cubicBezTo>
                    <a:pt x="139" y="0"/>
                    <a:pt x="1" y="337"/>
                    <a:pt x="196" y="534"/>
                  </a:cubicBezTo>
                  <a:cubicBezTo>
                    <a:pt x="260" y="597"/>
                    <a:pt x="338" y="625"/>
                    <a:pt x="415" y="625"/>
                  </a:cubicBezTo>
                  <a:cubicBezTo>
                    <a:pt x="576" y="625"/>
                    <a:pt x="730" y="501"/>
                    <a:pt x="730" y="312"/>
                  </a:cubicBezTo>
                  <a:cubicBezTo>
                    <a:pt x="730" y="139"/>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48"/>
            <p:cNvSpPr/>
            <p:nvPr/>
          </p:nvSpPr>
          <p:spPr>
            <a:xfrm>
              <a:off x="6513250" y="3971500"/>
              <a:ext cx="15625" cy="15650"/>
            </a:xfrm>
            <a:custGeom>
              <a:rect b="b" l="l" r="r" t="t"/>
              <a:pathLst>
                <a:path extrusionOk="0" h="626" w="625">
                  <a:moveTo>
                    <a:pt x="312" y="1"/>
                  </a:moveTo>
                  <a:cubicBezTo>
                    <a:pt x="140" y="1"/>
                    <a:pt x="0" y="140"/>
                    <a:pt x="0" y="313"/>
                  </a:cubicBezTo>
                  <a:cubicBezTo>
                    <a:pt x="0" y="484"/>
                    <a:pt x="140" y="625"/>
                    <a:pt x="312" y="625"/>
                  </a:cubicBezTo>
                  <a:cubicBezTo>
                    <a:pt x="484" y="625"/>
                    <a:pt x="625" y="484"/>
                    <a:pt x="625" y="313"/>
                  </a:cubicBezTo>
                  <a:cubicBezTo>
                    <a:pt x="625" y="140"/>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48"/>
            <p:cNvSpPr/>
            <p:nvPr/>
          </p:nvSpPr>
          <p:spPr>
            <a:xfrm>
              <a:off x="5976675" y="395145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48"/>
            <p:cNvSpPr/>
            <p:nvPr/>
          </p:nvSpPr>
          <p:spPr>
            <a:xfrm>
              <a:off x="5999975" y="3951450"/>
              <a:ext cx="15650" cy="15650"/>
            </a:xfrm>
            <a:custGeom>
              <a:rect b="b" l="l" r="r" t="t"/>
              <a:pathLst>
                <a:path extrusionOk="0" h="626" w="626">
                  <a:moveTo>
                    <a:pt x="313" y="1"/>
                  </a:moveTo>
                  <a:cubicBezTo>
                    <a:pt x="141" y="1"/>
                    <a:pt x="1" y="142"/>
                    <a:pt x="1" y="313"/>
                  </a:cubicBezTo>
                  <a:cubicBezTo>
                    <a:pt x="1" y="486"/>
                    <a:pt x="141"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48"/>
            <p:cNvSpPr/>
            <p:nvPr/>
          </p:nvSpPr>
          <p:spPr>
            <a:xfrm>
              <a:off x="6023325" y="395145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48"/>
            <p:cNvSpPr/>
            <p:nvPr/>
          </p:nvSpPr>
          <p:spPr>
            <a:xfrm>
              <a:off x="6046675" y="3951450"/>
              <a:ext cx="15625" cy="15650"/>
            </a:xfrm>
            <a:custGeom>
              <a:rect b="b" l="l" r="r" t="t"/>
              <a:pathLst>
                <a:path extrusionOk="0" h="626" w="625">
                  <a:moveTo>
                    <a:pt x="312" y="1"/>
                  </a:moveTo>
                  <a:cubicBezTo>
                    <a:pt x="139" y="1"/>
                    <a:pt x="0" y="142"/>
                    <a:pt x="0" y="313"/>
                  </a:cubicBezTo>
                  <a:cubicBezTo>
                    <a:pt x="0" y="486"/>
                    <a:pt x="139"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48"/>
            <p:cNvSpPr/>
            <p:nvPr/>
          </p:nvSpPr>
          <p:spPr>
            <a:xfrm>
              <a:off x="6067350" y="3951500"/>
              <a:ext cx="18250" cy="15625"/>
            </a:xfrm>
            <a:custGeom>
              <a:rect b="b" l="l" r="r" t="t"/>
              <a:pathLst>
                <a:path extrusionOk="0" h="625" w="730">
                  <a:moveTo>
                    <a:pt x="418" y="0"/>
                  </a:moveTo>
                  <a:cubicBezTo>
                    <a:pt x="140" y="0"/>
                    <a:pt x="1" y="335"/>
                    <a:pt x="198" y="532"/>
                  </a:cubicBezTo>
                  <a:cubicBezTo>
                    <a:pt x="261" y="596"/>
                    <a:pt x="339" y="625"/>
                    <a:pt x="416" y="625"/>
                  </a:cubicBezTo>
                  <a:cubicBezTo>
                    <a:pt x="576" y="625"/>
                    <a:pt x="730" y="500"/>
                    <a:pt x="730" y="312"/>
                  </a:cubicBezTo>
                  <a:cubicBezTo>
                    <a:pt x="730" y="140"/>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48"/>
            <p:cNvSpPr/>
            <p:nvPr/>
          </p:nvSpPr>
          <p:spPr>
            <a:xfrm>
              <a:off x="6093325" y="395145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48"/>
            <p:cNvSpPr/>
            <p:nvPr/>
          </p:nvSpPr>
          <p:spPr>
            <a:xfrm>
              <a:off x="6116650" y="395145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48"/>
            <p:cNvSpPr/>
            <p:nvPr/>
          </p:nvSpPr>
          <p:spPr>
            <a:xfrm>
              <a:off x="6139975" y="395145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48"/>
            <p:cNvSpPr/>
            <p:nvPr/>
          </p:nvSpPr>
          <p:spPr>
            <a:xfrm>
              <a:off x="6160650" y="3951500"/>
              <a:ext cx="18300" cy="15625"/>
            </a:xfrm>
            <a:custGeom>
              <a:rect b="b" l="l" r="r" t="t"/>
              <a:pathLst>
                <a:path extrusionOk="0" h="625" w="732">
                  <a:moveTo>
                    <a:pt x="419" y="0"/>
                  </a:moveTo>
                  <a:cubicBezTo>
                    <a:pt x="140" y="0"/>
                    <a:pt x="1" y="335"/>
                    <a:pt x="198" y="532"/>
                  </a:cubicBezTo>
                  <a:cubicBezTo>
                    <a:pt x="262" y="596"/>
                    <a:pt x="340" y="625"/>
                    <a:pt x="417" y="625"/>
                  </a:cubicBezTo>
                  <a:cubicBezTo>
                    <a:pt x="577" y="625"/>
                    <a:pt x="731" y="500"/>
                    <a:pt x="731" y="312"/>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48"/>
            <p:cNvSpPr/>
            <p:nvPr/>
          </p:nvSpPr>
          <p:spPr>
            <a:xfrm>
              <a:off x="6186625" y="395145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48"/>
            <p:cNvSpPr/>
            <p:nvPr/>
          </p:nvSpPr>
          <p:spPr>
            <a:xfrm>
              <a:off x="620995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48"/>
            <p:cNvSpPr/>
            <p:nvPr/>
          </p:nvSpPr>
          <p:spPr>
            <a:xfrm>
              <a:off x="6233275" y="3951450"/>
              <a:ext cx="15625" cy="15650"/>
            </a:xfrm>
            <a:custGeom>
              <a:rect b="b" l="l" r="r" t="t"/>
              <a:pathLst>
                <a:path extrusionOk="0" h="626" w="625">
                  <a:moveTo>
                    <a:pt x="312" y="1"/>
                  </a:moveTo>
                  <a:cubicBezTo>
                    <a:pt x="141" y="1"/>
                    <a:pt x="0" y="142"/>
                    <a:pt x="0" y="313"/>
                  </a:cubicBezTo>
                  <a:cubicBezTo>
                    <a:pt x="0" y="486"/>
                    <a:pt x="141"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48"/>
            <p:cNvSpPr/>
            <p:nvPr/>
          </p:nvSpPr>
          <p:spPr>
            <a:xfrm>
              <a:off x="625660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48"/>
            <p:cNvSpPr/>
            <p:nvPr/>
          </p:nvSpPr>
          <p:spPr>
            <a:xfrm>
              <a:off x="6279950" y="3951450"/>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48"/>
            <p:cNvSpPr/>
            <p:nvPr/>
          </p:nvSpPr>
          <p:spPr>
            <a:xfrm>
              <a:off x="630325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48"/>
            <p:cNvSpPr/>
            <p:nvPr/>
          </p:nvSpPr>
          <p:spPr>
            <a:xfrm>
              <a:off x="6323950" y="3951500"/>
              <a:ext cx="18300" cy="15625"/>
            </a:xfrm>
            <a:custGeom>
              <a:rect b="b" l="l" r="r" t="t"/>
              <a:pathLst>
                <a:path extrusionOk="0" h="625" w="732">
                  <a:moveTo>
                    <a:pt x="422" y="0"/>
                  </a:moveTo>
                  <a:cubicBezTo>
                    <a:pt x="421" y="0"/>
                    <a:pt x="420" y="0"/>
                    <a:pt x="419" y="0"/>
                  </a:cubicBezTo>
                  <a:cubicBezTo>
                    <a:pt x="418" y="0"/>
                    <a:pt x="418" y="0"/>
                    <a:pt x="417" y="0"/>
                  </a:cubicBezTo>
                  <a:cubicBezTo>
                    <a:pt x="139" y="0"/>
                    <a:pt x="1" y="336"/>
                    <a:pt x="198" y="532"/>
                  </a:cubicBezTo>
                  <a:cubicBezTo>
                    <a:pt x="261" y="596"/>
                    <a:pt x="340" y="625"/>
                    <a:pt x="417" y="625"/>
                  </a:cubicBezTo>
                  <a:cubicBezTo>
                    <a:pt x="577" y="625"/>
                    <a:pt x="731" y="500"/>
                    <a:pt x="731" y="312"/>
                  </a:cubicBezTo>
                  <a:cubicBezTo>
                    <a:pt x="731" y="141"/>
                    <a:pt x="593" y="0"/>
                    <a:pt x="4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48"/>
            <p:cNvSpPr/>
            <p:nvPr/>
          </p:nvSpPr>
          <p:spPr>
            <a:xfrm>
              <a:off x="6349900" y="395145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48"/>
            <p:cNvSpPr/>
            <p:nvPr/>
          </p:nvSpPr>
          <p:spPr>
            <a:xfrm>
              <a:off x="637325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48"/>
            <p:cNvSpPr/>
            <p:nvPr/>
          </p:nvSpPr>
          <p:spPr>
            <a:xfrm>
              <a:off x="6396600" y="3951450"/>
              <a:ext cx="15625" cy="15650"/>
            </a:xfrm>
            <a:custGeom>
              <a:rect b="b" l="l" r="r" t="t"/>
              <a:pathLst>
                <a:path extrusionOk="0" h="626" w="625">
                  <a:moveTo>
                    <a:pt x="313" y="1"/>
                  </a:moveTo>
                  <a:cubicBezTo>
                    <a:pt x="140" y="1"/>
                    <a:pt x="0" y="142"/>
                    <a:pt x="0" y="313"/>
                  </a:cubicBezTo>
                  <a:cubicBezTo>
                    <a:pt x="0" y="486"/>
                    <a:pt x="140" y="625"/>
                    <a:pt x="313" y="625"/>
                  </a:cubicBezTo>
                  <a:cubicBezTo>
                    <a:pt x="484" y="625"/>
                    <a:pt x="625" y="486"/>
                    <a:pt x="625" y="313"/>
                  </a:cubicBezTo>
                  <a:cubicBezTo>
                    <a:pt x="625" y="142"/>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48"/>
            <p:cNvSpPr/>
            <p:nvPr/>
          </p:nvSpPr>
          <p:spPr>
            <a:xfrm>
              <a:off x="6419900" y="3951450"/>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48"/>
            <p:cNvSpPr/>
            <p:nvPr/>
          </p:nvSpPr>
          <p:spPr>
            <a:xfrm>
              <a:off x="6443250" y="3951450"/>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48"/>
            <p:cNvSpPr/>
            <p:nvPr/>
          </p:nvSpPr>
          <p:spPr>
            <a:xfrm>
              <a:off x="6466550" y="3951450"/>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48"/>
            <p:cNvSpPr/>
            <p:nvPr/>
          </p:nvSpPr>
          <p:spPr>
            <a:xfrm>
              <a:off x="6487275" y="3951500"/>
              <a:ext cx="18250" cy="15625"/>
            </a:xfrm>
            <a:custGeom>
              <a:rect b="b" l="l" r="r" t="t"/>
              <a:pathLst>
                <a:path extrusionOk="0" h="625" w="730">
                  <a:moveTo>
                    <a:pt x="418" y="0"/>
                  </a:moveTo>
                  <a:cubicBezTo>
                    <a:pt x="139" y="0"/>
                    <a:pt x="1" y="335"/>
                    <a:pt x="196" y="532"/>
                  </a:cubicBezTo>
                  <a:cubicBezTo>
                    <a:pt x="260" y="596"/>
                    <a:pt x="339" y="625"/>
                    <a:pt x="415" y="625"/>
                  </a:cubicBezTo>
                  <a:cubicBezTo>
                    <a:pt x="576" y="625"/>
                    <a:pt x="730" y="500"/>
                    <a:pt x="730" y="312"/>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48"/>
            <p:cNvSpPr/>
            <p:nvPr/>
          </p:nvSpPr>
          <p:spPr>
            <a:xfrm>
              <a:off x="6513250" y="3951450"/>
              <a:ext cx="15625" cy="15650"/>
            </a:xfrm>
            <a:custGeom>
              <a:rect b="b" l="l" r="r" t="t"/>
              <a:pathLst>
                <a:path extrusionOk="0" h="626" w="625">
                  <a:moveTo>
                    <a:pt x="312" y="1"/>
                  </a:moveTo>
                  <a:cubicBezTo>
                    <a:pt x="140" y="1"/>
                    <a:pt x="0" y="142"/>
                    <a:pt x="0" y="313"/>
                  </a:cubicBezTo>
                  <a:cubicBezTo>
                    <a:pt x="0" y="486"/>
                    <a:pt x="140" y="625"/>
                    <a:pt x="312" y="625"/>
                  </a:cubicBezTo>
                  <a:cubicBezTo>
                    <a:pt x="484" y="625"/>
                    <a:pt x="625" y="486"/>
                    <a:pt x="625" y="313"/>
                  </a:cubicBezTo>
                  <a:cubicBezTo>
                    <a:pt x="625" y="142"/>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48"/>
            <p:cNvSpPr/>
            <p:nvPr/>
          </p:nvSpPr>
          <p:spPr>
            <a:xfrm>
              <a:off x="5976675" y="3931450"/>
              <a:ext cx="15625" cy="15625"/>
            </a:xfrm>
            <a:custGeom>
              <a:rect b="b" l="l" r="r" t="t"/>
              <a:pathLst>
                <a:path extrusionOk="0" h="625" w="625">
                  <a:moveTo>
                    <a:pt x="313" y="0"/>
                  </a:moveTo>
                  <a:cubicBezTo>
                    <a:pt x="140" y="0"/>
                    <a:pt x="0" y="141"/>
                    <a:pt x="0" y="313"/>
                  </a:cubicBezTo>
                  <a:cubicBezTo>
                    <a:pt x="0" y="485"/>
                    <a:pt x="140" y="625"/>
                    <a:pt x="313" y="625"/>
                  </a:cubicBezTo>
                  <a:cubicBezTo>
                    <a:pt x="485" y="625"/>
                    <a:pt x="625" y="485"/>
                    <a:pt x="625" y="313"/>
                  </a:cubicBezTo>
                  <a:cubicBezTo>
                    <a:pt x="625" y="141"/>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48"/>
            <p:cNvSpPr/>
            <p:nvPr/>
          </p:nvSpPr>
          <p:spPr>
            <a:xfrm>
              <a:off x="5999975" y="3931450"/>
              <a:ext cx="15650" cy="15625"/>
            </a:xfrm>
            <a:custGeom>
              <a:rect b="b" l="l" r="r" t="t"/>
              <a:pathLst>
                <a:path extrusionOk="0" h="625" w="626">
                  <a:moveTo>
                    <a:pt x="313" y="0"/>
                  </a:moveTo>
                  <a:cubicBezTo>
                    <a:pt x="141" y="0"/>
                    <a:pt x="1" y="141"/>
                    <a:pt x="1" y="313"/>
                  </a:cubicBezTo>
                  <a:cubicBezTo>
                    <a:pt x="1" y="485"/>
                    <a:pt x="141" y="625"/>
                    <a:pt x="313" y="625"/>
                  </a:cubicBezTo>
                  <a:cubicBezTo>
                    <a:pt x="486" y="625"/>
                    <a:pt x="625" y="485"/>
                    <a:pt x="625" y="313"/>
                  </a:cubicBezTo>
                  <a:cubicBezTo>
                    <a:pt x="625" y="141"/>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48"/>
            <p:cNvSpPr/>
            <p:nvPr/>
          </p:nvSpPr>
          <p:spPr>
            <a:xfrm>
              <a:off x="6023325" y="3931450"/>
              <a:ext cx="15625" cy="15625"/>
            </a:xfrm>
            <a:custGeom>
              <a:rect b="b" l="l" r="r" t="t"/>
              <a:pathLst>
                <a:path extrusionOk="0" h="625" w="625">
                  <a:moveTo>
                    <a:pt x="313" y="0"/>
                  </a:moveTo>
                  <a:cubicBezTo>
                    <a:pt x="140" y="0"/>
                    <a:pt x="0" y="141"/>
                    <a:pt x="0" y="313"/>
                  </a:cubicBezTo>
                  <a:cubicBezTo>
                    <a:pt x="0" y="485"/>
                    <a:pt x="140" y="625"/>
                    <a:pt x="313" y="625"/>
                  </a:cubicBezTo>
                  <a:cubicBezTo>
                    <a:pt x="485" y="625"/>
                    <a:pt x="625" y="485"/>
                    <a:pt x="625" y="313"/>
                  </a:cubicBezTo>
                  <a:cubicBezTo>
                    <a:pt x="625" y="141"/>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48"/>
            <p:cNvSpPr/>
            <p:nvPr/>
          </p:nvSpPr>
          <p:spPr>
            <a:xfrm>
              <a:off x="6046675" y="3931450"/>
              <a:ext cx="15625" cy="15625"/>
            </a:xfrm>
            <a:custGeom>
              <a:rect b="b" l="l" r="r" t="t"/>
              <a:pathLst>
                <a:path extrusionOk="0" h="625" w="625">
                  <a:moveTo>
                    <a:pt x="312" y="0"/>
                  </a:moveTo>
                  <a:cubicBezTo>
                    <a:pt x="139" y="0"/>
                    <a:pt x="0" y="141"/>
                    <a:pt x="0" y="313"/>
                  </a:cubicBezTo>
                  <a:cubicBezTo>
                    <a:pt x="0" y="485"/>
                    <a:pt x="139" y="625"/>
                    <a:pt x="312" y="625"/>
                  </a:cubicBezTo>
                  <a:cubicBezTo>
                    <a:pt x="485" y="625"/>
                    <a:pt x="625" y="485"/>
                    <a:pt x="625" y="313"/>
                  </a:cubicBezTo>
                  <a:cubicBezTo>
                    <a:pt x="625" y="141"/>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48"/>
            <p:cNvSpPr/>
            <p:nvPr/>
          </p:nvSpPr>
          <p:spPr>
            <a:xfrm>
              <a:off x="6067350" y="3931450"/>
              <a:ext cx="18250" cy="15675"/>
            </a:xfrm>
            <a:custGeom>
              <a:rect b="b" l="l" r="r" t="t"/>
              <a:pathLst>
                <a:path extrusionOk="0" h="627" w="730">
                  <a:moveTo>
                    <a:pt x="418" y="0"/>
                  </a:moveTo>
                  <a:cubicBezTo>
                    <a:pt x="140" y="0"/>
                    <a:pt x="1" y="337"/>
                    <a:pt x="198" y="534"/>
                  </a:cubicBezTo>
                  <a:cubicBezTo>
                    <a:pt x="261" y="598"/>
                    <a:pt x="339" y="626"/>
                    <a:pt x="416" y="626"/>
                  </a:cubicBezTo>
                  <a:cubicBezTo>
                    <a:pt x="576" y="626"/>
                    <a:pt x="730" y="501"/>
                    <a:pt x="730" y="313"/>
                  </a:cubicBezTo>
                  <a:cubicBezTo>
                    <a:pt x="730" y="141"/>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48"/>
            <p:cNvSpPr/>
            <p:nvPr/>
          </p:nvSpPr>
          <p:spPr>
            <a:xfrm>
              <a:off x="6093325" y="3931450"/>
              <a:ext cx="15625" cy="15625"/>
            </a:xfrm>
            <a:custGeom>
              <a:rect b="b" l="l" r="r" t="t"/>
              <a:pathLst>
                <a:path extrusionOk="0" h="625" w="625">
                  <a:moveTo>
                    <a:pt x="312" y="0"/>
                  </a:moveTo>
                  <a:cubicBezTo>
                    <a:pt x="140" y="0"/>
                    <a:pt x="0" y="141"/>
                    <a:pt x="0" y="313"/>
                  </a:cubicBezTo>
                  <a:cubicBezTo>
                    <a:pt x="0" y="485"/>
                    <a:pt x="140" y="625"/>
                    <a:pt x="312" y="625"/>
                  </a:cubicBezTo>
                  <a:cubicBezTo>
                    <a:pt x="485" y="625"/>
                    <a:pt x="625" y="485"/>
                    <a:pt x="625" y="313"/>
                  </a:cubicBezTo>
                  <a:cubicBezTo>
                    <a:pt x="625" y="141"/>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48"/>
            <p:cNvSpPr/>
            <p:nvPr/>
          </p:nvSpPr>
          <p:spPr>
            <a:xfrm>
              <a:off x="6116650" y="3931450"/>
              <a:ext cx="15650" cy="15625"/>
            </a:xfrm>
            <a:custGeom>
              <a:rect b="b" l="l" r="r" t="t"/>
              <a:pathLst>
                <a:path extrusionOk="0" h="625" w="626">
                  <a:moveTo>
                    <a:pt x="313" y="0"/>
                  </a:moveTo>
                  <a:cubicBezTo>
                    <a:pt x="140" y="0"/>
                    <a:pt x="1" y="141"/>
                    <a:pt x="1" y="313"/>
                  </a:cubicBezTo>
                  <a:cubicBezTo>
                    <a:pt x="1" y="485"/>
                    <a:pt x="140" y="625"/>
                    <a:pt x="313" y="625"/>
                  </a:cubicBezTo>
                  <a:cubicBezTo>
                    <a:pt x="484" y="625"/>
                    <a:pt x="625" y="485"/>
                    <a:pt x="625" y="313"/>
                  </a:cubicBezTo>
                  <a:cubicBezTo>
                    <a:pt x="625" y="141"/>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48"/>
            <p:cNvSpPr/>
            <p:nvPr/>
          </p:nvSpPr>
          <p:spPr>
            <a:xfrm>
              <a:off x="6139975" y="3931450"/>
              <a:ext cx="15625" cy="15625"/>
            </a:xfrm>
            <a:custGeom>
              <a:rect b="b" l="l" r="r" t="t"/>
              <a:pathLst>
                <a:path extrusionOk="0" h="625" w="625">
                  <a:moveTo>
                    <a:pt x="312" y="0"/>
                  </a:moveTo>
                  <a:cubicBezTo>
                    <a:pt x="140" y="0"/>
                    <a:pt x="0" y="141"/>
                    <a:pt x="0" y="313"/>
                  </a:cubicBezTo>
                  <a:cubicBezTo>
                    <a:pt x="0" y="485"/>
                    <a:pt x="140" y="625"/>
                    <a:pt x="312" y="625"/>
                  </a:cubicBezTo>
                  <a:cubicBezTo>
                    <a:pt x="485" y="625"/>
                    <a:pt x="625" y="485"/>
                    <a:pt x="625" y="313"/>
                  </a:cubicBezTo>
                  <a:cubicBezTo>
                    <a:pt x="625" y="141"/>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48"/>
            <p:cNvSpPr/>
            <p:nvPr/>
          </p:nvSpPr>
          <p:spPr>
            <a:xfrm>
              <a:off x="6160650" y="3931450"/>
              <a:ext cx="18300" cy="15675"/>
            </a:xfrm>
            <a:custGeom>
              <a:rect b="b" l="l" r="r" t="t"/>
              <a:pathLst>
                <a:path extrusionOk="0" h="627" w="732">
                  <a:moveTo>
                    <a:pt x="419" y="0"/>
                  </a:moveTo>
                  <a:cubicBezTo>
                    <a:pt x="140" y="0"/>
                    <a:pt x="1" y="337"/>
                    <a:pt x="198" y="534"/>
                  </a:cubicBezTo>
                  <a:cubicBezTo>
                    <a:pt x="262" y="598"/>
                    <a:pt x="340" y="626"/>
                    <a:pt x="417" y="626"/>
                  </a:cubicBezTo>
                  <a:cubicBezTo>
                    <a:pt x="577" y="626"/>
                    <a:pt x="731" y="501"/>
                    <a:pt x="731" y="313"/>
                  </a:cubicBezTo>
                  <a:cubicBezTo>
                    <a:pt x="731" y="141"/>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48"/>
            <p:cNvSpPr/>
            <p:nvPr/>
          </p:nvSpPr>
          <p:spPr>
            <a:xfrm>
              <a:off x="6186625" y="3931450"/>
              <a:ext cx="15625" cy="15625"/>
            </a:xfrm>
            <a:custGeom>
              <a:rect b="b" l="l" r="r" t="t"/>
              <a:pathLst>
                <a:path extrusionOk="0" h="625" w="625">
                  <a:moveTo>
                    <a:pt x="312" y="0"/>
                  </a:moveTo>
                  <a:cubicBezTo>
                    <a:pt x="140" y="0"/>
                    <a:pt x="0" y="141"/>
                    <a:pt x="0" y="313"/>
                  </a:cubicBezTo>
                  <a:cubicBezTo>
                    <a:pt x="0" y="485"/>
                    <a:pt x="140" y="625"/>
                    <a:pt x="312" y="625"/>
                  </a:cubicBezTo>
                  <a:cubicBezTo>
                    <a:pt x="485" y="625"/>
                    <a:pt x="625" y="485"/>
                    <a:pt x="625" y="313"/>
                  </a:cubicBezTo>
                  <a:cubicBezTo>
                    <a:pt x="625" y="141"/>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48"/>
            <p:cNvSpPr/>
            <p:nvPr/>
          </p:nvSpPr>
          <p:spPr>
            <a:xfrm>
              <a:off x="620995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48"/>
            <p:cNvSpPr/>
            <p:nvPr/>
          </p:nvSpPr>
          <p:spPr>
            <a:xfrm>
              <a:off x="6233275" y="3931450"/>
              <a:ext cx="15625" cy="15625"/>
            </a:xfrm>
            <a:custGeom>
              <a:rect b="b" l="l" r="r" t="t"/>
              <a:pathLst>
                <a:path extrusionOk="0" h="625" w="625">
                  <a:moveTo>
                    <a:pt x="312" y="0"/>
                  </a:moveTo>
                  <a:cubicBezTo>
                    <a:pt x="141" y="0"/>
                    <a:pt x="0" y="141"/>
                    <a:pt x="0" y="313"/>
                  </a:cubicBezTo>
                  <a:cubicBezTo>
                    <a:pt x="0" y="485"/>
                    <a:pt x="141" y="625"/>
                    <a:pt x="312" y="625"/>
                  </a:cubicBezTo>
                  <a:cubicBezTo>
                    <a:pt x="485" y="625"/>
                    <a:pt x="625" y="485"/>
                    <a:pt x="625" y="313"/>
                  </a:cubicBezTo>
                  <a:cubicBezTo>
                    <a:pt x="625" y="141"/>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48"/>
            <p:cNvSpPr/>
            <p:nvPr/>
          </p:nvSpPr>
          <p:spPr>
            <a:xfrm>
              <a:off x="625660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48"/>
            <p:cNvSpPr/>
            <p:nvPr/>
          </p:nvSpPr>
          <p:spPr>
            <a:xfrm>
              <a:off x="6279950" y="3931450"/>
              <a:ext cx="15650" cy="15625"/>
            </a:xfrm>
            <a:custGeom>
              <a:rect b="b" l="l" r="r" t="t"/>
              <a:pathLst>
                <a:path extrusionOk="0" h="625" w="626">
                  <a:moveTo>
                    <a:pt x="313" y="0"/>
                  </a:moveTo>
                  <a:cubicBezTo>
                    <a:pt x="140" y="0"/>
                    <a:pt x="1" y="141"/>
                    <a:pt x="1" y="313"/>
                  </a:cubicBezTo>
                  <a:cubicBezTo>
                    <a:pt x="1" y="485"/>
                    <a:pt x="140" y="625"/>
                    <a:pt x="313" y="625"/>
                  </a:cubicBezTo>
                  <a:cubicBezTo>
                    <a:pt x="484" y="625"/>
                    <a:pt x="625" y="485"/>
                    <a:pt x="625" y="313"/>
                  </a:cubicBezTo>
                  <a:cubicBezTo>
                    <a:pt x="625" y="141"/>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48"/>
            <p:cNvSpPr/>
            <p:nvPr/>
          </p:nvSpPr>
          <p:spPr>
            <a:xfrm>
              <a:off x="630325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48"/>
            <p:cNvSpPr/>
            <p:nvPr/>
          </p:nvSpPr>
          <p:spPr>
            <a:xfrm>
              <a:off x="6323950" y="3931450"/>
              <a:ext cx="18300" cy="15675"/>
            </a:xfrm>
            <a:custGeom>
              <a:rect b="b" l="l" r="r" t="t"/>
              <a:pathLst>
                <a:path extrusionOk="0" h="627" w="732">
                  <a:moveTo>
                    <a:pt x="419" y="0"/>
                  </a:moveTo>
                  <a:cubicBezTo>
                    <a:pt x="140" y="0"/>
                    <a:pt x="1" y="337"/>
                    <a:pt x="198" y="534"/>
                  </a:cubicBezTo>
                  <a:cubicBezTo>
                    <a:pt x="261" y="598"/>
                    <a:pt x="340" y="626"/>
                    <a:pt x="416" y="626"/>
                  </a:cubicBezTo>
                  <a:cubicBezTo>
                    <a:pt x="577" y="626"/>
                    <a:pt x="731" y="501"/>
                    <a:pt x="731" y="313"/>
                  </a:cubicBezTo>
                  <a:cubicBezTo>
                    <a:pt x="731" y="141"/>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48"/>
            <p:cNvSpPr/>
            <p:nvPr/>
          </p:nvSpPr>
          <p:spPr>
            <a:xfrm>
              <a:off x="6349900" y="3931450"/>
              <a:ext cx="15650" cy="15625"/>
            </a:xfrm>
            <a:custGeom>
              <a:rect b="b" l="l" r="r" t="t"/>
              <a:pathLst>
                <a:path extrusionOk="0" h="625" w="626">
                  <a:moveTo>
                    <a:pt x="313" y="0"/>
                  </a:moveTo>
                  <a:cubicBezTo>
                    <a:pt x="142" y="0"/>
                    <a:pt x="1" y="141"/>
                    <a:pt x="1" y="313"/>
                  </a:cubicBezTo>
                  <a:cubicBezTo>
                    <a:pt x="1" y="485"/>
                    <a:pt x="142" y="625"/>
                    <a:pt x="313" y="625"/>
                  </a:cubicBezTo>
                  <a:cubicBezTo>
                    <a:pt x="486" y="625"/>
                    <a:pt x="625" y="485"/>
                    <a:pt x="625" y="313"/>
                  </a:cubicBezTo>
                  <a:cubicBezTo>
                    <a:pt x="625" y="141"/>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48"/>
            <p:cNvSpPr/>
            <p:nvPr/>
          </p:nvSpPr>
          <p:spPr>
            <a:xfrm>
              <a:off x="637325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48"/>
            <p:cNvSpPr/>
            <p:nvPr/>
          </p:nvSpPr>
          <p:spPr>
            <a:xfrm>
              <a:off x="6396600" y="3931450"/>
              <a:ext cx="15625" cy="15625"/>
            </a:xfrm>
            <a:custGeom>
              <a:rect b="b" l="l" r="r" t="t"/>
              <a:pathLst>
                <a:path extrusionOk="0" h="625" w="625">
                  <a:moveTo>
                    <a:pt x="313" y="0"/>
                  </a:moveTo>
                  <a:cubicBezTo>
                    <a:pt x="140" y="0"/>
                    <a:pt x="0" y="141"/>
                    <a:pt x="0" y="313"/>
                  </a:cubicBezTo>
                  <a:cubicBezTo>
                    <a:pt x="0" y="485"/>
                    <a:pt x="140" y="625"/>
                    <a:pt x="313" y="625"/>
                  </a:cubicBezTo>
                  <a:cubicBezTo>
                    <a:pt x="484" y="625"/>
                    <a:pt x="625" y="485"/>
                    <a:pt x="625" y="313"/>
                  </a:cubicBezTo>
                  <a:cubicBezTo>
                    <a:pt x="625" y="141"/>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48"/>
            <p:cNvSpPr/>
            <p:nvPr/>
          </p:nvSpPr>
          <p:spPr>
            <a:xfrm>
              <a:off x="6419900" y="3931450"/>
              <a:ext cx="15650" cy="15625"/>
            </a:xfrm>
            <a:custGeom>
              <a:rect b="b" l="l" r="r" t="t"/>
              <a:pathLst>
                <a:path extrusionOk="0" h="625" w="626">
                  <a:moveTo>
                    <a:pt x="313" y="0"/>
                  </a:moveTo>
                  <a:cubicBezTo>
                    <a:pt x="140" y="0"/>
                    <a:pt x="1" y="141"/>
                    <a:pt x="1" y="313"/>
                  </a:cubicBezTo>
                  <a:cubicBezTo>
                    <a:pt x="1" y="485"/>
                    <a:pt x="140" y="625"/>
                    <a:pt x="313" y="625"/>
                  </a:cubicBezTo>
                  <a:cubicBezTo>
                    <a:pt x="486" y="625"/>
                    <a:pt x="625" y="485"/>
                    <a:pt x="625" y="313"/>
                  </a:cubicBezTo>
                  <a:cubicBezTo>
                    <a:pt x="625" y="141"/>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48"/>
            <p:cNvSpPr/>
            <p:nvPr/>
          </p:nvSpPr>
          <p:spPr>
            <a:xfrm>
              <a:off x="6443250" y="3931450"/>
              <a:ext cx="15625" cy="15625"/>
            </a:xfrm>
            <a:custGeom>
              <a:rect b="b" l="l" r="r" t="t"/>
              <a:pathLst>
                <a:path extrusionOk="0" h="625" w="625">
                  <a:moveTo>
                    <a:pt x="313" y="0"/>
                  </a:moveTo>
                  <a:cubicBezTo>
                    <a:pt x="140" y="0"/>
                    <a:pt x="0" y="141"/>
                    <a:pt x="0" y="313"/>
                  </a:cubicBezTo>
                  <a:cubicBezTo>
                    <a:pt x="0" y="485"/>
                    <a:pt x="140" y="625"/>
                    <a:pt x="313" y="625"/>
                  </a:cubicBezTo>
                  <a:cubicBezTo>
                    <a:pt x="485" y="625"/>
                    <a:pt x="625" y="485"/>
                    <a:pt x="625" y="313"/>
                  </a:cubicBezTo>
                  <a:cubicBezTo>
                    <a:pt x="625" y="141"/>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48"/>
            <p:cNvSpPr/>
            <p:nvPr/>
          </p:nvSpPr>
          <p:spPr>
            <a:xfrm>
              <a:off x="6466550" y="3931450"/>
              <a:ext cx="15650" cy="15625"/>
            </a:xfrm>
            <a:custGeom>
              <a:rect b="b" l="l" r="r" t="t"/>
              <a:pathLst>
                <a:path extrusionOk="0" h="625" w="626">
                  <a:moveTo>
                    <a:pt x="313" y="0"/>
                  </a:moveTo>
                  <a:cubicBezTo>
                    <a:pt x="142" y="0"/>
                    <a:pt x="1" y="141"/>
                    <a:pt x="1" y="313"/>
                  </a:cubicBezTo>
                  <a:cubicBezTo>
                    <a:pt x="1" y="485"/>
                    <a:pt x="142" y="625"/>
                    <a:pt x="313" y="625"/>
                  </a:cubicBezTo>
                  <a:cubicBezTo>
                    <a:pt x="486" y="625"/>
                    <a:pt x="625" y="485"/>
                    <a:pt x="625" y="313"/>
                  </a:cubicBezTo>
                  <a:cubicBezTo>
                    <a:pt x="625" y="141"/>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48"/>
            <p:cNvSpPr/>
            <p:nvPr/>
          </p:nvSpPr>
          <p:spPr>
            <a:xfrm>
              <a:off x="6487275" y="3931450"/>
              <a:ext cx="18250" cy="15675"/>
            </a:xfrm>
            <a:custGeom>
              <a:rect b="b" l="l" r="r" t="t"/>
              <a:pathLst>
                <a:path extrusionOk="0" h="627" w="730">
                  <a:moveTo>
                    <a:pt x="418" y="0"/>
                  </a:moveTo>
                  <a:cubicBezTo>
                    <a:pt x="139" y="0"/>
                    <a:pt x="1" y="337"/>
                    <a:pt x="196" y="534"/>
                  </a:cubicBezTo>
                  <a:cubicBezTo>
                    <a:pt x="260" y="598"/>
                    <a:pt x="338" y="626"/>
                    <a:pt x="415" y="626"/>
                  </a:cubicBezTo>
                  <a:cubicBezTo>
                    <a:pt x="576" y="626"/>
                    <a:pt x="730" y="501"/>
                    <a:pt x="730" y="313"/>
                  </a:cubicBezTo>
                  <a:cubicBezTo>
                    <a:pt x="730" y="141"/>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48"/>
            <p:cNvSpPr/>
            <p:nvPr/>
          </p:nvSpPr>
          <p:spPr>
            <a:xfrm>
              <a:off x="6513250" y="3931450"/>
              <a:ext cx="15625" cy="15625"/>
            </a:xfrm>
            <a:custGeom>
              <a:rect b="b" l="l" r="r" t="t"/>
              <a:pathLst>
                <a:path extrusionOk="0" h="625" w="625">
                  <a:moveTo>
                    <a:pt x="312" y="0"/>
                  </a:moveTo>
                  <a:cubicBezTo>
                    <a:pt x="140" y="0"/>
                    <a:pt x="0" y="141"/>
                    <a:pt x="0" y="313"/>
                  </a:cubicBezTo>
                  <a:cubicBezTo>
                    <a:pt x="0" y="485"/>
                    <a:pt x="140" y="625"/>
                    <a:pt x="312" y="625"/>
                  </a:cubicBezTo>
                  <a:cubicBezTo>
                    <a:pt x="484" y="625"/>
                    <a:pt x="625" y="485"/>
                    <a:pt x="625" y="313"/>
                  </a:cubicBezTo>
                  <a:cubicBezTo>
                    <a:pt x="625" y="141"/>
                    <a:pt x="484"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48"/>
            <p:cNvSpPr/>
            <p:nvPr/>
          </p:nvSpPr>
          <p:spPr>
            <a:xfrm>
              <a:off x="5999975" y="3911425"/>
              <a:ext cx="15650" cy="15650"/>
            </a:xfrm>
            <a:custGeom>
              <a:rect b="b" l="l" r="r" t="t"/>
              <a:pathLst>
                <a:path extrusionOk="0" h="626" w="626">
                  <a:moveTo>
                    <a:pt x="313" y="1"/>
                  </a:moveTo>
                  <a:cubicBezTo>
                    <a:pt x="141" y="1"/>
                    <a:pt x="1" y="142"/>
                    <a:pt x="1" y="313"/>
                  </a:cubicBezTo>
                  <a:cubicBezTo>
                    <a:pt x="1" y="486"/>
                    <a:pt x="141"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48"/>
            <p:cNvSpPr/>
            <p:nvPr/>
          </p:nvSpPr>
          <p:spPr>
            <a:xfrm>
              <a:off x="6023325" y="3911425"/>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48"/>
            <p:cNvSpPr/>
            <p:nvPr/>
          </p:nvSpPr>
          <p:spPr>
            <a:xfrm>
              <a:off x="6046675" y="3911425"/>
              <a:ext cx="15625" cy="15650"/>
            </a:xfrm>
            <a:custGeom>
              <a:rect b="b" l="l" r="r" t="t"/>
              <a:pathLst>
                <a:path extrusionOk="0" h="626" w="625">
                  <a:moveTo>
                    <a:pt x="312" y="1"/>
                  </a:moveTo>
                  <a:cubicBezTo>
                    <a:pt x="139" y="1"/>
                    <a:pt x="0" y="142"/>
                    <a:pt x="0" y="313"/>
                  </a:cubicBezTo>
                  <a:cubicBezTo>
                    <a:pt x="0" y="486"/>
                    <a:pt x="139"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48"/>
            <p:cNvSpPr/>
            <p:nvPr/>
          </p:nvSpPr>
          <p:spPr>
            <a:xfrm>
              <a:off x="6067350" y="3911425"/>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2"/>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48"/>
            <p:cNvSpPr/>
            <p:nvPr/>
          </p:nvSpPr>
          <p:spPr>
            <a:xfrm>
              <a:off x="6093325" y="3911425"/>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48"/>
            <p:cNvSpPr/>
            <p:nvPr/>
          </p:nvSpPr>
          <p:spPr>
            <a:xfrm>
              <a:off x="6116650" y="3911425"/>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48"/>
            <p:cNvSpPr/>
            <p:nvPr/>
          </p:nvSpPr>
          <p:spPr>
            <a:xfrm>
              <a:off x="6139975" y="3911425"/>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48"/>
            <p:cNvSpPr/>
            <p:nvPr/>
          </p:nvSpPr>
          <p:spPr>
            <a:xfrm>
              <a:off x="6160650" y="3911425"/>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2"/>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48"/>
            <p:cNvSpPr/>
            <p:nvPr/>
          </p:nvSpPr>
          <p:spPr>
            <a:xfrm>
              <a:off x="6186625" y="3911425"/>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48"/>
            <p:cNvSpPr/>
            <p:nvPr/>
          </p:nvSpPr>
          <p:spPr>
            <a:xfrm>
              <a:off x="620995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48"/>
            <p:cNvSpPr/>
            <p:nvPr/>
          </p:nvSpPr>
          <p:spPr>
            <a:xfrm>
              <a:off x="6233275" y="3911425"/>
              <a:ext cx="15625" cy="15650"/>
            </a:xfrm>
            <a:custGeom>
              <a:rect b="b" l="l" r="r" t="t"/>
              <a:pathLst>
                <a:path extrusionOk="0" h="626" w="625">
                  <a:moveTo>
                    <a:pt x="312" y="1"/>
                  </a:moveTo>
                  <a:cubicBezTo>
                    <a:pt x="141" y="1"/>
                    <a:pt x="0" y="142"/>
                    <a:pt x="0" y="313"/>
                  </a:cubicBezTo>
                  <a:cubicBezTo>
                    <a:pt x="0" y="486"/>
                    <a:pt x="141"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48"/>
            <p:cNvSpPr/>
            <p:nvPr/>
          </p:nvSpPr>
          <p:spPr>
            <a:xfrm>
              <a:off x="625660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48"/>
            <p:cNvSpPr/>
            <p:nvPr/>
          </p:nvSpPr>
          <p:spPr>
            <a:xfrm>
              <a:off x="6279950" y="3911425"/>
              <a:ext cx="15650" cy="15650"/>
            </a:xfrm>
            <a:custGeom>
              <a:rect b="b" l="l" r="r" t="t"/>
              <a:pathLst>
                <a:path extrusionOk="0" h="626" w="626">
                  <a:moveTo>
                    <a:pt x="313" y="1"/>
                  </a:moveTo>
                  <a:cubicBezTo>
                    <a:pt x="140" y="1"/>
                    <a:pt x="1" y="142"/>
                    <a:pt x="1" y="313"/>
                  </a:cubicBezTo>
                  <a:cubicBezTo>
                    <a:pt x="1" y="486"/>
                    <a:pt x="140" y="625"/>
                    <a:pt x="313" y="625"/>
                  </a:cubicBezTo>
                  <a:cubicBezTo>
                    <a:pt x="484" y="625"/>
                    <a:pt x="625" y="486"/>
                    <a:pt x="625" y="313"/>
                  </a:cubicBezTo>
                  <a:cubicBezTo>
                    <a:pt x="625" y="142"/>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48"/>
            <p:cNvSpPr/>
            <p:nvPr/>
          </p:nvSpPr>
          <p:spPr>
            <a:xfrm>
              <a:off x="630325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48"/>
            <p:cNvSpPr/>
            <p:nvPr/>
          </p:nvSpPr>
          <p:spPr>
            <a:xfrm>
              <a:off x="6323950" y="3911425"/>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2"/>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48"/>
            <p:cNvSpPr/>
            <p:nvPr/>
          </p:nvSpPr>
          <p:spPr>
            <a:xfrm>
              <a:off x="6349900" y="3911425"/>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48"/>
            <p:cNvSpPr/>
            <p:nvPr/>
          </p:nvSpPr>
          <p:spPr>
            <a:xfrm>
              <a:off x="637325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48"/>
            <p:cNvSpPr/>
            <p:nvPr/>
          </p:nvSpPr>
          <p:spPr>
            <a:xfrm>
              <a:off x="6396600" y="3911425"/>
              <a:ext cx="15625" cy="15650"/>
            </a:xfrm>
            <a:custGeom>
              <a:rect b="b" l="l" r="r" t="t"/>
              <a:pathLst>
                <a:path extrusionOk="0" h="626" w="625">
                  <a:moveTo>
                    <a:pt x="313" y="1"/>
                  </a:moveTo>
                  <a:cubicBezTo>
                    <a:pt x="140" y="1"/>
                    <a:pt x="0" y="142"/>
                    <a:pt x="0" y="313"/>
                  </a:cubicBezTo>
                  <a:cubicBezTo>
                    <a:pt x="0" y="486"/>
                    <a:pt x="140" y="625"/>
                    <a:pt x="313" y="625"/>
                  </a:cubicBezTo>
                  <a:cubicBezTo>
                    <a:pt x="484" y="625"/>
                    <a:pt x="625" y="486"/>
                    <a:pt x="625" y="313"/>
                  </a:cubicBezTo>
                  <a:cubicBezTo>
                    <a:pt x="625" y="142"/>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48"/>
            <p:cNvSpPr/>
            <p:nvPr/>
          </p:nvSpPr>
          <p:spPr>
            <a:xfrm>
              <a:off x="6419900" y="3911425"/>
              <a:ext cx="15650" cy="15650"/>
            </a:xfrm>
            <a:custGeom>
              <a:rect b="b" l="l" r="r" t="t"/>
              <a:pathLst>
                <a:path extrusionOk="0" h="626" w="626">
                  <a:moveTo>
                    <a:pt x="313" y="1"/>
                  </a:moveTo>
                  <a:cubicBezTo>
                    <a:pt x="140" y="1"/>
                    <a:pt x="1" y="142"/>
                    <a:pt x="1" y="313"/>
                  </a:cubicBezTo>
                  <a:cubicBezTo>
                    <a:pt x="1"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48"/>
            <p:cNvSpPr/>
            <p:nvPr/>
          </p:nvSpPr>
          <p:spPr>
            <a:xfrm>
              <a:off x="6443250" y="3911425"/>
              <a:ext cx="15625" cy="15650"/>
            </a:xfrm>
            <a:custGeom>
              <a:rect b="b" l="l" r="r" t="t"/>
              <a:pathLst>
                <a:path extrusionOk="0" h="626" w="625">
                  <a:moveTo>
                    <a:pt x="313" y="1"/>
                  </a:moveTo>
                  <a:cubicBezTo>
                    <a:pt x="140" y="1"/>
                    <a:pt x="0" y="142"/>
                    <a:pt x="0" y="313"/>
                  </a:cubicBezTo>
                  <a:cubicBezTo>
                    <a:pt x="0" y="486"/>
                    <a:pt x="140" y="625"/>
                    <a:pt x="313" y="625"/>
                  </a:cubicBezTo>
                  <a:cubicBezTo>
                    <a:pt x="485" y="625"/>
                    <a:pt x="625" y="486"/>
                    <a:pt x="625" y="313"/>
                  </a:cubicBezTo>
                  <a:cubicBezTo>
                    <a:pt x="625" y="142"/>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48"/>
            <p:cNvSpPr/>
            <p:nvPr/>
          </p:nvSpPr>
          <p:spPr>
            <a:xfrm>
              <a:off x="6466550" y="3911425"/>
              <a:ext cx="15650" cy="15650"/>
            </a:xfrm>
            <a:custGeom>
              <a:rect b="b" l="l" r="r" t="t"/>
              <a:pathLst>
                <a:path extrusionOk="0" h="626" w="626">
                  <a:moveTo>
                    <a:pt x="313" y="1"/>
                  </a:moveTo>
                  <a:cubicBezTo>
                    <a:pt x="142" y="1"/>
                    <a:pt x="1" y="142"/>
                    <a:pt x="1" y="313"/>
                  </a:cubicBezTo>
                  <a:cubicBezTo>
                    <a:pt x="1" y="486"/>
                    <a:pt x="142"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48"/>
            <p:cNvSpPr/>
            <p:nvPr/>
          </p:nvSpPr>
          <p:spPr>
            <a:xfrm>
              <a:off x="6487275" y="3911425"/>
              <a:ext cx="18250" cy="15675"/>
            </a:xfrm>
            <a:custGeom>
              <a:rect b="b" l="l" r="r" t="t"/>
              <a:pathLst>
                <a:path extrusionOk="0" h="627" w="730">
                  <a:moveTo>
                    <a:pt x="418" y="1"/>
                  </a:moveTo>
                  <a:cubicBezTo>
                    <a:pt x="139" y="1"/>
                    <a:pt x="1" y="337"/>
                    <a:pt x="196" y="534"/>
                  </a:cubicBezTo>
                  <a:cubicBezTo>
                    <a:pt x="260" y="598"/>
                    <a:pt x="338" y="627"/>
                    <a:pt x="415" y="627"/>
                  </a:cubicBezTo>
                  <a:cubicBezTo>
                    <a:pt x="576" y="627"/>
                    <a:pt x="730" y="502"/>
                    <a:pt x="730" y="313"/>
                  </a:cubicBezTo>
                  <a:cubicBezTo>
                    <a:pt x="730" y="142"/>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48"/>
            <p:cNvSpPr/>
            <p:nvPr/>
          </p:nvSpPr>
          <p:spPr>
            <a:xfrm>
              <a:off x="6513250" y="3911425"/>
              <a:ext cx="15625" cy="15650"/>
            </a:xfrm>
            <a:custGeom>
              <a:rect b="b" l="l" r="r" t="t"/>
              <a:pathLst>
                <a:path extrusionOk="0" h="626" w="625">
                  <a:moveTo>
                    <a:pt x="312" y="1"/>
                  </a:moveTo>
                  <a:cubicBezTo>
                    <a:pt x="140" y="1"/>
                    <a:pt x="0" y="142"/>
                    <a:pt x="0" y="313"/>
                  </a:cubicBezTo>
                  <a:cubicBezTo>
                    <a:pt x="0" y="486"/>
                    <a:pt x="140" y="625"/>
                    <a:pt x="312" y="625"/>
                  </a:cubicBezTo>
                  <a:cubicBezTo>
                    <a:pt x="484" y="625"/>
                    <a:pt x="625" y="486"/>
                    <a:pt x="625" y="313"/>
                  </a:cubicBezTo>
                  <a:cubicBezTo>
                    <a:pt x="625" y="142"/>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48"/>
            <p:cNvSpPr/>
            <p:nvPr/>
          </p:nvSpPr>
          <p:spPr>
            <a:xfrm>
              <a:off x="5999975" y="3891425"/>
              <a:ext cx="15650" cy="15650"/>
            </a:xfrm>
            <a:custGeom>
              <a:rect b="b" l="l" r="r" t="t"/>
              <a:pathLst>
                <a:path extrusionOk="0" h="626" w="626">
                  <a:moveTo>
                    <a:pt x="313" y="1"/>
                  </a:moveTo>
                  <a:cubicBezTo>
                    <a:pt x="141" y="1"/>
                    <a:pt x="1" y="140"/>
                    <a:pt x="1" y="313"/>
                  </a:cubicBezTo>
                  <a:cubicBezTo>
                    <a:pt x="1" y="486"/>
                    <a:pt x="141"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48"/>
            <p:cNvSpPr/>
            <p:nvPr/>
          </p:nvSpPr>
          <p:spPr>
            <a:xfrm>
              <a:off x="6023325" y="38914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48"/>
            <p:cNvSpPr/>
            <p:nvPr/>
          </p:nvSpPr>
          <p:spPr>
            <a:xfrm>
              <a:off x="6046675" y="3891425"/>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48"/>
            <p:cNvSpPr/>
            <p:nvPr/>
          </p:nvSpPr>
          <p:spPr>
            <a:xfrm>
              <a:off x="6067350" y="3891425"/>
              <a:ext cx="18250" cy="15675"/>
            </a:xfrm>
            <a:custGeom>
              <a:rect b="b" l="l" r="r" t="t"/>
              <a:pathLst>
                <a:path extrusionOk="0" h="627" w="730">
                  <a:moveTo>
                    <a:pt x="418" y="1"/>
                  </a:moveTo>
                  <a:cubicBezTo>
                    <a:pt x="140" y="1"/>
                    <a:pt x="1" y="337"/>
                    <a:pt x="198" y="534"/>
                  </a:cubicBezTo>
                  <a:cubicBezTo>
                    <a:pt x="261" y="598"/>
                    <a:pt x="339" y="626"/>
                    <a:pt x="416" y="626"/>
                  </a:cubicBezTo>
                  <a:cubicBezTo>
                    <a:pt x="576" y="626"/>
                    <a:pt x="730" y="502"/>
                    <a:pt x="730" y="313"/>
                  </a:cubicBezTo>
                  <a:cubicBezTo>
                    <a:pt x="730" y="140"/>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48"/>
            <p:cNvSpPr/>
            <p:nvPr/>
          </p:nvSpPr>
          <p:spPr>
            <a:xfrm>
              <a:off x="6093325" y="38914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48"/>
            <p:cNvSpPr/>
            <p:nvPr/>
          </p:nvSpPr>
          <p:spPr>
            <a:xfrm>
              <a:off x="6116650" y="38914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48"/>
            <p:cNvSpPr/>
            <p:nvPr/>
          </p:nvSpPr>
          <p:spPr>
            <a:xfrm>
              <a:off x="6139975" y="38914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48"/>
            <p:cNvSpPr/>
            <p:nvPr/>
          </p:nvSpPr>
          <p:spPr>
            <a:xfrm>
              <a:off x="6160650" y="3891425"/>
              <a:ext cx="18300" cy="15675"/>
            </a:xfrm>
            <a:custGeom>
              <a:rect b="b" l="l" r="r" t="t"/>
              <a:pathLst>
                <a:path extrusionOk="0" h="627" w="732">
                  <a:moveTo>
                    <a:pt x="419" y="1"/>
                  </a:moveTo>
                  <a:cubicBezTo>
                    <a:pt x="140" y="1"/>
                    <a:pt x="1" y="337"/>
                    <a:pt x="198" y="534"/>
                  </a:cubicBezTo>
                  <a:cubicBezTo>
                    <a:pt x="262" y="598"/>
                    <a:pt x="340" y="626"/>
                    <a:pt x="417" y="626"/>
                  </a:cubicBezTo>
                  <a:cubicBezTo>
                    <a:pt x="577" y="626"/>
                    <a:pt x="731" y="502"/>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48"/>
            <p:cNvSpPr/>
            <p:nvPr/>
          </p:nvSpPr>
          <p:spPr>
            <a:xfrm>
              <a:off x="6186625" y="38914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48"/>
            <p:cNvSpPr/>
            <p:nvPr/>
          </p:nvSpPr>
          <p:spPr>
            <a:xfrm>
              <a:off x="620995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48"/>
            <p:cNvSpPr/>
            <p:nvPr/>
          </p:nvSpPr>
          <p:spPr>
            <a:xfrm>
              <a:off x="6233275" y="389142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48"/>
            <p:cNvSpPr/>
            <p:nvPr/>
          </p:nvSpPr>
          <p:spPr>
            <a:xfrm>
              <a:off x="625660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48"/>
            <p:cNvSpPr/>
            <p:nvPr/>
          </p:nvSpPr>
          <p:spPr>
            <a:xfrm>
              <a:off x="6279950" y="38914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48"/>
            <p:cNvSpPr/>
            <p:nvPr/>
          </p:nvSpPr>
          <p:spPr>
            <a:xfrm>
              <a:off x="630325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48"/>
            <p:cNvSpPr/>
            <p:nvPr/>
          </p:nvSpPr>
          <p:spPr>
            <a:xfrm>
              <a:off x="6323950" y="3891425"/>
              <a:ext cx="18300" cy="15675"/>
            </a:xfrm>
            <a:custGeom>
              <a:rect b="b" l="l" r="r" t="t"/>
              <a:pathLst>
                <a:path extrusionOk="0" h="627" w="732">
                  <a:moveTo>
                    <a:pt x="419" y="1"/>
                  </a:moveTo>
                  <a:cubicBezTo>
                    <a:pt x="140" y="1"/>
                    <a:pt x="1" y="337"/>
                    <a:pt x="198" y="534"/>
                  </a:cubicBezTo>
                  <a:cubicBezTo>
                    <a:pt x="261" y="598"/>
                    <a:pt x="340" y="626"/>
                    <a:pt x="416" y="626"/>
                  </a:cubicBezTo>
                  <a:cubicBezTo>
                    <a:pt x="577" y="626"/>
                    <a:pt x="731" y="502"/>
                    <a:pt x="731" y="313"/>
                  </a:cubicBezTo>
                  <a:cubicBezTo>
                    <a:pt x="731" y="140"/>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48"/>
            <p:cNvSpPr/>
            <p:nvPr/>
          </p:nvSpPr>
          <p:spPr>
            <a:xfrm>
              <a:off x="6349900" y="38914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48"/>
            <p:cNvSpPr/>
            <p:nvPr/>
          </p:nvSpPr>
          <p:spPr>
            <a:xfrm>
              <a:off x="637325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48"/>
            <p:cNvSpPr/>
            <p:nvPr/>
          </p:nvSpPr>
          <p:spPr>
            <a:xfrm>
              <a:off x="6396600" y="3891425"/>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48"/>
            <p:cNvSpPr/>
            <p:nvPr/>
          </p:nvSpPr>
          <p:spPr>
            <a:xfrm>
              <a:off x="6419900" y="38914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48"/>
            <p:cNvSpPr/>
            <p:nvPr/>
          </p:nvSpPr>
          <p:spPr>
            <a:xfrm>
              <a:off x="6443250" y="3891425"/>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48"/>
            <p:cNvSpPr/>
            <p:nvPr/>
          </p:nvSpPr>
          <p:spPr>
            <a:xfrm>
              <a:off x="6466550" y="38914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48"/>
            <p:cNvSpPr/>
            <p:nvPr/>
          </p:nvSpPr>
          <p:spPr>
            <a:xfrm>
              <a:off x="6487275" y="3891425"/>
              <a:ext cx="18250" cy="15675"/>
            </a:xfrm>
            <a:custGeom>
              <a:rect b="b" l="l" r="r" t="t"/>
              <a:pathLst>
                <a:path extrusionOk="0" h="627" w="730">
                  <a:moveTo>
                    <a:pt x="418" y="1"/>
                  </a:moveTo>
                  <a:cubicBezTo>
                    <a:pt x="139" y="1"/>
                    <a:pt x="1" y="337"/>
                    <a:pt x="196" y="534"/>
                  </a:cubicBezTo>
                  <a:cubicBezTo>
                    <a:pt x="260" y="598"/>
                    <a:pt x="338" y="626"/>
                    <a:pt x="415" y="626"/>
                  </a:cubicBezTo>
                  <a:cubicBezTo>
                    <a:pt x="576" y="626"/>
                    <a:pt x="730" y="502"/>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48"/>
            <p:cNvSpPr/>
            <p:nvPr/>
          </p:nvSpPr>
          <p:spPr>
            <a:xfrm>
              <a:off x="6513250" y="3891425"/>
              <a:ext cx="15625" cy="15650"/>
            </a:xfrm>
            <a:custGeom>
              <a:rect b="b" l="l" r="r" t="t"/>
              <a:pathLst>
                <a:path extrusionOk="0" h="626" w="625">
                  <a:moveTo>
                    <a:pt x="312" y="1"/>
                  </a:moveTo>
                  <a:cubicBezTo>
                    <a:pt x="140" y="1"/>
                    <a:pt x="0" y="140"/>
                    <a:pt x="0" y="313"/>
                  </a:cubicBezTo>
                  <a:cubicBezTo>
                    <a:pt x="0" y="486"/>
                    <a:pt x="140" y="625"/>
                    <a:pt x="312" y="625"/>
                  </a:cubicBezTo>
                  <a:cubicBezTo>
                    <a:pt x="484" y="625"/>
                    <a:pt x="625" y="486"/>
                    <a:pt x="625" y="313"/>
                  </a:cubicBezTo>
                  <a:cubicBezTo>
                    <a:pt x="625" y="140"/>
                    <a:pt x="484"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48"/>
            <p:cNvSpPr/>
            <p:nvPr/>
          </p:nvSpPr>
          <p:spPr>
            <a:xfrm>
              <a:off x="6023325" y="387142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48"/>
            <p:cNvSpPr/>
            <p:nvPr/>
          </p:nvSpPr>
          <p:spPr>
            <a:xfrm>
              <a:off x="6046675" y="3871425"/>
              <a:ext cx="15625" cy="15625"/>
            </a:xfrm>
            <a:custGeom>
              <a:rect b="b" l="l" r="r" t="t"/>
              <a:pathLst>
                <a:path extrusionOk="0" h="625" w="625">
                  <a:moveTo>
                    <a:pt x="312" y="0"/>
                  </a:moveTo>
                  <a:cubicBezTo>
                    <a:pt x="139" y="0"/>
                    <a:pt x="0" y="140"/>
                    <a:pt x="0" y="312"/>
                  </a:cubicBezTo>
                  <a:cubicBezTo>
                    <a:pt x="0" y="485"/>
                    <a:pt x="139"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48"/>
            <p:cNvSpPr/>
            <p:nvPr/>
          </p:nvSpPr>
          <p:spPr>
            <a:xfrm>
              <a:off x="6067350" y="3871425"/>
              <a:ext cx="18250" cy="15675"/>
            </a:xfrm>
            <a:custGeom>
              <a:rect b="b" l="l" r="r" t="t"/>
              <a:pathLst>
                <a:path extrusionOk="0" h="627" w="730">
                  <a:moveTo>
                    <a:pt x="418" y="0"/>
                  </a:moveTo>
                  <a:cubicBezTo>
                    <a:pt x="140" y="0"/>
                    <a:pt x="1" y="337"/>
                    <a:pt x="198" y="534"/>
                  </a:cubicBezTo>
                  <a:cubicBezTo>
                    <a:pt x="261" y="597"/>
                    <a:pt x="339" y="626"/>
                    <a:pt x="416" y="626"/>
                  </a:cubicBezTo>
                  <a:cubicBezTo>
                    <a:pt x="576" y="626"/>
                    <a:pt x="730" y="501"/>
                    <a:pt x="730" y="312"/>
                  </a:cubicBezTo>
                  <a:cubicBezTo>
                    <a:pt x="730" y="140"/>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48"/>
            <p:cNvSpPr/>
            <p:nvPr/>
          </p:nvSpPr>
          <p:spPr>
            <a:xfrm>
              <a:off x="6093325" y="387142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48"/>
            <p:cNvSpPr/>
            <p:nvPr/>
          </p:nvSpPr>
          <p:spPr>
            <a:xfrm>
              <a:off x="6116650" y="387142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48"/>
            <p:cNvSpPr/>
            <p:nvPr/>
          </p:nvSpPr>
          <p:spPr>
            <a:xfrm>
              <a:off x="6139975" y="387142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48"/>
            <p:cNvSpPr/>
            <p:nvPr/>
          </p:nvSpPr>
          <p:spPr>
            <a:xfrm>
              <a:off x="6160650" y="3871425"/>
              <a:ext cx="18300" cy="15675"/>
            </a:xfrm>
            <a:custGeom>
              <a:rect b="b" l="l" r="r" t="t"/>
              <a:pathLst>
                <a:path extrusionOk="0" h="627" w="732">
                  <a:moveTo>
                    <a:pt x="419" y="0"/>
                  </a:moveTo>
                  <a:cubicBezTo>
                    <a:pt x="140" y="0"/>
                    <a:pt x="1" y="337"/>
                    <a:pt x="198" y="534"/>
                  </a:cubicBezTo>
                  <a:cubicBezTo>
                    <a:pt x="262" y="597"/>
                    <a:pt x="340" y="626"/>
                    <a:pt x="417" y="626"/>
                  </a:cubicBezTo>
                  <a:cubicBezTo>
                    <a:pt x="577" y="626"/>
                    <a:pt x="731" y="501"/>
                    <a:pt x="731" y="312"/>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48"/>
            <p:cNvSpPr/>
            <p:nvPr/>
          </p:nvSpPr>
          <p:spPr>
            <a:xfrm>
              <a:off x="6186625" y="387142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48"/>
            <p:cNvSpPr/>
            <p:nvPr/>
          </p:nvSpPr>
          <p:spPr>
            <a:xfrm>
              <a:off x="620995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48"/>
            <p:cNvSpPr/>
            <p:nvPr/>
          </p:nvSpPr>
          <p:spPr>
            <a:xfrm>
              <a:off x="6233275" y="3871425"/>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48"/>
            <p:cNvSpPr/>
            <p:nvPr/>
          </p:nvSpPr>
          <p:spPr>
            <a:xfrm>
              <a:off x="625660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48"/>
            <p:cNvSpPr/>
            <p:nvPr/>
          </p:nvSpPr>
          <p:spPr>
            <a:xfrm>
              <a:off x="6279950" y="3871425"/>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48"/>
            <p:cNvSpPr/>
            <p:nvPr/>
          </p:nvSpPr>
          <p:spPr>
            <a:xfrm>
              <a:off x="630325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48"/>
            <p:cNvSpPr/>
            <p:nvPr/>
          </p:nvSpPr>
          <p:spPr>
            <a:xfrm>
              <a:off x="6323950" y="3871425"/>
              <a:ext cx="18300" cy="15675"/>
            </a:xfrm>
            <a:custGeom>
              <a:rect b="b" l="l" r="r" t="t"/>
              <a:pathLst>
                <a:path extrusionOk="0" h="627" w="732">
                  <a:moveTo>
                    <a:pt x="419" y="0"/>
                  </a:moveTo>
                  <a:cubicBezTo>
                    <a:pt x="140" y="0"/>
                    <a:pt x="1" y="337"/>
                    <a:pt x="198" y="534"/>
                  </a:cubicBezTo>
                  <a:cubicBezTo>
                    <a:pt x="261" y="597"/>
                    <a:pt x="340" y="626"/>
                    <a:pt x="416" y="626"/>
                  </a:cubicBezTo>
                  <a:cubicBezTo>
                    <a:pt x="577" y="626"/>
                    <a:pt x="731" y="501"/>
                    <a:pt x="731" y="312"/>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48"/>
            <p:cNvSpPr/>
            <p:nvPr/>
          </p:nvSpPr>
          <p:spPr>
            <a:xfrm>
              <a:off x="6349900" y="387142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48"/>
            <p:cNvSpPr/>
            <p:nvPr/>
          </p:nvSpPr>
          <p:spPr>
            <a:xfrm>
              <a:off x="637325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48"/>
            <p:cNvSpPr/>
            <p:nvPr/>
          </p:nvSpPr>
          <p:spPr>
            <a:xfrm>
              <a:off x="6396600" y="3871425"/>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48"/>
            <p:cNvSpPr/>
            <p:nvPr/>
          </p:nvSpPr>
          <p:spPr>
            <a:xfrm>
              <a:off x="6419900" y="3871425"/>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48"/>
            <p:cNvSpPr/>
            <p:nvPr/>
          </p:nvSpPr>
          <p:spPr>
            <a:xfrm>
              <a:off x="6443250" y="3871425"/>
              <a:ext cx="15625" cy="15625"/>
            </a:xfrm>
            <a:custGeom>
              <a:rect b="b" l="l" r="r" t="t"/>
              <a:pathLst>
                <a:path extrusionOk="0" h="625" w="625">
                  <a:moveTo>
                    <a:pt x="313" y="0"/>
                  </a:moveTo>
                  <a:cubicBezTo>
                    <a:pt x="140" y="0"/>
                    <a:pt x="0" y="140"/>
                    <a:pt x="0" y="312"/>
                  </a:cubicBezTo>
                  <a:cubicBezTo>
                    <a:pt x="0" y="485"/>
                    <a:pt x="140" y="625"/>
                    <a:pt x="313" y="625"/>
                  </a:cubicBezTo>
                  <a:cubicBezTo>
                    <a:pt x="485" y="625"/>
                    <a:pt x="625" y="485"/>
                    <a:pt x="625" y="312"/>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48"/>
            <p:cNvSpPr/>
            <p:nvPr/>
          </p:nvSpPr>
          <p:spPr>
            <a:xfrm>
              <a:off x="6466550" y="3871425"/>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48"/>
            <p:cNvSpPr/>
            <p:nvPr/>
          </p:nvSpPr>
          <p:spPr>
            <a:xfrm>
              <a:off x="6487275" y="3871425"/>
              <a:ext cx="18250" cy="15675"/>
            </a:xfrm>
            <a:custGeom>
              <a:rect b="b" l="l" r="r" t="t"/>
              <a:pathLst>
                <a:path extrusionOk="0" h="627" w="730">
                  <a:moveTo>
                    <a:pt x="418" y="0"/>
                  </a:moveTo>
                  <a:cubicBezTo>
                    <a:pt x="139" y="0"/>
                    <a:pt x="1" y="337"/>
                    <a:pt x="196" y="534"/>
                  </a:cubicBezTo>
                  <a:cubicBezTo>
                    <a:pt x="260" y="597"/>
                    <a:pt x="338" y="626"/>
                    <a:pt x="415" y="626"/>
                  </a:cubicBezTo>
                  <a:cubicBezTo>
                    <a:pt x="576" y="626"/>
                    <a:pt x="730" y="501"/>
                    <a:pt x="730" y="312"/>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48"/>
            <p:cNvSpPr/>
            <p:nvPr/>
          </p:nvSpPr>
          <p:spPr>
            <a:xfrm>
              <a:off x="6046675" y="3851400"/>
              <a:ext cx="15625" cy="15650"/>
            </a:xfrm>
            <a:custGeom>
              <a:rect b="b" l="l" r="r" t="t"/>
              <a:pathLst>
                <a:path extrusionOk="0" h="626" w="625">
                  <a:moveTo>
                    <a:pt x="312" y="1"/>
                  </a:moveTo>
                  <a:cubicBezTo>
                    <a:pt x="139" y="1"/>
                    <a:pt x="0" y="140"/>
                    <a:pt x="0" y="313"/>
                  </a:cubicBezTo>
                  <a:cubicBezTo>
                    <a:pt x="0" y="486"/>
                    <a:pt x="139"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48"/>
            <p:cNvSpPr/>
            <p:nvPr/>
          </p:nvSpPr>
          <p:spPr>
            <a:xfrm>
              <a:off x="6067350" y="3851400"/>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0"/>
                    <a:pt x="590"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48"/>
            <p:cNvSpPr/>
            <p:nvPr/>
          </p:nvSpPr>
          <p:spPr>
            <a:xfrm>
              <a:off x="6093325" y="38514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48"/>
            <p:cNvSpPr/>
            <p:nvPr/>
          </p:nvSpPr>
          <p:spPr>
            <a:xfrm>
              <a:off x="6116650" y="38514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48"/>
            <p:cNvSpPr/>
            <p:nvPr/>
          </p:nvSpPr>
          <p:spPr>
            <a:xfrm>
              <a:off x="6139975" y="38514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48"/>
            <p:cNvSpPr/>
            <p:nvPr/>
          </p:nvSpPr>
          <p:spPr>
            <a:xfrm>
              <a:off x="6160650" y="3851400"/>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48"/>
            <p:cNvSpPr/>
            <p:nvPr/>
          </p:nvSpPr>
          <p:spPr>
            <a:xfrm>
              <a:off x="6186625" y="385140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48"/>
            <p:cNvSpPr/>
            <p:nvPr/>
          </p:nvSpPr>
          <p:spPr>
            <a:xfrm>
              <a:off x="620995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48"/>
            <p:cNvSpPr/>
            <p:nvPr/>
          </p:nvSpPr>
          <p:spPr>
            <a:xfrm>
              <a:off x="6233275" y="3851400"/>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48"/>
            <p:cNvSpPr/>
            <p:nvPr/>
          </p:nvSpPr>
          <p:spPr>
            <a:xfrm>
              <a:off x="625660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48"/>
            <p:cNvSpPr/>
            <p:nvPr/>
          </p:nvSpPr>
          <p:spPr>
            <a:xfrm>
              <a:off x="6279950" y="3851400"/>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48"/>
            <p:cNvSpPr/>
            <p:nvPr/>
          </p:nvSpPr>
          <p:spPr>
            <a:xfrm>
              <a:off x="630325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48"/>
            <p:cNvSpPr/>
            <p:nvPr/>
          </p:nvSpPr>
          <p:spPr>
            <a:xfrm>
              <a:off x="6323950" y="3851400"/>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0"/>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48"/>
            <p:cNvSpPr/>
            <p:nvPr/>
          </p:nvSpPr>
          <p:spPr>
            <a:xfrm>
              <a:off x="6349900" y="38514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48"/>
            <p:cNvSpPr/>
            <p:nvPr/>
          </p:nvSpPr>
          <p:spPr>
            <a:xfrm>
              <a:off x="637325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48"/>
            <p:cNvSpPr/>
            <p:nvPr/>
          </p:nvSpPr>
          <p:spPr>
            <a:xfrm>
              <a:off x="6396600" y="3851400"/>
              <a:ext cx="15625" cy="15650"/>
            </a:xfrm>
            <a:custGeom>
              <a:rect b="b" l="l" r="r" t="t"/>
              <a:pathLst>
                <a:path extrusionOk="0" h="626" w="625">
                  <a:moveTo>
                    <a:pt x="313" y="1"/>
                  </a:moveTo>
                  <a:cubicBezTo>
                    <a:pt x="140" y="1"/>
                    <a:pt x="0" y="140"/>
                    <a:pt x="0" y="313"/>
                  </a:cubicBezTo>
                  <a:cubicBezTo>
                    <a:pt x="0"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48"/>
            <p:cNvSpPr/>
            <p:nvPr/>
          </p:nvSpPr>
          <p:spPr>
            <a:xfrm>
              <a:off x="6419900" y="3851400"/>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48"/>
            <p:cNvSpPr/>
            <p:nvPr/>
          </p:nvSpPr>
          <p:spPr>
            <a:xfrm>
              <a:off x="6443250" y="3851400"/>
              <a:ext cx="15625" cy="15650"/>
            </a:xfrm>
            <a:custGeom>
              <a:rect b="b" l="l" r="r" t="t"/>
              <a:pathLst>
                <a:path extrusionOk="0" h="626" w="625">
                  <a:moveTo>
                    <a:pt x="313" y="1"/>
                  </a:moveTo>
                  <a:cubicBezTo>
                    <a:pt x="140" y="1"/>
                    <a:pt x="0" y="140"/>
                    <a:pt x="0" y="313"/>
                  </a:cubicBezTo>
                  <a:cubicBezTo>
                    <a:pt x="0" y="486"/>
                    <a:pt x="140" y="625"/>
                    <a:pt x="313" y="625"/>
                  </a:cubicBezTo>
                  <a:cubicBezTo>
                    <a:pt x="485" y="625"/>
                    <a:pt x="625" y="486"/>
                    <a:pt x="625" y="313"/>
                  </a:cubicBezTo>
                  <a:cubicBezTo>
                    <a:pt x="625" y="140"/>
                    <a:pt x="485"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48"/>
            <p:cNvSpPr/>
            <p:nvPr/>
          </p:nvSpPr>
          <p:spPr>
            <a:xfrm>
              <a:off x="6466550" y="3851400"/>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48"/>
            <p:cNvSpPr/>
            <p:nvPr/>
          </p:nvSpPr>
          <p:spPr>
            <a:xfrm>
              <a:off x="6067350" y="3831400"/>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3"/>
                  </a:cubicBezTo>
                  <a:cubicBezTo>
                    <a:pt x="730" y="140"/>
                    <a:pt x="590"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48"/>
            <p:cNvSpPr/>
            <p:nvPr/>
          </p:nvSpPr>
          <p:spPr>
            <a:xfrm>
              <a:off x="6093325" y="3831400"/>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48"/>
            <p:cNvSpPr/>
            <p:nvPr/>
          </p:nvSpPr>
          <p:spPr>
            <a:xfrm>
              <a:off x="6116650" y="3831400"/>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48"/>
            <p:cNvSpPr/>
            <p:nvPr/>
          </p:nvSpPr>
          <p:spPr>
            <a:xfrm>
              <a:off x="6139975" y="3831400"/>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48"/>
            <p:cNvSpPr/>
            <p:nvPr/>
          </p:nvSpPr>
          <p:spPr>
            <a:xfrm>
              <a:off x="6160650" y="3831400"/>
              <a:ext cx="18300" cy="15650"/>
            </a:xfrm>
            <a:custGeom>
              <a:rect b="b" l="l" r="r" t="t"/>
              <a:pathLst>
                <a:path extrusionOk="0" h="626" w="732">
                  <a:moveTo>
                    <a:pt x="419" y="0"/>
                  </a:moveTo>
                  <a:cubicBezTo>
                    <a:pt x="140" y="0"/>
                    <a:pt x="1" y="337"/>
                    <a:pt x="198" y="534"/>
                  </a:cubicBezTo>
                  <a:cubicBezTo>
                    <a:pt x="261" y="597"/>
                    <a:pt x="340" y="626"/>
                    <a:pt x="417" y="626"/>
                  </a:cubicBezTo>
                  <a:cubicBezTo>
                    <a:pt x="577" y="626"/>
                    <a:pt x="731" y="501"/>
                    <a:pt x="731" y="313"/>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48"/>
            <p:cNvSpPr/>
            <p:nvPr/>
          </p:nvSpPr>
          <p:spPr>
            <a:xfrm>
              <a:off x="6186625" y="3831400"/>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48"/>
            <p:cNvSpPr/>
            <p:nvPr/>
          </p:nvSpPr>
          <p:spPr>
            <a:xfrm>
              <a:off x="620995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48"/>
            <p:cNvSpPr/>
            <p:nvPr/>
          </p:nvSpPr>
          <p:spPr>
            <a:xfrm>
              <a:off x="6233275" y="3831400"/>
              <a:ext cx="15625" cy="15625"/>
            </a:xfrm>
            <a:custGeom>
              <a:rect b="b" l="l" r="r" t="t"/>
              <a:pathLst>
                <a:path extrusionOk="0" h="625" w="625">
                  <a:moveTo>
                    <a:pt x="312" y="0"/>
                  </a:moveTo>
                  <a:cubicBezTo>
                    <a:pt x="141" y="0"/>
                    <a:pt x="0" y="140"/>
                    <a:pt x="0" y="313"/>
                  </a:cubicBezTo>
                  <a:cubicBezTo>
                    <a:pt x="0" y="486"/>
                    <a:pt x="141" y="625"/>
                    <a:pt x="312" y="625"/>
                  </a:cubicBezTo>
                  <a:cubicBezTo>
                    <a:pt x="485" y="625"/>
                    <a:pt x="625" y="486"/>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48"/>
            <p:cNvSpPr/>
            <p:nvPr/>
          </p:nvSpPr>
          <p:spPr>
            <a:xfrm>
              <a:off x="625660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48"/>
            <p:cNvSpPr/>
            <p:nvPr/>
          </p:nvSpPr>
          <p:spPr>
            <a:xfrm>
              <a:off x="6279950" y="3831400"/>
              <a:ext cx="15650" cy="15625"/>
            </a:xfrm>
            <a:custGeom>
              <a:rect b="b" l="l" r="r" t="t"/>
              <a:pathLst>
                <a:path extrusionOk="0" h="625" w="626">
                  <a:moveTo>
                    <a:pt x="313" y="0"/>
                  </a:moveTo>
                  <a:cubicBezTo>
                    <a:pt x="140" y="0"/>
                    <a:pt x="1" y="140"/>
                    <a:pt x="1" y="313"/>
                  </a:cubicBezTo>
                  <a:cubicBezTo>
                    <a:pt x="1" y="486"/>
                    <a:pt x="140" y="625"/>
                    <a:pt x="313" y="625"/>
                  </a:cubicBezTo>
                  <a:cubicBezTo>
                    <a:pt x="484" y="625"/>
                    <a:pt x="625" y="486"/>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48"/>
            <p:cNvSpPr/>
            <p:nvPr/>
          </p:nvSpPr>
          <p:spPr>
            <a:xfrm>
              <a:off x="630325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48"/>
            <p:cNvSpPr/>
            <p:nvPr/>
          </p:nvSpPr>
          <p:spPr>
            <a:xfrm>
              <a:off x="6323950" y="3831400"/>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3"/>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48"/>
            <p:cNvSpPr/>
            <p:nvPr/>
          </p:nvSpPr>
          <p:spPr>
            <a:xfrm>
              <a:off x="6349900" y="3831400"/>
              <a:ext cx="15650" cy="15625"/>
            </a:xfrm>
            <a:custGeom>
              <a:rect b="b" l="l" r="r" t="t"/>
              <a:pathLst>
                <a:path extrusionOk="0" h="625" w="626">
                  <a:moveTo>
                    <a:pt x="313" y="0"/>
                  </a:moveTo>
                  <a:cubicBezTo>
                    <a:pt x="142" y="0"/>
                    <a:pt x="1" y="140"/>
                    <a:pt x="1" y="313"/>
                  </a:cubicBezTo>
                  <a:cubicBezTo>
                    <a:pt x="1" y="486"/>
                    <a:pt x="142"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48"/>
            <p:cNvSpPr/>
            <p:nvPr/>
          </p:nvSpPr>
          <p:spPr>
            <a:xfrm>
              <a:off x="637325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48"/>
            <p:cNvSpPr/>
            <p:nvPr/>
          </p:nvSpPr>
          <p:spPr>
            <a:xfrm>
              <a:off x="6396600" y="3831400"/>
              <a:ext cx="15625" cy="15625"/>
            </a:xfrm>
            <a:custGeom>
              <a:rect b="b" l="l" r="r" t="t"/>
              <a:pathLst>
                <a:path extrusionOk="0" h="625" w="625">
                  <a:moveTo>
                    <a:pt x="313" y="0"/>
                  </a:moveTo>
                  <a:cubicBezTo>
                    <a:pt x="140" y="0"/>
                    <a:pt x="0" y="140"/>
                    <a:pt x="0" y="313"/>
                  </a:cubicBezTo>
                  <a:cubicBezTo>
                    <a:pt x="0" y="486"/>
                    <a:pt x="140" y="625"/>
                    <a:pt x="313" y="625"/>
                  </a:cubicBezTo>
                  <a:cubicBezTo>
                    <a:pt x="484" y="625"/>
                    <a:pt x="625" y="486"/>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48"/>
            <p:cNvSpPr/>
            <p:nvPr/>
          </p:nvSpPr>
          <p:spPr>
            <a:xfrm>
              <a:off x="6419900" y="3831400"/>
              <a:ext cx="15650" cy="15625"/>
            </a:xfrm>
            <a:custGeom>
              <a:rect b="b" l="l" r="r" t="t"/>
              <a:pathLst>
                <a:path extrusionOk="0" h="625" w="626">
                  <a:moveTo>
                    <a:pt x="313" y="0"/>
                  </a:moveTo>
                  <a:cubicBezTo>
                    <a:pt x="140" y="0"/>
                    <a:pt x="1" y="140"/>
                    <a:pt x="1" y="313"/>
                  </a:cubicBezTo>
                  <a:cubicBezTo>
                    <a:pt x="1" y="486"/>
                    <a:pt x="140"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48"/>
            <p:cNvSpPr/>
            <p:nvPr/>
          </p:nvSpPr>
          <p:spPr>
            <a:xfrm>
              <a:off x="6443250" y="3831400"/>
              <a:ext cx="15625" cy="15625"/>
            </a:xfrm>
            <a:custGeom>
              <a:rect b="b" l="l" r="r" t="t"/>
              <a:pathLst>
                <a:path extrusionOk="0" h="625" w="625">
                  <a:moveTo>
                    <a:pt x="313" y="0"/>
                  </a:moveTo>
                  <a:cubicBezTo>
                    <a:pt x="140" y="0"/>
                    <a:pt x="0" y="140"/>
                    <a:pt x="0" y="313"/>
                  </a:cubicBezTo>
                  <a:cubicBezTo>
                    <a:pt x="0" y="486"/>
                    <a:pt x="140" y="625"/>
                    <a:pt x="313" y="625"/>
                  </a:cubicBezTo>
                  <a:cubicBezTo>
                    <a:pt x="485" y="625"/>
                    <a:pt x="625" y="486"/>
                    <a:pt x="625" y="313"/>
                  </a:cubicBezTo>
                  <a:cubicBezTo>
                    <a:pt x="625" y="140"/>
                    <a:pt x="485"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48"/>
            <p:cNvSpPr/>
            <p:nvPr/>
          </p:nvSpPr>
          <p:spPr>
            <a:xfrm>
              <a:off x="6093325" y="38114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48"/>
            <p:cNvSpPr/>
            <p:nvPr/>
          </p:nvSpPr>
          <p:spPr>
            <a:xfrm>
              <a:off x="6116650" y="38114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48"/>
            <p:cNvSpPr/>
            <p:nvPr/>
          </p:nvSpPr>
          <p:spPr>
            <a:xfrm>
              <a:off x="6139975" y="38114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48"/>
            <p:cNvSpPr/>
            <p:nvPr/>
          </p:nvSpPr>
          <p:spPr>
            <a:xfrm>
              <a:off x="6160650" y="3811400"/>
              <a:ext cx="18300" cy="15650"/>
            </a:xfrm>
            <a:custGeom>
              <a:rect b="b" l="l" r="r" t="t"/>
              <a:pathLst>
                <a:path extrusionOk="0" h="626" w="732">
                  <a:moveTo>
                    <a:pt x="419" y="0"/>
                  </a:moveTo>
                  <a:cubicBezTo>
                    <a:pt x="140" y="0"/>
                    <a:pt x="1" y="337"/>
                    <a:pt x="198" y="534"/>
                  </a:cubicBezTo>
                  <a:cubicBezTo>
                    <a:pt x="261" y="597"/>
                    <a:pt x="340" y="625"/>
                    <a:pt x="417" y="625"/>
                  </a:cubicBezTo>
                  <a:cubicBezTo>
                    <a:pt x="577" y="625"/>
                    <a:pt x="731" y="501"/>
                    <a:pt x="731" y="312"/>
                  </a:cubicBezTo>
                  <a:cubicBezTo>
                    <a:pt x="731" y="140"/>
                    <a:pt x="590"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48"/>
            <p:cNvSpPr/>
            <p:nvPr/>
          </p:nvSpPr>
          <p:spPr>
            <a:xfrm>
              <a:off x="6186625" y="38114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48"/>
            <p:cNvSpPr/>
            <p:nvPr/>
          </p:nvSpPr>
          <p:spPr>
            <a:xfrm>
              <a:off x="620995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48"/>
            <p:cNvSpPr/>
            <p:nvPr/>
          </p:nvSpPr>
          <p:spPr>
            <a:xfrm>
              <a:off x="6233275" y="3811400"/>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48"/>
            <p:cNvSpPr/>
            <p:nvPr/>
          </p:nvSpPr>
          <p:spPr>
            <a:xfrm>
              <a:off x="625660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48"/>
            <p:cNvSpPr/>
            <p:nvPr/>
          </p:nvSpPr>
          <p:spPr>
            <a:xfrm>
              <a:off x="6279950" y="381140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48"/>
            <p:cNvSpPr/>
            <p:nvPr/>
          </p:nvSpPr>
          <p:spPr>
            <a:xfrm>
              <a:off x="630325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48"/>
            <p:cNvSpPr/>
            <p:nvPr/>
          </p:nvSpPr>
          <p:spPr>
            <a:xfrm>
              <a:off x="6323950" y="3811400"/>
              <a:ext cx="18300" cy="15650"/>
            </a:xfrm>
            <a:custGeom>
              <a:rect b="b" l="l" r="r" t="t"/>
              <a:pathLst>
                <a:path extrusionOk="0" h="626" w="732">
                  <a:moveTo>
                    <a:pt x="419" y="0"/>
                  </a:moveTo>
                  <a:cubicBezTo>
                    <a:pt x="140" y="0"/>
                    <a:pt x="1" y="337"/>
                    <a:pt x="198" y="534"/>
                  </a:cubicBezTo>
                  <a:cubicBezTo>
                    <a:pt x="261" y="597"/>
                    <a:pt x="340" y="625"/>
                    <a:pt x="416" y="625"/>
                  </a:cubicBezTo>
                  <a:cubicBezTo>
                    <a:pt x="577" y="625"/>
                    <a:pt x="731" y="501"/>
                    <a:pt x="731" y="312"/>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48"/>
            <p:cNvSpPr/>
            <p:nvPr/>
          </p:nvSpPr>
          <p:spPr>
            <a:xfrm>
              <a:off x="6349900" y="3811400"/>
              <a:ext cx="15650" cy="15625"/>
            </a:xfrm>
            <a:custGeom>
              <a:rect b="b" l="l" r="r" t="t"/>
              <a:pathLst>
                <a:path extrusionOk="0" h="625" w="626">
                  <a:moveTo>
                    <a:pt x="313" y="0"/>
                  </a:moveTo>
                  <a:cubicBezTo>
                    <a:pt x="142" y="0"/>
                    <a:pt x="1" y="140"/>
                    <a:pt x="1" y="312"/>
                  </a:cubicBezTo>
                  <a:cubicBezTo>
                    <a:pt x="1" y="485"/>
                    <a:pt x="142"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48"/>
            <p:cNvSpPr/>
            <p:nvPr/>
          </p:nvSpPr>
          <p:spPr>
            <a:xfrm>
              <a:off x="637325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48"/>
            <p:cNvSpPr/>
            <p:nvPr/>
          </p:nvSpPr>
          <p:spPr>
            <a:xfrm>
              <a:off x="6396600" y="3811400"/>
              <a:ext cx="15625" cy="15625"/>
            </a:xfrm>
            <a:custGeom>
              <a:rect b="b" l="l" r="r" t="t"/>
              <a:pathLst>
                <a:path extrusionOk="0" h="625" w="625">
                  <a:moveTo>
                    <a:pt x="313" y="0"/>
                  </a:moveTo>
                  <a:cubicBezTo>
                    <a:pt x="140" y="0"/>
                    <a:pt x="0" y="140"/>
                    <a:pt x="0" y="312"/>
                  </a:cubicBezTo>
                  <a:cubicBezTo>
                    <a:pt x="0"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48"/>
            <p:cNvSpPr/>
            <p:nvPr/>
          </p:nvSpPr>
          <p:spPr>
            <a:xfrm>
              <a:off x="6419900" y="381140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48"/>
            <p:cNvSpPr/>
            <p:nvPr/>
          </p:nvSpPr>
          <p:spPr>
            <a:xfrm>
              <a:off x="6139975" y="37913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48"/>
            <p:cNvSpPr/>
            <p:nvPr/>
          </p:nvSpPr>
          <p:spPr>
            <a:xfrm>
              <a:off x="6160650" y="3791375"/>
              <a:ext cx="18300" cy="15650"/>
            </a:xfrm>
            <a:custGeom>
              <a:rect b="b" l="l" r="r" t="t"/>
              <a:pathLst>
                <a:path extrusionOk="0" h="626" w="732">
                  <a:moveTo>
                    <a:pt x="419" y="1"/>
                  </a:moveTo>
                  <a:cubicBezTo>
                    <a:pt x="140" y="1"/>
                    <a:pt x="1" y="337"/>
                    <a:pt x="198" y="534"/>
                  </a:cubicBezTo>
                  <a:cubicBezTo>
                    <a:pt x="261" y="597"/>
                    <a:pt x="339" y="626"/>
                    <a:pt x="416" y="626"/>
                  </a:cubicBezTo>
                  <a:cubicBezTo>
                    <a:pt x="577" y="626"/>
                    <a:pt x="731" y="501"/>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48"/>
            <p:cNvSpPr/>
            <p:nvPr/>
          </p:nvSpPr>
          <p:spPr>
            <a:xfrm>
              <a:off x="6186625" y="37913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48"/>
            <p:cNvSpPr/>
            <p:nvPr/>
          </p:nvSpPr>
          <p:spPr>
            <a:xfrm>
              <a:off x="620995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48"/>
            <p:cNvSpPr/>
            <p:nvPr/>
          </p:nvSpPr>
          <p:spPr>
            <a:xfrm>
              <a:off x="6233275" y="379137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48"/>
            <p:cNvSpPr/>
            <p:nvPr/>
          </p:nvSpPr>
          <p:spPr>
            <a:xfrm>
              <a:off x="625660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48"/>
            <p:cNvSpPr/>
            <p:nvPr/>
          </p:nvSpPr>
          <p:spPr>
            <a:xfrm>
              <a:off x="6279950" y="379137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48"/>
            <p:cNvSpPr/>
            <p:nvPr/>
          </p:nvSpPr>
          <p:spPr>
            <a:xfrm>
              <a:off x="630325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48"/>
            <p:cNvSpPr/>
            <p:nvPr/>
          </p:nvSpPr>
          <p:spPr>
            <a:xfrm>
              <a:off x="6323950" y="3791375"/>
              <a:ext cx="18300" cy="15650"/>
            </a:xfrm>
            <a:custGeom>
              <a:rect b="b" l="l" r="r" t="t"/>
              <a:pathLst>
                <a:path extrusionOk="0" h="626" w="732">
                  <a:moveTo>
                    <a:pt x="419" y="1"/>
                  </a:moveTo>
                  <a:cubicBezTo>
                    <a:pt x="140" y="1"/>
                    <a:pt x="1" y="337"/>
                    <a:pt x="198" y="533"/>
                  </a:cubicBezTo>
                  <a:cubicBezTo>
                    <a:pt x="261" y="597"/>
                    <a:pt x="340" y="625"/>
                    <a:pt x="417" y="625"/>
                  </a:cubicBezTo>
                  <a:cubicBezTo>
                    <a:pt x="577" y="625"/>
                    <a:pt x="731" y="501"/>
                    <a:pt x="731" y="313"/>
                  </a:cubicBezTo>
                  <a:cubicBezTo>
                    <a:pt x="731" y="140"/>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48"/>
            <p:cNvSpPr/>
            <p:nvPr/>
          </p:nvSpPr>
          <p:spPr>
            <a:xfrm>
              <a:off x="6349900" y="379137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48"/>
            <p:cNvSpPr/>
            <p:nvPr/>
          </p:nvSpPr>
          <p:spPr>
            <a:xfrm>
              <a:off x="6373250" y="379137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48"/>
            <p:cNvSpPr/>
            <p:nvPr/>
          </p:nvSpPr>
          <p:spPr>
            <a:xfrm>
              <a:off x="6186625" y="377137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48"/>
            <p:cNvSpPr/>
            <p:nvPr/>
          </p:nvSpPr>
          <p:spPr>
            <a:xfrm>
              <a:off x="6209950" y="377137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48"/>
            <p:cNvSpPr/>
            <p:nvPr/>
          </p:nvSpPr>
          <p:spPr>
            <a:xfrm>
              <a:off x="6233275" y="3771375"/>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48"/>
            <p:cNvSpPr/>
            <p:nvPr/>
          </p:nvSpPr>
          <p:spPr>
            <a:xfrm>
              <a:off x="6256600" y="377137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48"/>
            <p:cNvSpPr/>
            <p:nvPr/>
          </p:nvSpPr>
          <p:spPr>
            <a:xfrm>
              <a:off x="6279950" y="3771375"/>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48"/>
            <p:cNvSpPr/>
            <p:nvPr/>
          </p:nvSpPr>
          <p:spPr>
            <a:xfrm>
              <a:off x="6303250" y="377137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48"/>
            <p:cNvSpPr/>
            <p:nvPr/>
          </p:nvSpPr>
          <p:spPr>
            <a:xfrm>
              <a:off x="6323950" y="3771375"/>
              <a:ext cx="18300" cy="15625"/>
            </a:xfrm>
            <a:custGeom>
              <a:rect b="b" l="l" r="r" t="t"/>
              <a:pathLst>
                <a:path extrusionOk="0" h="625" w="732">
                  <a:moveTo>
                    <a:pt x="419" y="0"/>
                  </a:moveTo>
                  <a:cubicBezTo>
                    <a:pt x="140" y="0"/>
                    <a:pt x="1" y="337"/>
                    <a:pt x="198" y="532"/>
                  </a:cubicBezTo>
                  <a:cubicBezTo>
                    <a:pt x="261" y="596"/>
                    <a:pt x="340" y="625"/>
                    <a:pt x="417" y="625"/>
                  </a:cubicBezTo>
                  <a:cubicBezTo>
                    <a:pt x="577" y="625"/>
                    <a:pt x="731" y="500"/>
                    <a:pt x="731" y="313"/>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48"/>
            <p:cNvSpPr/>
            <p:nvPr/>
          </p:nvSpPr>
          <p:spPr>
            <a:xfrm>
              <a:off x="6139975" y="43917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48"/>
            <p:cNvSpPr/>
            <p:nvPr/>
          </p:nvSpPr>
          <p:spPr>
            <a:xfrm>
              <a:off x="6160650" y="4391725"/>
              <a:ext cx="18300" cy="15675"/>
            </a:xfrm>
            <a:custGeom>
              <a:rect b="b" l="l" r="r" t="t"/>
              <a:pathLst>
                <a:path extrusionOk="0" h="627" w="732">
                  <a:moveTo>
                    <a:pt x="419" y="1"/>
                  </a:moveTo>
                  <a:cubicBezTo>
                    <a:pt x="140" y="1"/>
                    <a:pt x="1" y="337"/>
                    <a:pt x="198" y="534"/>
                  </a:cubicBezTo>
                  <a:cubicBezTo>
                    <a:pt x="262" y="598"/>
                    <a:pt x="340" y="627"/>
                    <a:pt x="417" y="627"/>
                  </a:cubicBezTo>
                  <a:cubicBezTo>
                    <a:pt x="577" y="627"/>
                    <a:pt x="731" y="502"/>
                    <a:pt x="731" y="313"/>
                  </a:cubicBezTo>
                  <a:cubicBezTo>
                    <a:pt x="731" y="140"/>
                    <a:pt x="590"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48"/>
            <p:cNvSpPr/>
            <p:nvPr/>
          </p:nvSpPr>
          <p:spPr>
            <a:xfrm>
              <a:off x="6186625" y="43917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48"/>
            <p:cNvSpPr/>
            <p:nvPr/>
          </p:nvSpPr>
          <p:spPr>
            <a:xfrm>
              <a:off x="620995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48"/>
            <p:cNvSpPr/>
            <p:nvPr/>
          </p:nvSpPr>
          <p:spPr>
            <a:xfrm>
              <a:off x="6233275" y="4391725"/>
              <a:ext cx="15625" cy="15650"/>
            </a:xfrm>
            <a:custGeom>
              <a:rect b="b" l="l" r="r" t="t"/>
              <a:pathLst>
                <a:path extrusionOk="0" h="626" w="625">
                  <a:moveTo>
                    <a:pt x="312" y="1"/>
                  </a:moveTo>
                  <a:cubicBezTo>
                    <a:pt x="141" y="1"/>
                    <a:pt x="0" y="140"/>
                    <a:pt x="0" y="313"/>
                  </a:cubicBezTo>
                  <a:cubicBezTo>
                    <a:pt x="0" y="486"/>
                    <a:pt x="141"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48"/>
            <p:cNvSpPr/>
            <p:nvPr/>
          </p:nvSpPr>
          <p:spPr>
            <a:xfrm>
              <a:off x="625660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48"/>
            <p:cNvSpPr/>
            <p:nvPr/>
          </p:nvSpPr>
          <p:spPr>
            <a:xfrm>
              <a:off x="6279950" y="4391725"/>
              <a:ext cx="15650" cy="15650"/>
            </a:xfrm>
            <a:custGeom>
              <a:rect b="b" l="l" r="r" t="t"/>
              <a:pathLst>
                <a:path extrusionOk="0" h="626" w="626">
                  <a:moveTo>
                    <a:pt x="313" y="1"/>
                  </a:moveTo>
                  <a:cubicBezTo>
                    <a:pt x="140" y="1"/>
                    <a:pt x="1" y="140"/>
                    <a:pt x="1" y="313"/>
                  </a:cubicBezTo>
                  <a:cubicBezTo>
                    <a:pt x="1" y="486"/>
                    <a:pt x="140" y="625"/>
                    <a:pt x="313" y="625"/>
                  </a:cubicBezTo>
                  <a:cubicBezTo>
                    <a:pt x="484" y="625"/>
                    <a:pt x="625" y="486"/>
                    <a:pt x="625" y="313"/>
                  </a:cubicBezTo>
                  <a:cubicBezTo>
                    <a:pt x="625" y="140"/>
                    <a:pt x="484"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48"/>
            <p:cNvSpPr/>
            <p:nvPr/>
          </p:nvSpPr>
          <p:spPr>
            <a:xfrm>
              <a:off x="630325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48"/>
            <p:cNvSpPr/>
            <p:nvPr/>
          </p:nvSpPr>
          <p:spPr>
            <a:xfrm>
              <a:off x="6323950" y="4391725"/>
              <a:ext cx="18300" cy="15675"/>
            </a:xfrm>
            <a:custGeom>
              <a:rect b="b" l="l" r="r" t="t"/>
              <a:pathLst>
                <a:path extrusionOk="0" h="627" w="732">
                  <a:moveTo>
                    <a:pt x="419" y="1"/>
                  </a:moveTo>
                  <a:cubicBezTo>
                    <a:pt x="140" y="1"/>
                    <a:pt x="1" y="337"/>
                    <a:pt x="198" y="534"/>
                  </a:cubicBezTo>
                  <a:cubicBezTo>
                    <a:pt x="261" y="598"/>
                    <a:pt x="340" y="627"/>
                    <a:pt x="416" y="627"/>
                  </a:cubicBezTo>
                  <a:cubicBezTo>
                    <a:pt x="577" y="627"/>
                    <a:pt x="731" y="502"/>
                    <a:pt x="731" y="313"/>
                  </a:cubicBezTo>
                  <a:cubicBezTo>
                    <a:pt x="731" y="140"/>
                    <a:pt x="592"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48"/>
            <p:cNvSpPr/>
            <p:nvPr/>
          </p:nvSpPr>
          <p:spPr>
            <a:xfrm>
              <a:off x="6349900" y="4391725"/>
              <a:ext cx="15650" cy="15650"/>
            </a:xfrm>
            <a:custGeom>
              <a:rect b="b" l="l" r="r" t="t"/>
              <a:pathLst>
                <a:path extrusionOk="0" h="626" w="626">
                  <a:moveTo>
                    <a:pt x="313" y="1"/>
                  </a:moveTo>
                  <a:cubicBezTo>
                    <a:pt x="142" y="1"/>
                    <a:pt x="1" y="140"/>
                    <a:pt x="1" y="313"/>
                  </a:cubicBezTo>
                  <a:cubicBezTo>
                    <a:pt x="1" y="486"/>
                    <a:pt x="142"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48"/>
            <p:cNvSpPr/>
            <p:nvPr/>
          </p:nvSpPr>
          <p:spPr>
            <a:xfrm>
              <a:off x="6373250" y="4391725"/>
              <a:ext cx="15650" cy="15650"/>
            </a:xfrm>
            <a:custGeom>
              <a:rect b="b" l="l" r="r" t="t"/>
              <a:pathLst>
                <a:path extrusionOk="0" h="626" w="626">
                  <a:moveTo>
                    <a:pt x="313" y="1"/>
                  </a:moveTo>
                  <a:cubicBezTo>
                    <a:pt x="140" y="1"/>
                    <a:pt x="1" y="140"/>
                    <a:pt x="1" y="313"/>
                  </a:cubicBezTo>
                  <a:cubicBezTo>
                    <a:pt x="1"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48"/>
            <p:cNvSpPr/>
            <p:nvPr/>
          </p:nvSpPr>
          <p:spPr>
            <a:xfrm>
              <a:off x="6093325" y="437172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48"/>
            <p:cNvSpPr/>
            <p:nvPr/>
          </p:nvSpPr>
          <p:spPr>
            <a:xfrm>
              <a:off x="6116650" y="4371725"/>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48"/>
            <p:cNvSpPr/>
            <p:nvPr/>
          </p:nvSpPr>
          <p:spPr>
            <a:xfrm>
              <a:off x="6139975" y="437172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48"/>
            <p:cNvSpPr/>
            <p:nvPr/>
          </p:nvSpPr>
          <p:spPr>
            <a:xfrm>
              <a:off x="6160650" y="4371750"/>
              <a:ext cx="18300" cy="15650"/>
            </a:xfrm>
            <a:custGeom>
              <a:rect b="b" l="l" r="r" t="t"/>
              <a:pathLst>
                <a:path extrusionOk="0" h="626" w="732">
                  <a:moveTo>
                    <a:pt x="422" y="1"/>
                  </a:moveTo>
                  <a:cubicBezTo>
                    <a:pt x="421" y="1"/>
                    <a:pt x="420" y="1"/>
                    <a:pt x="419" y="1"/>
                  </a:cubicBezTo>
                  <a:cubicBezTo>
                    <a:pt x="140" y="1"/>
                    <a:pt x="1" y="336"/>
                    <a:pt x="198" y="533"/>
                  </a:cubicBezTo>
                  <a:cubicBezTo>
                    <a:pt x="262" y="597"/>
                    <a:pt x="340" y="625"/>
                    <a:pt x="417" y="625"/>
                  </a:cubicBezTo>
                  <a:cubicBezTo>
                    <a:pt x="577" y="625"/>
                    <a:pt x="731" y="501"/>
                    <a:pt x="731" y="313"/>
                  </a:cubicBezTo>
                  <a:cubicBezTo>
                    <a:pt x="731" y="141"/>
                    <a:pt x="592" y="1"/>
                    <a:pt x="4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48"/>
            <p:cNvSpPr/>
            <p:nvPr/>
          </p:nvSpPr>
          <p:spPr>
            <a:xfrm>
              <a:off x="6186625" y="4371725"/>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48"/>
            <p:cNvSpPr/>
            <p:nvPr/>
          </p:nvSpPr>
          <p:spPr>
            <a:xfrm>
              <a:off x="6186625" y="441175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48"/>
            <p:cNvSpPr/>
            <p:nvPr/>
          </p:nvSpPr>
          <p:spPr>
            <a:xfrm>
              <a:off x="6209950" y="441175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48"/>
            <p:cNvSpPr/>
            <p:nvPr/>
          </p:nvSpPr>
          <p:spPr>
            <a:xfrm>
              <a:off x="6233275" y="4411750"/>
              <a:ext cx="15625" cy="15625"/>
            </a:xfrm>
            <a:custGeom>
              <a:rect b="b" l="l" r="r" t="t"/>
              <a:pathLst>
                <a:path extrusionOk="0" h="625" w="625">
                  <a:moveTo>
                    <a:pt x="312" y="0"/>
                  </a:moveTo>
                  <a:cubicBezTo>
                    <a:pt x="141" y="0"/>
                    <a:pt x="0" y="140"/>
                    <a:pt x="0" y="312"/>
                  </a:cubicBezTo>
                  <a:cubicBezTo>
                    <a:pt x="0" y="485"/>
                    <a:pt x="141"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48"/>
            <p:cNvSpPr/>
            <p:nvPr/>
          </p:nvSpPr>
          <p:spPr>
            <a:xfrm>
              <a:off x="6256600" y="441175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48"/>
            <p:cNvSpPr/>
            <p:nvPr/>
          </p:nvSpPr>
          <p:spPr>
            <a:xfrm>
              <a:off x="6279950" y="4411750"/>
              <a:ext cx="15650" cy="15625"/>
            </a:xfrm>
            <a:custGeom>
              <a:rect b="b" l="l" r="r" t="t"/>
              <a:pathLst>
                <a:path extrusionOk="0" h="625" w="626">
                  <a:moveTo>
                    <a:pt x="313" y="0"/>
                  </a:moveTo>
                  <a:cubicBezTo>
                    <a:pt x="140" y="0"/>
                    <a:pt x="1" y="140"/>
                    <a:pt x="1" y="312"/>
                  </a:cubicBezTo>
                  <a:cubicBezTo>
                    <a:pt x="1" y="485"/>
                    <a:pt x="140" y="625"/>
                    <a:pt x="313" y="625"/>
                  </a:cubicBezTo>
                  <a:cubicBezTo>
                    <a:pt x="484" y="625"/>
                    <a:pt x="625" y="485"/>
                    <a:pt x="625" y="312"/>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48"/>
            <p:cNvSpPr/>
            <p:nvPr/>
          </p:nvSpPr>
          <p:spPr>
            <a:xfrm>
              <a:off x="6303250" y="4411750"/>
              <a:ext cx="15650" cy="15625"/>
            </a:xfrm>
            <a:custGeom>
              <a:rect b="b" l="l" r="r" t="t"/>
              <a:pathLst>
                <a:path extrusionOk="0" h="625" w="626">
                  <a:moveTo>
                    <a:pt x="313" y="0"/>
                  </a:moveTo>
                  <a:cubicBezTo>
                    <a:pt x="140" y="0"/>
                    <a:pt x="1" y="140"/>
                    <a:pt x="1" y="312"/>
                  </a:cubicBezTo>
                  <a:cubicBezTo>
                    <a:pt x="1"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48"/>
            <p:cNvSpPr/>
            <p:nvPr/>
          </p:nvSpPr>
          <p:spPr>
            <a:xfrm>
              <a:off x="6323950" y="4411750"/>
              <a:ext cx="18300" cy="15650"/>
            </a:xfrm>
            <a:custGeom>
              <a:rect b="b" l="l" r="r" t="t"/>
              <a:pathLst>
                <a:path extrusionOk="0" h="626" w="732">
                  <a:moveTo>
                    <a:pt x="419" y="0"/>
                  </a:moveTo>
                  <a:cubicBezTo>
                    <a:pt x="140" y="0"/>
                    <a:pt x="1" y="337"/>
                    <a:pt x="198" y="534"/>
                  </a:cubicBezTo>
                  <a:cubicBezTo>
                    <a:pt x="261" y="597"/>
                    <a:pt x="340" y="626"/>
                    <a:pt x="416" y="626"/>
                  </a:cubicBezTo>
                  <a:cubicBezTo>
                    <a:pt x="577" y="626"/>
                    <a:pt x="731" y="501"/>
                    <a:pt x="731" y="312"/>
                  </a:cubicBezTo>
                  <a:cubicBezTo>
                    <a:pt x="731" y="140"/>
                    <a:pt x="592" y="0"/>
                    <a:pt x="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48"/>
            <p:cNvSpPr/>
            <p:nvPr/>
          </p:nvSpPr>
          <p:spPr>
            <a:xfrm>
              <a:off x="620995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48"/>
            <p:cNvSpPr/>
            <p:nvPr/>
          </p:nvSpPr>
          <p:spPr>
            <a:xfrm>
              <a:off x="6233275" y="4371725"/>
              <a:ext cx="15625" cy="15625"/>
            </a:xfrm>
            <a:custGeom>
              <a:rect b="b" l="l" r="r" t="t"/>
              <a:pathLst>
                <a:path extrusionOk="0" h="625" w="625">
                  <a:moveTo>
                    <a:pt x="312" y="0"/>
                  </a:moveTo>
                  <a:cubicBezTo>
                    <a:pt x="141" y="0"/>
                    <a:pt x="0" y="140"/>
                    <a:pt x="0" y="313"/>
                  </a:cubicBezTo>
                  <a:cubicBezTo>
                    <a:pt x="0" y="485"/>
                    <a:pt x="141"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48"/>
            <p:cNvSpPr/>
            <p:nvPr/>
          </p:nvSpPr>
          <p:spPr>
            <a:xfrm>
              <a:off x="625660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48"/>
            <p:cNvSpPr/>
            <p:nvPr/>
          </p:nvSpPr>
          <p:spPr>
            <a:xfrm>
              <a:off x="6279950" y="4371725"/>
              <a:ext cx="15650" cy="15625"/>
            </a:xfrm>
            <a:custGeom>
              <a:rect b="b" l="l" r="r" t="t"/>
              <a:pathLst>
                <a:path extrusionOk="0" h="625" w="626">
                  <a:moveTo>
                    <a:pt x="313" y="0"/>
                  </a:moveTo>
                  <a:cubicBezTo>
                    <a:pt x="140" y="0"/>
                    <a:pt x="1" y="140"/>
                    <a:pt x="1" y="313"/>
                  </a:cubicBezTo>
                  <a:cubicBezTo>
                    <a:pt x="1" y="485"/>
                    <a:pt x="140" y="625"/>
                    <a:pt x="313" y="625"/>
                  </a:cubicBezTo>
                  <a:cubicBezTo>
                    <a:pt x="484" y="625"/>
                    <a:pt x="625" y="485"/>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48"/>
            <p:cNvSpPr/>
            <p:nvPr/>
          </p:nvSpPr>
          <p:spPr>
            <a:xfrm>
              <a:off x="630325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48"/>
            <p:cNvSpPr/>
            <p:nvPr/>
          </p:nvSpPr>
          <p:spPr>
            <a:xfrm>
              <a:off x="6323950" y="4371750"/>
              <a:ext cx="18300" cy="15650"/>
            </a:xfrm>
            <a:custGeom>
              <a:rect b="b" l="l" r="r" t="t"/>
              <a:pathLst>
                <a:path extrusionOk="0" h="626" w="732">
                  <a:moveTo>
                    <a:pt x="422" y="1"/>
                  </a:moveTo>
                  <a:cubicBezTo>
                    <a:pt x="421" y="1"/>
                    <a:pt x="420" y="1"/>
                    <a:pt x="419" y="1"/>
                  </a:cubicBezTo>
                  <a:cubicBezTo>
                    <a:pt x="418" y="1"/>
                    <a:pt x="418" y="1"/>
                    <a:pt x="417" y="1"/>
                  </a:cubicBezTo>
                  <a:cubicBezTo>
                    <a:pt x="139" y="1"/>
                    <a:pt x="1" y="336"/>
                    <a:pt x="198" y="533"/>
                  </a:cubicBezTo>
                  <a:cubicBezTo>
                    <a:pt x="261" y="597"/>
                    <a:pt x="340" y="625"/>
                    <a:pt x="417" y="625"/>
                  </a:cubicBezTo>
                  <a:cubicBezTo>
                    <a:pt x="577" y="625"/>
                    <a:pt x="731" y="501"/>
                    <a:pt x="731" y="313"/>
                  </a:cubicBezTo>
                  <a:cubicBezTo>
                    <a:pt x="731" y="141"/>
                    <a:pt x="593" y="1"/>
                    <a:pt x="4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48"/>
            <p:cNvSpPr/>
            <p:nvPr/>
          </p:nvSpPr>
          <p:spPr>
            <a:xfrm>
              <a:off x="6349900" y="4371725"/>
              <a:ext cx="15650" cy="15625"/>
            </a:xfrm>
            <a:custGeom>
              <a:rect b="b" l="l" r="r" t="t"/>
              <a:pathLst>
                <a:path extrusionOk="0" h="625" w="626">
                  <a:moveTo>
                    <a:pt x="313" y="0"/>
                  </a:moveTo>
                  <a:cubicBezTo>
                    <a:pt x="142" y="0"/>
                    <a:pt x="1" y="140"/>
                    <a:pt x="1" y="313"/>
                  </a:cubicBezTo>
                  <a:cubicBezTo>
                    <a:pt x="1" y="485"/>
                    <a:pt x="142"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48"/>
            <p:cNvSpPr/>
            <p:nvPr/>
          </p:nvSpPr>
          <p:spPr>
            <a:xfrm>
              <a:off x="637325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48"/>
            <p:cNvSpPr/>
            <p:nvPr/>
          </p:nvSpPr>
          <p:spPr>
            <a:xfrm>
              <a:off x="6396600" y="4371725"/>
              <a:ext cx="15625" cy="15625"/>
            </a:xfrm>
            <a:custGeom>
              <a:rect b="b" l="l" r="r" t="t"/>
              <a:pathLst>
                <a:path extrusionOk="0" h="625" w="625">
                  <a:moveTo>
                    <a:pt x="313" y="0"/>
                  </a:moveTo>
                  <a:cubicBezTo>
                    <a:pt x="140" y="0"/>
                    <a:pt x="0" y="140"/>
                    <a:pt x="0" y="313"/>
                  </a:cubicBezTo>
                  <a:cubicBezTo>
                    <a:pt x="0" y="485"/>
                    <a:pt x="140" y="625"/>
                    <a:pt x="313" y="625"/>
                  </a:cubicBezTo>
                  <a:cubicBezTo>
                    <a:pt x="484" y="625"/>
                    <a:pt x="625" y="485"/>
                    <a:pt x="625" y="313"/>
                  </a:cubicBezTo>
                  <a:cubicBezTo>
                    <a:pt x="625" y="140"/>
                    <a:pt x="484"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48"/>
            <p:cNvSpPr/>
            <p:nvPr/>
          </p:nvSpPr>
          <p:spPr>
            <a:xfrm>
              <a:off x="6419900" y="4371725"/>
              <a:ext cx="15650" cy="15625"/>
            </a:xfrm>
            <a:custGeom>
              <a:rect b="b" l="l" r="r" t="t"/>
              <a:pathLst>
                <a:path extrusionOk="0" h="625" w="626">
                  <a:moveTo>
                    <a:pt x="313" y="0"/>
                  </a:moveTo>
                  <a:cubicBezTo>
                    <a:pt x="140" y="0"/>
                    <a:pt x="1" y="140"/>
                    <a:pt x="1" y="313"/>
                  </a:cubicBezTo>
                  <a:cubicBezTo>
                    <a:pt x="1"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48"/>
            <p:cNvSpPr/>
            <p:nvPr/>
          </p:nvSpPr>
          <p:spPr>
            <a:xfrm>
              <a:off x="6536550" y="4251675"/>
              <a:ext cx="15625" cy="15625"/>
            </a:xfrm>
            <a:custGeom>
              <a:rect b="b" l="l" r="r" t="t"/>
              <a:pathLst>
                <a:path extrusionOk="0" h="625" w="625">
                  <a:moveTo>
                    <a:pt x="313" y="0"/>
                  </a:moveTo>
                  <a:cubicBezTo>
                    <a:pt x="140" y="0"/>
                    <a:pt x="0" y="140"/>
                    <a:pt x="0" y="312"/>
                  </a:cubicBezTo>
                  <a:cubicBezTo>
                    <a:pt x="0" y="484"/>
                    <a:pt x="140" y="625"/>
                    <a:pt x="313" y="625"/>
                  </a:cubicBezTo>
                  <a:cubicBezTo>
                    <a:pt x="486" y="625"/>
                    <a:pt x="625" y="484"/>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48"/>
            <p:cNvSpPr/>
            <p:nvPr/>
          </p:nvSpPr>
          <p:spPr>
            <a:xfrm>
              <a:off x="6536550" y="4231650"/>
              <a:ext cx="15625" cy="15650"/>
            </a:xfrm>
            <a:custGeom>
              <a:rect b="b" l="l" r="r" t="t"/>
              <a:pathLst>
                <a:path extrusionOk="0" h="626" w="625">
                  <a:moveTo>
                    <a:pt x="313" y="1"/>
                  </a:moveTo>
                  <a:cubicBezTo>
                    <a:pt x="140" y="1"/>
                    <a:pt x="0" y="140"/>
                    <a:pt x="0" y="313"/>
                  </a:cubicBezTo>
                  <a:cubicBezTo>
                    <a:pt x="0"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48"/>
            <p:cNvSpPr/>
            <p:nvPr/>
          </p:nvSpPr>
          <p:spPr>
            <a:xfrm>
              <a:off x="6536550" y="4211650"/>
              <a:ext cx="15625" cy="15600"/>
            </a:xfrm>
            <a:custGeom>
              <a:rect b="b" l="l" r="r" t="t"/>
              <a:pathLst>
                <a:path extrusionOk="0" h="624" w="625">
                  <a:moveTo>
                    <a:pt x="313" y="0"/>
                  </a:moveTo>
                  <a:cubicBezTo>
                    <a:pt x="140" y="0"/>
                    <a:pt x="0" y="140"/>
                    <a:pt x="0" y="313"/>
                  </a:cubicBezTo>
                  <a:cubicBezTo>
                    <a:pt x="0" y="484"/>
                    <a:pt x="140" y="623"/>
                    <a:pt x="313" y="623"/>
                  </a:cubicBezTo>
                  <a:cubicBezTo>
                    <a:pt x="486" y="623"/>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48"/>
            <p:cNvSpPr/>
            <p:nvPr/>
          </p:nvSpPr>
          <p:spPr>
            <a:xfrm>
              <a:off x="6559900" y="4211650"/>
              <a:ext cx="15625" cy="15600"/>
            </a:xfrm>
            <a:custGeom>
              <a:rect b="b" l="l" r="r" t="t"/>
              <a:pathLst>
                <a:path extrusionOk="0" h="624" w="625">
                  <a:moveTo>
                    <a:pt x="312" y="0"/>
                  </a:moveTo>
                  <a:cubicBezTo>
                    <a:pt x="140" y="0"/>
                    <a:pt x="0" y="140"/>
                    <a:pt x="0" y="313"/>
                  </a:cubicBezTo>
                  <a:cubicBezTo>
                    <a:pt x="0" y="484"/>
                    <a:pt x="140" y="623"/>
                    <a:pt x="312" y="623"/>
                  </a:cubicBezTo>
                  <a:cubicBezTo>
                    <a:pt x="485" y="623"/>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48"/>
            <p:cNvSpPr/>
            <p:nvPr/>
          </p:nvSpPr>
          <p:spPr>
            <a:xfrm>
              <a:off x="6536550" y="4191600"/>
              <a:ext cx="15625" cy="15650"/>
            </a:xfrm>
            <a:custGeom>
              <a:rect b="b" l="l" r="r" t="t"/>
              <a:pathLst>
                <a:path extrusionOk="0" h="626" w="625">
                  <a:moveTo>
                    <a:pt x="313" y="1"/>
                  </a:moveTo>
                  <a:cubicBezTo>
                    <a:pt x="140" y="1"/>
                    <a:pt x="0" y="142"/>
                    <a:pt x="0" y="313"/>
                  </a:cubicBezTo>
                  <a:cubicBezTo>
                    <a:pt x="0"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48"/>
            <p:cNvSpPr/>
            <p:nvPr/>
          </p:nvSpPr>
          <p:spPr>
            <a:xfrm>
              <a:off x="6559900" y="4191600"/>
              <a:ext cx="15625" cy="15650"/>
            </a:xfrm>
            <a:custGeom>
              <a:rect b="b" l="l" r="r" t="t"/>
              <a:pathLst>
                <a:path extrusionOk="0" h="626" w="625">
                  <a:moveTo>
                    <a:pt x="312" y="1"/>
                  </a:moveTo>
                  <a:cubicBezTo>
                    <a:pt x="140" y="1"/>
                    <a:pt x="0" y="142"/>
                    <a:pt x="0" y="313"/>
                  </a:cubicBezTo>
                  <a:cubicBezTo>
                    <a:pt x="0" y="486"/>
                    <a:pt x="140" y="625"/>
                    <a:pt x="312" y="625"/>
                  </a:cubicBezTo>
                  <a:cubicBezTo>
                    <a:pt x="485" y="625"/>
                    <a:pt x="625" y="486"/>
                    <a:pt x="625" y="313"/>
                  </a:cubicBezTo>
                  <a:cubicBezTo>
                    <a:pt x="625" y="142"/>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48"/>
            <p:cNvSpPr/>
            <p:nvPr/>
          </p:nvSpPr>
          <p:spPr>
            <a:xfrm>
              <a:off x="6536550" y="4171600"/>
              <a:ext cx="15625" cy="15625"/>
            </a:xfrm>
            <a:custGeom>
              <a:rect b="b" l="l" r="r" t="t"/>
              <a:pathLst>
                <a:path extrusionOk="0" h="625" w="625">
                  <a:moveTo>
                    <a:pt x="313" y="0"/>
                  </a:moveTo>
                  <a:cubicBezTo>
                    <a:pt x="140" y="0"/>
                    <a:pt x="0" y="140"/>
                    <a:pt x="0" y="312"/>
                  </a:cubicBezTo>
                  <a:cubicBezTo>
                    <a:pt x="0"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48"/>
            <p:cNvSpPr/>
            <p:nvPr/>
          </p:nvSpPr>
          <p:spPr>
            <a:xfrm>
              <a:off x="6559900" y="4171600"/>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48"/>
            <p:cNvSpPr/>
            <p:nvPr/>
          </p:nvSpPr>
          <p:spPr>
            <a:xfrm>
              <a:off x="6536550" y="4151575"/>
              <a:ext cx="15625" cy="15650"/>
            </a:xfrm>
            <a:custGeom>
              <a:rect b="b" l="l" r="r" t="t"/>
              <a:pathLst>
                <a:path extrusionOk="0" h="626" w="625">
                  <a:moveTo>
                    <a:pt x="313" y="1"/>
                  </a:moveTo>
                  <a:cubicBezTo>
                    <a:pt x="140" y="1"/>
                    <a:pt x="0" y="140"/>
                    <a:pt x="0" y="313"/>
                  </a:cubicBezTo>
                  <a:cubicBezTo>
                    <a:pt x="0"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48"/>
            <p:cNvSpPr/>
            <p:nvPr/>
          </p:nvSpPr>
          <p:spPr>
            <a:xfrm>
              <a:off x="6559900" y="415157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48"/>
            <p:cNvSpPr/>
            <p:nvPr/>
          </p:nvSpPr>
          <p:spPr>
            <a:xfrm>
              <a:off x="6580575" y="4151575"/>
              <a:ext cx="18250" cy="15675"/>
            </a:xfrm>
            <a:custGeom>
              <a:rect b="b" l="l" r="r" t="t"/>
              <a:pathLst>
                <a:path extrusionOk="0" h="627" w="730">
                  <a:moveTo>
                    <a:pt x="418" y="1"/>
                  </a:moveTo>
                  <a:cubicBezTo>
                    <a:pt x="140" y="1"/>
                    <a:pt x="1" y="337"/>
                    <a:pt x="198" y="534"/>
                  </a:cubicBezTo>
                  <a:cubicBezTo>
                    <a:pt x="261" y="598"/>
                    <a:pt x="339" y="627"/>
                    <a:pt x="416" y="627"/>
                  </a:cubicBezTo>
                  <a:cubicBezTo>
                    <a:pt x="576" y="627"/>
                    <a:pt x="730" y="502"/>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48"/>
            <p:cNvSpPr/>
            <p:nvPr/>
          </p:nvSpPr>
          <p:spPr>
            <a:xfrm>
              <a:off x="6536550" y="4131575"/>
              <a:ext cx="15625" cy="15625"/>
            </a:xfrm>
            <a:custGeom>
              <a:rect b="b" l="l" r="r" t="t"/>
              <a:pathLst>
                <a:path extrusionOk="0" h="625" w="625">
                  <a:moveTo>
                    <a:pt x="313" y="0"/>
                  </a:moveTo>
                  <a:cubicBezTo>
                    <a:pt x="140" y="0"/>
                    <a:pt x="0" y="140"/>
                    <a:pt x="0" y="313"/>
                  </a:cubicBezTo>
                  <a:cubicBezTo>
                    <a:pt x="0" y="486"/>
                    <a:pt x="140" y="625"/>
                    <a:pt x="313" y="625"/>
                  </a:cubicBezTo>
                  <a:cubicBezTo>
                    <a:pt x="486" y="625"/>
                    <a:pt x="625" y="486"/>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48"/>
            <p:cNvSpPr/>
            <p:nvPr/>
          </p:nvSpPr>
          <p:spPr>
            <a:xfrm>
              <a:off x="6559900" y="4131575"/>
              <a:ext cx="15625" cy="15625"/>
            </a:xfrm>
            <a:custGeom>
              <a:rect b="b" l="l" r="r" t="t"/>
              <a:pathLst>
                <a:path extrusionOk="0" h="625" w="625">
                  <a:moveTo>
                    <a:pt x="312" y="0"/>
                  </a:moveTo>
                  <a:cubicBezTo>
                    <a:pt x="140" y="0"/>
                    <a:pt x="0" y="140"/>
                    <a:pt x="0" y="313"/>
                  </a:cubicBezTo>
                  <a:cubicBezTo>
                    <a:pt x="0" y="486"/>
                    <a:pt x="140" y="625"/>
                    <a:pt x="312" y="625"/>
                  </a:cubicBezTo>
                  <a:cubicBezTo>
                    <a:pt x="485" y="625"/>
                    <a:pt x="625" y="486"/>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48"/>
            <p:cNvSpPr/>
            <p:nvPr/>
          </p:nvSpPr>
          <p:spPr>
            <a:xfrm>
              <a:off x="6580575" y="413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3"/>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48"/>
            <p:cNvSpPr/>
            <p:nvPr/>
          </p:nvSpPr>
          <p:spPr>
            <a:xfrm>
              <a:off x="6536550" y="4111575"/>
              <a:ext cx="15625" cy="15625"/>
            </a:xfrm>
            <a:custGeom>
              <a:rect b="b" l="l" r="r" t="t"/>
              <a:pathLst>
                <a:path extrusionOk="0" h="625" w="625">
                  <a:moveTo>
                    <a:pt x="313" y="0"/>
                  </a:moveTo>
                  <a:cubicBezTo>
                    <a:pt x="140" y="0"/>
                    <a:pt x="0" y="140"/>
                    <a:pt x="0" y="312"/>
                  </a:cubicBezTo>
                  <a:cubicBezTo>
                    <a:pt x="0" y="485"/>
                    <a:pt x="140" y="625"/>
                    <a:pt x="313" y="625"/>
                  </a:cubicBezTo>
                  <a:cubicBezTo>
                    <a:pt x="486" y="625"/>
                    <a:pt x="625" y="485"/>
                    <a:pt x="625" y="312"/>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48"/>
            <p:cNvSpPr/>
            <p:nvPr/>
          </p:nvSpPr>
          <p:spPr>
            <a:xfrm>
              <a:off x="6559900" y="4111575"/>
              <a:ext cx="15625" cy="15625"/>
            </a:xfrm>
            <a:custGeom>
              <a:rect b="b" l="l" r="r" t="t"/>
              <a:pathLst>
                <a:path extrusionOk="0" h="625" w="625">
                  <a:moveTo>
                    <a:pt x="312" y="0"/>
                  </a:moveTo>
                  <a:cubicBezTo>
                    <a:pt x="140" y="0"/>
                    <a:pt x="0" y="140"/>
                    <a:pt x="0" y="312"/>
                  </a:cubicBezTo>
                  <a:cubicBezTo>
                    <a:pt x="0" y="485"/>
                    <a:pt x="140" y="625"/>
                    <a:pt x="312" y="625"/>
                  </a:cubicBezTo>
                  <a:cubicBezTo>
                    <a:pt x="485" y="625"/>
                    <a:pt x="625" y="485"/>
                    <a:pt x="625" y="312"/>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48"/>
            <p:cNvSpPr/>
            <p:nvPr/>
          </p:nvSpPr>
          <p:spPr>
            <a:xfrm>
              <a:off x="6580575" y="4111575"/>
              <a:ext cx="18250" cy="15650"/>
            </a:xfrm>
            <a:custGeom>
              <a:rect b="b" l="l" r="r" t="t"/>
              <a:pathLst>
                <a:path extrusionOk="0" h="626" w="730">
                  <a:moveTo>
                    <a:pt x="418" y="0"/>
                  </a:moveTo>
                  <a:cubicBezTo>
                    <a:pt x="140" y="0"/>
                    <a:pt x="1" y="337"/>
                    <a:pt x="198" y="534"/>
                  </a:cubicBezTo>
                  <a:cubicBezTo>
                    <a:pt x="261" y="597"/>
                    <a:pt x="339" y="626"/>
                    <a:pt x="416" y="626"/>
                  </a:cubicBezTo>
                  <a:cubicBezTo>
                    <a:pt x="576" y="626"/>
                    <a:pt x="730" y="501"/>
                    <a:pt x="730" y="312"/>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48"/>
            <p:cNvSpPr/>
            <p:nvPr/>
          </p:nvSpPr>
          <p:spPr>
            <a:xfrm>
              <a:off x="6536550" y="4091550"/>
              <a:ext cx="15625" cy="15650"/>
            </a:xfrm>
            <a:custGeom>
              <a:rect b="b" l="l" r="r" t="t"/>
              <a:pathLst>
                <a:path extrusionOk="0" h="626" w="625">
                  <a:moveTo>
                    <a:pt x="313" y="1"/>
                  </a:moveTo>
                  <a:cubicBezTo>
                    <a:pt x="140" y="1"/>
                    <a:pt x="0" y="140"/>
                    <a:pt x="0" y="313"/>
                  </a:cubicBezTo>
                  <a:cubicBezTo>
                    <a:pt x="0"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48"/>
            <p:cNvSpPr/>
            <p:nvPr/>
          </p:nvSpPr>
          <p:spPr>
            <a:xfrm>
              <a:off x="6559900" y="4091550"/>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48"/>
            <p:cNvSpPr/>
            <p:nvPr/>
          </p:nvSpPr>
          <p:spPr>
            <a:xfrm>
              <a:off x="6580575" y="4091550"/>
              <a:ext cx="18250" cy="15650"/>
            </a:xfrm>
            <a:custGeom>
              <a:rect b="b" l="l" r="r" t="t"/>
              <a:pathLst>
                <a:path extrusionOk="0" h="626" w="730">
                  <a:moveTo>
                    <a:pt x="418" y="1"/>
                  </a:moveTo>
                  <a:cubicBezTo>
                    <a:pt x="140" y="1"/>
                    <a:pt x="1" y="337"/>
                    <a:pt x="198" y="534"/>
                  </a:cubicBezTo>
                  <a:cubicBezTo>
                    <a:pt x="261" y="598"/>
                    <a:pt x="339" y="626"/>
                    <a:pt x="416" y="626"/>
                  </a:cubicBezTo>
                  <a:cubicBezTo>
                    <a:pt x="576" y="626"/>
                    <a:pt x="730" y="502"/>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48"/>
            <p:cNvSpPr/>
            <p:nvPr/>
          </p:nvSpPr>
          <p:spPr>
            <a:xfrm>
              <a:off x="6536550" y="4071550"/>
              <a:ext cx="15625" cy="15625"/>
            </a:xfrm>
            <a:custGeom>
              <a:rect b="b" l="l" r="r" t="t"/>
              <a:pathLst>
                <a:path extrusionOk="0" h="625" w="625">
                  <a:moveTo>
                    <a:pt x="313" y="0"/>
                  </a:moveTo>
                  <a:cubicBezTo>
                    <a:pt x="140" y="0"/>
                    <a:pt x="0" y="140"/>
                    <a:pt x="0" y="313"/>
                  </a:cubicBezTo>
                  <a:cubicBezTo>
                    <a:pt x="0" y="485"/>
                    <a:pt x="140" y="625"/>
                    <a:pt x="313" y="625"/>
                  </a:cubicBezTo>
                  <a:cubicBezTo>
                    <a:pt x="486" y="625"/>
                    <a:pt x="625" y="485"/>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48"/>
            <p:cNvSpPr/>
            <p:nvPr/>
          </p:nvSpPr>
          <p:spPr>
            <a:xfrm>
              <a:off x="6559900" y="4071550"/>
              <a:ext cx="15625" cy="15625"/>
            </a:xfrm>
            <a:custGeom>
              <a:rect b="b" l="l" r="r" t="t"/>
              <a:pathLst>
                <a:path extrusionOk="0" h="625" w="625">
                  <a:moveTo>
                    <a:pt x="312" y="0"/>
                  </a:moveTo>
                  <a:cubicBezTo>
                    <a:pt x="140" y="0"/>
                    <a:pt x="0" y="140"/>
                    <a:pt x="0" y="313"/>
                  </a:cubicBezTo>
                  <a:cubicBezTo>
                    <a:pt x="0" y="485"/>
                    <a:pt x="140" y="625"/>
                    <a:pt x="312" y="625"/>
                  </a:cubicBezTo>
                  <a:cubicBezTo>
                    <a:pt x="485" y="625"/>
                    <a:pt x="625" y="485"/>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48"/>
            <p:cNvSpPr/>
            <p:nvPr/>
          </p:nvSpPr>
          <p:spPr>
            <a:xfrm>
              <a:off x="6580575" y="4071550"/>
              <a:ext cx="18250" cy="15625"/>
            </a:xfrm>
            <a:custGeom>
              <a:rect b="b" l="l" r="r" t="t"/>
              <a:pathLst>
                <a:path extrusionOk="0" h="625" w="730">
                  <a:moveTo>
                    <a:pt x="418" y="0"/>
                  </a:moveTo>
                  <a:cubicBezTo>
                    <a:pt x="140" y="0"/>
                    <a:pt x="1" y="337"/>
                    <a:pt x="198" y="532"/>
                  </a:cubicBezTo>
                  <a:cubicBezTo>
                    <a:pt x="261" y="596"/>
                    <a:pt x="339" y="625"/>
                    <a:pt x="416" y="625"/>
                  </a:cubicBezTo>
                  <a:cubicBezTo>
                    <a:pt x="576" y="625"/>
                    <a:pt x="730" y="500"/>
                    <a:pt x="730" y="313"/>
                  </a:cubicBezTo>
                  <a:cubicBezTo>
                    <a:pt x="730" y="140"/>
                    <a:pt x="591" y="0"/>
                    <a:pt x="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48"/>
            <p:cNvSpPr/>
            <p:nvPr/>
          </p:nvSpPr>
          <p:spPr>
            <a:xfrm>
              <a:off x="6536550" y="4051525"/>
              <a:ext cx="15625" cy="15650"/>
            </a:xfrm>
            <a:custGeom>
              <a:rect b="b" l="l" r="r" t="t"/>
              <a:pathLst>
                <a:path extrusionOk="0" h="626" w="625">
                  <a:moveTo>
                    <a:pt x="313" y="1"/>
                  </a:moveTo>
                  <a:cubicBezTo>
                    <a:pt x="140" y="1"/>
                    <a:pt x="0" y="140"/>
                    <a:pt x="0" y="313"/>
                  </a:cubicBezTo>
                  <a:cubicBezTo>
                    <a:pt x="0" y="486"/>
                    <a:pt x="140" y="626"/>
                    <a:pt x="313" y="626"/>
                  </a:cubicBezTo>
                  <a:cubicBezTo>
                    <a:pt x="486" y="626"/>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48"/>
            <p:cNvSpPr/>
            <p:nvPr/>
          </p:nvSpPr>
          <p:spPr>
            <a:xfrm>
              <a:off x="6559900" y="4051525"/>
              <a:ext cx="15625" cy="15650"/>
            </a:xfrm>
            <a:custGeom>
              <a:rect b="b" l="l" r="r" t="t"/>
              <a:pathLst>
                <a:path extrusionOk="0" h="626" w="625">
                  <a:moveTo>
                    <a:pt x="312" y="1"/>
                  </a:moveTo>
                  <a:cubicBezTo>
                    <a:pt x="140" y="1"/>
                    <a:pt x="0" y="140"/>
                    <a:pt x="0" y="313"/>
                  </a:cubicBezTo>
                  <a:cubicBezTo>
                    <a:pt x="0" y="486"/>
                    <a:pt x="140" y="626"/>
                    <a:pt x="312" y="626"/>
                  </a:cubicBezTo>
                  <a:cubicBezTo>
                    <a:pt x="485" y="626"/>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48"/>
            <p:cNvSpPr/>
            <p:nvPr/>
          </p:nvSpPr>
          <p:spPr>
            <a:xfrm>
              <a:off x="6580600" y="4051525"/>
              <a:ext cx="18225" cy="15650"/>
            </a:xfrm>
            <a:custGeom>
              <a:rect b="b" l="l" r="r" t="t"/>
              <a:pathLst>
                <a:path extrusionOk="0" h="626" w="729">
                  <a:moveTo>
                    <a:pt x="419" y="1"/>
                  </a:moveTo>
                  <a:cubicBezTo>
                    <a:pt x="419" y="1"/>
                    <a:pt x="418" y="1"/>
                    <a:pt x="417" y="1"/>
                  </a:cubicBezTo>
                  <a:cubicBezTo>
                    <a:pt x="416" y="1"/>
                    <a:pt x="415" y="1"/>
                    <a:pt x="415" y="1"/>
                  </a:cubicBezTo>
                  <a:cubicBezTo>
                    <a:pt x="139" y="1"/>
                    <a:pt x="0" y="336"/>
                    <a:pt x="197" y="533"/>
                  </a:cubicBezTo>
                  <a:cubicBezTo>
                    <a:pt x="260" y="597"/>
                    <a:pt x="338" y="625"/>
                    <a:pt x="415" y="625"/>
                  </a:cubicBezTo>
                  <a:cubicBezTo>
                    <a:pt x="575" y="625"/>
                    <a:pt x="729" y="501"/>
                    <a:pt x="729" y="313"/>
                  </a:cubicBezTo>
                  <a:cubicBezTo>
                    <a:pt x="729" y="141"/>
                    <a:pt x="591"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48"/>
            <p:cNvSpPr/>
            <p:nvPr/>
          </p:nvSpPr>
          <p:spPr>
            <a:xfrm>
              <a:off x="6536550" y="4031525"/>
              <a:ext cx="15625" cy="15650"/>
            </a:xfrm>
            <a:custGeom>
              <a:rect b="b" l="l" r="r" t="t"/>
              <a:pathLst>
                <a:path extrusionOk="0" h="626" w="625">
                  <a:moveTo>
                    <a:pt x="313" y="1"/>
                  </a:moveTo>
                  <a:cubicBezTo>
                    <a:pt x="140" y="1"/>
                    <a:pt x="0" y="140"/>
                    <a:pt x="0" y="313"/>
                  </a:cubicBezTo>
                  <a:cubicBezTo>
                    <a:pt x="0" y="486"/>
                    <a:pt x="140" y="625"/>
                    <a:pt x="313" y="625"/>
                  </a:cubicBezTo>
                  <a:cubicBezTo>
                    <a:pt x="486" y="625"/>
                    <a:pt x="625" y="486"/>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48"/>
            <p:cNvSpPr/>
            <p:nvPr/>
          </p:nvSpPr>
          <p:spPr>
            <a:xfrm>
              <a:off x="6559900" y="4031525"/>
              <a:ext cx="15625" cy="15650"/>
            </a:xfrm>
            <a:custGeom>
              <a:rect b="b" l="l" r="r" t="t"/>
              <a:pathLst>
                <a:path extrusionOk="0" h="626" w="625">
                  <a:moveTo>
                    <a:pt x="312" y="1"/>
                  </a:moveTo>
                  <a:cubicBezTo>
                    <a:pt x="140" y="1"/>
                    <a:pt x="0" y="140"/>
                    <a:pt x="0" y="313"/>
                  </a:cubicBezTo>
                  <a:cubicBezTo>
                    <a:pt x="0" y="486"/>
                    <a:pt x="140" y="625"/>
                    <a:pt x="312" y="625"/>
                  </a:cubicBezTo>
                  <a:cubicBezTo>
                    <a:pt x="485" y="625"/>
                    <a:pt x="625" y="486"/>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48"/>
            <p:cNvSpPr/>
            <p:nvPr/>
          </p:nvSpPr>
          <p:spPr>
            <a:xfrm>
              <a:off x="6580575" y="4031525"/>
              <a:ext cx="18250" cy="15625"/>
            </a:xfrm>
            <a:custGeom>
              <a:rect b="b" l="l" r="r" t="t"/>
              <a:pathLst>
                <a:path extrusionOk="0" h="625" w="730">
                  <a:moveTo>
                    <a:pt x="418" y="1"/>
                  </a:moveTo>
                  <a:cubicBezTo>
                    <a:pt x="140" y="1"/>
                    <a:pt x="1" y="337"/>
                    <a:pt x="198" y="533"/>
                  </a:cubicBezTo>
                  <a:cubicBezTo>
                    <a:pt x="261" y="596"/>
                    <a:pt x="339" y="625"/>
                    <a:pt x="416" y="625"/>
                  </a:cubicBezTo>
                  <a:cubicBezTo>
                    <a:pt x="576" y="625"/>
                    <a:pt x="730" y="500"/>
                    <a:pt x="730" y="313"/>
                  </a:cubicBezTo>
                  <a:cubicBezTo>
                    <a:pt x="730" y="140"/>
                    <a:pt x="591"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48"/>
            <p:cNvSpPr/>
            <p:nvPr/>
          </p:nvSpPr>
          <p:spPr>
            <a:xfrm>
              <a:off x="6536550" y="4011525"/>
              <a:ext cx="15625" cy="15625"/>
            </a:xfrm>
            <a:custGeom>
              <a:rect b="b" l="l" r="r" t="t"/>
              <a:pathLst>
                <a:path extrusionOk="0" h="625" w="625">
                  <a:moveTo>
                    <a:pt x="313" y="0"/>
                  </a:moveTo>
                  <a:cubicBezTo>
                    <a:pt x="140" y="0"/>
                    <a:pt x="0" y="140"/>
                    <a:pt x="0" y="313"/>
                  </a:cubicBezTo>
                  <a:cubicBezTo>
                    <a:pt x="0" y="484"/>
                    <a:pt x="140" y="625"/>
                    <a:pt x="313" y="625"/>
                  </a:cubicBezTo>
                  <a:cubicBezTo>
                    <a:pt x="486" y="625"/>
                    <a:pt x="625" y="484"/>
                    <a:pt x="625" y="313"/>
                  </a:cubicBezTo>
                  <a:cubicBezTo>
                    <a:pt x="625" y="140"/>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48"/>
            <p:cNvSpPr/>
            <p:nvPr/>
          </p:nvSpPr>
          <p:spPr>
            <a:xfrm>
              <a:off x="6559900" y="4011525"/>
              <a:ext cx="15625" cy="15625"/>
            </a:xfrm>
            <a:custGeom>
              <a:rect b="b" l="l" r="r" t="t"/>
              <a:pathLst>
                <a:path extrusionOk="0" h="625" w="625">
                  <a:moveTo>
                    <a:pt x="312" y="0"/>
                  </a:moveTo>
                  <a:cubicBezTo>
                    <a:pt x="140" y="0"/>
                    <a:pt x="0" y="140"/>
                    <a:pt x="0" y="313"/>
                  </a:cubicBezTo>
                  <a:cubicBezTo>
                    <a:pt x="0" y="484"/>
                    <a:pt x="140" y="625"/>
                    <a:pt x="312" y="625"/>
                  </a:cubicBezTo>
                  <a:cubicBezTo>
                    <a:pt x="485" y="625"/>
                    <a:pt x="625" y="484"/>
                    <a:pt x="625" y="313"/>
                  </a:cubicBezTo>
                  <a:cubicBezTo>
                    <a:pt x="625" y="140"/>
                    <a:pt x="485" y="0"/>
                    <a:pt x="3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48"/>
            <p:cNvSpPr/>
            <p:nvPr/>
          </p:nvSpPr>
          <p:spPr>
            <a:xfrm>
              <a:off x="6536550" y="3991500"/>
              <a:ext cx="15625" cy="15650"/>
            </a:xfrm>
            <a:custGeom>
              <a:rect b="b" l="l" r="r" t="t"/>
              <a:pathLst>
                <a:path extrusionOk="0" h="626" w="625">
                  <a:moveTo>
                    <a:pt x="313" y="1"/>
                  </a:moveTo>
                  <a:cubicBezTo>
                    <a:pt x="140" y="1"/>
                    <a:pt x="0" y="140"/>
                    <a:pt x="0" y="313"/>
                  </a:cubicBezTo>
                  <a:cubicBezTo>
                    <a:pt x="0"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48"/>
            <p:cNvSpPr/>
            <p:nvPr/>
          </p:nvSpPr>
          <p:spPr>
            <a:xfrm>
              <a:off x="6559900" y="399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48"/>
            <p:cNvSpPr/>
            <p:nvPr/>
          </p:nvSpPr>
          <p:spPr>
            <a:xfrm>
              <a:off x="6536550" y="3971500"/>
              <a:ext cx="15625" cy="15650"/>
            </a:xfrm>
            <a:custGeom>
              <a:rect b="b" l="l" r="r" t="t"/>
              <a:pathLst>
                <a:path extrusionOk="0" h="626" w="625">
                  <a:moveTo>
                    <a:pt x="313" y="1"/>
                  </a:moveTo>
                  <a:cubicBezTo>
                    <a:pt x="140" y="1"/>
                    <a:pt x="0" y="140"/>
                    <a:pt x="0" y="313"/>
                  </a:cubicBezTo>
                  <a:cubicBezTo>
                    <a:pt x="0" y="484"/>
                    <a:pt x="140" y="625"/>
                    <a:pt x="313" y="625"/>
                  </a:cubicBezTo>
                  <a:cubicBezTo>
                    <a:pt x="486" y="625"/>
                    <a:pt x="625" y="484"/>
                    <a:pt x="625" y="313"/>
                  </a:cubicBezTo>
                  <a:cubicBezTo>
                    <a:pt x="625" y="140"/>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48"/>
            <p:cNvSpPr/>
            <p:nvPr/>
          </p:nvSpPr>
          <p:spPr>
            <a:xfrm>
              <a:off x="6559900" y="3971500"/>
              <a:ext cx="15625" cy="15650"/>
            </a:xfrm>
            <a:custGeom>
              <a:rect b="b" l="l" r="r" t="t"/>
              <a:pathLst>
                <a:path extrusionOk="0" h="626" w="625">
                  <a:moveTo>
                    <a:pt x="312" y="1"/>
                  </a:moveTo>
                  <a:cubicBezTo>
                    <a:pt x="140" y="1"/>
                    <a:pt x="0" y="140"/>
                    <a:pt x="0" y="313"/>
                  </a:cubicBezTo>
                  <a:cubicBezTo>
                    <a:pt x="0" y="484"/>
                    <a:pt x="140" y="625"/>
                    <a:pt x="312" y="625"/>
                  </a:cubicBezTo>
                  <a:cubicBezTo>
                    <a:pt x="485" y="625"/>
                    <a:pt x="625" y="484"/>
                    <a:pt x="625" y="313"/>
                  </a:cubicBezTo>
                  <a:cubicBezTo>
                    <a:pt x="625" y="140"/>
                    <a:pt x="485" y="1"/>
                    <a:pt x="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48"/>
            <p:cNvSpPr/>
            <p:nvPr/>
          </p:nvSpPr>
          <p:spPr>
            <a:xfrm>
              <a:off x="6536550" y="3951450"/>
              <a:ext cx="15625" cy="15650"/>
            </a:xfrm>
            <a:custGeom>
              <a:rect b="b" l="l" r="r" t="t"/>
              <a:pathLst>
                <a:path extrusionOk="0" h="626" w="625">
                  <a:moveTo>
                    <a:pt x="313" y="1"/>
                  </a:moveTo>
                  <a:cubicBezTo>
                    <a:pt x="140" y="1"/>
                    <a:pt x="0" y="142"/>
                    <a:pt x="0" y="313"/>
                  </a:cubicBezTo>
                  <a:cubicBezTo>
                    <a:pt x="0" y="486"/>
                    <a:pt x="140" y="625"/>
                    <a:pt x="313" y="625"/>
                  </a:cubicBezTo>
                  <a:cubicBezTo>
                    <a:pt x="486" y="625"/>
                    <a:pt x="625" y="486"/>
                    <a:pt x="625" y="313"/>
                  </a:cubicBezTo>
                  <a:cubicBezTo>
                    <a:pt x="625" y="142"/>
                    <a:pt x="486" y="1"/>
                    <a:pt x="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48"/>
            <p:cNvSpPr/>
            <p:nvPr/>
          </p:nvSpPr>
          <p:spPr>
            <a:xfrm>
              <a:off x="6536550" y="3931450"/>
              <a:ext cx="15625" cy="15625"/>
            </a:xfrm>
            <a:custGeom>
              <a:rect b="b" l="l" r="r" t="t"/>
              <a:pathLst>
                <a:path extrusionOk="0" h="625" w="625">
                  <a:moveTo>
                    <a:pt x="313" y="0"/>
                  </a:moveTo>
                  <a:cubicBezTo>
                    <a:pt x="140" y="0"/>
                    <a:pt x="0" y="141"/>
                    <a:pt x="0" y="313"/>
                  </a:cubicBezTo>
                  <a:cubicBezTo>
                    <a:pt x="0" y="485"/>
                    <a:pt x="140" y="625"/>
                    <a:pt x="313" y="625"/>
                  </a:cubicBezTo>
                  <a:cubicBezTo>
                    <a:pt x="486" y="625"/>
                    <a:pt x="625" y="485"/>
                    <a:pt x="625" y="313"/>
                  </a:cubicBezTo>
                  <a:cubicBezTo>
                    <a:pt x="625" y="141"/>
                    <a:pt x="486"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3" name="Google Shape;10393;p48"/>
          <p:cNvSpPr/>
          <p:nvPr/>
        </p:nvSpPr>
        <p:spPr>
          <a:xfrm rot="5400000">
            <a:off x="-1592507" y="1301717"/>
            <a:ext cx="3232040" cy="3232125"/>
          </a:xfrm>
          <a:custGeom>
            <a:rect b="b" l="l" r="r" t="t"/>
            <a:pathLst>
              <a:path extrusionOk="0" h="76050" w="76048">
                <a:moveTo>
                  <a:pt x="38024" y="210"/>
                </a:moveTo>
                <a:cubicBezTo>
                  <a:pt x="58874" y="210"/>
                  <a:pt x="75838" y="17174"/>
                  <a:pt x="75838" y="38024"/>
                </a:cubicBezTo>
                <a:cubicBezTo>
                  <a:pt x="75838" y="58876"/>
                  <a:pt x="58874" y="75840"/>
                  <a:pt x="38024" y="75840"/>
                </a:cubicBezTo>
                <a:cubicBezTo>
                  <a:pt x="17173" y="75840"/>
                  <a:pt x="209" y="58876"/>
                  <a:pt x="209" y="38024"/>
                </a:cubicBezTo>
                <a:cubicBezTo>
                  <a:pt x="209" y="17174"/>
                  <a:pt x="17173" y="210"/>
                  <a:pt x="38024" y="210"/>
                </a:cubicBezTo>
                <a:close/>
                <a:moveTo>
                  <a:pt x="38024" y="1"/>
                </a:moveTo>
                <a:cubicBezTo>
                  <a:pt x="17058" y="1"/>
                  <a:pt x="0" y="17059"/>
                  <a:pt x="0" y="38024"/>
                </a:cubicBezTo>
                <a:cubicBezTo>
                  <a:pt x="0" y="58992"/>
                  <a:pt x="17058" y="76049"/>
                  <a:pt x="38024" y="76049"/>
                </a:cubicBezTo>
                <a:cubicBezTo>
                  <a:pt x="58989" y="76049"/>
                  <a:pt x="76047" y="58992"/>
                  <a:pt x="76047" y="38024"/>
                </a:cubicBezTo>
                <a:cubicBezTo>
                  <a:pt x="76047" y="17059"/>
                  <a:pt x="58989" y="1"/>
                  <a:pt x="380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48"/>
          <p:cNvSpPr/>
          <p:nvPr/>
        </p:nvSpPr>
        <p:spPr>
          <a:xfrm rot="5400000">
            <a:off x="-610068" y="562448"/>
            <a:ext cx="1900005" cy="1900005"/>
          </a:xfrm>
          <a:custGeom>
            <a:rect b="b" l="l" r="r" t="t"/>
            <a:pathLst>
              <a:path extrusionOk="0" h="44706" w="44706">
                <a:moveTo>
                  <a:pt x="22353" y="211"/>
                </a:moveTo>
                <a:cubicBezTo>
                  <a:pt x="34563" y="211"/>
                  <a:pt x="44496" y="10143"/>
                  <a:pt x="44496" y="22353"/>
                </a:cubicBezTo>
                <a:cubicBezTo>
                  <a:pt x="44496" y="34565"/>
                  <a:pt x="34563" y="44496"/>
                  <a:pt x="22353" y="44496"/>
                </a:cubicBezTo>
                <a:cubicBezTo>
                  <a:pt x="10144" y="44496"/>
                  <a:pt x="209" y="34563"/>
                  <a:pt x="209" y="22355"/>
                </a:cubicBezTo>
                <a:cubicBezTo>
                  <a:pt x="209" y="10144"/>
                  <a:pt x="10143" y="211"/>
                  <a:pt x="22353" y="211"/>
                </a:cubicBezTo>
                <a:close/>
                <a:moveTo>
                  <a:pt x="22353" y="0"/>
                </a:moveTo>
                <a:cubicBezTo>
                  <a:pt x="10028" y="0"/>
                  <a:pt x="0" y="10028"/>
                  <a:pt x="0" y="22353"/>
                </a:cubicBezTo>
                <a:cubicBezTo>
                  <a:pt x="0" y="34678"/>
                  <a:pt x="10028" y="44706"/>
                  <a:pt x="22353" y="44706"/>
                </a:cubicBezTo>
                <a:cubicBezTo>
                  <a:pt x="34678" y="44706"/>
                  <a:pt x="44706" y="34678"/>
                  <a:pt x="44706" y="22353"/>
                </a:cubicBezTo>
                <a:cubicBezTo>
                  <a:pt x="44706" y="10028"/>
                  <a:pt x="34678" y="0"/>
                  <a:pt x="223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48"/>
          <p:cNvSpPr/>
          <p:nvPr/>
        </p:nvSpPr>
        <p:spPr>
          <a:xfrm flipH="1">
            <a:off x="8644553" y="3546011"/>
            <a:ext cx="445241" cy="385621"/>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48"/>
          <p:cNvSpPr/>
          <p:nvPr/>
        </p:nvSpPr>
        <p:spPr>
          <a:xfrm flipH="1">
            <a:off x="7976006" y="3412263"/>
            <a:ext cx="1247936" cy="1094228"/>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48"/>
          <p:cNvSpPr/>
          <p:nvPr/>
        </p:nvSpPr>
        <p:spPr>
          <a:xfrm flipH="1">
            <a:off x="7323944" y="3810713"/>
            <a:ext cx="1247936" cy="1094228"/>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48"/>
          <p:cNvSpPr/>
          <p:nvPr/>
        </p:nvSpPr>
        <p:spPr>
          <a:xfrm flipH="1">
            <a:off x="8572785" y="674614"/>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48"/>
          <p:cNvSpPr/>
          <p:nvPr/>
        </p:nvSpPr>
        <p:spPr>
          <a:xfrm flipH="1">
            <a:off x="8268879" y="1451741"/>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0" name="Google Shape;10400;p48"/>
          <p:cNvGrpSpPr/>
          <p:nvPr/>
        </p:nvGrpSpPr>
        <p:grpSpPr>
          <a:xfrm flipH="1">
            <a:off x="7568646" y="2219231"/>
            <a:ext cx="1019815" cy="944312"/>
            <a:chOff x="2113525" y="2880575"/>
            <a:chExt cx="609500" cy="564375"/>
          </a:xfrm>
        </p:grpSpPr>
        <p:sp>
          <p:nvSpPr>
            <p:cNvPr id="10401" name="Google Shape;10401;p48"/>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48"/>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48"/>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48"/>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48"/>
          <p:cNvGrpSpPr/>
          <p:nvPr/>
        </p:nvGrpSpPr>
        <p:grpSpPr>
          <a:xfrm flipH="1">
            <a:off x="8692175" y="1058192"/>
            <a:ext cx="349968" cy="2052568"/>
            <a:chOff x="1037125" y="2236325"/>
            <a:chExt cx="149100" cy="874475"/>
          </a:xfrm>
        </p:grpSpPr>
        <p:sp>
          <p:nvSpPr>
            <p:cNvPr id="10406" name="Google Shape;10406;p48"/>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48"/>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48"/>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48"/>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48"/>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48"/>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48"/>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48"/>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48"/>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48"/>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48"/>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48"/>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48"/>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48"/>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48"/>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48"/>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48"/>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48"/>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48"/>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48"/>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48"/>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48"/>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48"/>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48"/>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48"/>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48"/>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48"/>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48"/>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48"/>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48"/>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48"/>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48"/>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48"/>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48"/>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48"/>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48"/>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2" name="Google Shape;10442;p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3">
    <p:spTree>
      <p:nvGrpSpPr>
        <p:cNvPr id="10443" name="Shape 10443"/>
        <p:cNvGrpSpPr/>
        <p:nvPr/>
      </p:nvGrpSpPr>
      <p:grpSpPr>
        <a:xfrm>
          <a:off x="0" y="0"/>
          <a:ext cx="0" cy="0"/>
          <a:chOff x="0" y="0"/>
          <a:chExt cx="0" cy="0"/>
        </a:xfrm>
      </p:grpSpPr>
      <p:sp>
        <p:nvSpPr>
          <p:cNvPr id="10444" name="Google Shape;10444;p49"/>
          <p:cNvSpPr txBox="1"/>
          <p:nvPr>
            <p:ph type="title"/>
          </p:nvPr>
        </p:nvSpPr>
        <p:spPr>
          <a:xfrm>
            <a:off x="2759625" y="614786"/>
            <a:ext cx="3624900" cy="572700"/>
          </a:xfrm>
          <a:prstGeom prst="rect">
            <a:avLst/>
          </a:prstGeom>
        </p:spPr>
        <p:txBody>
          <a:bodyPr anchorCtr="0" anchor="t"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1800"/>
              <a:buNone/>
              <a:defRPr>
                <a:latin typeface="Poppins Light"/>
                <a:ea typeface="Poppins Light"/>
                <a:cs typeface="Poppins Light"/>
                <a:sym typeface="Poppins Light"/>
              </a:defRPr>
            </a:lvl2pPr>
            <a:lvl3pPr lvl="2">
              <a:spcBef>
                <a:spcPts val="0"/>
              </a:spcBef>
              <a:spcAft>
                <a:spcPts val="0"/>
              </a:spcAft>
              <a:buSzPts val="1800"/>
              <a:buNone/>
              <a:defRPr>
                <a:latin typeface="Poppins Light"/>
                <a:ea typeface="Poppins Light"/>
                <a:cs typeface="Poppins Light"/>
                <a:sym typeface="Poppins Light"/>
              </a:defRPr>
            </a:lvl3pPr>
            <a:lvl4pPr lvl="3">
              <a:spcBef>
                <a:spcPts val="0"/>
              </a:spcBef>
              <a:spcAft>
                <a:spcPts val="0"/>
              </a:spcAft>
              <a:buSzPts val="1800"/>
              <a:buNone/>
              <a:defRPr>
                <a:latin typeface="Poppins Light"/>
                <a:ea typeface="Poppins Light"/>
                <a:cs typeface="Poppins Light"/>
                <a:sym typeface="Poppins Light"/>
              </a:defRPr>
            </a:lvl4pPr>
            <a:lvl5pPr lvl="4">
              <a:spcBef>
                <a:spcPts val="0"/>
              </a:spcBef>
              <a:spcAft>
                <a:spcPts val="0"/>
              </a:spcAft>
              <a:buSzPts val="1800"/>
              <a:buNone/>
              <a:defRPr>
                <a:latin typeface="Poppins Light"/>
                <a:ea typeface="Poppins Light"/>
                <a:cs typeface="Poppins Light"/>
                <a:sym typeface="Poppins Light"/>
              </a:defRPr>
            </a:lvl5pPr>
            <a:lvl6pPr lvl="5">
              <a:spcBef>
                <a:spcPts val="0"/>
              </a:spcBef>
              <a:spcAft>
                <a:spcPts val="0"/>
              </a:spcAft>
              <a:buSzPts val="1800"/>
              <a:buNone/>
              <a:defRPr>
                <a:latin typeface="Poppins Light"/>
                <a:ea typeface="Poppins Light"/>
                <a:cs typeface="Poppins Light"/>
                <a:sym typeface="Poppins Light"/>
              </a:defRPr>
            </a:lvl6pPr>
            <a:lvl7pPr lvl="6">
              <a:spcBef>
                <a:spcPts val="0"/>
              </a:spcBef>
              <a:spcAft>
                <a:spcPts val="0"/>
              </a:spcAft>
              <a:buSzPts val="1800"/>
              <a:buNone/>
              <a:defRPr>
                <a:latin typeface="Poppins Light"/>
                <a:ea typeface="Poppins Light"/>
                <a:cs typeface="Poppins Light"/>
                <a:sym typeface="Poppins Light"/>
              </a:defRPr>
            </a:lvl7pPr>
            <a:lvl8pPr lvl="7">
              <a:spcBef>
                <a:spcPts val="0"/>
              </a:spcBef>
              <a:spcAft>
                <a:spcPts val="0"/>
              </a:spcAft>
              <a:buSzPts val="1800"/>
              <a:buNone/>
              <a:defRPr>
                <a:latin typeface="Poppins Light"/>
                <a:ea typeface="Poppins Light"/>
                <a:cs typeface="Poppins Light"/>
                <a:sym typeface="Poppins Light"/>
              </a:defRPr>
            </a:lvl8pPr>
            <a:lvl9pPr lvl="8">
              <a:spcBef>
                <a:spcPts val="0"/>
              </a:spcBef>
              <a:spcAft>
                <a:spcPts val="0"/>
              </a:spcAft>
              <a:buSzPts val="1800"/>
              <a:buNone/>
              <a:defRPr>
                <a:latin typeface="Poppins Light"/>
                <a:ea typeface="Poppins Light"/>
                <a:cs typeface="Poppins Light"/>
                <a:sym typeface="Poppins Light"/>
              </a:defRPr>
            </a:lvl9pPr>
          </a:lstStyle>
          <a:p/>
        </p:txBody>
      </p:sp>
      <p:sp>
        <p:nvSpPr>
          <p:cNvPr id="10445" name="Google Shape;10445;p49"/>
          <p:cNvSpPr/>
          <p:nvPr/>
        </p:nvSpPr>
        <p:spPr>
          <a:xfrm>
            <a:off x="-152400" y="-56425"/>
            <a:ext cx="1712100" cy="519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49"/>
          <p:cNvSpPr/>
          <p:nvPr/>
        </p:nvSpPr>
        <p:spPr>
          <a:xfrm rot="10800000">
            <a:off x="-543631" y="3847067"/>
            <a:ext cx="1136717" cy="1296439"/>
          </a:xfrm>
          <a:custGeom>
            <a:rect b="b" l="l" r="r" t="t"/>
            <a:pathLst>
              <a:path extrusionOk="0" h="28133" w="24667">
                <a:moveTo>
                  <a:pt x="24457" y="361"/>
                </a:moveTo>
                <a:lnTo>
                  <a:pt x="24457" y="27772"/>
                </a:lnTo>
                <a:lnTo>
                  <a:pt x="422" y="14066"/>
                </a:lnTo>
                <a:lnTo>
                  <a:pt x="24457" y="361"/>
                </a:lnTo>
                <a:close/>
                <a:moveTo>
                  <a:pt x="24667" y="0"/>
                </a:moveTo>
                <a:lnTo>
                  <a:pt x="1" y="14066"/>
                </a:lnTo>
                <a:lnTo>
                  <a:pt x="24667" y="28133"/>
                </a:lnTo>
                <a:lnTo>
                  <a:pt x="246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49"/>
          <p:cNvSpPr/>
          <p:nvPr/>
        </p:nvSpPr>
        <p:spPr>
          <a:xfrm rot="10800000">
            <a:off x="-581096" y="3410024"/>
            <a:ext cx="1136717" cy="1296439"/>
          </a:xfrm>
          <a:custGeom>
            <a:rect b="b" l="l" r="r" t="t"/>
            <a:pathLst>
              <a:path extrusionOk="0" h="28133" w="24667">
                <a:moveTo>
                  <a:pt x="24457" y="360"/>
                </a:moveTo>
                <a:lnTo>
                  <a:pt x="24457" y="27771"/>
                </a:lnTo>
                <a:lnTo>
                  <a:pt x="423" y="14066"/>
                </a:lnTo>
                <a:lnTo>
                  <a:pt x="24457" y="360"/>
                </a:lnTo>
                <a:close/>
                <a:moveTo>
                  <a:pt x="24666" y="1"/>
                </a:moveTo>
                <a:lnTo>
                  <a:pt x="0" y="14066"/>
                </a:lnTo>
                <a:lnTo>
                  <a:pt x="24666" y="28132"/>
                </a:lnTo>
                <a:lnTo>
                  <a:pt x="246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49"/>
          <p:cNvSpPr/>
          <p:nvPr/>
        </p:nvSpPr>
        <p:spPr>
          <a:xfrm rot="10800000">
            <a:off x="27195" y="3702053"/>
            <a:ext cx="278062" cy="278108"/>
          </a:xfrm>
          <a:custGeom>
            <a:rect b="b" l="l" r="r" t="t"/>
            <a:pathLst>
              <a:path extrusionOk="0" h="6035" w="6034">
                <a:moveTo>
                  <a:pt x="3017" y="0"/>
                </a:moveTo>
                <a:cubicBezTo>
                  <a:pt x="1351" y="0"/>
                  <a:pt x="0" y="1351"/>
                  <a:pt x="0" y="3017"/>
                </a:cubicBezTo>
                <a:cubicBezTo>
                  <a:pt x="0" y="4683"/>
                  <a:pt x="1351" y="6035"/>
                  <a:pt x="3017" y="6035"/>
                </a:cubicBezTo>
                <a:cubicBezTo>
                  <a:pt x="4682" y="6035"/>
                  <a:pt x="6033" y="4683"/>
                  <a:pt x="6033" y="3017"/>
                </a:cubicBezTo>
                <a:cubicBezTo>
                  <a:pt x="6033" y="1351"/>
                  <a:pt x="4682" y="0"/>
                  <a:pt x="30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9" name="Google Shape;10449;p49"/>
          <p:cNvGrpSpPr/>
          <p:nvPr/>
        </p:nvGrpSpPr>
        <p:grpSpPr>
          <a:xfrm rot="10800000">
            <a:off x="917904" y="2836990"/>
            <a:ext cx="274836" cy="1611920"/>
            <a:chOff x="4769975" y="2151700"/>
            <a:chExt cx="149100" cy="874475"/>
          </a:xfrm>
        </p:grpSpPr>
        <p:sp>
          <p:nvSpPr>
            <p:cNvPr id="10450" name="Google Shape;10450;p49"/>
            <p:cNvSpPr/>
            <p:nvPr/>
          </p:nvSpPr>
          <p:spPr>
            <a:xfrm>
              <a:off x="4904400" y="2386775"/>
              <a:ext cx="14675" cy="12600"/>
            </a:xfrm>
            <a:custGeom>
              <a:rect b="b" l="l" r="r" t="t"/>
              <a:pathLst>
                <a:path extrusionOk="0" h="504" w="587">
                  <a:moveTo>
                    <a:pt x="334" y="1"/>
                  </a:moveTo>
                  <a:cubicBezTo>
                    <a:pt x="273" y="1"/>
                    <a:pt x="210" y="23"/>
                    <a:pt x="159" y="74"/>
                  </a:cubicBezTo>
                  <a:cubicBezTo>
                    <a:pt x="0" y="232"/>
                    <a:pt x="112" y="503"/>
                    <a:pt x="337" y="503"/>
                  </a:cubicBezTo>
                  <a:cubicBezTo>
                    <a:pt x="475" y="503"/>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49"/>
            <p:cNvSpPr/>
            <p:nvPr/>
          </p:nvSpPr>
          <p:spPr>
            <a:xfrm>
              <a:off x="4904400" y="2465125"/>
              <a:ext cx="14675" cy="12575"/>
            </a:xfrm>
            <a:custGeom>
              <a:rect b="b" l="l" r="r" t="t"/>
              <a:pathLst>
                <a:path extrusionOk="0" h="503" w="587">
                  <a:moveTo>
                    <a:pt x="335" y="0"/>
                  </a:moveTo>
                  <a:cubicBezTo>
                    <a:pt x="273" y="0"/>
                    <a:pt x="211"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49"/>
            <p:cNvSpPr/>
            <p:nvPr/>
          </p:nvSpPr>
          <p:spPr>
            <a:xfrm>
              <a:off x="4904425" y="2543475"/>
              <a:ext cx="14650" cy="12600"/>
            </a:xfrm>
            <a:custGeom>
              <a:rect b="b" l="l" r="r" t="t"/>
              <a:pathLst>
                <a:path extrusionOk="0" h="504" w="586">
                  <a:moveTo>
                    <a:pt x="333" y="1"/>
                  </a:moveTo>
                  <a:cubicBezTo>
                    <a:pt x="272" y="1"/>
                    <a:pt x="209" y="23"/>
                    <a:pt x="158" y="74"/>
                  </a:cubicBezTo>
                  <a:cubicBezTo>
                    <a:pt x="1" y="232"/>
                    <a:pt x="111"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49"/>
            <p:cNvSpPr/>
            <p:nvPr/>
          </p:nvSpPr>
          <p:spPr>
            <a:xfrm>
              <a:off x="4904425" y="2621850"/>
              <a:ext cx="14650" cy="12550"/>
            </a:xfrm>
            <a:custGeom>
              <a:rect b="b" l="l" r="r" t="t"/>
              <a:pathLst>
                <a:path extrusionOk="0" h="502" w="586">
                  <a:moveTo>
                    <a:pt x="333" y="0"/>
                  </a:moveTo>
                  <a:cubicBezTo>
                    <a:pt x="272" y="0"/>
                    <a:pt x="209" y="23"/>
                    <a:pt x="158" y="74"/>
                  </a:cubicBezTo>
                  <a:cubicBezTo>
                    <a:pt x="1" y="232"/>
                    <a:pt x="111"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49"/>
            <p:cNvSpPr/>
            <p:nvPr/>
          </p:nvSpPr>
          <p:spPr>
            <a:xfrm>
              <a:off x="4904400" y="270017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49"/>
            <p:cNvSpPr/>
            <p:nvPr/>
          </p:nvSpPr>
          <p:spPr>
            <a:xfrm>
              <a:off x="4837200" y="2386775"/>
              <a:ext cx="14700" cy="12600"/>
            </a:xfrm>
            <a:custGeom>
              <a:rect b="b" l="l" r="r" t="t"/>
              <a:pathLst>
                <a:path extrusionOk="0" h="504" w="588">
                  <a:moveTo>
                    <a:pt x="334" y="1"/>
                  </a:moveTo>
                  <a:cubicBezTo>
                    <a:pt x="272" y="1"/>
                    <a:pt x="209" y="23"/>
                    <a:pt x="158" y="74"/>
                  </a:cubicBezTo>
                  <a:cubicBezTo>
                    <a:pt x="1" y="232"/>
                    <a:pt x="113" y="503"/>
                    <a:pt x="336" y="503"/>
                  </a:cubicBezTo>
                  <a:cubicBezTo>
                    <a:pt x="475" y="502"/>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49"/>
            <p:cNvSpPr/>
            <p:nvPr/>
          </p:nvSpPr>
          <p:spPr>
            <a:xfrm>
              <a:off x="4837200" y="2465125"/>
              <a:ext cx="14700" cy="12575"/>
            </a:xfrm>
            <a:custGeom>
              <a:rect b="b" l="l" r="r" t="t"/>
              <a:pathLst>
                <a:path extrusionOk="0" h="503" w="588">
                  <a:moveTo>
                    <a:pt x="334" y="0"/>
                  </a:moveTo>
                  <a:cubicBezTo>
                    <a:pt x="272" y="0"/>
                    <a:pt x="209" y="23"/>
                    <a:pt x="158" y="75"/>
                  </a:cubicBezTo>
                  <a:cubicBezTo>
                    <a:pt x="1" y="233"/>
                    <a:pt x="113" y="502"/>
                    <a:pt x="336"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49"/>
            <p:cNvSpPr/>
            <p:nvPr/>
          </p:nvSpPr>
          <p:spPr>
            <a:xfrm>
              <a:off x="4837200" y="2543475"/>
              <a:ext cx="14700" cy="12600"/>
            </a:xfrm>
            <a:custGeom>
              <a:rect b="b" l="l" r="r" t="t"/>
              <a:pathLst>
                <a:path extrusionOk="0" h="504" w="588">
                  <a:moveTo>
                    <a:pt x="334" y="1"/>
                  </a:moveTo>
                  <a:cubicBezTo>
                    <a:pt x="272" y="1"/>
                    <a:pt x="209" y="23"/>
                    <a:pt x="158" y="74"/>
                  </a:cubicBezTo>
                  <a:cubicBezTo>
                    <a:pt x="1" y="232"/>
                    <a:pt x="113" y="503"/>
                    <a:pt x="336"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49"/>
            <p:cNvSpPr/>
            <p:nvPr/>
          </p:nvSpPr>
          <p:spPr>
            <a:xfrm>
              <a:off x="4837200" y="2621850"/>
              <a:ext cx="14700" cy="12550"/>
            </a:xfrm>
            <a:custGeom>
              <a:rect b="b" l="l" r="r" t="t"/>
              <a:pathLst>
                <a:path extrusionOk="0" h="502" w="588">
                  <a:moveTo>
                    <a:pt x="334" y="0"/>
                  </a:moveTo>
                  <a:cubicBezTo>
                    <a:pt x="272" y="0"/>
                    <a:pt x="209" y="23"/>
                    <a:pt x="158" y="74"/>
                  </a:cubicBezTo>
                  <a:cubicBezTo>
                    <a:pt x="1" y="232"/>
                    <a:pt x="113" y="501"/>
                    <a:pt x="336"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49"/>
            <p:cNvSpPr/>
            <p:nvPr/>
          </p:nvSpPr>
          <p:spPr>
            <a:xfrm>
              <a:off x="4837200" y="2700175"/>
              <a:ext cx="14700" cy="12600"/>
            </a:xfrm>
            <a:custGeom>
              <a:rect b="b" l="l" r="r" t="t"/>
              <a:pathLst>
                <a:path extrusionOk="0" h="504" w="588">
                  <a:moveTo>
                    <a:pt x="333" y="1"/>
                  </a:moveTo>
                  <a:cubicBezTo>
                    <a:pt x="272" y="1"/>
                    <a:pt x="209" y="23"/>
                    <a:pt x="158" y="74"/>
                  </a:cubicBezTo>
                  <a:cubicBezTo>
                    <a:pt x="1" y="233"/>
                    <a:pt x="113" y="503"/>
                    <a:pt x="336" y="503"/>
                  </a:cubicBezTo>
                  <a:cubicBezTo>
                    <a:pt x="475" y="503"/>
                    <a:pt x="587" y="391"/>
                    <a:pt x="587" y="253"/>
                  </a:cubicBezTo>
                  <a:cubicBezTo>
                    <a:pt x="587" y="101"/>
                    <a:pt x="463"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49"/>
            <p:cNvSpPr/>
            <p:nvPr/>
          </p:nvSpPr>
          <p:spPr>
            <a:xfrm>
              <a:off x="4769975" y="2386775"/>
              <a:ext cx="14700" cy="12600"/>
            </a:xfrm>
            <a:custGeom>
              <a:rect b="b" l="l" r="r" t="t"/>
              <a:pathLst>
                <a:path extrusionOk="0" h="504" w="588">
                  <a:moveTo>
                    <a:pt x="335" y="1"/>
                  </a:moveTo>
                  <a:cubicBezTo>
                    <a:pt x="273" y="1"/>
                    <a:pt x="211" y="23"/>
                    <a:pt x="160" y="74"/>
                  </a:cubicBezTo>
                  <a:cubicBezTo>
                    <a:pt x="1" y="232"/>
                    <a:pt x="113" y="503"/>
                    <a:pt x="337" y="503"/>
                  </a:cubicBezTo>
                  <a:cubicBezTo>
                    <a:pt x="475" y="503"/>
                    <a:pt x="587" y="390"/>
                    <a:pt x="587" y="252"/>
                  </a:cubicBezTo>
                  <a:cubicBezTo>
                    <a:pt x="587" y="101"/>
                    <a:pt x="463"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49"/>
            <p:cNvSpPr/>
            <p:nvPr/>
          </p:nvSpPr>
          <p:spPr>
            <a:xfrm>
              <a:off x="4769975" y="2465125"/>
              <a:ext cx="14700" cy="12575"/>
            </a:xfrm>
            <a:custGeom>
              <a:rect b="b" l="l" r="r" t="t"/>
              <a:pathLst>
                <a:path extrusionOk="0" h="503" w="588">
                  <a:moveTo>
                    <a:pt x="335" y="0"/>
                  </a:moveTo>
                  <a:cubicBezTo>
                    <a:pt x="274" y="0"/>
                    <a:pt x="211" y="23"/>
                    <a:pt x="160" y="75"/>
                  </a:cubicBezTo>
                  <a:cubicBezTo>
                    <a:pt x="1" y="233"/>
                    <a:pt x="113"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49"/>
            <p:cNvSpPr/>
            <p:nvPr/>
          </p:nvSpPr>
          <p:spPr>
            <a:xfrm>
              <a:off x="4770025" y="2543475"/>
              <a:ext cx="14650" cy="12600"/>
            </a:xfrm>
            <a:custGeom>
              <a:rect b="b" l="l" r="r" t="t"/>
              <a:pathLst>
                <a:path extrusionOk="0" h="504" w="586">
                  <a:moveTo>
                    <a:pt x="333" y="1"/>
                  </a:moveTo>
                  <a:cubicBezTo>
                    <a:pt x="271" y="1"/>
                    <a:pt x="209" y="23"/>
                    <a:pt x="158" y="74"/>
                  </a:cubicBezTo>
                  <a:cubicBezTo>
                    <a:pt x="0" y="232"/>
                    <a:pt x="111" y="503"/>
                    <a:pt x="335" y="503"/>
                  </a:cubicBezTo>
                  <a:cubicBezTo>
                    <a:pt x="473" y="503"/>
                    <a:pt x="585" y="391"/>
                    <a:pt x="585" y="252"/>
                  </a:cubicBezTo>
                  <a:cubicBezTo>
                    <a:pt x="585" y="101"/>
                    <a:pt x="461"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49"/>
            <p:cNvSpPr/>
            <p:nvPr/>
          </p:nvSpPr>
          <p:spPr>
            <a:xfrm>
              <a:off x="4770025" y="2621850"/>
              <a:ext cx="14650" cy="12550"/>
            </a:xfrm>
            <a:custGeom>
              <a:rect b="b" l="l" r="r" t="t"/>
              <a:pathLst>
                <a:path extrusionOk="0" h="502" w="586">
                  <a:moveTo>
                    <a:pt x="333" y="0"/>
                  </a:moveTo>
                  <a:cubicBezTo>
                    <a:pt x="271" y="0"/>
                    <a:pt x="209" y="23"/>
                    <a:pt x="158" y="74"/>
                  </a:cubicBezTo>
                  <a:cubicBezTo>
                    <a:pt x="0" y="232"/>
                    <a:pt x="111" y="501"/>
                    <a:pt x="335" y="501"/>
                  </a:cubicBezTo>
                  <a:cubicBezTo>
                    <a:pt x="473" y="501"/>
                    <a:pt x="585" y="389"/>
                    <a:pt x="585" y="251"/>
                  </a:cubicBezTo>
                  <a:cubicBezTo>
                    <a:pt x="585" y="100"/>
                    <a:pt x="461"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49"/>
            <p:cNvSpPr/>
            <p:nvPr/>
          </p:nvSpPr>
          <p:spPr>
            <a:xfrm>
              <a:off x="4906525" y="2151725"/>
              <a:ext cx="12550" cy="12575"/>
            </a:xfrm>
            <a:custGeom>
              <a:rect b="b" l="l" r="r" t="t"/>
              <a:pathLst>
                <a:path extrusionOk="0" h="503" w="502">
                  <a:moveTo>
                    <a:pt x="252" y="1"/>
                  </a:moveTo>
                  <a:cubicBezTo>
                    <a:pt x="112" y="1"/>
                    <a:pt x="0" y="113"/>
                    <a:pt x="0" y="251"/>
                  </a:cubicBezTo>
                  <a:cubicBezTo>
                    <a:pt x="0" y="390"/>
                    <a:pt x="112" y="502"/>
                    <a:pt x="252" y="502"/>
                  </a:cubicBezTo>
                  <a:cubicBezTo>
                    <a:pt x="390" y="502"/>
                    <a:pt x="502" y="390"/>
                    <a:pt x="502" y="251"/>
                  </a:cubicBezTo>
                  <a:cubicBezTo>
                    <a:pt x="502" y="113"/>
                    <a:pt x="390" y="1"/>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49"/>
            <p:cNvSpPr/>
            <p:nvPr/>
          </p:nvSpPr>
          <p:spPr>
            <a:xfrm>
              <a:off x="4906525" y="2230050"/>
              <a:ext cx="12550" cy="12575"/>
            </a:xfrm>
            <a:custGeom>
              <a:rect b="b" l="l" r="r" t="t"/>
              <a:pathLst>
                <a:path extrusionOk="0" h="503" w="502">
                  <a:moveTo>
                    <a:pt x="252" y="1"/>
                  </a:moveTo>
                  <a:cubicBezTo>
                    <a:pt x="112" y="1"/>
                    <a:pt x="0" y="115"/>
                    <a:pt x="0" y="253"/>
                  </a:cubicBezTo>
                  <a:cubicBezTo>
                    <a:pt x="0" y="390"/>
                    <a:pt x="112" y="503"/>
                    <a:pt x="252" y="503"/>
                  </a:cubicBezTo>
                  <a:cubicBezTo>
                    <a:pt x="390" y="503"/>
                    <a:pt x="502" y="390"/>
                    <a:pt x="502" y="253"/>
                  </a:cubicBezTo>
                  <a:cubicBezTo>
                    <a:pt x="502" y="115"/>
                    <a:pt x="390" y="1"/>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49"/>
            <p:cNvSpPr/>
            <p:nvPr/>
          </p:nvSpPr>
          <p:spPr>
            <a:xfrm>
              <a:off x="4906525" y="2308425"/>
              <a:ext cx="12550" cy="12575"/>
            </a:xfrm>
            <a:custGeom>
              <a:rect b="b" l="l" r="r" t="t"/>
              <a:pathLst>
                <a:path extrusionOk="0" h="503" w="502">
                  <a:moveTo>
                    <a:pt x="252" y="1"/>
                  </a:moveTo>
                  <a:cubicBezTo>
                    <a:pt x="112" y="1"/>
                    <a:pt x="0" y="113"/>
                    <a:pt x="0" y="252"/>
                  </a:cubicBezTo>
                  <a:cubicBezTo>
                    <a:pt x="0" y="390"/>
                    <a:pt x="112" y="502"/>
                    <a:pt x="252" y="502"/>
                  </a:cubicBezTo>
                  <a:cubicBezTo>
                    <a:pt x="390" y="502"/>
                    <a:pt x="502" y="390"/>
                    <a:pt x="502" y="252"/>
                  </a:cubicBezTo>
                  <a:cubicBezTo>
                    <a:pt x="502" y="113"/>
                    <a:pt x="390" y="1"/>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49"/>
            <p:cNvSpPr/>
            <p:nvPr/>
          </p:nvSpPr>
          <p:spPr>
            <a:xfrm>
              <a:off x="4839325" y="2151725"/>
              <a:ext cx="12575" cy="12575"/>
            </a:xfrm>
            <a:custGeom>
              <a:rect b="b" l="l" r="r" t="t"/>
              <a:pathLst>
                <a:path extrusionOk="0" h="503" w="503">
                  <a:moveTo>
                    <a:pt x="251" y="1"/>
                  </a:moveTo>
                  <a:cubicBezTo>
                    <a:pt x="113" y="1"/>
                    <a:pt x="1" y="113"/>
                    <a:pt x="1" y="251"/>
                  </a:cubicBezTo>
                  <a:cubicBezTo>
                    <a:pt x="1" y="390"/>
                    <a:pt x="113" y="502"/>
                    <a:pt x="251" y="502"/>
                  </a:cubicBezTo>
                  <a:cubicBezTo>
                    <a:pt x="390" y="502"/>
                    <a:pt x="502" y="390"/>
                    <a:pt x="502" y="251"/>
                  </a:cubicBezTo>
                  <a:cubicBezTo>
                    <a:pt x="502" y="113"/>
                    <a:pt x="390" y="1"/>
                    <a:pt x="2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49"/>
            <p:cNvSpPr/>
            <p:nvPr/>
          </p:nvSpPr>
          <p:spPr>
            <a:xfrm>
              <a:off x="4839325" y="2230050"/>
              <a:ext cx="12575" cy="12575"/>
            </a:xfrm>
            <a:custGeom>
              <a:rect b="b" l="l" r="r" t="t"/>
              <a:pathLst>
                <a:path extrusionOk="0" h="503" w="503">
                  <a:moveTo>
                    <a:pt x="251" y="1"/>
                  </a:moveTo>
                  <a:cubicBezTo>
                    <a:pt x="113" y="1"/>
                    <a:pt x="1" y="115"/>
                    <a:pt x="1" y="253"/>
                  </a:cubicBezTo>
                  <a:cubicBezTo>
                    <a:pt x="1" y="390"/>
                    <a:pt x="113" y="503"/>
                    <a:pt x="251" y="503"/>
                  </a:cubicBezTo>
                  <a:cubicBezTo>
                    <a:pt x="390" y="503"/>
                    <a:pt x="502" y="390"/>
                    <a:pt x="502" y="253"/>
                  </a:cubicBezTo>
                  <a:cubicBezTo>
                    <a:pt x="502" y="115"/>
                    <a:pt x="390" y="1"/>
                    <a:pt x="2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49"/>
            <p:cNvSpPr/>
            <p:nvPr/>
          </p:nvSpPr>
          <p:spPr>
            <a:xfrm>
              <a:off x="4839325" y="2308425"/>
              <a:ext cx="12575" cy="12575"/>
            </a:xfrm>
            <a:custGeom>
              <a:rect b="b" l="l" r="r" t="t"/>
              <a:pathLst>
                <a:path extrusionOk="0" h="503" w="503">
                  <a:moveTo>
                    <a:pt x="251" y="1"/>
                  </a:moveTo>
                  <a:cubicBezTo>
                    <a:pt x="113" y="1"/>
                    <a:pt x="1" y="113"/>
                    <a:pt x="1" y="252"/>
                  </a:cubicBezTo>
                  <a:cubicBezTo>
                    <a:pt x="1" y="390"/>
                    <a:pt x="113" y="502"/>
                    <a:pt x="251" y="502"/>
                  </a:cubicBezTo>
                  <a:cubicBezTo>
                    <a:pt x="390" y="502"/>
                    <a:pt x="502" y="390"/>
                    <a:pt x="502" y="252"/>
                  </a:cubicBezTo>
                  <a:cubicBezTo>
                    <a:pt x="502" y="113"/>
                    <a:pt x="390" y="1"/>
                    <a:pt x="2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49"/>
            <p:cNvSpPr/>
            <p:nvPr/>
          </p:nvSpPr>
          <p:spPr>
            <a:xfrm>
              <a:off x="4770025" y="2151700"/>
              <a:ext cx="14650" cy="12600"/>
            </a:xfrm>
            <a:custGeom>
              <a:rect b="b" l="l" r="r" t="t"/>
              <a:pathLst>
                <a:path extrusionOk="0" h="504" w="586">
                  <a:moveTo>
                    <a:pt x="333" y="1"/>
                  </a:moveTo>
                  <a:cubicBezTo>
                    <a:pt x="271" y="1"/>
                    <a:pt x="209" y="24"/>
                    <a:pt x="158" y="74"/>
                  </a:cubicBezTo>
                  <a:cubicBezTo>
                    <a:pt x="0" y="232"/>
                    <a:pt x="111" y="503"/>
                    <a:pt x="335" y="503"/>
                  </a:cubicBezTo>
                  <a:cubicBezTo>
                    <a:pt x="473" y="503"/>
                    <a:pt x="585" y="391"/>
                    <a:pt x="585" y="252"/>
                  </a:cubicBezTo>
                  <a:cubicBezTo>
                    <a:pt x="585" y="101"/>
                    <a:pt x="461"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49"/>
            <p:cNvSpPr/>
            <p:nvPr/>
          </p:nvSpPr>
          <p:spPr>
            <a:xfrm>
              <a:off x="4770025" y="2230075"/>
              <a:ext cx="14650" cy="12550"/>
            </a:xfrm>
            <a:custGeom>
              <a:rect b="b" l="l" r="r" t="t"/>
              <a:pathLst>
                <a:path extrusionOk="0" h="502" w="586">
                  <a:moveTo>
                    <a:pt x="333" y="1"/>
                  </a:moveTo>
                  <a:cubicBezTo>
                    <a:pt x="271" y="1"/>
                    <a:pt x="209" y="23"/>
                    <a:pt x="158" y="74"/>
                  </a:cubicBezTo>
                  <a:cubicBezTo>
                    <a:pt x="0" y="232"/>
                    <a:pt x="111" y="502"/>
                    <a:pt x="335" y="502"/>
                  </a:cubicBezTo>
                  <a:cubicBezTo>
                    <a:pt x="473" y="502"/>
                    <a:pt x="585" y="389"/>
                    <a:pt x="585" y="252"/>
                  </a:cubicBezTo>
                  <a:cubicBezTo>
                    <a:pt x="585" y="101"/>
                    <a:pt x="461"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49"/>
            <p:cNvSpPr/>
            <p:nvPr/>
          </p:nvSpPr>
          <p:spPr>
            <a:xfrm>
              <a:off x="4769975" y="2308400"/>
              <a:ext cx="14700" cy="12600"/>
            </a:xfrm>
            <a:custGeom>
              <a:rect b="b" l="l" r="r" t="t"/>
              <a:pathLst>
                <a:path extrusionOk="0" h="504" w="588">
                  <a:moveTo>
                    <a:pt x="334" y="1"/>
                  </a:moveTo>
                  <a:cubicBezTo>
                    <a:pt x="273" y="1"/>
                    <a:pt x="211" y="24"/>
                    <a:pt x="160" y="74"/>
                  </a:cubicBezTo>
                  <a:cubicBezTo>
                    <a:pt x="1" y="234"/>
                    <a:pt x="113"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49"/>
            <p:cNvSpPr/>
            <p:nvPr/>
          </p:nvSpPr>
          <p:spPr>
            <a:xfrm>
              <a:off x="4769975" y="2700175"/>
              <a:ext cx="14700" cy="12600"/>
            </a:xfrm>
            <a:custGeom>
              <a:rect b="b" l="l" r="r" t="t"/>
              <a:pathLst>
                <a:path extrusionOk="0" h="504" w="588">
                  <a:moveTo>
                    <a:pt x="334" y="1"/>
                  </a:moveTo>
                  <a:cubicBezTo>
                    <a:pt x="273" y="1"/>
                    <a:pt x="211" y="23"/>
                    <a:pt x="160" y="74"/>
                  </a:cubicBezTo>
                  <a:cubicBezTo>
                    <a:pt x="1" y="233"/>
                    <a:pt x="113"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49"/>
            <p:cNvSpPr/>
            <p:nvPr/>
          </p:nvSpPr>
          <p:spPr>
            <a:xfrm>
              <a:off x="4904400" y="2778550"/>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49"/>
            <p:cNvSpPr/>
            <p:nvPr/>
          </p:nvSpPr>
          <p:spPr>
            <a:xfrm>
              <a:off x="4904400" y="2856900"/>
              <a:ext cx="14675" cy="12575"/>
            </a:xfrm>
            <a:custGeom>
              <a:rect b="b" l="l" r="r" t="t"/>
              <a:pathLst>
                <a:path extrusionOk="0" h="503" w="587">
                  <a:moveTo>
                    <a:pt x="335" y="0"/>
                  </a:moveTo>
                  <a:cubicBezTo>
                    <a:pt x="273" y="0"/>
                    <a:pt x="211" y="23"/>
                    <a:pt x="159" y="75"/>
                  </a:cubicBezTo>
                  <a:cubicBezTo>
                    <a:pt x="0" y="232"/>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49"/>
            <p:cNvSpPr/>
            <p:nvPr/>
          </p:nvSpPr>
          <p:spPr>
            <a:xfrm>
              <a:off x="4837200" y="2778550"/>
              <a:ext cx="14700" cy="12575"/>
            </a:xfrm>
            <a:custGeom>
              <a:rect b="b" l="l" r="r" t="t"/>
              <a:pathLst>
                <a:path extrusionOk="0" h="503" w="588">
                  <a:moveTo>
                    <a:pt x="334" y="0"/>
                  </a:moveTo>
                  <a:cubicBezTo>
                    <a:pt x="272" y="0"/>
                    <a:pt x="209" y="23"/>
                    <a:pt x="158" y="74"/>
                  </a:cubicBezTo>
                  <a:cubicBezTo>
                    <a:pt x="1" y="232"/>
                    <a:pt x="113" y="503"/>
                    <a:pt x="336" y="503"/>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49"/>
            <p:cNvSpPr/>
            <p:nvPr/>
          </p:nvSpPr>
          <p:spPr>
            <a:xfrm>
              <a:off x="4837200" y="2856900"/>
              <a:ext cx="14700" cy="12575"/>
            </a:xfrm>
            <a:custGeom>
              <a:rect b="b" l="l" r="r" t="t"/>
              <a:pathLst>
                <a:path extrusionOk="0" h="503" w="588">
                  <a:moveTo>
                    <a:pt x="334" y="0"/>
                  </a:moveTo>
                  <a:cubicBezTo>
                    <a:pt x="272" y="0"/>
                    <a:pt x="209" y="23"/>
                    <a:pt x="158" y="75"/>
                  </a:cubicBezTo>
                  <a:cubicBezTo>
                    <a:pt x="1" y="232"/>
                    <a:pt x="113" y="502"/>
                    <a:pt x="336"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49"/>
            <p:cNvSpPr/>
            <p:nvPr/>
          </p:nvSpPr>
          <p:spPr>
            <a:xfrm>
              <a:off x="4837200" y="2935250"/>
              <a:ext cx="14700" cy="12600"/>
            </a:xfrm>
            <a:custGeom>
              <a:rect b="b" l="l" r="r" t="t"/>
              <a:pathLst>
                <a:path extrusionOk="0" h="504" w="588">
                  <a:moveTo>
                    <a:pt x="334" y="0"/>
                  </a:moveTo>
                  <a:cubicBezTo>
                    <a:pt x="272" y="0"/>
                    <a:pt x="209" y="23"/>
                    <a:pt x="158" y="74"/>
                  </a:cubicBezTo>
                  <a:cubicBezTo>
                    <a:pt x="1" y="232"/>
                    <a:pt x="113" y="503"/>
                    <a:pt x="336"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49"/>
            <p:cNvSpPr/>
            <p:nvPr/>
          </p:nvSpPr>
          <p:spPr>
            <a:xfrm>
              <a:off x="4769975" y="2778550"/>
              <a:ext cx="14700" cy="12575"/>
            </a:xfrm>
            <a:custGeom>
              <a:rect b="b" l="l" r="r" t="t"/>
              <a:pathLst>
                <a:path extrusionOk="0" h="503" w="588">
                  <a:moveTo>
                    <a:pt x="335" y="0"/>
                  </a:moveTo>
                  <a:cubicBezTo>
                    <a:pt x="273" y="0"/>
                    <a:pt x="211" y="23"/>
                    <a:pt x="160" y="74"/>
                  </a:cubicBezTo>
                  <a:cubicBezTo>
                    <a:pt x="1" y="232"/>
                    <a:pt x="113" y="503"/>
                    <a:pt x="337" y="503"/>
                  </a:cubicBezTo>
                  <a:cubicBezTo>
                    <a:pt x="475" y="503"/>
                    <a:pt x="587" y="389"/>
                    <a:pt x="587" y="251"/>
                  </a:cubicBezTo>
                  <a:cubicBezTo>
                    <a:pt x="587" y="100"/>
                    <a:pt x="463"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49"/>
            <p:cNvSpPr/>
            <p:nvPr/>
          </p:nvSpPr>
          <p:spPr>
            <a:xfrm>
              <a:off x="4769975" y="2856900"/>
              <a:ext cx="14700" cy="12575"/>
            </a:xfrm>
            <a:custGeom>
              <a:rect b="b" l="l" r="r" t="t"/>
              <a:pathLst>
                <a:path extrusionOk="0" h="503" w="588">
                  <a:moveTo>
                    <a:pt x="335" y="0"/>
                  </a:moveTo>
                  <a:cubicBezTo>
                    <a:pt x="274" y="0"/>
                    <a:pt x="211" y="23"/>
                    <a:pt x="160" y="75"/>
                  </a:cubicBezTo>
                  <a:cubicBezTo>
                    <a:pt x="1" y="232"/>
                    <a:pt x="113"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49"/>
            <p:cNvSpPr/>
            <p:nvPr/>
          </p:nvSpPr>
          <p:spPr>
            <a:xfrm>
              <a:off x="4770025" y="2935250"/>
              <a:ext cx="14650" cy="12600"/>
            </a:xfrm>
            <a:custGeom>
              <a:rect b="b" l="l" r="r" t="t"/>
              <a:pathLst>
                <a:path extrusionOk="0" h="504" w="586">
                  <a:moveTo>
                    <a:pt x="333" y="0"/>
                  </a:moveTo>
                  <a:cubicBezTo>
                    <a:pt x="271" y="0"/>
                    <a:pt x="209" y="23"/>
                    <a:pt x="158" y="74"/>
                  </a:cubicBezTo>
                  <a:cubicBezTo>
                    <a:pt x="0" y="232"/>
                    <a:pt x="111" y="503"/>
                    <a:pt x="335" y="503"/>
                  </a:cubicBezTo>
                  <a:cubicBezTo>
                    <a:pt x="473" y="503"/>
                    <a:pt x="585" y="391"/>
                    <a:pt x="585" y="251"/>
                  </a:cubicBezTo>
                  <a:cubicBezTo>
                    <a:pt x="585" y="101"/>
                    <a:pt x="461"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49"/>
            <p:cNvSpPr/>
            <p:nvPr/>
          </p:nvSpPr>
          <p:spPr>
            <a:xfrm>
              <a:off x="4770025" y="3013625"/>
              <a:ext cx="14650" cy="12550"/>
            </a:xfrm>
            <a:custGeom>
              <a:rect b="b" l="l" r="r" t="t"/>
              <a:pathLst>
                <a:path extrusionOk="0" h="502" w="586">
                  <a:moveTo>
                    <a:pt x="333" y="0"/>
                  </a:moveTo>
                  <a:cubicBezTo>
                    <a:pt x="271" y="0"/>
                    <a:pt x="209" y="23"/>
                    <a:pt x="158" y="74"/>
                  </a:cubicBezTo>
                  <a:cubicBezTo>
                    <a:pt x="0" y="231"/>
                    <a:pt x="111" y="501"/>
                    <a:pt x="335" y="501"/>
                  </a:cubicBezTo>
                  <a:cubicBezTo>
                    <a:pt x="473" y="501"/>
                    <a:pt x="585" y="389"/>
                    <a:pt x="585" y="251"/>
                  </a:cubicBezTo>
                  <a:cubicBezTo>
                    <a:pt x="585" y="100"/>
                    <a:pt x="461"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3" name="Google Shape;10483;p49"/>
          <p:cNvSpPr/>
          <p:nvPr/>
        </p:nvSpPr>
        <p:spPr>
          <a:xfrm rot="10800000">
            <a:off x="-1096900" y="1184017"/>
            <a:ext cx="2057538" cy="2057538"/>
          </a:xfrm>
          <a:custGeom>
            <a:rect b="b" l="l" r="r" t="t"/>
            <a:pathLst>
              <a:path extrusionOk="0" h="44649" w="44649">
                <a:moveTo>
                  <a:pt x="22324" y="296"/>
                </a:moveTo>
                <a:lnTo>
                  <a:pt x="44353" y="22325"/>
                </a:lnTo>
                <a:lnTo>
                  <a:pt x="22324" y="44351"/>
                </a:lnTo>
                <a:lnTo>
                  <a:pt x="296" y="22325"/>
                </a:lnTo>
                <a:lnTo>
                  <a:pt x="22324" y="296"/>
                </a:lnTo>
                <a:close/>
                <a:moveTo>
                  <a:pt x="22324" y="1"/>
                </a:moveTo>
                <a:lnTo>
                  <a:pt x="0" y="22325"/>
                </a:lnTo>
                <a:lnTo>
                  <a:pt x="22324" y="44648"/>
                </a:lnTo>
                <a:lnTo>
                  <a:pt x="44648" y="22325"/>
                </a:lnTo>
                <a:lnTo>
                  <a:pt x="223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49"/>
          <p:cNvSpPr/>
          <p:nvPr/>
        </p:nvSpPr>
        <p:spPr>
          <a:xfrm rot="10800000">
            <a:off x="-1130952" y="1170377"/>
            <a:ext cx="1692334" cy="2105233"/>
          </a:xfrm>
          <a:custGeom>
            <a:rect b="b" l="l" r="r" t="t"/>
            <a:pathLst>
              <a:path extrusionOk="0" h="45684" w="36724">
                <a:moveTo>
                  <a:pt x="13660" y="0"/>
                </a:moveTo>
                <a:lnTo>
                  <a:pt x="1" y="13659"/>
                </a:lnTo>
                <a:lnTo>
                  <a:pt x="888" y="14548"/>
                </a:lnTo>
                <a:lnTo>
                  <a:pt x="13660" y="1775"/>
                </a:lnTo>
                <a:lnTo>
                  <a:pt x="34947" y="23064"/>
                </a:lnTo>
                <a:lnTo>
                  <a:pt x="13216" y="44795"/>
                </a:lnTo>
                <a:lnTo>
                  <a:pt x="14104" y="45683"/>
                </a:lnTo>
                <a:lnTo>
                  <a:pt x="36724" y="23064"/>
                </a:lnTo>
                <a:lnTo>
                  <a:pt x="136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49"/>
          <p:cNvSpPr/>
          <p:nvPr/>
        </p:nvSpPr>
        <p:spPr>
          <a:xfrm rot="10800000">
            <a:off x="-793168" y="1487749"/>
            <a:ext cx="1450078" cy="1450078"/>
          </a:xfrm>
          <a:custGeom>
            <a:rect b="b" l="l" r="r" t="t"/>
            <a:pathLst>
              <a:path extrusionOk="0" h="31467" w="31467">
                <a:moveTo>
                  <a:pt x="31362" y="105"/>
                </a:moveTo>
                <a:lnTo>
                  <a:pt x="31362" y="31362"/>
                </a:lnTo>
                <a:lnTo>
                  <a:pt x="105" y="31362"/>
                </a:lnTo>
                <a:lnTo>
                  <a:pt x="105" y="105"/>
                </a:lnTo>
                <a:close/>
                <a:moveTo>
                  <a:pt x="0" y="1"/>
                </a:moveTo>
                <a:lnTo>
                  <a:pt x="0" y="31467"/>
                </a:lnTo>
                <a:lnTo>
                  <a:pt x="31466" y="31467"/>
                </a:lnTo>
                <a:lnTo>
                  <a:pt x="314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6" name="Google Shape;10486;p49"/>
          <p:cNvGrpSpPr/>
          <p:nvPr/>
        </p:nvGrpSpPr>
        <p:grpSpPr>
          <a:xfrm rot="10800000">
            <a:off x="-717753" y="1564574"/>
            <a:ext cx="1299260" cy="1296418"/>
            <a:chOff x="6378300" y="2596400"/>
            <a:chExt cx="754375" cy="752725"/>
          </a:xfrm>
        </p:grpSpPr>
        <p:sp>
          <p:nvSpPr>
            <p:cNvPr id="10487" name="Google Shape;10487;p49"/>
            <p:cNvSpPr/>
            <p:nvPr/>
          </p:nvSpPr>
          <p:spPr>
            <a:xfrm>
              <a:off x="6408850" y="2932325"/>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49"/>
            <p:cNvSpPr/>
            <p:nvPr/>
          </p:nvSpPr>
          <p:spPr>
            <a:xfrm>
              <a:off x="6469925" y="2871225"/>
              <a:ext cx="9700" cy="9700"/>
            </a:xfrm>
            <a:custGeom>
              <a:rect b="b" l="l" r="r" t="t"/>
              <a:pathLst>
                <a:path extrusionOk="0" h="388" w="388">
                  <a:moveTo>
                    <a:pt x="193" y="0"/>
                  </a:moveTo>
                  <a:cubicBezTo>
                    <a:pt x="87" y="0"/>
                    <a:pt x="1" y="87"/>
                    <a:pt x="1" y="195"/>
                  </a:cubicBezTo>
                  <a:cubicBezTo>
                    <a:pt x="1" y="301"/>
                    <a:pt x="87" y="387"/>
                    <a:pt x="193" y="387"/>
                  </a:cubicBezTo>
                  <a:cubicBezTo>
                    <a:pt x="299" y="387"/>
                    <a:pt x="387" y="301"/>
                    <a:pt x="387" y="195"/>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49"/>
            <p:cNvSpPr/>
            <p:nvPr/>
          </p:nvSpPr>
          <p:spPr>
            <a:xfrm>
              <a:off x="6530975" y="2810175"/>
              <a:ext cx="9700" cy="9650"/>
            </a:xfrm>
            <a:custGeom>
              <a:rect b="b" l="l" r="r" t="t"/>
              <a:pathLst>
                <a:path extrusionOk="0" h="386" w="388">
                  <a:moveTo>
                    <a:pt x="195" y="0"/>
                  </a:moveTo>
                  <a:cubicBezTo>
                    <a:pt x="87" y="0"/>
                    <a:pt x="1" y="87"/>
                    <a:pt x="1" y="193"/>
                  </a:cubicBezTo>
                  <a:cubicBezTo>
                    <a:pt x="1" y="299"/>
                    <a:pt x="87" y="385"/>
                    <a:pt x="195" y="385"/>
                  </a:cubicBezTo>
                  <a:cubicBezTo>
                    <a:pt x="301" y="385"/>
                    <a:pt x="387" y="299"/>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49"/>
            <p:cNvSpPr/>
            <p:nvPr/>
          </p:nvSpPr>
          <p:spPr>
            <a:xfrm>
              <a:off x="6622600" y="2718550"/>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49"/>
            <p:cNvSpPr/>
            <p:nvPr/>
          </p:nvSpPr>
          <p:spPr>
            <a:xfrm>
              <a:off x="6378300" y="2962850"/>
              <a:ext cx="9675" cy="9700"/>
            </a:xfrm>
            <a:custGeom>
              <a:rect b="b" l="l" r="r" t="t"/>
              <a:pathLst>
                <a:path extrusionOk="0" h="388" w="387">
                  <a:moveTo>
                    <a:pt x="194" y="1"/>
                  </a:moveTo>
                  <a:cubicBezTo>
                    <a:pt x="87" y="1"/>
                    <a:pt x="0" y="87"/>
                    <a:pt x="0" y="193"/>
                  </a:cubicBezTo>
                  <a:cubicBezTo>
                    <a:pt x="0" y="299"/>
                    <a:pt x="87" y="387"/>
                    <a:pt x="194" y="387"/>
                  </a:cubicBezTo>
                  <a:cubicBezTo>
                    <a:pt x="300" y="387"/>
                    <a:pt x="387" y="299"/>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49"/>
            <p:cNvSpPr/>
            <p:nvPr/>
          </p:nvSpPr>
          <p:spPr>
            <a:xfrm>
              <a:off x="6437750" y="2901775"/>
              <a:ext cx="12950" cy="9675"/>
            </a:xfrm>
            <a:custGeom>
              <a:rect b="b" l="l" r="r" t="t"/>
              <a:pathLst>
                <a:path extrusionOk="0" h="387" w="518">
                  <a:moveTo>
                    <a:pt x="259" y="1"/>
                  </a:moveTo>
                  <a:cubicBezTo>
                    <a:pt x="209" y="1"/>
                    <a:pt x="160" y="19"/>
                    <a:pt x="122" y="56"/>
                  </a:cubicBezTo>
                  <a:cubicBezTo>
                    <a:pt x="1" y="179"/>
                    <a:pt x="87" y="387"/>
                    <a:pt x="258" y="387"/>
                  </a:cubicBezTo>
                  <a:cubicBezTo>
                    <a:pt x="431" y="387"/>
                    <a:pt x="518" y="179"/>
                    <a:pt x="396" y="56"/>
                  </a:cubicBezTo>
                  <a:cubicBezTo>
                    <a:pt x="358" y="19"/>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49"/>
            <p:cNvSpPr/>
            <p:nvPr/>
          </p:nvSpPr>
          <p:spPr>
            <a:xfrm>
              <a:off x="6500475" y="2840675"/>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49"/>
            <p:cNvSpPr/>
            <p:nvPr/>
          </p:nvSpPr>
          <p:spPr>
            <a:xfrm>
              <a:off x="6592075" y="27490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49"/>
            <p:cNvSpPr/>
            <p:nvPr/>
          </p:nvSpPr>
          <p:spPr>
            <a:xfrm>
              <a:off x="6653150" y="2688025"/>
              <a:ext cx="9650" cy="9650"/>
            </a:xfrm>
            <a:custGeom>
              <a:rect b="b" l="l" r="r" t="t"/>
              <a:pathLst>
                <a:path extrusionOk="0" h="386" w="386">
                  <a:moveTo>
                    <a:pt x="193" y="1"/>
                  </a:moveTo>
                  <a:cubicBezTo>
                    <a:pt x="87" y="1"/>
                    <a:pt x="1" y="87"/>
                    <a:pt x="1" y="193"/>
                  </a:cubicBezTo>
                  <a:cubicBezTo>
                    <a:pt x="1" y="300"/>
                    <a:pt x="87" y="386"/>
                    <a:pt x="193" y="386"/>
                  </a:cubicBezTo>
                  <a:cubicBezTo>
                    <a:pt x="299" y="386"/>
                    <a:pt x="386" y="300"/>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49"/>
            <p:cNvSpPr/>
            <p:nvPr/>
          </p:nvSpPr>
          <p:spPr>
            <a:xfrm>
              <a:off x="6683650" y="2657500"/>
              <a:ext cx="9700" cy="9650"/>
            </a:xfrm>
            <a:custGeom>
              <a:rect b="b" l="l" r="r" t="t"/>
              <a:pathLst>
                <a:path extrusionOk="0" h="386" w="388">
                  <a:moveTo>
                    <a:pt x="195" y="0"/>
                  </a:moveTo>
                  <a:cubicBezTo>
                    <a:pt x="87" y="0"/>
                    <a:pt x="1" y="87"/>
                    <a:pt x="1" y="193"/>
                  </a:cubicBezTo>
                  <a:cubicBezTo>
                    <a:pt x="1" y="299"/>
                    <a:pt x="87" y="385"/>
                    <a:pt x="195" y="385"/>
                  </a:cubicBezTo>
                  <a:cubicBezTo>
                    <a:pt x="301" y="385"/>
                    <a:pt x="388" y="299"/>
                    <a:pt x="388" y="193"/>
                  </a:cubicBezTo>
                  <a:cubicBezTo>
                    <a:pt x="388"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49"/>
            <p:cNvSpPr/>
            <p:nvPr/>
          </p:nvSpPr>
          <p:spPr>
            <a:xfrm>
              <a:off x="6714200" y="2626950"/>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49"/>
            <p:cNvSpPr/>
            <p:nvPr/>
          </p:nvSpPr>
          <p:spPr>
            <a:xfrm>
              <a:off x="6744750" y="2596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49"/>
            <p:cNvSpPr/>
            <p:nvPr/>
          </p:nvSpPr>
          <p:spPr>
            <a:xfrm>
              <a:off x="6561525" y="2779625"/>
              <a:ext cx="9675" cy="9700"/>
            </a:xfrm>
            <a:custGeom>
              <a:rect b="b" l="l" r="r" t="t"/>
              <a:pathLst>
                <a:path extrusionOk="0" h="388" w="387">
                  <a:moveTo>
                    <a:pt x="194" y="1"/>
                  </a:moveTo>
                  <a:cubicBezTo>
                    <a:pt x="87" y="1"/>
                    <a:pt x="0" y="87"/>
                    <a:pt x="0" y="193"/>
                  </a:cubicBezTo>
                  <a:cubicBezTo>
                    <a:pt x="0" y="301"/>
                    <a:pt x="87" y="387"/>
                    <a:pt x="194" y="387"/>
                  </a:cubicBezTo>
                  <a:cubicBezTo>
                    <a:pt x="301" y="387"/>
                    <a:pt x="387" y="301"/>
                    <a:pt x="387" y="193"/>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49"/>
            <p:cNvSpPr/>
            <p:nvPr/>
          </p:nvSpPr>
          <p:spPr>
            <a:xfrm>
              <a:off x="6437825" y="29612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49"/>
            <p:cNvSpPr/>
            <p:nvPr/>
          </p:nvSpPr>
          <p:spPr>
            <a:xfrm>
              <a:off x="6497250" y="2900200"/>
              <a:ext cx="12950" cy="9675"/>
            </a:xfrm>
            <a:custGeom>
              <a:rect b="b" l="l" r="r" t="t"/>
              <a:pathLst>
                <a:path extrusionOk="0" h="387" w="518">
                  <a:moveTo>
                    <a:pt x="259" y="0"/>
                  </a:moveTo>
                  <a:cubicBezTo>
                    <a:pt x="210" y="0"/>
                    <a:pt x="160" y="19"/>
                    <a:pt x="123" y="57"/>
                  </a:cubicBezTo>
                  <a:cubicBezTo>
                    <a:pt x="1" y="178"/>
                    <a:pt x="87" y="386"/>
                    <a:pt x="260" y="386"/>
                  </a:cubicBezTo>
                  <a:cubicBezTo>
                    <a:pt x="431" y="386"/>
                    <a:pt x="517" y="178"/>
                    <a:pt x="396" y="57"/>
                  </a:cubicBezTo>
                  <a:cubicBezTo>
                    <a:pt x="358" y="19"/>
                    <a:pt x="309"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49"/>
            <p:cNvSpPr/>
            <p:nvPr/>
          </p:nvSpPr>
          <p:spPr>
            <a:xfrm>
              <a:off x="6559975" y="2839125"/>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49"/>
            <p:cNvSpPr/>
            <p:nvPr/>
          </p:nvSpPr>
          <p:spPr>
            <a:xfrm>
              <a:off x="6651575" y="2747525"/>
              <a:ext cx="9675" cy="9700"/>
            </a:xfrm>
            <a:custGeom>
              <a:rect b="b" l="l" r="r" t="t"/>
              <a:pathLst>
                <a:path extrusionOk="0" h="388" w="387">
                  <a:moveTo>
                    <a:pt x="194" y="1"/>
                  </a:moveTo>
                  <a:cubicBezTo>
                    <a:pt x="86" y="1"/>
                    <a:pt x="0" y="87"/>
                    <a:pt x="0" y="193"/>
                  </a:cubicBezTo>
                  <a:cubicBezTo>
                    <a:pt x="0" y="299"/>
                    <a:pt x="86" y="387"/>
                    <a:pt x="194" y="387"/>
                  </a:cubicBezTo>
                  <a:cubicBezTo>
                    <a:pt x="300" y="387"/>
                    <a:pt x="387" y="299"/>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49"/>
            <p:cNvSpPr/>
            <p:nvPr/>
          </p:nvSpPr>
          <p:spPr>
            <a:xfrm>
              <a:off x="6407275" y="29918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49"/>
            <p:cNvSpPr/>
            <p:nvPr/>
          </p:nvSpPr>
          <p:spPr>
            <a:xfrm>
              <a:off x="6468325" y="2930725"/>
              <a:ext cx="9700" cy="9675"/>
            </a:xfrm>
            <a:custGeom>
              <a:rect b="b" l="l" r="r" t="t"/>
              <a:pathLst>
                <a:path extrusionOk="0" h="387" w="388">
                  <a:moveTo>
                    <a:pt x="195" y="0"/>
                  </a:moveTo>
                  <a:cubicBezTo>
                    <a:pt x="89" y="0"/>
                    <a:pt x="1" y="88"/>
                    <a:pt x="1" y="194"/>
                  </a:cubicBezTo>
                  <a:cubicBezTo>
                    <a:pt x="1" y="301"/>
                    <a:pt x="89" y="387"/>
                    <a:pt x="195" y="387"/>
                  </a:cubicBezTo>
                  <a:cubicBezTo>
                    <a:pt x="301" y="387"/>
                    <a:pt x="387" y="301"/>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49"/>
            <p:cNvSpPr/>
            <p:nvPr/>
          </p:nvSpPr>
          <p:spPr>
            <a:xfrm>
              <a:off x="6529425" y="2869675"/>
              <a:ext cx="9675" cy="9675"/>
            </a:xfrm>
            <a:custGeom>
              <a:rect b="b" l="l" r="r" t="t"/>
              <a:pathLst>
                <a:path extrusionOk="0" h="387" w="387">
                  <a:moveTo>
                    <a:pt x="193" y="0"/>
                  </a:moveTo>
                  <a:cubicBezTo>
                    <a:pt x="87" y="0"/>
                    <a:pt x="0" y="87"/>
                    <a:pt x="0" y="193"/>
                  </a:cubicBezTo>
                  <a:cubicBezTo>
                    <a:pt x="0" y="300"/>
                    <a:pt x="87" y="387"/>
                    <a:pt x="193" y="387"/>
                  </a:cubicBezTo>
                  <a:cubicBezTo>
                    <a:pt x="301" y="387"/>
                    <a:pt x="387" y="300"/>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49"/>
            <p:cNvSpPr/>
            <p:nvPr/>
          </p:nvSpPr>
          <p:spPr>
            <a:xfrm>
              <a:off x="6621025" y="2778075"/>
              <a:ext cx="9675" cy="9650"/>
            </a:xfrm>
            <a:custGeom>
              <a:rect b="b" l="l" r="r" t="t"/>
              <a:pathLst>
                <a:path extrusionOk="0" h="386" w="387">
                  <a:moveTo>
                    <a:pt x="194" y="1"/>
                  </a:moveTo>
                  <a:cubicBezTo>
                    <a:pt x="88" y="1"/>
                    <a:pt x="0" y="87"/>
                    <a:pt x="0" y="193"/>
                  </a:cubicBezTo>
                  <a:cubicBezTo>
                    <a:pt x="0" y="299"/>
                    <a:pt x="88" y="386"/>
                    <a:pt x="194" y="386"/>
                  </a:cubicBezTo>
                  <a:cubicBezTo>
                    <a:pt x="300" y="386"/>
                    <a:pt x="387" y="299"/>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49"/>
            <p:cNvSpPr/>
            <p:nvPr/>
          </p:nvSpPr>
          <p:spPr>
            <a:xfrm>
              <a:off x="6682100" y="2717000"/>
              <a:ext cx="9700" cy="9675"/>
            </a:xfrm>
            <a:custGeom>
              <a:rect b="b" l="l" r="r" t="t"/>
              <a:pathLst>
                <a:path extrusionOk="0" h="387" w="388">
                  <a:moveTo>
                    <a:pt x="193" y="0"/>
                  </a:moveTo>
                  <a:cubicBezTo>
                    <a:pt x="87" y="0"/>
                    <a:pt x="1" y="86"/>
                    <a:pt x="1" y="193"/>
                  </a:cubicBezTo>
                  <a:cubicBezTo>
                    <a:pt x="1" y="300"/>
                    <a:pt x="87" y="387"/>
                    <a:pt x="193" y="387"/>
                  </a:cubicBezTo>
                  <a:cubicBezTo>
                    <a:pt x="301" y="387"/>
                    <a:pt x="387" y="300"/>
                    <a:pt x="387" y="193"/>
                  </a:cubicBezTo>
                  <a:cubicBezTo>
                    <a:pt x="387" y="86"/>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49"/>
            <p:cNvSpPr/>
            <p:nvPr/>
          </p:nvSpPr>
          <p:spPr>
            <a:xfrm>
              <a:off x="6712650" y="26864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49"/>
            <p:cNvSpPr/>
            <p:nvPr/>
          </p:nvSpPr>
          <p:spPr>
            <a:xfrm>
              <a:off x="6741575" y="2655925"/>
              <a:ext cx="12900" cy="9675"/>
            </a:xfrm>
            <a:custGeom>
              <a:rect b="b" l="l" r="r" t="t"/>
              <a:pathLst>
                <a:path extrusionOk="0" h="387" w="516">
                  <a:moveTo>
                    <a:pt x="258" y="0"/>
                  </a:moveTo>
                  <a:cubicBezTo>
                    <a:pt x="209" y="0"/>
                    <a:pt x="159" y="19"/>
                    <a:pt x="121" y="57"/>
                  </a:cubicBezTo>
                  <a:cubicBezTo>
                    <a:pt x="0" y="178"/>
                    <a:pt x="87" y="386"/>
                    <a:pt x="258" y="386"/>
                  </a:cubicBezTo>
                  <a:cubicBezTo>
                    <a:pt x="431" y="386"/>
                    <a:pt x="516" y="178"/>
                    <a:pt x="394" y="57"/>
                  </a:cubicBezTo>
                  <a:cubicBezTo>
                    <a:pt x="356" y="19"/>
                    <a:pt x="307"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49"/>
            <p:cNvSpPr/>
            <p:nvPr/>
          </p:nvSpPr>
          <p:spPr>
            <a:xfrm>
              <a:off x="6773750" y="2625350"/>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49"/>
            <p:cNvSpPr/>
            <p:nvPr/>
          </p:nvSpPr>
          <p:spPr>
            <a:xfrm>
              <a:off x="6590525" y="2808575"/>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49"/>
            <p:cNvSpPr/>
            <p:nvPr/>
          </p:nvSpPr>
          <p:spPr>
            <a:xfrm>
              <a:off x="6465150" y="2990250"/>
              <a:ext cx="12950" cy="9700"/>
            </a:xfrm>
            <a:custGeom>
              <a:rect b="b" l="l" r="r" t="t"/>
              <a:pathLst>
                <a:path extrusionOk="0" h="388" w="518">
                  <a:moveTo>
                    <a:pt x="259" y="0"/>
                  </a:moveTo>
                  <a:cubicBezTo>
                    <a:pt x="209" y="0"/>
                    <a:pt x="160" y="19"/>
                    <a:pt x="122" y="57"/>
                  </a:cubicBezTo>
                  <a:cubicBezTo>
                    <a:pt x="1" y="178"/>
                    <a:pt x="87" y="387"/>
                    <a:pt x="260" y="387"/>
                  </a:cubicBezTo>
                  <a:cubicBezTo>
                    <a:pt x="431" y="387"/>
                    <a:pt x="517" y="178"/>
                    <a:pt x="396" y="57"/>
                  </a:cubicBezTo>
                  <a:cubicBezTo>
                    <a:pt x="358" y="19"/>
                    <a:pt x="309"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49"/>
            <p:cNvSpPr/>
            <p:nvPr/>
          </p:nvSpPr>
          <p:spPr>
            <a:xfrm>
              <a:off x="6527875" y="29291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49"/>
            <p:cNvSpPr/>
            <p:nvPr/>
          </p:nvSpPr>
          <p:spPr>
            <a:xfrm>
              <a:off x="6588925" y="28681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49"/>
            <p:cNvSpPr/>
            <p:nvPr/>
          </p:nvSpPr>
          <p:spPr>
            <a:xfrm>
              <a:off x="6680550" y="2776475"/>
              <a:ext cx="9700" cy="9700"/>
            </a:xfrm>
            <a:custGeom>
              <a:rect b="b" l="l" r="r" t="t"/>
              <a:pathLst>
                <a:path extrusionOk="0" h="388" w="388">
                  <a:moveTo>
                    <a:pt x="193" y="1"/>
                  </a:moveTo>
                  <a:cubicBezTo>
                    <a:pt x="87" y="1"/>
                    <a:pt x="1" y="87"/>
                    <a:pt x="1" y="195"/>
                  </a:cubicBezTo>
                  <a:cubicBezTo>
                    <a:pt x="1" y="301"/>
                    <a:pt x="87" y="387"/>
                    <a:pt x="193" y="387"/>
                  </a:cubicBezTo>
                  <a:cubicBezTo>
                    <a:pt x="299" y="387"/>
                    <a:pt x="387" y="301"/>
                    <a:pt x="387" y="195"/>
                  </a:cubicBezTo>
                  <a:cubicBezTo>
                    <a:pt x="387"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49"/>
            <p:cNvSpPr/>
            <p:nvPr/>
          </p:nvSpPr>
          <p:spPr>
            <a:xfrm>
              <a:off x="6436225" y="3020800"/>
              <a:ext cx="9700" cy="9650"/>
            </a:xfrm>
            <a:custGeom>
              <a:rect b="b" l="l" r="r" t="t"/>
              <a:pathLst>
                <a:path extrusionOk="0" h="386" w="388">
                  <a:moveTo>
                    <a:pt x="195" y="1"/>
                  </a:moveTo>
                  <a:cubicBezTo>
                    <a:pt x="87" y="1"/>
                    <a:pt x="1" y="87"/>
                    <a:pt x="1" y="193"/>
                  </a:cubicBezTo>
                  <a:cubicBezTo>
                    <a:pt x="1" y="299"/>
                    <a:pt x="87" y="386"/>
                    <a:pt x="195" y="386"/>
                  </a:cubicBezTo>
                  <a:cubicBezTo>
                    <a:pt x="301" y="386"/>
                    <a:pt x="388" y="299"/>
                    <a:pt x="388" y="193"/>
                  </a:cubicBezTo>
                  <a:cubicBezTo>
                    <a:pt x="388"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49"/>
            <p:cNvSpPr/>
            <p:nvPr/>
          </p:nvSpPr>
          <p:spPr>
            <a:xfrm>
              <a:off x="6497325" y="2959700"/>
              <a:ext cx="9700" cy="9700"/>
            </a:xfrm>
            <a:custGeom>
              <a:rect b="b" l="l" r="r" t="t"/>
              <a:pathLst>
                <a:path extrusionOk="0" h="388" w="388">
                  <a:moveTo>
                    <a:pt x="193" y="1"/>
                  </a:moveTo>
                  <a:cubicBezTo>
                    <a:pt x="87" y="1"/>
                    <a:pt x="1" y="87"/>
                    <a:pt x="1" y="194"/>
                  </a:cubicBezTo>
                  <a:cubicBezTo>
                    <a:pt x="1" y="301"/>
                    <a:pt x="87" y="388"/>
                    <a:pt x="193" y="388"/>
                  </a:cubicBezTo>
                  <a:cubicBezTo>
                    <a:pt x="301" y="388"/>
                    <a:pt x="387" y="301"/>
                    <a:pt x="387" y="194"/>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49"/>
            <p:cNvSpPr/>
            <p:nvPr/>
          </p:nvSpPr>
          <p:spPr>
            <a:xfrm>
              <a:off x="6558375" y="2898625"/>
              <a:ext cx="9700" cy="9675"/>
            </a:xfrm>
            <a:custGeom>
              <a:rect b="b" l="l" r="r" t="t"/>
              <a:pathLst>
                <a:path extrusionOk="0" h="387" w="388">
                  <a:moveTo>
                    <a:pt x="195" y="0"/>
                  </a:moveTo>
                  <a:cubicBezTo>
                    <a:pt x="88" y="0"/>
                    <a:pt x="1" y="87"/>
                    <a:pt x="1" y="194"/>
                  </a:cubicBezTo>
                  <a:cubicBezTo>
                    <a:pt x="1" y="301"/>
                    <a:pt x="88" y="387"/>
                    <a:pt x="195" y="387"/>
                  </a:cubicBezTo>
                  <a:cubicBezTo>
                    <a:pt x="301" y="387"/>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49"/>
            <p:cNvSpPr/>
            <p:nvPr/>
          </p:nvSpPr>
          <p:spPr>
            <a:xfrm>
              <a:off x="6650000" y="28070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49"/>
            <p:cNvSpPr/>
            <p:nvPr/>
          </p:nvSpPr>
          <p:spPr>
            <a:xfrm>
              <a:off x="6709425" y="2745950"/>
              <a:ext cx="12950" cy="9675"/>
            </a:xfrm>
            <a:custGeom>
              <a:rect b="b" l="l" r="r" t="t"/>
              <a:pathLst>
                <a:path extrusionOk="0" h="387" w="518">
                  <a:moveTo>
                    <a:pt x="260" y="1"/>
                  </a:moveTo>
                  <a:cubicBezTo>
                    <a:pt x="211" y="1"/>
                    <a:pt x="161" y="20"/>
                    <a:pt x="124" y="58"/>
                  </a:cubicBezTo>
                  <a:cubicBezTo>
                    <a:pt x="1" y="179"/>
                    <a:pt x="87" y="387"/>
                    <a:pt x="260" y="387"/>
                  </a:cubicBezTo>
                  <a:cubicBezTo>
                    <a:pt x="431" y="387"/>
                    <a:pt x="518" y="179"/>
                    <a:pt x="396" y="58"/>
                  </a:cubicBezTo>
                  <a:cubicBezTo>
                    <a:pt x="359" y="20"/>
                    <a:pt x="309"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49"/>
            <p:cNvSpPr/>
            <p:nvPr/>
          </p:nvSpPr>
          <p:spPr>
            <a:xfrm>
              <a:off x="6741600" y="2715425"/>
              <a:ext cx="9700" cy="9650"/>
            </a:xfrm>
            <a:custGeom>
              <a:rect b="b" l="l" r="r" t="t"/>
              <a:pathLst>
                <a:path extrusionOk="0" h="386" w="388">
                  <a:moveTo>
                    <a:pt x="195" y="1"/>
                  </a:moveTo>
                  <a:cubicBezTo>
                    <a:pt x="87" y="1"/>
                    <a:pt x="1" y="87"/>
                    <a:pt x="1" y="193"/>
                  </a:cubicBezTo>
                  <a:cubicBezTo>
                    <a:pt x="1" y="299"/>
                    <a:pt x="87" y="386"/>
                    <a:pt x="195" y="386"/>
                  </a:cubicBezTo>
                  <a:cubicBezTo>
                    <a:pt x="301" y="386"/>
                    <a:pt x="387" y="299"/>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49"/>
            <p:cNvSpPr/>
            <p:nvPr/>
          </p:nvSpPr>
          <p:spPr>
            <a:xfrm>
              <a:off x="6772150" y="2684900"/>
              <a:ext cx="9700" cy="9650"/>
            </a:xfrm>
            <a:custGeom>
              <a:rect b="b" l="l" r="r" t="t"/>
              <a:pathLst>
                <a:path extrusionOk="0" h="386" w="388">
                  <a:moveTo>
                    <a:pt x="193" y="0"/>
                  </a:moveTo>
                  <a:cubicBezTo>
                    <a:pt x="87" y="0"/>
                    <a:pt x="0" y="86"/>
                    <a:pt x="0" y="193"/>
                  </a:cubicBezTo>
                  <a:cubicBezTo>
                    <a:pt x="0" y="299"/>
                    <a:pt x="87" y="385"/>
                    <a:pt x="193" y="385"/>
                  </a:cubicBezTo>
                  <a:cubicBezTo>
                    <a:pt x="301" y="385"/>
                    <a:pt x="387" y="299"/>
                    <a:pt x="387" y="193"/>
                  </a:cubicBezTo>
                  <a:cubicBezTo>
                    <a:pt x="387" y="86"/>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49"/>
            <p:cNvSpPr/>
            <p:nvPr/>
          </p:nvSpPr>
          <p:spPr>
            <a:xfrm>
              <a:off x="6802700" y="2654350"/>
              <a:ext cx="9675" cy="9675"/>
            </a:xfrm>
            <a:custGeom>
              <a:rect b="b" l="l" r="r" t="t"/>
              <a:pathLst>
                <a:path extrusionOk="0" h="387" w="387">
                  <a:moveTo>
                    <a:pt x="193" y="0"/>
                  </a:moveTo>
                  <a:cubicBezTo>
                    <a:pt x="87" y="0"/>
                    <a:pt x="0" y="87"/>
                    <a:pt x="0" y="193"/>
                  </a:cubicBezTo>
                  <a:cubicBezTo>
                    <a:pt x="0" y="300"/>
                    <a:pt x="87" y="387"/>
                    <a:pt x="193" y="387"/>
                  </a:cubicBezTo>
                  <a:cubicBezTo>
                    <a:pt x="300" y="387"/>
                    <a:pt x="387" y="300"/>
                    <a:pt x="387" y="193"/>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49"/>
            <p:cNvSpPr/>
            <p:nvPr/>
          </p:nvSpPr>
          <p:spPr>
            <a:xfrm>
              <a:off x="6617825" y="2837550"/>
              <a:ext cx="12950" cy="9700"/>
            </a:xfrm>
            <a:custGeom>
              <a:rect b="b" l="l" r="r" t="t"/>
              <a:pathLst>
                <a:path extrusionOk="0" h="388" w="518">
                  <a:moveTo>
                    <a:pt x="259" y="1"/>
                  </a:moveTo>
                  <a:cubicBezTo>
                    <a:pt x="210" y="1"/>
                    <a:pt x="160" y="20"/>
                    <a:pt x="122" y="58"/>
                  </a:cubicBezTo>
                  <a:cubicBezTo>
                    <a:pt x="1" y="179"/>
                    <a:pt x="87" y="388"/>
                    <a:pt x="260" y="388"/>
                  </a:cubicBezTo>
                  <a:cubicBezTo>
                    <a:pt x="431" y="388"/>
                    <a:pt x="518" y="179"/>
                    <a:pt x="397" y="58"/>
                  </a:cubicBezTo>
                  <a:cubicBezTo>
                    <a:pt x="359" y="20"/>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49"/>
            <p:cNvSpPr/>
            <p:nvPr/>
          </p:nvSpPr>
          <p:spPr>
            <a:xfrm>
              <a:off x="6495775" y="3019200"/>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49"/>
            <p:cNvSpPr/>
            <p:nvPr/>
          </p:nvSpPr>
          <p:spPr>
            <a:xfrm>
              <a:off x="6556825" y="2958150"/>
              <a:ext cx="9675" cy="9650"/>
            </a:xfrm>
            <a:custGeom>
              <a:rect b="b" l="l" r="r" t="t"/>
              <a:pathLst>
                <a:path extrusionOk="0" h="386" w="387">
                  <a:moveTo>
                    <a:pt x="194" y="1"/>
                  </a:moveTo>
                  <a:cubicBezTo>
                    <a:pt x="87" y="1"/>
                    <a:pt x="0" y="87"/>
                    <a:pt x="0" y="193"/>
                  </a:cubicBezTo>
                  <a:cubicBezTo>
                    <a:pt x="0" y="299"/>
                    <a:pt x="87" y="386"/>
                    <a:pt x="194" y="386"/>
                  </a:cubicBezTo>
                  <a:cubicBezTo>
                    <a:pt x="301" y="386"/>
                    <a:pt x="387" y="299"/>
                    <a:pt x="387" y="193"/>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49"/>
            <p:cNvSpPr/>
            <p:nvPr/>
          </p:nvSpPr>
          <p:spPr>
            <a:xfrm>
              <a:off x="6617900" y="2897075"/>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49"/>
            <p:cNvSpPr/>
            <p:nvPr/>
          </p:nvSpPr>
          <p:spPr>
            <a:xfrm>
              <a:off x="6707875" y="2805450"/>
              <a:ext cx="12950" cy="9675"/>
            </a:xfrm>
            <a:custGeom>
              <a:rect b="b" l="l" r="r" t="t"/>
              <a:pathLst>
                <a:path extrusionOk="0" h="387" w="518">
                  <a:moveTo>
                    <a:pt x="259" y="1"/>
                  </a:moveTo>
                  <a:cubicBezTo>
                    <a:pt x="210" y="1"/>
                    <a:pt x="161" y="20"/>
                    <a:pt x="123" y="58"/>
                  </a:cubicBezTo>
                  <a:cubicBezTo>
                    <a:pt x="1" y="179"/>
                    <a:pt x="87" y="387"/>
                    <a:pt x="260" y="387"/>
                  </a:cubicBezTo>
                  <a:cubicBezTo>
                    <a:pt x="431" y="387"/>
                    <a:pt x="518" y="179"/>
                    <a:pt x="396" y="58"/>
                  </a:cubicBezTo>
                  <a:cubicBezTo>
                    <a:pt x="358" y="20"/>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49"/>
            <p:cNvSpPr/>
            <p:nvPr/>
          </p:nvSpPr>
          <p:spPr>
            <a:xfrm>
              <a:off x="6465225" y="3049750"/>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49"/>
            <p:cNvSpPr/>
            <p:nvPr/>
          </p:nvSpPr>
          <p:spPr>
            <a:xfrm>
              <a:off x="6526275" y="29886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49"/>
            <p:cNvSpPr/>
            <p:nvPr/>
          </p:nvSpPr>
          <p:spPr>
            <a:xfrm>
              <a:off x="6587375" y="2927625"/>
              <a:ext cx="9675" cy="9675"/>
            </a:xfrm>
            <a:custGeom>
              <a:rect b="b" l="l" r="r" t="t"/>
              <a:pathLst>
                <a:path extrusionOk="0" h="387" w="387">
                  <a:moveTo>
                    <a:pt x="193" y="0"/>
                  </a:moveTo>
                  <a:cubicBezTo>
                    <a:pt x="87" y="0"/>
                    <a:pt x="0" y="86"/>
                    <a:pt x="0" y="193"/>
                  </a:cubicBezTo>
                  <a:cubicBezTo>
                    <a:pt x="0" y="300"/>
                    <a:pt x="87" y="387"/>
                    <a:pt x="193" y="387"/>
                  </a:cubicBezTo>
                  <a:cubicBezTo>
                    <a:pt x="300" y="387"/>
                    <a:pt x="387" y="300"/>
                    <a:pt x="387" y="193"/>
                  </a:cubicBezTo>
                  <a:cubicBezTo>
                    <a:pt x="387" y="86"/>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49"/>
            <p:cNvSpPr/>
            <p:nvPr/>
          </p:nvSpPr>
          <p:spPr>
            <a:xfrm>
              <a:off x="6677325" y="2836000"/>
              <a:ext cx="12950" cy="9675"/>
            </a:xfrm>
            <a:custGeom>
              <a:rect b="b" l="l" r="r" t="t"/>
              <a:pathLst>
                <a:path extrusionOk="0" h="387" w="518">
                  <a:moveTo>
                    <a:pt x="259" y="1"/>
                  </a:moveTo>
                  <a:cubicBezTo>
                    <a:pt x="210" y="1"/>
                    <a:pt x="161" y="19"/>
                    <a:pt x="124" y="57"/>
                  </a:cubicBezTo>
                  <a:cubicBezTo>
                    <a:pt x="1" y="179"/>
                    <a:pt x="87" y="386"/>
                    <a:pt x="260" y="386"/>
                  </a:cubicBezTo>
                  <a:cubicBezTo>
                    <a:pt x="431" y="386"/>
                    <a:pt x="518" y="179"/>
                    <a:pt x="396" y="57"/>
                  </a:cubicBezTo>
                  <a:cubicBezTo>
                    <a:pt x="359" y="19"/>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49"/>
            <p:cNvSpPr/>
            <p:nvPr/>
          </p:nvSpPr>
          <p:spPr>
            <a:xfrm>
              <a:off x="6740050" y="27749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49"/>
            <p:cNvSpPr/>
            <p:nvPr/>
          </p:nvSpPr>
          <p:spPr>
            <a:xfrm>
              <a:off x="6770600" y="2744375"/>
              <a:ext cx="9675" cy="9700"/>
            </a:xfrm>
            <a:custGeom>
              <a:rect b="b" l="l" r="r" t="t"/>
              <a:pathLst>
                <a:path extrusionOk="0" h="388" w="387">
                  <a:moveTo>
                    <a:pt x="193" y="1"/>
                  </a:moveTo>
                  <a:cubicBezTo>
                    <a:pt x="87" y="1"/>
                    <a:pt x="0" y="87"/>
                    <a:pt x="0" y="193"/>
                  </a:cubicBezTo>
                  <a:cubicBezTo>
                    <a:pt x="0" y="301"/>
                    <a:pt x="87" y="388"/>
                    <a:pt x="193" y="388"/>
                  </a:cubicBezTo>
                  <a:cubicBezTo>
                    <a:pt x="299" y="388"/>
                    <a:pt x="387" y="301"/>
                    <a:pt x="387" y="193"/>
                  </a:cubicBezTo>
                  <a:cubicBezTo>
                    <a:pt x="387"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49"/>
            <p:cNvSpPr/>
            <p:nvPr/>
          </p:nvSpPr>
          <p:spPr>
            <a:xfrm>
              <a:off x="6801150" y="2713850"/>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49"/>
            <p:cNvSpPr/>
            <p:nvPr/>
          </p:nvSpPr>
          <p:spPr>
            <a:xfrm>
              <a:off x="6831650" y="2683325"/>
              <a:ext cx="9675" cy="9650"/>
            </a:xfrm>
            <a:custGeom>
              <a:rect b="b" l="l" r="r" t="t"/>
              <a:pathLst>
                <a:path extrusionOk="0" h="386" w="387">
                  <a:moveTo>
                    <a:pt x="194" y="1"/>
                  </a:moveTo>
                  <a:cubicBezTo>
                    <a:pt x="87" y="1"/>
                    <a:pt x="0" y="87"/>
                    <a:pt x="0" y="193"/>
                  </a:cubicBezTo>
                  <a:cubicBezTo>
                    <a:pt x="0" y="300"/>
                    <a:pt x="87" y="386"/>
                    <a:pt x="194" y="386"/>
                  </a:cubicBezTo>
                  <a:cubicBezTo>
                    <a:pt x="301" y="386"/>
                    <a:pt x="387" y="300"/>
                    <a:pt x="387" y="193"/>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49"/>
            <p:cNvSpPr/>
            <p:nvPr/>
          </p:nvSpPr>
          <p:spPr>
            <a:xfrm>
              <a:off x="6648450" y="286652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49"/>
            <p:cNvSpPr/>
            <p:nvPr/>
          </p:nvSpPr>
          <p:spPr>
            <a:xfrm>
              <a:off x="6524725" y="3048200"/>
              <a:ext cx="9700" cy="9650"/>
            </a:xfrm>
            <a:custGeom>
              <a:rect b="b" l="l" r="r" t="t"/>
              <a:pathLst>
                <a:path extrusionOk="0" h="386" w="388">
                  <a:moveTo>
                    <a:pt x="193" y="0"/>
                  </a:moveTo>
                  <a:cubicBezTo>
                    <a:pt x="87" y="0"/>
                    <a:pt x="0" y="87"/>
                    <a:pt x="0" y="193"/>
                  </a:cubicBezTo>
                  <a:cubicBezTo>
                    <a:pt x="0" y="299"/>
                    <a:pt x="87" y="386"/>
                    <a:pt x="193" y="386"/>
                  </a:cubicBezTo>
                  <a:cubicBezTo>
                    <a:pt x="301" y="386"/>
                    <a:pt x="387" y="299"/>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49"/>
            <p:cNvSpPr/>
            <p:nvPr/>
          </p:nvSpPr>
          <p:spPr>
            <a:xfrm>
              <a:off x="6585825" y="2987100"/>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49"/>
            <p:cNvSpPr/>
            <p:nvPr/>
          </p:nvSpPr>
          <p:spPr>
            <a:xfrm>
              <a:off x="6646875" y="2926050"/>
              <a:ext cx="9675" cy="9650"/>
            </a:xfrm>
            <a:custGeom>
              <a:rect b="b" l="l" r="r" t="t"/>
              <a:pathLst>
                <a:path extrusionOk="0" h="386" w="387">
                  <a:moveTo>
                    <a:pt x="194" y="1"/>
                  </a:moveTo>
                  <a:cubicBezTo>
                    <a:pt x="86" y="1"/>
                    <a:pt x="0" y="87"/>
                    <a:pt x="0" y="193"/>
                  </a:cubicBezTo>
                  <a:cubicBezTo>
                    <a:pt x="0" y="300"/>
                    <a:pt x="86" y="386"/>
                    <a:pt x="194" y="386"/>
                  </a:cubicBezTo>
                  <a:cubicBezTo>
                    <a:pt x="300" y="386"/>
                    <a:pt x="387" y="300"/>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49"/>
            <p:cNvSpPr/>
            <p:nvPr/>
          </p:nvSpPr>
          <p:spPr>
            <a:xfrm>
              <a:off x="6736875" y="2834425"/>
              <a:ext cx="12900" cy="9700"/>
            </a:xfrm>
            <a:custGeom>
              <a:rect b="b" l="l" r="r" t="t"/>
              <a:pathLst>
                <a:path extrusionOk="0" h="388" w="516">
                  <a:moveTo>
                    <a:pt x="258" y="1"/>
                  </a:moveTo>
                  <a:cubicBezTo>
                    <a:pt x="209" y="1"/>
                    <a:pt x="159" y="20"/>
                    <a:pt x="122" y="57"/>
                  </a:cubicBezTo>
                  <a:cubicBezTo>
                    <a:pt x="0" y="179"/>
                    <a:pt x="87" y="387"/>
                    <a:pt x="258" y="387"/>
                  </a:cubicBezTo>
                  <a:cubicBezTo>
                    <a:pt x="431" y="387"/>
                    <a:pt x="516" y="179"/>
                    <a:pt x="394" y="57"/>
                  </a:cubicBezTo>
                  <a:cubicBezTo>
                    <a:pt x="356" y="20"/>
                    <a:pt x="307" y="1"/>
                    <a:pt x="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49"/>
            <p:cNvSpPr/>
            <p:nvPr/>
          </p:nvSpPr>
          <p:spPr>
            <a:xfrm>
              <a:off x="6494175" y="3078700"/>
              <a:ext cx="9700" cy="9700"/>
            </a:xfrm>
            <a:custGeom>
              <a:rect b="b" l="l" r="r" t="t"/>
              <a:pathLst>
                <a:path extrusionOk="0" h="388" w="388">
                  <a:moveTo>
                    <a:pt x="195" y="1"/>
                  </a:moveTo>
                  <a:cubicBezTo>
                    <a:pt x="87" y="1"/>
                    <a:pt x="1" y="89"/>
                    <a:pt x="1" y="195"/>
                  </a:cubicBezTo>
                  <a:cubicBezTo>
                    <a:pt x="1" y="301"/>
                    <a:pt x="87" y="387"/>
                    <a:pt x="195" y="387"/>
                  </a:cubicBezTo>
                  <a:cubicBezTo>
                    <a:pt x="301" y="387"/>
                    <a:pt x="387" y="301"/>
                    <a:pt x="387" y="195"/>
                  </a:cubicBezTo>
                  <a:cubicBezTo>
                    <a:pt x="387" y="89"/>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49"/>
            <p:cNvSpPr/>
            <p:nvPr/>
          </p:nvSpPr>
          <p:spPr>
            <a:xfrm>
              <a:off x="6555275" y="3017650"/>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49"/>
            <p:cNvSpPr/>
            <p:nvPr/>
          </p:nvSpPr>
          <p:spPr>
            <a:xfrm>
              <a:off x="6616350" y="29565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49"/>
            <p:cNvSpPr/>
            <p:nvPr/>
          </p:nvSpPr>
          <p:spPr>
            <a:xfrm>
              <a:off x="6707950" y="2864975"/>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49"/>
            <p:cNvSpPr/>
            <p:nvPr/>
          </p:nvSpPr>
          <p:spPr>
            <a:xfrm>
              <a:off x="6769050" y="2803875"/>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49"/>
            <p:cNvSpPr/>
            <p:nvPr/>
          </p:nvSpPr>
          <p:spPr>
            <a:xfrm>
              <a:off x="6797925" y="2773350"/>
              <a:ext cx="12950" cy="9675"/>
            </a:xfrm>
            <a:custGeom>
              <a:rect b="b" l="l" r="r" t="t"/>
              <a:pathLst>
                <a:path extrusionOk="0" h="387" w="518">
                  <a:moveTo>
                    <a:pt x="259" y="1"/>
                  </a:moveTo>
                  <a:cubicBezTo>
                    <a:pt x="209" y="1"/>
                    <a:pt x="160" y="20"/>
                    <a:pt x="123" y="58"/>
                  </a:cubicBezTo>
                  <a:cubicBezTo>
                    <a:pt x="0" y="179"/>
                    <a:pt x="87" y="387"/>
                    <a:pt x="259" y="387"/>
                  </a:cubicBezTo>
                  <a:cubicBezTo>
                    <a:pt x="431" y="387"/>
                    <a:pt x="517" y="179"/>
                    <a:pt x="396" y="58"/>
                  </a:cubicBezTo>
                  <a:cubicBezTo>
                    <a:pt x="358" y="20"/>
                    <a:pt x="308"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49"/>
            <p:cNvSpPr/>
            <p:nvPr/>
          </p:nvSpPr>
          <p:spPr>
            <a:xfrm>
              <a:off x="6830100" y="2742825"/>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49"/>
            <p:cNvSpPr/>
            <p:nvPr/>
          </p:nvSpPr>
          <p:spPr>
            <a:xfrm>
              <a:off x="6860650" y="2712300"/>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49"/>
            <p:cNvSpPr/>
            <p:nvPr/>
          </p:nvSpPr>
          <p:spPr>
            <a:xfrm>
              <a:off x="6677400" y="2895525"/>
              <a:ext cx="9700" cy="9675"/>
            </a:xfrm>
            <a:custGeom>
              <a:rect b="b" l="l" r="r" t="t"/>
              <a:pathLst>
                <a:path extrusionOk="0" h="387" w="388">
                  <a:moveTo>
                    <a:pt x="193" y="0"/>
                  </a:moveTo>
                  <a:cubicBezTo>
                    <a:pt x="87" y="0"/>
                    <a:pt x="1" y="87"/>
                    <a:pt x="1" y="193"/>
                  </a:cubicBezTo>
                  <a:cubicBezTo>
                    <a:pt x="1" y="299"/>
                    <a:pt x="87" y="387"/>
                    <a:pt x="193" y="387"/>
                  </a:cubicBezTo>
                  <a:cubicBezTo>
                    <a:pt x="301" y="387"/>
                    <a:pt x="387" y="299"/>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49"/>
            <p:cNvSpPr/>
            <p:nvPr/>
          </p:nvSpPr>
          <p:spPr>
            <a:xfrm>
              <a:off x="6552050" y="3077175"/>
              <a:ext cx="12950" cy="9675"/>
            </a:xfrm>
            <a:custGeom>
              <a:rect b="b" l="l" r="r" t="t"/>
              <a:pathLst>
                <a:path extrusionOk="0" h="387" w="518">
                  <a:moveTo>
                    <a:pt x="260" y="0"/>
                  </a:moveTo>
                  <a:cubicBezTo>
                    <a:pt x="210" y="0"/>
                    <a:pt x="161" y="19"/>
                    <a:pt x="123" y="57"/>
                  </a:cubicBezTo>
                  <a:cubicBezTo>
                    <a:pt x="0" y="178"/>
                    <a:pt x="87" y="386"/>
                    <a:pt x="260" y="386"/>
                  </a:cubicBezTo>
                  <a:cubicBezTo>
                    <a:pt x="431" y="386"/>
                    <a:pt x="517" y="178"/>
                    <a:pt x="396" y="57"/>
                  </a:cubicBezTo>
                  <a:cubicBezTo>
                    <a:pt x="358" y="19"/>
                    <a:pt x="309"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49"/>
            <p:cNvSpPr/>
            <p:nvPr/>
          </p:nvSpPr>
          <p:spPr>
            <a:xfrm>
              <a:off x="6614775" y="3016100"/>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49"/>
            <p:cNvSpPr/>
            <p:nvPr/>
          </p:nvSpPr>
          <p:spPr>
            <a:xfrm>
              <a:off x="6675850" y="2955025"/>
              <a:ext cx="9700" cy="9675"/>
            </a:xfrm>
            <a:custGeom>
              <a:rect b="b" l="l" r="r" t="t"/>
              <a:pathLst>
                <a:path extrusionOk="0" h="387" w="388">
                  <a:moveTo>
                    <a:pt x="193" y="0"/>
                  </a:moveTo>
                  <a:cubicBezTo>
                    <a:pt x="87" y="0"/>
                    <a:pt x="1" y="86"/>
                    <a:pt x="1" y="193"/>
                  </a:cubicBezTo>
                  <a:cubicBezTo>
                    <a:pt x="1" y="300"/>
                    <a:pt x="87" y="387"/>
                    <a:pt x="193" y="387"/>
                  </a:cubicBezTo>
                  <a:cubicBezTo>
                    <a:pt x="299" y="387"/>
                    <a:pt x="387" y="300"/>
                    <a:pt x="387" y="193"/>
                  </a:cubicBezTo>
                  <a:cubicBezTo>
                    <a:pt x="387" y="86"/>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49"/>
            <p:cNvSpPr/>
            <p:nvPr/>
          </p:nvSpPr>
          <p:spPr>
            <a:xfrm>
              <a:off x="6767450" y="2863425"/>
              <a:ext cx="9700" cy="9650"/>
            </a:xfrm>
            <a:custGeom>
              <a:rect b="b" l="l" r="r" t="t"/>
              <a:pathLst>
                <a:path extrusionOk="0" h="386" w="388">
                  <a:moveTo>
                    <a:pt x="193" y="0"/>
                  </a:moveTo>
                  <a:cubicBezTo>
                    <a:pt x="87" y="0"/>
                    <a:pt x="1" y="87"/>
                    <a:pt x="1" y="193"/>
                  </a:cubicBezTo>
                  <a:cubicBezTo>
                    <a:pt x="1" y="299"/>
                    <a:pt x="87" y="385"/>
                    <a:pt x="193" y="385"/>
                  </a:cubicBezTo>
                  <a:cubicBezTo>
                    <a:pt x="301" y="385"/>
                    <a:pt x="387" y="299"/>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49"/>
            <p:cNvSpPr/>
            <p:nvPr/>
          </p:nvSpPr>
          <p:spPr>
            <a:xfrm>
              <a:off x="6523175" y="3107700"/>
              <a:ext cx="9650" cy="9675"/>
            </a:xfrm>
            <a:custGeom>
              <a:rect b="b" l="l" r="r" t="t"/>
              <a:pathLst>
                <a:path extrusionOk="0" h="387"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49"/>
            <p:cNvSpPr/>
            <p:nvPr/>
          </p:nvSpPr>
          <p:spPr>
            <a:xfrm>
              <a:off x="6584225" y="304660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49"/>
            <p:cNvSpPr/>
            <p:nvPr/>
          </p:nvSpPr>
          <p:spPr>
            <a:xfrm>
              <a:off x="6645300" y="298555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49"/>
            <p:cNvSpPr/>
            <p:nvPr/>
          </p:nvSpPr>
          <p:spPr>
            <a:xfrm>
              <a:off x="6736900" y="2893925"/>
              <a:ext cx="9700" cy="9700"/>
            </a:xfrm>
            <a:custGeom>
              <a:rect b="b" l="l" r="r" t="t"/>
              <a:pathLst>
                <a:path extrusionOk="0" h="388" w="388">
                  <a:moveTo>
                    <a:pt x="195" y="0"/>
                  </a:moveTo>
                  <a:cubicBezTo>
                    <a:pt x="87" y="0"/>
                    <a:pt x="1" y="87"/>
                    <a:pt x="1" y="195"/>
                  </a:cubicBezTo>
                  <a:cubicBezTo>
                    <a:pt x="1" y="301"/>
                    <a:pt x="87" y="387"/>
                    <a:pt x="195" y="387"/>
                  </a:cubicBezTo>
                  <a:cubicBezTo>
                    <a:pt x="301" y="387"/>
                    <a:pt x="387" y="301"/>
                    <a:pt x="387" y="195"/>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49"/>
            <p:cNvSpPr/>
            <p:nvPr/>
          </p:nvSpPr>
          <p:spPr>
            <a:xfrm>
              <a:off x="6798000" y="2832875"/>
              <a:ext cx="9675" cy="9650"/>
            </a:xfrm>
            <a:custGeom>
              <a:rect b="b" l="l" r="r" t="t"/>
              <a:pathLst>
                <a:path extrusionOk="0" h="386" w="387">
                  <a:moveTo>
                    <a:pt x="193" y="0"/>
                  </a:moveTo>
                  <a:cubicBezTo>
                    <a:pt x="87" y="0"/>
                    <a:pt x="0" y="87"/>
                    <a:pt x="0" y="193"/>
                  </a:cubicBezTo>
                  <a:cubicBezTo>
                    <a:pt x="0" y="299"/>
                    <a:pt x="87" y="385"/>
                    <a:pt x="193" y="385"/>
                  </a:cubicBezTo>
                  <a:cubicBezTo>
                    <a:pt x="300" y="385"/>
                    <a:pt x="387" y="299"/>
                    <a:pt x="387" y="193"/>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49"/>
            <p:cNvSpPr/>
            <p:nvPr/>
          </p:nvSpPr>
          <p:spPr>
            <a:xfrm>
              <a:off x="6828550" y="2802325"/>
              <a:ext cx="9675" cy="9700"/>
            </a:xfrm>
            <a:custGeom>
              <a:rect b="b" l="l" r="r" t="t"/>
              <a:pathLst>
                <a:path extrusionOk="0" h="388" w="387">
                  <a:moveTo>
                    <a:pt x="193" y="1"/>
                  </a:moveTo>
                  <a:cubicBezTo>
                    <a:pt x="86" y="1"/>
                    <a:pt x="0" y="87"/>
                    <a:pt x="0" y="193"/>
                  </a:cubicBezTo>
                  <a:cubicBezTo>
                    <a:pt x="0" y="301"/>
                    <a:pt x="86" y="387"/>
                    <a:pt x="193" y="387"/>
                  </a:cubicBezTo>
                  <a:cubicBezTo>
                    <a:pt x="299" y="387"/>
                    <a:pt x="387" y="301"/>
                    <a:pt x="387" y="193"/>
                  </a:cubicBezTo>
                  <a:cubicBezTo>
                    <a:pt x="387"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49"/>
            <p:cNvSpPr/>
            <p:nvPr/>
          </p:nvSpPr>
          <p:spPr>
            <a:xfrm>
              <a:off x="6859075" y="277177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49"/>
            <p:cNvSpPr/>
            <p:nvPr/>
          </p:nvSpPr>
          <p:spPr>
            <a:xfrm>
              <a:off x="6887950" y="2741250"/>
              <a:ext cx="12950" cy="9675"/>
            </a:xfrm>
            <a:custGeom>
              <a:rect b="b" l="l" r="r" t="t"/>
              <a:pathLst>
                <a:path extrusionOk="0" h="387" w="518">
                  <a:moveTo>
                    <a:pt x="260" y="1"/>
                  </a:moveTo>
                  <a:cubicBezTo>
                    <a:pt x="210" y="1"/>
                    <a:pt x="161" y="20"/>
                    <a:pt x="124" y="58"/>
                  </a:cubicBezTo>
                  <a:cubicBezTo>
                    <a:pt x="1" y="179"/>
                    <a:pt x="87" y="387"/>
                    <a:pt x="260" y="387"/>
                  </a:cubicBezTo>
                  <a:cubicBezTo>
                    <a:pt x="431" y="387"/>
                    <a:pt x="518" y="179"/>
                    <a:pt x="397" y="58"/>
                  </a:cubicBezTo>
                  <a:cubicBezTo>
                    <a:pt x="359" y="20"/>
                    <a:pt x="309"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49"/>
            <p:cNvSpPr/>
            <p:nvPr/>
          </p:nvSpPr>
          <p:spPr>
            <a:xfrm>
              <a:off x="6704775" y="2924500"/>
              <a:ext cx="12900" cy="9650"/>
            </a:xfrm>
            <a:custGeom>
              <a:rect b="b" l="l" r="r" t="t"/>
              <a:pathLst>
                <a:path extrusionOk="0" h="386" w="516">
                  <a:moveTo>
                    <a:pt x="258" y="0"/>
                  </a:moveTo>
                  <a:cubicBezTo>
                    <a:pt x="209" y="0"/>
                    <a:pt x="159" y="19"/>
                    <a:pt x="122" y="57"/>
                  </a:cubicBezTo>
                  <a:cubicBezTo>
                    <a:pt x="0" y="178"/>
                    <a:pt x="85" y="386"/>
                    <a:pt x="258" y="386"/>
                  </a:cubicBezTo>
                  <a:cubicBezTo>
                    <a:pt x="429" y="386"/>
                    <a:pt x="516" y="178"/>
                    <a:pt x="394" y="57"/>
                  </a:cubicBezTo>
                  <a:cubicBezTo>
                    <a:pt x="357" y="19"/>
                    <a:pt x="307"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49"/>
            <p:cNvSpPr/>
            <p:nvPr/>
          </p:nvSpPr>
          <p:spPr>
            <a:xfrm>
              <a:off x="6582675" y="3106150"/>
              <a:ext cx="9675" cy="9675"/>
            </a:xfrm>
            <a:custGeom>
              <a:rect b="b" l="l" r="r" t="t"/>
              <a:pathLst>
                <a:path extrusionOk="0" h="387" w="387">
                  <a:moveTo>
                    <a:pt x="193" y="0"/>
                  </a:moveTo>
                  <a:cubicBezTo>
                    <a:pt x="87" y="0"/>
                    <a:pt x="0" y="87"/>
                    <a:pt x="0" y="193"/>
                  </a:cubicBezTo>
                  <a:cubicBezTo>
                    <a:pt x="0" y="299"/>
                    <a:pt x="87" y="387"/>
                    <a:pt x="193" y="387"/>
                  </a:cubicBezTo>
                  <a:cubicBezTo>
                    <a:pt x="300" y="387"/>
                    <a:pt x="387" y="299"/>
                    <a:pt x="387" y="193"/>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49"/>
            <p:cNvSpPr/>
            <p:nvPr/>
          </p:nvSpPr>
          <p:spPr>
            <a:xfrm>
              <a:off x="6642125" y="3045075"/>
              <a:ext cx="12900" cy="9675"/>
            </a:xfrm>
            <a:custGeom>
              <a:rect b="b" l="l" r="r" t="t"/>
              <a:pathLst>
                <a:path extrusionOk="0" h="387" w="516">
                  <a:moveTo>
                    <a:pt x="258" y="0"/>
                  </a:moveTo>
                  <a:cubicBezTo>
                    <a:pt x="209" y="0"/>
                    <a:pt x="160" y="19"/>
                    <a:pt x="122" y="56"/>
                  </a:cubicBezTo>
                  <a:cubicBezTo>
                    <a:pt x="1" y="179"/>
                    <a:pt x="85" y="386"/>
                    <a:pt x="258" y="386"/>
                  </a:cubicBezTo>
                  <a:cubicBezTo>
                    <a:pt x="430" y="386"/>
                    <a:pt x="516" y="179"/>
                    <a:pt x="395" y="56"/>
                  </a:cubicBezTo>
                  <a:cubicBezTo>
                    <a:pt x="357" y="19"/>
                    <a:pt x="308"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49"/>
            <p:cNvSpPr/>
            <p:nvPr/>
          </p:nvSpPr>
          <p:spPr>
            <a:xfrm>
              <a:off x="6704800" y="29839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49"/>
            <p:cNvSpPr/>
            <p:nvPr/>
          </p:nvSpPr>
          <p:spPr>
            <a:xfrm>
              <a:off x="6796450" y="28923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49"/>
            <p:cNvSpPr/>
            <p:nvPr/>
          </p:nvSpPr>
          <p:spPr>
            <a:xfrm>
              <a:off x="6552125" y="3136675"/>
              <a:ext cx="9675" cy="9675"/>
            </a:xfrm>
            <a:custGeom>
              <a:rect b="b" l="l" r="r" t="t"/>
              <a:pathLst>
                <a:path extrusionOk="0" h="387" w="387">
                  <a:moveTo>
                    <a:pt x="194" y="1"/>
                  </a:moveTo>
                  <a:cubicBezTo>
                    <a:pt x="87" y="1"/>
                    <a:pt x="0" y="87"/>
                    <a:pt x="0" y="194"/>
                  </a:cubicBezTo>
                  <a:cubicBezTo>
                    <a:pt x="0" y="300"/>
                    <a:pt x="87" y="386"/>
                    <a:pt x="194" y="386"/>
                  </a:cubicBezTo>
                  <a:cubicBezTo>
                    <a:pt x="301" y="386"/>
                    <a:pt x="387" y="300"/>
                    <a:pt x="387" y="194"/>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49"/>
            <p:cNvSpPr/>
            <p:nvPr/>
          </p:nvSpPr>
          <p:spPr>
            <a:xfrm>
              <a:off x="6613225" y="3075600"/>
              <a:ext cx="9650" cy="9675"/>
            </a:xfrm>
            <a:custGeom>
              <a:rect b="b" l="l" r="r" t="t"/>
              <a:pathLst>
                <a:path extrusionOk="0" h="387" w="386">
                  <a:moveTo>
                    <a:pt x="193" y="0"/>
                  </a:moveTo>
                  <a:cubicBezTo>
                    <a:pt x="86" y="0"/>
                    <a:pt x="0" y="87"/>
                    <a:pt x="0" y="193"/>
                  </a:cubicBezTo>
                  <a:cubicBezTo>
                    <a:pt x="0" y="301"/>
                    <a:pt x="86" y="387"/>
                    <a:pt x="193" y="387"/>
                  </a:cubicBezTo>
                  <a:cubicBezTo>
                    <a:pt x="299" y="387"/>
                    <a:pt x="385" y="301"/>
                    <a:pt x="385" y="193"/>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49"/>
            <p:cNvSpPr/>
            <p:nvPr/>
          </p:nvSpPr>
          <p:spPr>
            <a:xfrm>
              <a:off x="6672625" y="3014525"/>
              <a:ext cx="12950" cy="9675"/>
            </a:xfrm>
            <a:custGeom>
              <a:rect b="b" l="l" r="r" t="t"/>
              <a:pathLst>
                <a:path extrusionOk="0" h="387" w="518">
                  <a:moveTo>
                    <a:pt x="260" y="1"/>
                  </a:moveTo>
                  <a:cubicBezTo>
                    <a:pt x="210" y="1"/>
                    <a:pt x="161" y="20"/>
                    <a:pt x="124" y="58"/>
                  </a:cubicBezTo>
                  <a:cubicBezTo>
                    <a:pt x="1" y="179"/>
                    <a:pt x="87" y="386"/>
                    <a:pt x="260" y="386"/>
                  </a:cubicBezTo>
                  <a:cubicBezTo>
                    <a:pt x="431" y="386"/>
                    <a:pt x="518" y="179"/>
                    <a:pt x="397" y="58"/>
                  </a:cubicBezTo>
                  <a:cubicBezTo>
                    <a:pt x="359" y="20"/>
                    <a:pt x="309"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49"/>
            <p:cNvSpPr/>
            <p:nvPr/>
          </p:nvSpPr>
          <p:spPr>
            <a:xfrm>
              <a:off x="6765900" y="2922925"/>
              <a:ext cx="9675" cy="9675"/>
            </a:xfrm>
            <a:custGeom>
              <a:rect b="b" l="l" r="r" t="t"/>
              <a:pathLst>
                <a:path extrusionOk="0" h="387" w="387">
                  <a:moveTo>
                    <a:pt x="193" y="0"/>
                  </a:moveTo>
                  <a:cubicBezTo>
                    <a:pt x="87" y="0"/>
                    <a:pt x="0" y="87"/>
                    <a:pt x="0" y="193"/>
                  </a:cubicBezTo>
                  <a:cubicBezTo>
                    <a:pt x="0" y="300"/>
                    <a:pt x="87" y="387"/>
                    <a:pt x="193" y="387"/>
                  </a:cubicBezTo>
                  <a:cubicBezTo>
                    <a:pt x="299" y="387"/>
                    <a:pt x="387" y="300"/>
                    <a:pt x="387" y="193"/>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49"/>
            <p:cNvSpPr/>
            <p:nvPr/>
          </p:nvSpPr>
          <p:spPr>
            <a:xfrm>
              <a:off x="6826950" y="2861825"/>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49"/>
            <p:cNvSpPr/>
            <p:nvPr/>
          </p:nvSpPr>
          <p:spPr>
            <a:xfrm>
              <a:off x="6857500" y="28313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49"/>
            <p:cNvSpPr/>
            <p:nvPr/>
          </p:nvSpPr>
          <p:spPr>
            <a:xfrm>
              <a:off x="6888025" y="2800775"/>
              <a:ext cx="9700" cy="9650"/>
            </a:xfrm>
            <a:custGeom>
              <a:rect b="b" l="l" r="r" t="t"/>
              <a:pathLst>
                <a:path extrusionOk="0" h="386" w="388">
                  <a:moveTo>
                    <a:pt x="193" y="1"/>
                  </a:moveTo>
                  <a:cubicBezTo>
                    <a:pt x="87" y="1"/>
                    <a:pt x="1" y="87"/>
                    <a:pt x="1" y="193"/>
                  </a:cubicBezTo>
                  <a:cubicBezTo>
                    <a:pt x="1" y="299"/>
                    <a:pt x="87" y="386"/>
                    <a:pt x="193" y="386"/>
                  </a:cubicBezTo>
                  <a:cubicBezTo>
                    <a:pt x="301" y="386"/>
                    <a:pt x="388" y="299"/>
                    <a:pt x="388" y="193"/>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49"/>
            <p:cNvSpPr/>
            <p:nvPr/>
          </p:nvSpPr>
          <p:spPr>
            <a:xfrm>
              <a:off x="6916950" y="2770225"/>
              <a:ext cx="12900" cy="9700"/>
            </a:xfrm>
            <a:custGeom>
              <a:rect b="b" l="l" r="r" t="t"/>
              <a:pathLst>
                <a:path extrusionOk="0" h="388" w="516">
                  <a:moveTo>
                    <a:pt x="258" y="0"/>
                  </a:moveTo>
                  <a:cubicBezTo>
                    <a:pt x="209" y="0"/>
                    <a:pt x="160" y="19"/>
                    <a:pt x="122" y="57"/>
                  </a:cubicBezTo>
                  <a:cubicBezTo>
                    <a:pt x="1" y="178"/>
                    <a:pt x="85" y="387"/>
                    <a:pt x="258" y="387"/>
                  </a:cubicBezTo>
                  <a:cubicBezTo>
                    <a:pt x="430" y="387"/>
                    <a:pt x="516" y="178"/>
                    <a:pt x="395" y="57"/>
                  </a:cubicBezTo>
                  <a:cubicBezTo>
                    <a:pt x="357" y="19"/>
                    <a:pt x="308"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49"/>
            <p:cNvSpPr/>
            <p:nvPr/>
          </p:nvSpPr>
          <p:spPr>
            <a:xfrm>
              <a:off x="6735350" y="2953450"/>
              <a:ext cx="9700" cy="9650"/>
            </a:xfrm>
            <a:custGeom>
              <a:rect b="b" l="l" r="r" t="t"/>
              <a:pathLst>
                <a:path extrusionOk="0" h="386" w="388">
                  <a:moveTo>
                    <a:pt x="193" y="1"/>
                  </a:moveTo>
                  <a:cubicBezTo>
                    <a:pt x="87" y="1"/>
                    <a:pt x="1" y="87"/>
                    <a:pt x="1" y="193"/>
                  </a:cubicBezTo>
                  <a:cubicBezTo>
                    <a:pt x="1" y="300"/>
                    <a:pt x="87" y="386"/>
                    <a:pt x="193" y="386"/>
                  </a:cubicBezTo>
                  <a:cubicBezTo>
                    <a:pt x="301" y="386"/>
                    <a:pt x="387" y="300"/>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49"/>
            <p:cNvSpPr/>
            <p:nvPr/>
          </p:nvSpPr>
          <p:spPr>
            <a:xfrm>
              <a:off x="6611650" y="3135100"/>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49"/>
            <p:cNvSpPr/>
            <p:nvPr/>
          </p:nvSpPr>
          <p:spPr>
            <a:xfrm>
              <a:off x="6672700" y="3074000"/>
              <a:ext cx="9700" cy="9700"/>
            </a:xfrm>
            <a:custGeom>
              <a:rect b="b" l="l" r="r" t="t"/>
              <a:pathLst>
                <a:path extrusionOk="0" h="388" w="388">
                  <a:moveTo>
                    <a:pt x="193" y="1"/>
                  </a:moveTo>
                  <a:cubicBezTo>
                    <a:pt x="87" y="1"/>
                    <a:pt x="1" y="89"/>
                    <a:pt x="1" y="195"/>
                  </a:cubicBezTo>
                  <a:cubicBezTo>
                    <a:pt x="1" y="301"/>
                    <a:pt x="87" y="387"/>
                    <a:pt x="193" y="387"/>
                  </a:cubicBezTo>
                  <a:cubicBezTo>
                    <a:pt x="301" y="387"/>
                    <a:pt x="387" y="301"/>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49"/>
            <p:cNvSpPr/>
            <p:nvPr/>
          </p:nvSpPr>
          <p:spPr>
            <a:xfrm>
              <a:off x="6732175" y="3012975"/>
              <a:ext cx="12900" cy="9675"/>
            </a:xfrm>
            <a:custGeom>
              <a:rect b="b" l="l" r="r" t="t"/>
              <a:pathLst>
                <a:path extrusionOk="0" h="387" w="516">
                  <a:moveTo>
                    <a:pt x="258" y="0"/>
                  </a:moveTo>
                  <a:cubicBezTo>
                    <a:pt x="209" y="0"/>
                    <a:pt x="159" y="19"/>
                    <a:pt x="122" y="56"/>
                  </a:cubicBezTo>
                  <a:cubicBezTo>
                    <a:pt x="0" y="177"/>
                    <a:pt x="87" y="386"/>
                    <a:pt x="258" y="386"/>
                  </a:cubicBezTo>
                  <a:cubicBezTo>
                    <a:pt x="431" y="386"/>
                    <a:pt x="516" y="177"/>
                    <a:pt x="394" y="56"/>
                  </a:cubicBezTo>
                  <a:cubicBezTo>
                    <a:pt x="356" y="19"/>
                    <a:pt x="307"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49"/>
            <p:cNvSpPr/>
            <p:nvPr/>
          </p:nvSpPr>
          <p:spPr>
            <a:xfrm>
              <a:off x="6825400" y="2921350"/>
              <a:ext cx="9675" cy="9650"/>
            </a:xfrm>
            <a:custGeom>
              <a:rect b="b" l="l" r="r" t="t"/>
              <a:pathLst>
                <a:path extrusionOk="0" h="386" w="387">
                  <a:moveTo>
                    <a:pt x="194" y="1"/>
                  </a:moveTo>
                  <a:cubicBezTo>
                    <a:pt x="87" y="1"/>
                    <a:pt x="0" y="87"/>
                    <a:pt x="0" y="193"/>
                  </a:cubicBezTo>
                  <a:cubicBezTo>
                    <a:pt x="0" y="300"/>
                    <a:pt x="87" y="386"/>
                    <a:pt x="194" y="386"/>
                  </a:cubicBezTo>
                  <a:cubicBezTo>
                    <a:pt x="300" y="386"/>
                    <a:pt x="387" y="300"/>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49"/>
            <p:cNvSpPr/>
            <p:nvPr/>
          </p:nvSpPr>
          <p:spPr>
            <a:xfrm>
              <a:off x="6581125" y="3165650"/>
              <a:ext cx="9650" cy="9675"/>
            </a:xfrm>
            <a:custGeom>
              <a:rect b="b" l="l" r="r" t="t"/>
              <a:pathLst>
                <a:path extrusionOk="0" h="387" w="386">
                  <a:moveTo>
                    <a:pt x="193" y="0"/>
                  </a:moveTo>
                  <a:cubicBezTo>
                    <a:pt x="86" y="0"/>
                    <a:pt x="0" y="86"/>
                    <a:pt x="0" y="193"/>
                  </a:cubicBezTo>
                  <a:cubicBezTo>
                    <a:pt x="0" y="300"/>
                    <a:pt x="86" y="387"/>
                    <a:pt x="193" y="387"/>
                  </a:cubicBezTo>
                  <a:cubicBezTo>
                    <a:pt x="299" y="387"/>
                    <a:pt x="385" y="300"/>
                    <a:pt x="385" y="193"/>
                  </a:cubicBezTo>
                  <a:cubicBezTo>
                    <a:pt x="385" y="86"/>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49"/>
            <p:cNvSpPr/>
            <p:nvPr/>
          </p:nvSpPr>
          <p:spPr>
            <a:xfrm>
              <a:off x="6640525" y="3104575"/>
              <a:ext cx="12950" cy="9675"/>
            </a:xfrm>
            <a:custGeom>
              <a:rect b="b" l="l" r="r" t="t"/>
              <a:pathLst>
                <a:path extrusionOk="0" h="387" w="518">
                  <a:moveTo>
                    <a:pt x="260" y="0"/>
                  </a:moveTo>
                  <a:cubicBezTo>
                    <a:pt x="210" y="0"/>
                    <a:pt x="161" y="19"/>
                    <a:pt x="124" y="57"/>
                  </a:cubicBezTo>
                  <a:cubicBezTo>
                    <a:pt x="1" y="178"/>
                    <a:pt x="87" y="386"/>
                    <a:pt x="260" y="386"/>
                  </a:cubicBezTo>
                  <a:cubicBezTo>
                    <a:pt x="431" y="386"/>
                    <a:pt x="518" y="178"/>
                    <a:pt x="397" y="57"/>
                  </a:cubicBezTo>
                  <a:cubicBezTo>
                    <a:pt x="359" y="19"/>
                    <a:pt x="309"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49"/>
            <p:cNvSpPr/>
            <p:nvPr/>
          </p:nvSpPr>
          <p:spPr>
            <a:xfrm>
              <a:off x="6703250" y="3043500"/>
              <a:ext cx="9700" cy="9650"/>
            </a:xfrm>
            <a:custGeom>
              <a:rect b="b" l="l" r="r" t="t"/>
              <a:pathLst>
                <a:path extrusionOk="0" h="386" w="388">
                  <a:moveTo>
                    <a:pt x="193" y="1"/>
                  </a:moveTo>
                  <a:cubicBezTo>
                    <a:pt x="87" y="1"/>
                    <a:pt x="1" y="87"/>
                    <a:pt x="1" y="193"/>
                  </a:cubicBezTo>
                  <a:cubicBezTo>
                    <a:pt x="1" y="299"/>
                    <a:pt x="87" y="386"/>
                    <a:pt x="193" y="386"/>
                  </a:cubicBezTo>
                  <a:cubicBezTo>
                    <a:pt x="301" y="386"/>
                    <a:pt x="387" y="299"/>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49"/>
            <p:cNvSpPr/>
            <p:nvPr/>
          </p:nvSpPr>
          <p:spPr>
            <a:xfrm>
              <a:off x="6794850" y="2951875"/>
              <a:ext cx="9675" cy="9675"/>
            </a:xfrm>
            <a:custGeom>
              <a:rect b="b" l="l" r="r" t="t"/>
              <a:pathLst>
                <a:path extrusionOk="0" h="387" w="387">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49"/>
            <p:cNvSpPr/>
            <p:nvPr/>
          </p:nvSpPr>
          <p:spPr>
            <a:xfrm>
              <a:off x="6855950" y="2890825"/>
              <a:ext cx="9675" cy="9675"/>
            </a:xfrm>
            <a:custGeom>
              <a:rect b="b" l="l" r="r" t="t"/>
              <a:pathLst>
                <a:path extrusionOk="0" h="387" w="387">
                  <a:moveTo>
                    <a:pt x="193" y="0"/>
                  </a:moveTo>
                  <a:cubicBezTo>
                    <a:pt x="86" y="0"/>
                    <a:pt x="0" y="87"/>
                    <a:pt x="0" y="193"/>
                  </a:cubicBezTo>
                  <a:cubicBezTo>
                    <a:pt x="0" y="299"/>
                    <a:pt x="86" y="387"/>
                    <a:pt x="193" y="387"/>
                  </a:cubicBezTo>
                  <a:cubicBezTo>
                    <a:pt x="300" y="387"/>
                    <a:pt x="387" y="299"/>
                    <a:pt x="387" y="193"/>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49"/>
            <p:cNvSpPr/>
            <p:nvPr/>
          </p:nvSpPr>
          <p:spPr>
            <a:xfrm>
              <a:off x="6886475" y="2860275"/>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49"/>
            <p:cNvSpPr/>
            <p:nvPr/>
          </p:nvSpPr>
          <p:spPr>
            <a:xfrm>
              <a:off x="6917000" y="2829725"/>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49"/>
            <p:cNvSpPr/>
            <p:nvPr/>
          </p:nvSpPr>
          <p:spPr>
            <a:xfrm>
              <a:off x="6947525" y="279917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49"/>
            <p:cNvSpPr/>
            <p:nvPr/>
          </p:nvSpPr>
          <p:spPr>
            <a:xfrm>
              <a:off x="6764350" y="2982400"/>
              <a:ext cx="9650" cy="9700"/>
            </a:xfrm>
            <a:custGeom>
              <a:rect b="b" l="l" r="r" t="t"/>
              <a:pathLst>
                <a:path extrusionOk="0" h="388" w="386">
                  <a:moveTo>
                    <a:pt x="193" y="1"/>
                  </a:moveTo>
                  <a:cubicBezTo>
                    <a:pt x="87" y="1"/>
                    <a:pt x="0" y="87"/>
                    <a:pt x="0" y="193"/>
                  </a:cubicBezTo>
                  <a:cubicBezTo>
                    <a:pt x="0" y="301"/>
                    <a:pt x="87" y="388"/>
                    <a:pt x="193" y="388"/>
                  </a:cubicBezTo>
                  <a:cubicBezTo>
                    <a:pt x="299" y="388"/>
                    <a:pt x="385" y="301"/>
                    <a:pt x="385" y="193"/>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49"/>
            <p:cNvSpPr/>
            <p:nvPr/>
          </p:nvSpPr>
          <p:spPr>
            <a:xfrm>
              <a:off x="6640600" y="3164075"/>
              <a:ext cx="9700" cy="9650"/>
            </a:xfrm>
            <a:custGeom>
              <a:rect b="b" l="l" r="r" t="t"/>
              <a:pathLst>
                <a:path extrusionOk="0" h="386" w="388">
                  <a:moveTo>
                    <a:pt x="193" y="1"/>
                  </a:moveTo>
                  <a:cubicBezTo>
                    <a:pt x="87" y="1"/>
                    <a:pt x="1" y="87"/>
                    <a:pt x="1" y="193"/>
                  </a:cubicBezTo>
                  <a:cubicBezTo>
                    <a:pt x="1" y="300"/>
                    <a:pt x="87" y="386"/>
                    <a:pt x="193" y="386"/>
                  </a:cubicBezTo>
                  <a:cubicBezTo>
                    <a:pt x="301" y="386"/>
                    <a:pt x="388" y="300"/>
                    <a:pt x="388" y="193"/>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49"/>
            <p:cNvSpPr/>
            <p:nvPr/>
          </p:nvSpPr>
          <p:spPr>
            <a:xfrm>
              <a:off x="6701700" y="3103000"/>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49"/>
            <p:cNvSpPr/>
            <p:nvPr/>
          </p:nvSpPr>
          <p:spPr>
            <a:xfrm>
              <a:off x="6762750" y="30419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49"/>
            <p:cNvSpPr/>
            <p:nvPr/>
          </p:nvSpPr>
          <p:spPr>
            <a:xfrm>
              <a:off x="6854350" y="2950325"/>
              <a:ext cx="9675" cy="9675"/>
            </a:xfrm>
            <a:custGeom>
              <a:rect b="b" l="l" r="r" t="t"/>
              <a:pathLst>
                <a:path extrusionOk="0" h="387" w="387">
                  <a:moveTo>
                    <a:pt x="194" y="0"/>
                  </a:moveTo>
                  <a:cubicBezTo>
                    <a:pt x="88" y="0"/>
                    <a:pt x="0" y="86"/>
                    <a:pt x="0" y="193"/>
                  </a:cubicBezTo>
                  <a:cubicBezTo>
                    <a:pt x="0" y="300"/>
                    <a:pt x="88" y="387"/>
                    <a:pt x="194" y="387"/>
                  </a:cubicBezTo>
                  <a:cubicBezTo>
                    <a:pt x="301" y="387"/>
                    <a:pt x="387" y="300"/>
                    <a:pt x="387" y="193"/>
                  </a:cubicBezTo>
                  <a:cubicBezTo>
                    <a:pt x="387" y="86"/>
                    <a:pt x="301"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49"/>
            <p:cNvSpPr/>
            <p:nvPr/>
          </p:nvSpPr>
          <p:spPr>
            <a:xfrm>
              <a:off x="6608450" y="3194600"/>
              <a:ext cx="12925" cy="9675"/>
            </a:xfrm>
            <a:custGeom>
              <a:rect b="b" l="l" r="r" t="t"/>
              <a:pathLst>
                <a:path extrusionOk="0" h="387" w="517">
                  <a:moveTo>
                    <a:pt x="258" y="1"/>
                  </a:moveTo>
                  <a:cubicBezTo>
                    <a:pt x="209" y="1"/>
                    <a:pt x="159" y="20"/>
                    <a:pt x="121" y="58"/>
                  </a:cubicBezTo>
                  <a:cubicBezTo>
                    <a:pt x="0" y="179"/>
                    <a:pt x="86" y="387"/>
                    <a:pt x="259" y="387"/>
                  </a:cubicBezTo>
                  <a:cubicBezTo>
                    <a:pt x="431" y="387"/>
                    <a:pt x="517" y="179"/>
                    <a:pt x="396" y="58"/>
                  </a:cubicBezTo>
                  <a:cubicBezTo>
                    <a:pt x="358" y="20"/>
                    <a:pt x="308" y="1"/>
                    <a:pt x="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49"/>
            <p:cNvSpPr/>
            <p:nvPr/>
          </p:nvSpPr>
          <p:spPr>
            <a:xfrm>
              <a:off x="6671150" y="3133550"/>
              <a:ext cx="9700" cy="9675"/>
            </a:xfrm>
            <a:custGeom>
              <a:rect b="b" l="l" r="r" t="t"/>
              <a:pathLst>
                <a:path extrusionOk="0" h="387" w="388">
                  <a:moveTo>
                    <a:pt x="193" y="0"/>
                  </a:moveTo>
                  <a:cubicBezTo>
                    <a:pt x="87" y="0"/>
                    <a:pt x="1" y="87"/>
                    <a:pt x="1" y="193"/>
                  </a:cubicBezTo>
                  <a:cubicBezTo>
                    <a:pt x="1" y="300"/>
                    <a:pt x="87" y="387"/>
                    <a:pt x="193" y="387"/>
                  </a:cubicBezTo>
                  <a:cubicBezTo>
                    <a:pt x="299" y="387"/>
                    <a:pt x="387" y="300"/>
                    <a:pt x="387" y="193"/>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49"/>
            <p:cNvSpPr/>
            <p:nvPr/>
          </p:nvSpPr>
          <p:spPr>
            <a:xfrm>
              <a:off x="6732200" y="30724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49"/>
            <p:cNvSpPr/>
            <p:nvPr/>
          </p:nvSpPr>
          <p:spPr>
            <a:xfrm>
              <a:off x="6822200" y="2980850"/>
              <a:ext cx="12925" cy="9700"/>
            </a:xfrm>
            <a:custGeom>
              <a:rect b="b" l="l" r="r" t="t"/>
              <a:pathLst>
                <a:path extrusionOk="0" h="388" w="517">
                  <a:moveTo>
                    <a:pt x="259" y="0"/>
                  </a:moveTo>
                  <a:cubicBezTo>
                    <a:pt x="209" y="0"/>
                    <a:pt x="160" y="19"/>
                    <a:pt x="122" y="57"/>
                  </a:cubicBezTo>
                  <a:cubicBezTo>
                    <a:pt x="1" y="178"/>
                    <a:pt x="86" y="387"/>
                    <a:pt x="259" y="387"/>
                  </a:cubicBezTo>
                  <a:cubicBezTo>
                    <a:pt x="430" y="387"/>
                    <a:pt x="516" y="178"/>
                    <a:pt x="395" y="57"/>
                  </a:cubicBezTo>
                  <a:cubicBezTo>
                    <a:pt x="357" y="19"/>
                    <a:pt x="308"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49"/>
            <p:cNvSpPr/>
            <p:nvPr/>
          </p:nvSpPr>
          <p:spPr>
            <a:xfrm>
              <a:off x="6884900" y="2919775"/>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49"/>
            <p:cNvSpPr/>
            <p:nvPr/>
          </p:nvSpPr>
          <p:spPr>
            <a:xfrm>
              <a:off x="6915425" y="28892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49"/>
            <p:cNvSpPr/>
            <p:nvPr/>
          </p:nvSpPr>
          <p:spPr>
            <a:xfrm>
              <a:off x="6944350" y="2858700"/>
              <a:ext cx="12950" cy="9675"/>
            </a:xfrm>
            <a:custGeom>
              <a:rect b="b" l="l" r="r" t="t"/>
              <a:pathLst>
                <a:path extrusionOk="0" h="387" w="518">
                  <a:moveTo>
                    <a:pt x="259" y="1"/>
                  </a:moveTo>
                  <a:cubicBezTo>
                    <a:pt x="209" y="1"/>
                    <a:pt x="160" y="19"/>
                    <a:pt x="122" y="57"/>
                  </a:cubicBezTo>
                  <a:cubicBezTo>
                    <a:pt x="1" y="179"/>
                    <a:pt x="87" y="386"/>
                    <a:pt x="258" y="386"/>
                  </a:cubicBezTo>
                  <a:cubicBezTo>
                    <a:pt x="431" y="386"/>
                    <a:pt x="517" y="179"/>
                    <a:pt x="395" y="57"/>
                  </a:cubicBezTo>
                  <a:cubicBezTo>
                    <a:pt x="358" y="19"/>
                    <a:pt x="308"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49"/>
            <p:cNvSpPr/>
            <p:nvPr/>
          </p:nvSpPr>
          <p:spPr>
            <a:xfrm>
              <a:off x="6976525" y="2828175"/>
              <a:ext cx="9650" cy="9650"/>
            </a:xfrm>
            <a:custGeom>
              <a:rect b="b" l="l" r="r" t="t"/>
              <a:pathLst>
                <a:path extrusionOk="0" h="386" w="386">
                  <a:moveTo>
                    <a:pt x="193" y="0"/>
                  </a:moveTo>
                  <a:cubicBezTo>
                    <a:pt x="87" y="0"/>
                    <a:pt x="0" y="87"/>
                    <a:pt x="0" y="193"/>
                  </a:cubicBezTo>
                  <a:cubicBezTo>
                    <a:pt x="0" y="299"/>
                    <a:pt x="87" y="386"/>
                    <a:pt x="193" y="386"/>
                  </a:cubicBezTo>
                  <a:cubicBezTo>
                    <a:pt x="299" y="386"/>
                    <a:pt x="386" y="299"/>
                    <a:pt x="386" y="193"/>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49"/>
            <p:cNvSpPr/>
            <p:nvPr/>
          </p:nvSpPr>
          <p:spPr>
            <a:xfrm>
              <a:off x="6793300" y="30114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49"/>
            <p:cNvSpPr/>
            <p:nvPr/>
          </p:nvSpPr>
          <p:spPr>
            <a:xfrm>
              <a:off x="6669575" y="3193050"/>
              <a:ext cx="9675" cy="9675"/>
            </a:xfrm>
            <a:custGeom>
              <a:rect b="b" l="l" r="r" t="t"/>
              <a:pathLst>
                <a:path extrusionOk="0" h="387" w="387">
                  <a:moveTo>
                    <a:pt x="194" y="0"/>
                  </a:moveTo>
                  <a:cubicBezTo>
                    <a:pt x="86" y="0"/>
                    <a:pt x="0" y="86"/>
                    <a:pt x="0" y="193"/>
                  </a:cubicBezTo>
                  <a:cubicBezTo>
                    <a:pt x="0" y="300"/>
                    <a:pt x="86" y="387"/>
                    <a:pt x="194" y="387"/>
                  </a:cubicBezTo>
                  <a:cubicBezTo>
                    <a:pt x="300" y="387"/>
                    <a:pt x="387" y="300"/>
                    <a:pt x="387" y="193"/>
                  </a:cubicBezTo>
                  <a:cubicBezTo>
                    <a:pt x="387" y="86"/>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49"/>
            <p:cNvSpPr/>
            <p:nvPr/>
          </p:nvSpPr>
          <p:spPr>
            <a:xfrm>
              <a:off x="6730650" y="3131950"/>
              <a:ext cx="9700" cy="9700"/>
            </a:xfrm>
            <a:custGeom>
              <a:rect b="b" l="l" r="r" t="t"/>
              <a:pathLst>
                <a:path extrusionOk="0" h="388" w="388">
                  <a:moveTo>
                    <a:pt x="193" y="1"/>
                  </a:moveTo>
                  <a:cubicBezTo>
                    <a:pt x="87" y="1"/>
                    <a:pt x="1" y="88"/>
                    <a:pt x="1" y="195"/>
                  </a:cubicBezTo>
                  <a:cubicBezTo>
                    <a:pt x="1" y="301"/>
                    <a:pt x="87" y="387"/>
                    <a:pt x="193" y="387"/>
                  </a:cubicBezTo>
                  <a:cubicBezTo>
                    <a:pt x="301" y="387"/>
                    <a:pt x="387" y="301"/>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49"/>
            <p:cNvSpPr/>
            <p:nvPr/>
          </p:nvSpPr>
          <p:spPr>
            <a:xfrm>
              <a:off x="6791750" y="3070900"/>
              <a:ext cx="9650" cy="9700"/>
            </a:xfrm>
            <a:custGeom>
              <a:rect b="b" l="l" r="r" t="t"/>
              <a:pathLst>
                <a:path extrusionOk="0" h="388"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49"/>
            <p:cNvSpPr/>
            <p:nvPr/>
          </p:nvSpPr>
          <p:spPr>
            <a:xfrm>
              <a:off x="6883325" y="2979275"/>
              <a:ext cx="9700" cy="9675"/>
            </a:xfrm>
            <a:custGeom>
              <a:rect b="b" l="l" r="r" t="t"/>
              <a:pathLst>
                <a:path extrusionOk="0" h="387" w="388">
                  <a:moveTo>
                    <a:pt x="194" y="0"/>
                  </a:moveTo>
                  <a:cubicBezTo>
                    <a:pt x="87" y="0"/>
                    <a:pt x="1" y="88"/>
                    <a:pt x="1" y="194"/>
                  </a:cubicBezTo>
                  <a:cubicBezTo>
                    <a:pt x="1" y="300"/>
                    <a:pt x="87" y="387"/>
                    <a:pt x="194" y="387"/>
                  </a:cubicBezTo>
                  <a:cubicBezTo>
                    <a:pt x="301" y="387"/>
                    <a:pt x="388" y="300"/>
                    <a:pt x="388" y="194"/>
                  </a:cubicBezTo>
                  <a:cubicBezTo>
                    <a:pt x="388" y="88"/>
                    <a:pt x="301"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49"/>
            <p:cNvSpPr/>
            <p:nvPr/>
          </p:nvSpPr>
          <p:spPr>
            <a:xfrm>
              <a:off x="6639050" y="322357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49"/>
            <p:cNvSpPr/>
            <p:nvPr/>
          </p:nvSpPr>
          <p:spPr>
            <a:xfrm>
              <a:off x="6700100" y="31625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49"/>
            <p:cNvSpPr/>
            <p:nvPr/>
          </p:nvSpPr>
          <p:spPr>
            <a:xfrm>
              <a:off x="6761200" y="3101450"/>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49"/>
            <p:cNvSpPr/>
            <p:nvPr/>
          </p:nvSpPr>
          <p:spPr>
            <a:xfrm>
              <a:off x="6852800" y="300980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49"/>
            <p:cNvSpPr/>
            <p:nvPr/>
          </p:nvSpPr>
          <p:spPr>
            <a:xfrm>
              <a:off x="6912250" y="2948750"/>
              <a:ext cx="12950" cy="9650"/>
            </a:xfrm>
            <a:custGeom>
              <a:rect b="b" l="l" r="r" t="t"/>
              <a:pathLst>
                <a:path extrusionOk="0" h="386" w="518">
                  <a:moveTo>
                    <a:pt x="259" y="0"/>
                  </a:moveTo>
                  <a:cubicBezTo>
                    <a:pt x="209" y="0"/>
                    <a:pt x="160" y="19"/>
                    <a:pt x="122" y="57"/>
                  </a:cubicBezTo>
                  <a:cubicBezTo>
                    <a:pt x="1" y="178"/>
                    <a:pt x="87" y="386"/>
                    <a:pt x="258" y="386"/>
                  </a:cubicBezTo>
                  <a:cubicBezTo>
                    <a:pt x="431" y="386"/>
                    <a:pt x="517" y="178"/>
                    <a:pt x="395" y="57"/>
                  </a:cubicBezTo>
                  <a:cubicBezTo>
                    <a:pt x="358" y="19"/>
                    <a:pt x="308"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49"/>
            <p:cNvSpPr/>
            <p:nvPr/>
          </p:nvSpPr>
          <p:spPr>
            <a:xfrm>
              <a:off x="6944425" y="2918225"/>
              <a:ext cx="9650" cy="9675"/>
            </a:xfrm>
            <a:custGeom>
              <a:rect b="b" l="l" r="r" t="t"/>
              <a:pathLst>
                <a:path extrusionOk="0" h="387" w="386">
                  <a:moveTo>
                    <a:pt x="193" y="0"/>
                  </a:moveTo>
                  <a:cubicBezTo>
                    <a:pt x="87" y="0"/>
                    <a:pt x="1" y="87"/>
                    <a:pt x="1" y="193"/>
                  </a:cubicBezTo>
                  <a:cubicBezTo>
                    <a:pt x="1" y="300"/>
                    <a:pt x="87" y="387"/>
                    <a:pt x="193" y="387"/>
                  </a:cubicBezTo>
                  <a:cubicBezTo>
                    <a:pt x="299" y="387"/>
                    <a:pt x="386" y="300"/>
                    <a:pt x="386" y="193"/>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49"/>
            <p:cNvSpPr/>
            <p:nvPr/>
          </p:nvSpPr>
          <p:spPr>
            <a:xfrm>
              <a:off x="6974925" y="2887675"/>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49"/>
            <p:cNvSpPr/>
            <p:nvPr/>
          </p:nvSpPr>
          <p:spPr>
            <a:xfrm>
              <a:off x="7005475" y="28571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49"/>
            <p:cNvSpPr/>
            <p:nvPr/>
          </p:nvSpPr>
          <p:spPr>
            <a:xfrm>
              <a:off x="6822250" y="304035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49"/>
            <p:cNvSpPr/>
            <p:nvPr/>
          </p:nvSpPr>
          <p:spPr>
            <a:xfrm>
              <a:off x="6698550" y="3222000"/>
              <a:ext cx="9700" cy="9675"/>
            </a:xfrm>
            <a:custGeom>
              <a:rect b="b" l="l" r="r" t="t"/>
              <a:pathLst>
                <a:path extrusionOk="0" h="387" w="388">
                  <a:moveTo>
                    <a:pt x="193" y="0"/>
                  </a:moveTo>
                  <a:cubicBezTo>
                    <a:pt x="87" y="0"/>
                    <a:pt x="1" y="88"/>
                    <a:pt x="1" y="194"/>
                  </a:cubicBezTo>
                  <a:cubicBezTo>
                    <a:pt x="1" y="300"/>
                    <a:pt x="87" y="387"/>
                    <a:pt x="193" y="387"/>
                  </a:cubicBezTo>
                  <a:cubicBezTo>
                    <a:pt x="301" y="387"/>
                    <a:pt x="387" y="300"/>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49"/>
            <p:cNvSpPr/>
            <p:nvPr/>
          </p:nvSpPr>
          <p:spPr>
            <a:xfrm>
              <a:off x="6759600" y="3160950"/>
              <a:ext cx="9700" cy="9675"/>
            </a:xfrm>
            <a:custGeom>
              <a:rect b="b" l="l" r="r" t="t"/>
              <a:pathLst>
                <a:path extrusionOk="0" h="387" w="388">
                  <a:moveTo>
                    <a:pt x="195" y="0"/>
                  </a:moveTo>
                  <a:cubicBezTo>
                    <a:pt x="89" y="0"/>
                    <a:pt x="1" y="87"/>
                    <a:pt x="1" y="193"/>
                  </a:cubicBezTo>
                  <a:cubicBezTo>
                    <a:pt x="1" y="300"/>
                    <a:pt x="89" y="387"/>
                    <a:pt x="195" y="387"/>
                  </a:cubicBezTo>
                  <a:cubicBezTo>
                    <a:pt x="301" y="387"/>
                    <a:pt x="387" y="300"/>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49"/>
            <p:cNvSpPr/>
            <p:nvPr/>
          </p:nvSpPr>
          <p:spPr>
            <a:xfrm>
              <a:off x="6820700" y="30998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49"/>
            <p:cNvSpPr/>
            <p:nvPr/>
          </p:nvSpPr>
          <p:spPr>
            <a:xfrm>
              <a:off x="6912300" y="3008250"/>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49"/>
            <p:cNvSpPr/>
            <p:nvPr/>
          </p:nvSpPr>
          <p:spPr>
            <a:xfrm>
              <a:off x="6666375" y="3252550"/>
              <a:ext cx="12950" cy="9675"/>
            </a:xfrm>
            <a:custGeom>
              <a:rect b="b" l="l" r="r" t="t"/>
              <a:pathLst>
                <a:path extrusionOk="0" h="387" w="518">
                  <a:moveTo>
                    <a:pt x="259" y="1"/>
                  </a:moveTo>
                  <a:cubicBezTo>
                    <a:pt x="210" y="1"/>
                    <a:pt x="160" y="20"/>
                    <a:pt x="122" y="58"/>
                  </a:cubicBezTo>
                  <a:cubicBezTo>
                    <a:pt x="1" y="179"/>
                    <a:pt x="87" y="386"/>
                    <a:pt x="258" y="386"/>
                  </a:cubicBezTo>
                  <a:cubicBezTo>
                    <a:pt x="431" y="386"/>
                    <a:pt x="518" y="179"/>
                    <a:pt x="396" y="58"/>
                  </a:cubicBezTo>
                  <a:cubicBezTo>
                    <a:pt x="358" y="20"/>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49"/>
            <p:cNvSpPr/>
            <p:nvPr/>
          </p:nvSpPr>
          <p:spPr>
            <a:xfrm>
              <a:off x="6729100" y="3191475"/>
              <a:ext cx="9650" cy="9650"/>
            </a:xfrm>
            <a:custGeom>
              <a:rect b="b" l="l" r="r" t="t"/>
              <a:pathLst>
                <a:path extrusionOk="0" h="386" w="386">
                  <a:moveTo>
                    <a:pt x="193" y="1"/>
                  </a:moveTo>
                  <a:cubicBezTo>
                    <a:pt x="87" y="1"/>
                    <a:pt x="0" y="87"/>
                    <a:pt x="0" y="193"/>
                  </a:cubicBezTo>
                  <a:cubicBezTo>
                    <a:pt x="0" y="300"/>
                    <a:pt x="87" y="386"/>
                    <a:pt x="193" y="386"/>
                  </a:cubicBezTo>
                  <a:cubicBezTo>
                    <a:pt x="299" y="386"/>
                    <a:pt x="386" y="300"/>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49"/>
            <p:cNvSpPr/>
            <p:nvPr/>
          </p:nvSpPr>
          <p:spPr>
            <a:xfrm>
              <a:off x="6790150" y="3130400"/>
              <a:ext cx="9700" cy="9675"/>
            </a:xfrm>
            <a:custGeom>
              <a:rect b="b" l="l" r="r" t="t"/>
              <a:pathLst>
                <a:path extrusionOk="0" h="387" w="388">
                  <a:moveTo>
                    <a:pt x="195" y="0"/>
                  </a:moveTo>
                  <a:cubicBezTo>
                    <a:pt x="87" y="0"/>
                    <a:pt x="1" y="87"/>
                    <a:pt x="1" y="194"/>
                  </a:cubicBezTo>
                  <a:cubicBezTo>
                    <a:pt x="1" y="300"/>
                    <a:pt x="87" y="387"/>
                    <a:pt x="195" y="387"/>
                  </a:cubicBezTo>
                  <a:cubicBezTo>
                    <a:pt x="301" y="387"/>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49"/>
            <p:cNvSpPr/>
            <p:nvPr/>
          </p:nvSpPr>
          <p:spPr>
            <a:xfrm>
              <a:off x="6880150" y="3038775"/>
              <a:ext cx="12925" cy="9675"/>
            </a:xfrm>
            <a:custGeom>
              <a:rect b="b" l="l" r="r" t="t"/>
              <a:pathLst>
                <a:path extrusionOk="0" h="387" w="517">
                  <a:moveTo>
                    <a:pt x="258" y="1"/>
                  </a:moveTo>
                  <a:cubicBezTo>
                    <a:pt x="209" y="1"/>
                    <a:pt x="160" y="20"/>
                    <a:pt x="122" y="58"/>
                  </a:cubicBezTo>
                  <a:cubicBezTo>
                    <a:pt x="1" y="179"/>
                    <a:pt x="87" y="387"/>
                    <a:pt x="258" y="387"/>
                  </a:cubicBezTo>
                  <a:cubicBezTo>
                    <a:pt x="431" y="387"/>
                    <a:pt x="516" y="179"/>
                    <a:pt x="395" y="58"/>
                  </a:cubicBezTo>
                  <a:cubicBezTo>
                    <a:pt x="357" y="20"/>
                    <a:pt x="308" y="1"/>
                    <a:pt x="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49"/>
            <p:cNvSpPr/>
            <p:nvPr/>
          </p:nvSpPr>
          <p:spPr>
            <a:xfrm>
              <a:off x="6942825" y="2977725"/>
              <a:ext cx="9700" cy="9675"/>
            </a:xfrm>
            <a:custGeom>
              <a:rect b="b" l="l" r="r" t="t"/>
              <a:pathLst>
                <a:path extrusionOk="0" h="387" w="388">
                  <a:moveTo>
                    <a:pt x="195" y="0"/>
                  </a:moveTo>
                  <a:cubicBezTo>
                    <a:pt x="87" y="0"/>
                    <a:pt x="1" y="86"/>
                    <a:pt x="1" y="193"/>
                  </a:cubicBezTo>
                  <a:cubicBezTo>
                    <a:pt x="1" y="300"/>
                    <a:pt x="87" y="387"/>
                    <a:pt x="195" y="387"/>
                  </a:cubicBezTo>
                  <a:cubicBezTo>
                    <a:pt x="301" y="387"/>
                    <a:pt x="387" y="300"/>
                    <a:pt x="387" y="193"/>
                  </a:cubicBezTo>
                  <a:cubicBezTo>
                    <a:pt x="387" y="86"/>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49"/>
            <p:cNvSpPr/>
            <p:nvPr/>
          </p:nvSpPr>
          <p:spPr>
            <a:xfrm>
              <a:off x="6973375" y="2947175"/>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49"/>
            <p:cNvSpPr/>
            <p:nvPr/>
          </p:nvSpPr>
          <p:spPr>
            <a:xfrm>
              <a:off x="7002300" y="2916650"/>
              <a:ext cx="12950" cy="9675"/>
            </a:xfrm>
            <a:custGeom>
              <a:rect b="b" l="l" r="r" t="t"/>
              <a:pathLst>
                <a:path extrusionOk="0" h="387" w="518">
                  <a:moveTo>
                    <a:pt x="259" y="0"/>
                  </a:moveTo>
                  <a:cubicBezTo>
                    <a:pt x="209" y="0"/>
                    <a:pt x="159" y="19"/>
                    <a:pt x="122" y="57"/>
                  </a:cubicBezTo>
                  <a:cubicBezTo>
                    <a:pt x="0" y="178"/>
                    <a:pt x="87" y="386"/>
                    <a:pt x="258" y="386"/>
                  </a:cubicBezTo>
                  <a:cubicBezTo>
                    <a:pt x="431" y="386"/>
                    <a:pt x="517" y="178"/>
                    <a:pt x="394" y="57"/>
                  </a:cubicBezTo>
                  <a:cubicBezTo>
                    <a:pt x="357" y="19"/>
                    <a:pt x="308"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49"/>
            <p:cNvSpPr/>
            <p:nvPr/>
          </p:nvSpPr>
          <p:spPr>
            <a:xfrm>
              <a:off x="7034475" y="2886125"/>
              <a:ext cx="9675" cy="9675"/>
            </a:xfrm>
            <a:custGeom>
              <a:rect b="b" l="l" r="r" t="t"/>
              <a:pathLst>
                <a:path extrusionOk="0" h="387" w="387">
                  <a:moveTo>
                    <a:pt x="193" y="0"/>
                  </a:moveTo>
                  <a:cubicBezTo>
                    <a:pt x="87" y="0"/>
                    <a:pt x="0" y="87"/>
                    <a:pt x="0" y="193"/>
                  </a:cubicBezTo>
                  <a:cubicBezTo>
                    <a:pt x="0" y="299"/>
                    <a:pt x="87" y="387"/>
                    <a:pt x="193" y="387"/>
                  </a:cubicBezTo>
                  <a:cubicBezTo>
                    <a:pt x="299" y="387"/>
                    <a:pt x="387" y="299"/>
                    <a:pt x="387" y="193"/>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49"/>
            <p:cNvSpPr/>
            <p:nvPr/>
          </p:nvSpPr>
          <p:spPr>
            <a:xfrm>
              <a:off x="6851250" y="3069350"/>
              <a:ext cx="9675" cy="9650"/>
            </a:xfrm>
            <a:custGeom>
              <a:rect b="b" l="l" r="r" t="t"/>
              <a:pathLst>
                <a:path extrusionOk="0" h="386" w="387">
                  <a:moveTo>
                    <a:pt x="193" y="0"/>
                  </a:moveTo>
                  <a:cubicBezTo>
                    <a:pt x="86" y="0"/>
                    <a:pt x="0" y="87"/>
                    <a:pt x="0" y="193"/>
                  </a:cubicBezTo>
                  <a:cubicBezTo>
                    <a:pt x="0" y="299"/>
                    <a:pt x="86" y="385"/>
                    <a:pt x="193" y="385"/>
                  </a:cubicBezTo>
                  <a:cubicBezTo>
                    <a:pt x="300" y="385"/>
                    <a:pt x="387" y="299"/>
                    <a:pt x="387" y="193"/>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49"/>
            <p:cNvSpPr/>
            <p:nvPr/>
          </p:nvSpPr>
          <p:spPr>
            <a:xfrm>
              <a:off x="6727500" y="3250975"/>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49"/>
            <p:cNvSpPr/>
            <p:nvPr/>
          </p:nvSpPr>
          <p:spPr>
            <a:xfrm>
              <a:off x="6788600" y="31899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49"/>
            <p:cNvSpPr/>
            <p:nvPr/>
          </p:nvSpPr>
          <p:spPr>
            <a:xfrm>
              <a:off x="6848050" y="3128825"/>
              <a:ext cx="12925" cy="9700"/>
            </a:xfrm>
            <a:custGeom>
              <a:rect b="b" l="l" r="r" t="t"/>
              <a:pathLst>
                <a:path extrusionOk="0" h="388" w="517">
                  <a:moveTo>
                    <a:pt x="258" y="0"/>
                  </a:moveTo>
                  <a:cubicBezTo>
                    <a:pt x="209" y="0"/>
                    <a:pt x="160" y="19"/>
                    <a:pt x="122" y="57"/>
                  </a:cubicBezTo>
                  <a:cubicBezTo>
                    <a:pt x="1" y="179"/>
                    <a:pt x="86" y="388"/>
                    <a:pt x="258" y="388"/>
                  </a:cubicBezTo>
                  <a:cubicBezTo>
                    <a:pt x="430" y="388"/>
                    <a:pt x="516" y="179"/>
                    <a:pt x="395" y="57"/>
                  </a:cubicBezTo>
                  <a:cubicBezTo>
                    <a:pt x="357" y="19"/>
                    <a:pt x="308"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49"/>
            <p:cNvSpPr/>
            <p:nvPr/>
          </p:nvSpPr>
          <p:spPr>
            <a:xfrm>
              <a:off x="6941275" y="30372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49"/>
            <p:cNvSpPr/>
            <p:nvPr/>
          </p:nvSpPr>
          <p:spPr>
            <a:xfrm>
              <a:off x="6697000" y="328152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49"/>
            <p:cNvSpPr/>
            <p:nvPr/>
          </p:nvSpPr>
          <p:spPr>
            <a:xfrm>
              <a:off x="6756425" y="3220450"/>
              <a:ext cx="12950" cy="9675"/>
            </a:xfrm>
            <a:custGeom>
              <a:rect b="b" l="l" r="r" t="t"/>
              <a:pathLst>
                <a:path extrusionOk="0" h="387" w="518">
                  <a:moveTo>
                    <a:pt x="259" y="1"/>
                  </a:moveTo>
                  <a:cubicBezTo>
                    <a:pt x="209" y="1"/>
                    <a:pt x="160" y="20"/>
                    <a:pt x="122" y="58"/>
                  </a:cubicBezTo>
                  <a:cubicBezTo>
                    <a:pt x="0" y="179"/>
                    <a:pt x="87" y="387"/>
                    <a:pt x="260" y="387"/>
                  </a:cubicBezTo>
                  <a:cubicBezTo>
                    <a:pt x="431" y="387"/>
                    <a:pt x="517" y="179"/>
                    <a:pt x="396" y="58"/>
                  </a:cubicBezTo>
                  <a:cubicBezTo>
                    <a:pt x="358" y="20"/>
                    <a:pt x="309"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49"/>
            <p:cNvSpPr/>
            <p:nvPr/>
          </p:nvSpPr>
          <p:spPr>
            <a:xfrm>
              <a:off x="6819150" y="3159375"/>
              <a:ext cx="9650" cy="9650"/>
            </a:xfrm>
            <a:custGeom>
              <a:rect b="b" l="l" r="r" t="t"/>
              <a:pathLst>
                <a:path extrusionOk="0" h="386" w="386">
                  <a:moveTo>
                    <a:pt x="193" y="1"/>
                  </a:moveTo>
                  <a:cubicBezTo>
                    <a:pt x="87" y="1"/>
                    <a:pt x="0" y="87"/>
                    <a:pt x="0" y="193"/>
                  </a:cubicBezTo>
                  <a:cubicBezTo>
                    <a:pt x="0" y="300"/>
                    <a:pt x="87" y="386"/>
                    <a:pt x="193" y="386"/>
                  </a:cubicBezTo>
                  <a:cubicBezTo>
                    <a:pt x="299" y="386"/>
                    <a:pt x="385" y="300"/>
                    <a:pt x="385" y="193"/>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49"/>
            <p:cNvSpPr/>
            <p:nvPr/>
          </p:nvSpPr>
          <p:spPr>
            <a:xfrm>
              <a:off x="6910725" y="3067750"/>
              <a:ext cx="9700" cy="9700"/>
            </a:xfrm>
            <a:custGeom>
              <a:rect b="b" l="l" r="r" t="t"/>
              <a:pathLst>
                <a:path extrusionOk="0" h="388" w="388">
                  <a:moveTo>
                    <a:pt x="195" y="1"/>
                  </a:moveTo>
                  <a:cubicBezTo>
                    <a:pt x="87" y="1"/>
                    <a:pt x="1" y="87"/>
                    <a:pt x="1" y="195"/>
                  </a:cubicBezTo>
                  <a:cubicBezTo>
                    <a:pt x="1" y="301"/>
                    <a:pt x="87" y="387"/>
                    <a:pt x="195" y="387"/>
                  </a:cubicBezTo>
                  <a:cubicBezTo>
                    <a:pt x="301" y="387"/>
                    <a:pt x="388" y="301"/>
                    <a:pt x="388" y="195"/>
                  </a:cubicBezTo>
                  <a:cubicBezTo>
                    <a:pt x="388"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49"/>
            <p:cNvSpPr/>
            <p:nvPr/>
          </p:nvSpPr>
          <p:spPr>
            <a:xfrm>
              <a:off x="6971825" y="3006700"/>
              <a:ext cx="9650" cy="9650"/>
            </a:xfrm>
            <a:custGeom>
              <a:rect b="b" l="l" r="r" t="t"/>
              <a:pathLst>
                <a:path extrusionOk="0" h="386" w="386">
                  <a:moveTo>
                    <a:pt x="193" y="1"/>
                  </a:moveTo>
                  <a:cubicBezTo>
                    <a:pt x="87" y="1"/>
                    <a:pt x="1" y="87"/>
                    <a:pt x="1" y="193"/>
                  </a:cubicBezTo>
                  <a:cubicBezTo>
                    <a:pt x="1" y="299"/>
                    <a:pt x="87" y="386"/>
                    <a:pt x="193" y="386"/>
                  </a:cubicBezTo>
                  <a:cubicBezTo>
                    <a:pt x="299" y="386"/>
                    <a:pt x="386" y="299"/>
                    <a:pt x="386" y="193"/>
                  </a:cubicBezTo>
                  <a:cubicBezTo>
                    <a:pt x="386"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49"/>
            <p:cNvSpPr/>
            <p:nvPr/>
          </p:nvSpPr>
          <p:spPr>
            <a:xfrm>
              <a:off x="7002325" y="2976150"/>
              <a:ext cx="9700" cy="9650"/>
            </a:xfrm>
            <a:custGeom>
              <a:rect b="b" l="l" r="r" t="t"/>
              <a:pathLst>
                <a:path extrusionOk="0" h="386" w="388">
                  <a:moveTo>
                    <a:pt x="195" y="1"/>
                  </a:moveTo>
                  <a:cubicBezTo>
                    <a:pt x="89" y="1"/>
                    <a:pt x="1" y="87"/>
                    <a:pt x="1" y="193"/>
                  </a:cubicBezTo>
                  <a:cubicBezTo>
                    <a:pt x="1" y="299"/>
                    <a:pt x="89" y="386"/>
                    <a:pt x="195" y="386"/>
                  </a:cubicBezTo>
                  <a:cubicBezTo>
                    <a:pt x="301" y="386"/>
                    <a:pt x="387" y="299"/>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49"/>
            <p:cNvSpPr/>
            <p:nvPr/>
          </p:nvSpPr>
          <p:spPr>
            <a:xfrm>
              <a:off x="7032875" y="2945625"/>
              <a:ext cx="9700" cy="9675"/>
            </a:xfrm>
            <a:custGeom>
              <a:rect b="b" l="l" r="r" t="t"/>
              <a:pathLst>
                <a:path extrusionOk="0" h="387" w="388">
                  <a:moveTo>
                    <a:pt x="195" y="0"/>
                  </a:moveTo>
                  <a:cubicBezTo>
                    <a:pt x="87" y="0"/>
                    <a:pt x="1" y="87"/>
                    <a:pt x="1" y="193"/>
                  </a:cubicBezTo>
                  <a:cubicBezTo>
                    <a:pt x="1" y="300"/>
                    <a:pt x="87" y="387"/>
                    <a:pt x="195" y="387"/>
                  </a:cubicBezTo>
                  <a:cubicBezTo>
                    <a:pt x="301" y="387"/>
                    <a:pt x="387" y="300"/>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49"/>
            <p:cNvSpPr/>
            <p:nvPr/>
          </p:nvSpPr>
          <p:spPr>
            <a:xfrm>
              <a:off x="7063425" y="2915075"/>
              <a:ext cx="9675" cy="9675"/>
            </a:xfrm>
            <a:custGeom>
              <a:rect b="b" l="l" r="r" t="t"/>
              <a:pathLst>
                <a:path extrusionOk="0" h="387" w="387">
                  <a:moveTo>
                    <a:pt x="193" y="0"/>
                  </a:moveTo>
                  <a:cubicBezTo>
                    <a:pt x="87" y="0"/>
                    <a:pt x="0" y="87"/>
                    <a:pt x="0" y="194"/>
                  </a:cubicBezTo>
                  <a:cubicBezTo>
                    <a:pt x="0" y="300"/>
                    <a:pt x="87"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49"/>
            <p:cNvSpPr/>
            <p:nvPr/>
          </p:nvSpPr>
          <p:spPr>
            <a:xfrm>
              <a:off x="6880200" y="3098300"/>
              <a:ext cx="9675" cy="9675"/>
            </a:xfrm>
            <a:custGeom>
              <a:rect b="b" l="l" r="r" t="t"/>
              <a:pathLst>
                <a:path extrusionOk="0" h="387" w="387">
                  <a:moveTo>
                    <a:pt x="194" y="0"/>
                  </a:moveTo>
                  <a:cubicBezTo>
                    <a:pt x="87" y="0"/>
                    <a:pt x="0" y="87"/>
                    <a:pt x="0" y="193"/>
                  </a:cubicBezTo>
                  <a:cubicBezTo>
                    <a:pt x="0" y="301"/>
                    <a:pt x="87" y="387"/>
                    <a:pt x="194" y="387"/>
                  </a:cubicBezTo>
                  <a:cubicBezTo>
                    <a:pt x="300" y="387"/>
                    <a:pt x="387" y="301"/>
                    <a:pt x="387" y="193"/>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49"/>
            <p:cNvSpPr/>
            <p:nvPr/>
          </p:nvSpPr>
          <p:spPr>
            <a:xfrm>
              <a:off x="6756500" y="3279975"/>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49"/>
            <p:cNvSpPr/>
            <p:nvPr/>
          </p:nvSpPr>
          <p:spPr>
            <a:xfrm>
              <a:off x="6815925" y="3218875"/>
              <a:ext cx="12950" cy="9700"/>
            </a:xfrm>
            <a:custGeom>
              <a:rect b="b" l="l" r="r" t="t"/>
              <a:pathLst>
                <a:path extrusionOk="0" h="388" w="518">
                  <a:moveTo>
                    <a:pt x="259" y="0"/>
                  </a:moveTo>
                  <a:cubicBezTo>
                    <a:pt x="209" y="0"/>
                    <a:pt x="160" y="19"/>
                    <a:pt x="123" y="57"/>
                  </a:cubicBezTo>
                  <a:cubicBezTo>
                    <a:pt x="0" y="178"/>
                    <a:pt x="87" y="387"/>
                    <a:pt x="260" y="387"/>
                  </a:cubicBezTo>
                  <a:cubicBezTo>
                    <a:pt x="431" y="387"/>
                    <a:pt x="517" y="178"/>
                    <a:pt x="396" y="57"/>
                  </a:cubicBezTo>
                  <a:cubicBezTo>
                    <a:pt x="358" y="19"/>
                    <a:pt x="308"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49"/>
            <p:cNvSpPr/>
            <p:nvPr/>
          </p:nvSpPr>
          <p:spPr>
            <a:xfrm>
              <a:off x="6878650" y="31578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49"/>
            <p:cNvSpPr/>
            <p:nvPr/>
          </p:nvSpPr>
          <p:spPr>
            <a:xfrm>
              <a:off x="6970225" y="3066200"/>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49"/>
            <p:cNvSpPr/>
            <p:nvPr/>
          </p:nvSpPr>
          <p:spPr>
            <a:xfrm>
              <a:off x="6725950" y="3310475"/>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49"/>
            <p:cNvSpPr/>
            <p:nvPr/>
          </p:nvSpPr>
          <p:spPr>
            <a:xfrm>
              <a:off x="6787050" y="3249425"/>
              <a:ext cx="9650" cy="9700"/>
            </a:xfrm>
            <a:custGeom>
              <a:rect b="b" l="l" r="r" t="t"/>
              <a:pathLst>
                <a:path extrusionOk="0" h="388" w="386">
                  <a:moveTo>
                    <a:pt x="193" y="1"/>
                  </a:moveTo>
                  <a:cubicBezTo>
                    <a:pt x="87" y="1"/>
                    <a:pt x="0" y="87"/>
                    <a:pt x="0" y="193"/>
                  </a:cubicBezTo>
                  <a:cubicBezTo>
                    <a:pt x="0" y="299"/>
                    <a:pt x="87" y="387"/>
                    <a:pt x="193" y="387"/>
                  </a:cubicBezTo>
                  <a:cubicBezTo>
                    <a:pt x="299" y="387"/>
                    <a:pt x="385" y="299"/>
                    <a:pt x="385" y="193"/>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49"/>
            <p:cNvSpPr/>
            <p:nvPr/>
          </p:nvSpPr>
          <p:spPr>
            <a:xfrm>
              <a:off x="6846475" y="3188350"/>
              <a:ext cx="12925" cy="9675"/>
            </a:xfrm>
            <a:custGeom>
              <a:rect b="b" l="l" r="r" t="t"/>
              <a:pathLst>
                <a:path extrusionOk="0" h="387" w="517">
                  <a:moveTo>
                    <a:pt x="259" y="0"/>
                  </a:moveTo>
                  <a:cubicBezTo>
                    <a:pt x="209" y="0"/>
                    <a:pt x="160" y="19"/>
                    <a:pt x="123" y="56"/>
                  </a:cubicBezTo>
                  <a:cubicBezTo>
                    <a:pt x="0" y="179"/>
                    <a:pt x="86" y="387"/>
                    <a:pt x="259" y="387"/>
                  </a:cubicBezTo>
                  <a:cubicBezTo>
                    <a:pt x="431" y="387"/>
                    <a:pt x="517" y="179"/>
                    <a:pt x="396" y="56"/>
                  </a:cubicBezTo>
                  <a:cubicBezTo>
                    <a:pt x="358" y="19"/>
                    <a:pt x="308"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49"/>
            <p:cNvSpPr/>
            <p:nvPr/>
          </p:nvSpPr>
          <p:spPr>
            <a:xfrm>
              <a:off x="6939725" y="3096750"/>
              <a:ext cx="9650" cy="9650"/>
            </a:xfrm>
            <a:custGeom>
              <a:rect b="b" l="l" r="r" t="t"/>
              <a:pathLst>
                <a:path extrusionOk="0" h="386" w="386">
                  <a:moveTo>
                    <a:pt x="193" y="0"/>
                  </a:moveTo>
                  <a:cubicBezTo>
                    <a:pt x="87" y="0"/>
                    <a:pt x="1" y="87"/>
                    <a:pt x="1" y="193"/>
                  </a:cubicBezTo>
                  <a:cubicBezTo>
                    <a:pt x="1" y="299"/>
                    <a:pt x="87" y="385"/>
                    <a:pt x="193" y="385"/>
                  </a:cubicBezTo>
                  <a:cubicBezTo>
                    <a:pt x="299" y="385"/>
                    <a:pt x="386" y="299"/>
                    <a:pt x="386" y="193"/>
                  </a:cubicBezTo>
                  <a:cubicBezTo>
                    <a:pt x="386"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49"/>
            <p:cNvSpPr/>
            <p:nvPr/>
          </p:nvSpPr>
          <p:spPr>
            <a:xfrm>
              <a:off x="7000775" y="30356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49"/>
            <p:cNvSpPr/>
            <p:nvPr/>
          </p:nvSpPr>
          <p:spPr>
            <a:xfrm>
              <a:off x="7031325" y="3005100"/>
              <a:ext cx="9675" cy="9700"/>
            </a:xfrm>
            <a:custGeom>
              <a:rect b="b" l="l" r="r" t="t"/>
              <a:pathLst>
                <a:path extrusionOk="0" h="388" w="387">
                  <a:moveTo>
                    <a:pt x="193" y="1"/>
                  </a:moveTo>
                  <a:cubicBezTo>
                    <a:pt x="87" y="1"/>
                    <a:pt x="0" y="87"/>
                    <a:pt x="0" y="195"/>
                  </a:cubicBezTo>
                  <a:cubicBezTo>
                    <a:pt x="0" y="301"/>
                    <a:pt x="87" y="388"/>
                    <a:pt x="193" y="388"/>
                  </a:cubicBezTo>
                  <a:cubicBezTo>
                    <a:pt x="301" y="388"/>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49"/>
            <p:cNvSpPr/>
            <p:nvPr/>
          </p:nvSpPr>
          <p:spPr>
            <a:xfrm>
              <a:off x="7061875" y="29746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49"/>
            <p:cNvSpPr/>
            <p:nvPr/>
          </p:nvSpPr>
          <p:spPr>
            <a:xfrm>
              <a:off x="7092400" y="2944050"/>
              <a:ext cx="9650" cy="9650"/>
            </a:xfrm>
            <a:custGeom>
              <a:rect b="b" l="l" r="r" t="t"/>
              <a:pathLst>
                <a:path extrusionOk="0" h="386" w="386">
                  <a:moveTo>
                    <a:pt x="193" y="1"/>
                  </a:moveTo>
                  <a:cubicBezTo>
                    <a:pt x="87" y="1"/>
                    <a:pt x="1" y="87"/>
                    <a:pt x="1" y="193"/>
                  </a:cubicBezTo>
                  <a:cubicBezTo>
                    <a:pt x="1" y="300"/>
                    <a:pt x="87" y="386"/>
                    <a:pt x="193" y="386"/>
                  </a:cubicBezTo>
                  <a:cubicBezTo>
                    <a:pt x="300" y="386"/>
                    <a:pt x="386" y="300"/>
                    <a:pt x="386" y="193"/>
                  </a:cubicBezTo>
                  <a:cubicBezTo>
                    <a:pt x="386"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49"/>
            <p:cNvSpPr/>
            <p:nvPr/>
          </p:nvSpPr>
          <p:spPr>
            <a:xfrm>
              <a:off x="6909175" y="3127250"/>
              <a:ext cx="9650" cy="9700"/>
            </a:xfrm>
            <a:custGeom>
              <a:rect b="b" l="l" r="r" t="t"/>
              <a:pathLst>
                <a:path extrusionOk="0" h="388" w="386">
                  <a:moveTo>
                    <a:pt x="193" y="1"/>
                  </a:moveTo>
                  <a:cubicBezTo>
                    <a:pt x="87" y="1"/>
                    <a:pt x="1" y="88"/>
                    <a:pt x="1" y="195"/>
                  </a:cubicBezTo>
                  <a:cubicBezTo>
                    <a:pt x="1" y="301"/>
                    <a:pt x="87" y="387"/>
                    <a:pt x="193" y="387"/>
                  </a:cubicBezTo>
                  <a:cubicBezTo>
                    <a:pt x="299" y="387"/>
                    <a:pt x="386" y="301"/>
                    <a:pt x="386" y="195"/>
                  </a:cubicBezTo>
                  <a:cubicBezTo>
                    <a:pt x="386" y="88"/>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49"/>
            <p:cNvSpPr/>
            <p:nvPr/>
          </p:nvSpPr>
          <p:spPr>
            <a:xfrm>
              <a:off x="6783825" y="3308900"/>
              <a:ext cx="12950" cy="9725"/>
            </a:xfrm>
            <a:custGeom>
              <a:rect b="b" l="l" r="r" t="t"/>
              <a:pathLst>
                <a:path extrusionOk="0" h="389" w="518">
                  <a:moveTo>
                    <a:pt x="259" y="1"/>
                  </a:moveTo>
                  <a:cubicBezTo>
                    <a:pt x="209" y="1"/>
                    <a:pt x="160" y="20"/>
                    <a:pt x="122" y="58"/>
                  </a:cubicBezTo>
                  <a:cubicBezTo>
                    <a:pt x="0" y="180"/>
                    <a:pt x="87" y="388"/>
                    <a:pt x="258" y="388"/>
                  </a:cubicBezTo>
                  <a:cubicBezTo>
                    <a:pt x="431" y="388"/>
                    <a:pt x="517" y="180"/>
                    <a:pt x="396" y="58"/>
                  </a:cubicBezTo>
                  <a:cubicBezTo>
                    <a:pt x="358" y="20"/>
                    <a:pt x="308"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49"/>
            <p:cNvSpPr/>
            <p:nvPr/>
          </p:nvSpPr>
          <p:spPr>
            <a:xfrm>
              <a:off x="6846550" y="3247825"/>
              <a:ext cx="9675" cy="9700"/>
            </a:xfrm>
            <a:custGeom>
              <a:rect b="b" l="l" r="r" t="t"/>
              <a:pathLst>
                <a:path extrusionOk="0" h="388" w="387">
                  <a:moveTo>
                    <a:pt x="193" y="1"/>
                  </a:moveTo>
                  <a:cubicBezTo>
                    <a:pt x="87" y="1"/>
                    <a:pt x="0" y="87"/>
                    <a:pt x="0" y="195"/>
                  </a:cubicBezTo>
                  <a:cubicBezTo>
                    <a:pt x="0" y="301"/>
                    <a:pt x="87" y="388"/>
                    <a:pt x="193" y="388"/>
                  </a:cubicBezTo>
                  <a:cubicBezTo>
                    <a:pt x="300" y="388"/>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49"/>
            <p:cNvSpPr/>
            <p:nvPr/>
          </p:nvSpPr>
          <p:spPr>
            <a:xfrm>
              <a:off x="6907600" y="3186775"/>
              <a:ext cx="9675" cy="9650"/>
            </a:xfrm>
            <a:custGeom>
              <a:rect b="b" l="l" r="r" t="t"/>
              <a:pathLst>
                <a:path extrusionOk="0" h="386" w="387">
                  <a:moveTo>
                    <a:pt x="194" y="1"/>
                  </a:moveTo>
                  <a:cubicBezTo>
                    <a:pt x="88" y="1"/>
                    <a:pt x="0" y="87"/>
                    <a:pt x="0" y="193"/>
                  </a:cubicBezTo>
                  <a:cubicBezTo>
                    <a:pt x="0" y="300"/>
                    <a:pt x="88" y="386"/>
                    <a:pt x="194" y="386"/>
                  </a:cubicBezTo>
                  <a:cubicBezTo>
                    <a:pt x="300" y="386"/>
                    <a:pt x="387" y="300"/>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49"/>
            <p:cNvSpPr/>
            <p:nvPr/>
          </p:nvSpPr>
          <p:spPr>
            <a:xfrm>
              <a:off x="6999225" y="30951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49"/>
            <p:cNvSpPr/>
            <p:nvPr/>
          </p:nvSpPr>
          <p:spPr>
            <a:xfrm>
              <a:off x="6754900" y="3339475"/>
              <a:ext cx="9700" cy="9650"/>
            </a:xfrm>
            <a:custGeom>
              <a:rect b="b" l="l" r="r" t="t"/>
              <a:pathLst>
                <a:path extrusionOk="0" h="386" w="388">
                  <a:moveTo>
                    <a:pt x="195" y="0"/>
                  </a:moveTo>
                  <a:cubicBezTo>
                    <a:pt x="89" y="0"/>
                    <a:pt x="1" y="87"/>
                    <a:pt x="1" y="193"/>
                  </a:cubicBezTo>
                  <a:cubicBezTo>
                    <a:pt x="1" y="299"/>
                    <a:pt x="89" y="385"/>
                    <a:pt x="195" y="385"/>
                  </a:cubicBezTo>
                  <a:cubicBezTo>
                    <a:pt x="301" y="385"/>
                    <a:pt x="387" y="299"/>
                    <a:pt x="387" y="193"/>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49"/>
            <p:cNvSpPr/>
            <p:nvPr/>
          </p:nvSpPr>
          <p:spPr>
            <a:xfrm>
              <a:off x="6816000" y="32783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49"/>
            <p:cNvSpPr/>
            <p:nvPr/>
          </p:nvSpPr>
          <p:spPr>
            <a:xfrm>
              <a:off x="6877075" y="3217300"/>
              <a:ext cx="9650" cy="9675"/>
            </a:xfrm>
            <a:custGeom>
              <a:rect b="b" l="l" r="r" t="t"/>
              <a:pathLst>
                <a:path extrusionOk="0" h="387" w="386">
                  <a:moveTo>
                    <a:pt x="193" y="0"/>
                  </a:moveTo>
                  <a:cubicBezTo>
                    <a:pt x="87" y="0"/>
                    <a:pt x="1" y="88"/>
                    <a:pt x="1" y="194"/>
                  </a:cubicBezTo>
                  <a:cubicBezTo>
                    <a:pt x="1" y="300"/>
                    <a:pt x="87" y="387"/>
                    <a:pt x="193" y="387"/>
                  </a:cubicBezTo>
                  <a:cubicBezTo>
                    <a:pt x="300" y="387"/>
                    <a:pt x="386" y="300"/>
                    <a:pt x="386" y="194"/>
                  </a:cubicBezTo>
                  <a:cubicBezTo>
                    <a:pt x="386"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49"/>
            <p:cNvSpPr/>
            <p:nvPr/>
          </p:nvSpPr>
          <p:spPr>
            <a:xfrm>
              <a:off x="6968675" y="3125700"/>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49"/>
            <p:cNvSpPr/>
            <p:nvPr/>
          </p:nvSpPr>
          <p:spPr>
            <a:xfrm>
              <a:off x="7029775" y="3064650"/>
              <a:ext cx="9650" cy="9650"/>
            </a:xfrm>
            <a:custGeom>
              <a:rect b="b" l="l" r="r" t="t"/>
              <a:pathLst>
                <a:path extrusionOk="0" h="386" w="386">
                  <a:moveTo>
                    <a:pt x="193" y="0"/>
                  </a:moveTo>
                  <a:cubicBezTo>
                    <a:pt x="87" y="0"/>
                    <a:pt x="0" y="87"/>
                    <a:pt x="0" y="193"/>
                  </a:cubicBezTo>
                  <a:cubicBezTo>
                    <a:pt x="0" y="299"/>
                    <a:pt x="87" y="385"/>
                    <a:pt x="193" y="385"/>
                  </a:cubicBezTo>
                  <a:cubicBezTo>
                    <a:pt x="299" y="385"/>
                    <a:pt x="385" y="299"/>
                    <a:pt x="385" y="193"/>
                  </a:cubicBezTo>
                  <a:cubicBezTo>
                    <a:pt x="385" y="87"/>
                    <a:pt x="299"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49"/>
            <p:cNvSpPr/>
            <p:nvPr/>
          </p:nvSpPr>
          <p:spPr>
            <a:xfrm>
              <a:off x="7060325" y="3034100"/>
              <a:ext cx="9650" cy="9700"/>
            </a:xfrm>
            <a:custGeom>
              <a:rect b="b" l="l" r="r" t="t"/>
              <a:pathLst>
                <a:path extrusionOk="0" h="388" w="386">
                  <a:moveTo>
                    <a:pt x="193" y="1"/>
                  </a:moveTo>
                  <a:cubicBezTo>
                    <a:pt x="86" y="1"/>
                    <a:pt x="0" y="87"/>
                    <a:pt x="0" y="193"/>
                  </a:cubicBezTo>
                  <a:cubicBezTo>
                    <a:pt x="0" y="299"/>
                    <a:pt x="86" y="387"/>
                    <a:pt x="193" y="387"/>
                  </a:cubicBezTo>
                  <a:cubicBezTo>
                    <a:pt x="299" y="387"/>
                    <a:pt x="385" y="299"/>
                    <a:pt x="385" y="193"/>
                  </a:cubicBezTo>
                  <a:cubicBezTo>
                    <a:pt x="385" y="87"/>
                    <a:pt x="29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49"/>
            <p:cNvSpPr/>
            <p:nvPr/>
          </p:nvSpPr>
          <p:spPr>
            <a:xfrm>
              <a:off x="7090825" y="300355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49"/>
            <p:cNvSpPr/>
            <p:nvPr/>
          </p:nvSpPr>
          <p:spPr>
            <a:xfrm>
              <a:off x="7119725" y="2973025"/>
              <a:ext cx="12950" cy="9675"/>
            </a:xfrm>
            <a:custGeom>
              <a:rect b="b" l="l" r="r" t="t"/>
              <a:pathLst>
                <a:path extrusionOk="0" h="387" w="518">
                  <a:moveTo>
                    <a:pt x="259" y="0"/>
                  </a:moveTo>
                  <a:cubicBezTo>
                    <a:pt x="210" y="0"/>
                    <a:pt x="160" y="19"/>
                    <a:pt x="122" y="56"/>
                  </a:cubicBezTo>
                  <a:cubicBezTo>
                    <a:pt x="1" y="179"/>
                    <a:pt x="87" y="387"/>
                    <a:pt x="259" y="387"/>
                  </a:cubicBezTo>
                  <a:cubicBezTo>
                    <a:pt x="431" y="387"/>
                    <a:pt x="518" y="179"/>
                    <a:pt x="397" y="56"/>
                  </a:cubicBezTo>
                  <a:cubicBezTo>
                    <a:pt x="359" y="19"/>
                    <a:pt x="309"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49"/>
            <p:cNvSpPr/>
            <p:nvPr/>
          </p:nvSpPr>
          <p:spPr>
            <a:xfrm>
              <a:off x="6936500" y="3156225"/>
              <a:ext cx="12950" cy="9700"/>
            </a:xfrm>
            <a:custGeom>
              <a:rect b="b" l="l" r="r" t="t"/>
              <a:pathLst>
                <a:path extrusionOk="0" h="388" w="518">
                  <a:moveTo>
                    <a:pt x="259" y="0"/>
                  </a:moveTo>
                  <a:cubicBezTo>
                    <a:pt x="210" y="0"/>
                    <a:pt x="161" y="19"/>
                    <a:pt x="124" y="57"/>
                  </a:cubicBezTo>
                  <a:cubicBezTo>
                    <a:pt x="1" y="180"/>
                    <a:pt x="87" y="388"/>
                    <a:pt x="260" y="388"/>
                  </a:cubicBezTo>
                  <a:cubicBezTo>
                    <a:pt x="431" y="388"/>
                    <a:pt x="518" y="180"/>
                    <a:pt x="396" y="57"/>
                  </a:cubicBezTo>
                  <a:cubicBezTo>
                    <a:pt x="358" y="19"/>
                    <a:pt x="309"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9" name="Google Shape;10669;p49"/>
          <p:cNvSpPr/>
          <p:nvPr/>
        </p:nvSpPr>
        <p:spPr>
          <a:xfrm rot="10800000">
            <a:off x="305260" y="806300"/>
            <a:ext cx="107096" cy="103087"/>
          </a:xfrm>
          <a:custGeom>
            <a:rect b="b" l="l" r="r" t="t"/>
            <a:pathLst>
              <a:path extrusionOk="0" h="2237" w="2324">
                <a:moveTo>
                  <a:pt x="1207" y="1"/>
                </a:moveTo>
                <a:cubicBezTo>
                  <a:pt x="753" y="1"/>
                  <a:pt x="346" y="272"/>
                  <a:pt x="173" y="690"/>
                </a:cubicBezTo>
                <a:cubicBezTo>
                  <a:pt x="0" y="1109"/>
                  <a:pt x="96" y="1589"/>
                  <a:pt x="415" y="1909"/>
                </a:cubicBezTo>
                <a:cubicBezTo>
                  <a:pt x="629" y="2123"/>
                  <a:pt x="915" y="2237"/>
                  <a:pt x="1206" y="2237"/>
                </a:cubicBezTo>
                <a:cubicBezTo>
                  <a:pt x="1350" y="2237"/>
                  <a:pt x="1496" y="2209"/>
                  <a:pt x="1634" y="2152"/>
                </a:cubicBezTo>
                <a:cubicBezTo>
                  <a:pt x="2051" y="1977"/>
                  <a:pt x="2324" y="1571"/>
                  <a:pt x="2324" y="1118"/>
                </a:cubicBezTo>
                <a:cubicBezTo>
                  <a:pt x="2324" y="501"/>
                  <a:pt x="1824" y="1"/>
                  <a:pt x="12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49"/>
          <p:cNvSpPr/>
          <p:nvPr/>
        </p:nvSpPr>
        <p:spPr>
          <a:xfrm>
            <a:off x="171122" y="-4"/>
            <a:ext cx="1299268" cy="1299268"/>
          </a:xfrm>
          <a:custGeom>
            <a:rect b="b" l="l" r="r" t="t"/>
            <a:pathLst>
              <a:path extrusionOk="0" h="44706" w="44706">
                <a:moveTo>
                  <a:pt x="22353" y="211"/>
                </a:moveTo>
                <a:cubicBezTo>
                  <a:pt x="34563" y="211"/>
                  <a:pt x="44496" y="10143"/>
                  <a:pt x="44496" y="22353"/>
                </a:cubicBezTo>
                <a:cubicBezTo>
                  <a:pt x="44496" y="34565"/>
                  <a:pt x="34563" y="44496"/>
                  <a:pt x="22353" y="44496"/>
                </a:cubicBezTo>
                <a:cubicBezTo>
                  <a:pt x="10144" y="44496"/>
                  <a:pt x="209" y="34563"/>
                  <a:pt x="209" y="22355"/>
                </a:cubicBezTo>
                <a:cubicBezTo>
                  <a:pt x="209" y="10144"/>
                  <a:pt x="10143" y="211"/>
                  <a:pt x="22353" y="211"/>
                </a:cubicBezTo>
                <a:close/>
                <a:moveTo>
                  <a:pt x="22353" y="0"/>
                </a:moveTo>
                <a:cubicBezTo>
                  <a:pt x="10028" y="0"/>
                  <a:pt x="0" y="10028"/>
                  <a:pt x="0" y="22353"/>
                </a:cubicBezTo>
                <a:cubicBezTo>
                  <a:pt x="0" y="34678"/>
                  <a:pt x="10028" y="44706"/>
                  <a:pt x="22353" y="44706"/>
                </a:cubicBezTo>
                <a:cubicBezTo>
                  <a:pt x="34678" y="44706"/>
                  <a:pt x="44706" y="34678"/>
                  <a:pt x="44706" y="22353"/>
                </a:cubicBezTo>
                <a:cubicBezTo>
                  <a:pt x="44706" y="10028"/>
                  <a:pt x="34678" y="0"/>
                  <a:pt x="223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49"/>
          <p:cNvSpPr/>
          <p:nvPr/>
        </p:nvSpPr>
        <p:spPr>
          <a:xfrm>
            <a:off x="7584300" y="-56400"/>
            <a:ext cx="1712100" cy="519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49"/>
          <p:cNvSpPr/>
          <p:nvPr/>
        </p:nvSpPr>
        <p:spPr>
          <a:xfrm>
            <a:off x="8051123" y="4308011"/>
            <a:ext cx="445241" cy="385621"/>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49"/>
          <p:cNvSpPr/>
          <p:nvPr/>
        </p:nvSpPr>
        <p:spPr>
          <a:xfrm>
            <a:off x="7916975" y="4174263"/>
            <a:ext cx="1247936" cy="1094228"/>
          </a:xfrm>
          <a:custGeom>
            <a:rect b="b" l="l" r="r" t="t"/>
            <a:pathLst>
              <a:path extrusionOk="0" h="24667" w="28132">
                <a:moveTo>
                  <a:pt x="14066" y="424"/>
                </a:moveTo>
                <a:lnTo>
                  <a:pt x="27770" y="24457"/>
                </a:lnTo>
                <a:lnTo>
                  <a:pt x="359" y="24457"/>
                </a:lnTo>
                <a:lnTo>
                  <a:pt x="14066" y="424"/>
                </a:lnTo>
                <a:close/>
                <a:moveTo>
                  <a:pt x="14066" y="1"/>
                </a:moveTo>
                <a:lnTo>
                  <a:pt x="88" y="24511"/>
                </a:lnTo>
                <a:lnTo>
                  <a:pt x="0" y="24667"/>
                </a:lnTo>
                <a:lnTo>
                  <a:pt x="28131" y="24667"/>
                </a:lnTo>
                <a:lnTo>
                  <a:pt x="140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49"/>
          <p:cNvSpPr/>
          <p:nvPr/>
        </p:nvSpPr>
        <p:spPr>
          <a:xfrm>
            <a:off x="8569037" y="4572713"/>
            <a:ext cx="1247936" cy="1094228"/>
          </a:xfrm>
          <a:custGeom>
            <a:rect b="b" l="l" r="r" t="t"/>
            <a:pathLst>
              <a:path extrusionOk="0" h="24667" w="28132">
                <a:moveTo>
                  <a:pt x="14067" y="423"/>
                </a:moveTo>
                <a:lnTo>
                  <a:pt x="27772" y="24458"/>
                </a:lnTo>
                <a:lnTo>
                  <a:pt x="361" y="24458"/>
                </a:lnTo>
                <a:lnTo>
                  <a:pt x="14067" y="423"/>
                </a:lnTo>
                <a:close/>
                <a:moveTo>
                  <a:pt x="14067" y="0"/>
                </a:moveTo>
                <a:lnTo>
                  <a:pt x="90" y="24510"/>
                </a:lnTo>
                <a:lnTo>
                  <a:pt x="0" y="24666"/>
                </a:lnTo>
                <a:lnTo>
                  <a:pt x="28131" y="24666"/>
                </a:lnTo>
                <a:lnTo>
                  <a:pt x="140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49"/>
          <p:cNvSpPr/>
          <p:nvPr/>
        </p:nvSpPr>
        <p:spPr>
          <a:xfrm>
            <a:off x="7672300" y="1436614"/>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49"/>
          <p:cNvSpPr/>
          <p:nvPr/>
        </p:nvSpPr>
        <p:spPr>
          <a:xfrm>
            <a:off x="8594997" y="2213741"/>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7" name="Google Shape;10677;p49"/>
          <p:cNvGrpSpPr/>
          <p:nvPr/>
        </p:nvGrpSpPr>
        <p:grpSpPr>
          <a:xfrm>
            <a:off x="8552455" y="2981231"/>
            <a:ext cx="1019815" cy="944312"/>
            <a:chOff x="2113525" y="2880575"/>
            <a:chExt cx="609500" cy="564375"/>
          </a:xfrm>
        </p:grpSpPr>
        <p:sp>
          <p:nvSpPr>
            <p:cNvPr id="10678" name="Google Shape;10678;p49"/>
            <p:cNvSpPr/>
            <p:nvPr/>
          </p:nvSpPr>
          <p:spPr>
            <a:xfrm>
              <a:off x="2159100" y="3015125"/>
              <a:ext cx="58125" cy="55900"/>
            </a:xfrm>
            <a:custGeom>
              <a:rect b="b" l="l" r="r" t="t"/>
              <a:pathLst>
                <a:path extrusionOk="0" h="2236" w="2325">
                  <a:moveTo>
                    <a:pt x="1206" y="0"/>
                  </a:moveTo>
                  <a:cubicBezTo>
                    <a:pt x="754" y="0"/>
                    <a:pt x="347" y="271"/>
                    <a:pt x="174" y="690"/>
                  </a:cubicBezTo>
                  <a:cubicBezTo>
                    <a:pt x="1" y="1107"/>
                    <a:pt x="96" y="1589"/>
                    <a:pt x="416" y="1907"/>
                  </a:cubicBezTo>
                  <a:cubicBezTo>
                    <a:pt x="630" y="2121"/>
                    <a:pt x="916" y="2235"/>
                    <a:pt x="1207" y="2235"/>
                  </a:cubicBezTo>
                  <a:cubicBezTo>
                    <a:pt x="1351" y="2235"/>
                    <a:pt x="1496" y="2207"/>
                    <a:pt x="1634" y="2150"/>
                  </a:cubicBezTo>
                  <a:cubicBezTo>
                    <a:pt x="2052" y="1977"/>
                    <a:pt x="2325" y="1569"/>
                    <a:pt x="2325" y="1117"/>
                  </a:cubicBezTo>
                  <a:cubicBezTo>
                    <a:pt x="2325" y="500"/>
                    <a:pt x="1823" y="0"/>
                    <a:pt x="12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49"/>
            <p:cNvSpPr/>
            <p:nvPr/>
          </p:nvSpPr>
          <p:spPr>
            <a:xfrm>
              <a:off x="2113525" y="2967325"/>
              <a:ext cx="151450" cy="151450"/>
            </a:xfrm>
            <a:custGeom>
              <a:rect b="b" l="l" r="r" t="t"/>
              <a:pathLst>
                <a:path extrusionOk="0" h="6058" w="6058">
                  <a:moveTo>
                    <a:pt x="3029" y="210"/>
                  </a:moveTo>
                  <a:cubicBezTo>
                    <a:pt x="4583" y="210"/>
                    <a:pt x="5849" y="1476"/>
                    <a:pt x="5849" y="3029"/>
                  </a:cubicBezTo>
                  <a:cubicBezTo>
                    <a:pt x="5849" y="4583"/>
                    <a:pt x="4583" y="5849"/>
                    <a:pt x="3029" y="5849"/>
                  </a:cubicBezTo>
                  <a:cubicBezTo>
                    <a:pt x="1474" y="5849"/>
                    <a:pt x="210" y="4583"/>
                    <a:pt x="210" y="3029"/>
                  </a:cubicBezTo>
                  <a:cubicBezTo>
                    <a:pt x="210" y="1476"/>
                    <a:pt x="1475" y="210"/>
                    <a:pt x="3029" y="210"/>
                  </a:cubicBezTo>
                  <a:close/>
                  <a:moveTo>
                    <a:pt x="3029" y="1"/>
                  </a:moveTo>
                  <a:cubicBezTo>
                    <a:pt x="1359" y="1"/>
                    <a:pt x="0" y="1359"/>
                    <a:pt x="0" y="3029"/>
                  </a:cubicBezTo>
                  <a:cubicBezTo>
                    <a:pt x="0" y="4700"/>
                    <a:pt x="1359" y="6058"/>
                    <a:pt x="3029" y="6058"/>
                  </a:cubicBezTo>
                  <a:cubicBezTo>
                    <a:pt x="4700" y="6058"/>
                    <a:pt x="6058" y="4700"/>
                    <a:pt x="6058" y="3029"/>
                  </a:cubicBezTo>
                  <a:cubicBezTo>
                    <a:pt x="6058" y="1360"/>
                    <a:pt x="4700" y="1"/>
                    <a:pt x="30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49"/>
            <p:cNvSpPr/>
            <p:nvPr/>
          </p:nvSpPr>
          <p:spPr>
            <a:xfrm>
              <a:off x="2158650" y="2880575"/>
              <a:ext cx="564375" cy="564375"/>
            </a:xfrm>
            <a:custGeom>
              <a:rect b="b" l="l" r="r" t="t"/>
              <a:pathLst>
                <a:path extrusionOk="0" h="22575" w="22575">
                  <a:moveTo>
                    <a:pt x="11288" y="210"/>
                  </a:moveTo>
                  <a:cubicBezTo>
                    <a:pt x="17395" y="210"/>
                    <a:pt x="22366" y="5181"/>
                    <a:pt x="22366" y="11289"/>
                  </a:cubicBezTo>
                  <a:cubicBezTo>
                    <a:pt x="22366" y="17397"/>
                    <a:pt x="17397" y="22367"/>
                    <a:pt x="11288" y="22367"/>
                  </a:cubicBezTo>
                  <a:cubicBezTo>
                    <a:pt x="5179" y="22367"/>
                    <a:pt x="210" y="17397"/>
                    <a:pt x="210" y="11288"/>
                  </a:cubicBezTo>
                  <a:cubicBezTo>
                    <a:pt x="210" y="5181"/>
                    <a:pt x="5179" y="210"/>
                    <a:pt x="11288" y="210"/>
                  </a:cubicBezTo>
                  <a:close/>
                  <a:moveTo>
                    <a:pt x="11288" y="1"/>
                  </a:moveTo>
                  <a:cubicBezTo>
                    <a:pt x="5064" y="1"/>
                    <a:pt x="1" y="5064"/>
                    <a:pt x="1" y="11288"/>
                  </a:cubicBezTo>
                  <a:cubicBezTo>
                    <a:pt x="1" y="17512"/>
                    <a:pt x="5064" y="22575"/>
                    <a:pt x="11288" y="22575"/>
                  </a:cubicBezTo>
                  <a:cubicBezTo>
                    <a:pt x="17512" y="22575"/>
                    <a:pt x="22575" y="17512"/>
                    <a:pt x="22575" y="11288"/>
                  </a:cubicBezTo>
                  <a:cubicBezTo>
                    <a:pt x="22575" y="5064"/>
                    <a:pt x="17512" y="1"/>
                    <a:pt x="11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49"/>
            <p:cNvSpPr/>
            <p:nvPr/>
          </p:nvSpPr>
          <p:spPr>
            <a:xfrm>
              <a:off x="2542800" y="2882550"/>
              <a:ext cx="55925" cy="55925"/>
            </a:xfrm>
            <a:custGeom>
              <a:rect b="b" l="l" r="r" t="t"/>
              <a:pathLst>
                <a:path extrusionOk="0" h="2237" w="2237">
                  <a:moveTo>
                    <a:pt x="1118" y="1"/>
                  </a:moveTo>
                  <a:cubicBezTo>
                    <a:pt x="501" y="1"/>
                    <a:pt x="1" y="501"/>
                    <a:pt x="1" y="1118"/>
                  </a:cubicBezTo>
                  <a:cubicBezTo>
                    <a:pt x="1" y="1736"/>
                    <a:pt x="501" y="2237"/>
                    <a:pt x="1118" y="2237"/>
                  </a:cubicBezTo>
                  <a:cubicBezTo>
                    <a:pt x="1737" y="2237"/>
                    <a:pt x="2237" y="1736"/>
                    <a:pt x="2237" y="1118"/>
                  </a:cubicBezTo>
                  <a:cubicBezTo>
                    <a:pt x="2237" y="501"/>
                    <a:pt x="1737" y="1"/>
                    <a:pt x="11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49"/>
          <p:cNvGrpSpPr/>
          <p:nvPr/>
        </p:nvGrpSpPr>
        <p:grpSpPr>
          <a:xfrm>
            <a:off x="8098774" y="1820192"/>
            <a:ext cx="349968" cy="2052568"/>
            <a:chOff x="1037125" y="2236325"/>
            <a:chExt cx="149100" cy="874475"/>
          </a:xfrm>
        </p:grpSpPr>
        <p:sp>
          <p:nvSpPr>
            <p:cNvPr id="10683" name="Google Shape;10683;p49"/>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49"/>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49"/>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49"/>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49"/>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49"/>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49"/>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49"/>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49"/>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49"/>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49"/>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49"/>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49"/>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49"/>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49"/>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49"/>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49"/>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49"/>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49"/>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49"/>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49"/>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49"/>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49"/>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49"/>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49"/>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49"/>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49"/>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49"/>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49"/>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49"/>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49"/>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49"/>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49"/>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49"/>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49"/>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49"/>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9" name="Google Shape;10719;p49"/>
          <p:cNvSpPr/>
          <p:nvPr/>
        </p:nvSpPr>
        <p:spPr>
          <a:xfrm>
            <a:off x="8143950" y="-429927"/>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49"/>
          <p:cNvSpPr/>
          <p:nvPr/>
        </p:nvSpPr>
        <p:spPr>
          <a:xfrm>
            <a:off x="8408325" y="-447242"/>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1" name="Google Shape;10721;p49"/>
          <p:cNvGrpSpPr/>
          <p:nvPr/>
        </p:nvGrpSpPr>
        <p:grpSpPr>
          <a:xfrm>
            <a:off x="8471164" y="-89812"/>
            <a:ext cx="1236640" cy="1210852"/>
            <a:chOff x="236475" y="527300"/>
            <a:chExt cx="1124525" cy="1101075"/>
          </a:xfrm>
        </p:grpSpPr>
        <p:sp>
          <p:nvSpPr>
            <p:cNvPr id="10722" name="Google Shape;10722;p49"/>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49"/>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49"/>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49"/>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49"/>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49"/>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49"/>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49"/>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49"/>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49"/>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49"/>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49"/>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49"/>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49"/>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49"/>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49"/>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49"/>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49"/>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49"/>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49"/>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49"/>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49"/>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49"/>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49"/>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49"/>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49"/>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49"/>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49"/>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49"/>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49"/>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49"/>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49"/>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49"/>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49"/>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49"/>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49"/>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49"/>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49"/>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49"/>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49"/>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49"/>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49"/>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49"/>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49"/>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49"/>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49"/>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49"/>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49"/>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49"/>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49"/>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49"/>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49"/>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49"/>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49"/>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49"/>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49"/>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49"/>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49"/>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49"/>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49"/>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49"/>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49"/>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49"/>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49"/>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49"/>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49"/>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49"/>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49"/>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49"/>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49"/>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49"/>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49"/>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49"/>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49"/>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49"/>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49"/>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49"/>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49"/>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49"/>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49"/>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49"/>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49"/>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49"/>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49"/>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49"/>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49"/>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49"/>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49"/>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49"/>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49"/>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49"/>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49"/>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49"/>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49"/>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49"/>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49"/>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49"/>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49"/>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49"/>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49"/>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49"/>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49"/>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49"/>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49"/>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49"/>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49"/>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49"/>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49"/>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49"/>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49"/>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49"/>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49"/>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49"/>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49"/>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49"/>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49"/>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49"/>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49"/>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49"/>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49"/>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49"/>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49"/>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49"/>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49"/>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49"/>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49"/>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49"/>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49"/>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49"/>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49"/>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49"/>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49"/>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49"/>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49"/>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49"/>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49"/>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49"/>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49"/>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49"/>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49"/>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49"/>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49"/>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49"/>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49"/>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49"/>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49"/>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49"/>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49"/>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49"/>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49"/>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49"/>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49"/>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49"/>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49"/>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49"/>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49"/>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49"/>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49"/>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49"/>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49"/>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49"/>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49"/>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49"/>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49"/>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49"/>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49"/>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49"/>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49"/>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49"/>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49"/>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49"/>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49"/>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49"/>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49"/>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49"/>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49"/>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49"/>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49"/>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49"/>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49"/>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49"/>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49"/>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49"/>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49"/>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49"/>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49"/>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49"/>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49"/>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49"/>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49"/>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49"/>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49"/>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49"/>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49"/>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49"/>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49"/>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49"/>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49"/>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49"/>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49"/>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49"/>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49"/>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49"/>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49"/>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49"/>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49"/>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49"/>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49"/>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49"/>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49"/>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49"/>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49"/>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49"/>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49"/>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49"/>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49"/>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49"/>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49"/>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49"/>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49"/>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49"/>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49"/>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49"/>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49"/>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49"/>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49"/>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49"/>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49"/>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49"/>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49"/>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49"/>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49"/>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49"/>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49"/>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49"/>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49"/>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49"/>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49"/>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49"/>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49"/>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49"/>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49"/>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49"/>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49"/>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49"/>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49"/>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49"/>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49"/>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49"/>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49"/>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49"/>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49"/>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49"/>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49"/>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49"/>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49"/>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49"/>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49"/>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49"/>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49"/>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49"/>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49"/>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49"/>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49"/>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49"/>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49"/>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49"/>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49"/>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49"/>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49"/>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49"/>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49"/>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49"/>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49"/>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49"/>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49"/>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49"/>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49"/>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49"/>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49"/>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49"/>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49"/>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49"/>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49"/>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49"/>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49"/>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49"/>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49"/>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49"/>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49"/>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49"/>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49"/>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49"/>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49"/>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49"/>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49"/>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49"/>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49"/>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49"/>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49"/>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49"/>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49"/>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49"/>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49"/>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49"/>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49"/>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49"/>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49"/>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49"/>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49"/>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49"/>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49"/>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49"/>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49"/>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49"/>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49"/>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49"/>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49"/>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49"/>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49"/>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49"/>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49"/>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49"/>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49"/>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49"/>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49"/>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49"/>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49"/>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49"/>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49"/>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49"/>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49"/>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49"/>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49"/>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49"/>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49"/>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49"/>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49"/>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49"/>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49"/>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49"/>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49"/>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49"/>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49"/>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49"/>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49"/>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49"/>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49"/>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49"/>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49"/>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49"/>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49"/>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49"/>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49"/>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49"/>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49"/>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49"/>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49"/>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49"/>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49"/>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49"/>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49"/>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49"/>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49"/>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49"/>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49"/>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49"/>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49"/>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49"/>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49"/>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49"/>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49"/>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49"/>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49"/>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49"/>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49"/>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49"/>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49"/>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49"/>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49"/>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49"/>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49"/>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49"/>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49"/>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49"/>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49"/>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49"/>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49"/>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49"/>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49"/>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49"/>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49"/>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49"/>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49"/>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49"/>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49"/>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49"/>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49"/>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49"/>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49"/>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49"/>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49"/>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49"/>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49"/>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49"/>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49"/>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49"/>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49"/>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49"/>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49"/>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49"/>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49"/>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49"/>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49"/>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49"/>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49"/>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49"/>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49"/>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49"/>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49"/>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49"/>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49"/>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49"/>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49"/>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49"/>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49"/>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49"/>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49"/>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49"/>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49"/>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49"/>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49"/>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49"/>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49"/>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49"/>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49"/>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49"/>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49"/>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49"/>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49"/>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49"/>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49"/>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49"/>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49"/>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49"/>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49"/>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49"/>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49"/>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49"/>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49"/>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49"/>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49"/>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49"/>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49"/>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49"/>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49"/>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49"/>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49"/>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49"/>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49"/>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49"/>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49"/>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49"/>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49"/>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49"/>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49"/>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49"/>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49"/>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49"/>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49"/>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49"/>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49"/>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49"/>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49"/>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49"/>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49"/>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49"/>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49"/>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49"/>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49"/>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49"/>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49"/>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49"/>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49"/>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49"/>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49"/>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49"/>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49"/>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49"/>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49"/>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49"/>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49"/>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49"/>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49"/>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49"/>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49"/>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49"/>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49"/>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49"/>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49"/>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49"/>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49"/>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49"/>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49"/>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49"/>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49"/>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49"/>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49"/>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49"/>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49"/>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49"/>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49"/>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49"/>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49"/>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49"/>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49"/>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49"/>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49"/>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49"/>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49"/>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49"/>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49"/>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49"/>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49"/>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49"/>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49"/>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49"/>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49"/>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49"/>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49"/>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49"/>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49"/>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49"/>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49"/>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49"/>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49"/>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49"/>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49"/>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49"/>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49"/>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49"/>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49"/>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49"/>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49"/>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49"/>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49"/>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49"/>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49"/>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49"/>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49"/>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49"/>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49"/>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49"/>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49"/>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49"/>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49"/>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49"/>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49"/>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49"/>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49"/>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49"/>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49"/>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49"/>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49"/>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49"/>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49"/>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49"/>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49"/>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49"/>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49"/>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49"/>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49"/>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49"/>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49"/>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49"/>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49"/>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49"/>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49"/>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49"/>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49"/>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49"/>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49"/>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49"/>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49"/>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49"/>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49"/>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49"/>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49"/>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49"/>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49"/>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49"/>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49"/>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49"/>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49"/>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49"/>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49"/>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49"/>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49"/>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49"/>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49"/>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49"/>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49"/>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49"/>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49"/>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49"/>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49"/>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49"/>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49"/>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49"/>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49"/>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49"/>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49"/>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49"/>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49"/>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49"/>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49"/>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49"/>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49"/>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49"/>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49"/>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49"/>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49"/>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49"/>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49"/>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49"/>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49"/>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49"/>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49"/>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49"/>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49"/>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49"/>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49"/>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49"/>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49"/>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49"/>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49"/>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49"/>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49"/>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49"/>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49"/>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49"/>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49"/>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49"/>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49"/>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49"/>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49"/>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49"/>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49"/>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49"/>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49"/>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49"/>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49"/>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49"/>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49"/>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49"/>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49"/>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49"/>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49"/>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49"/>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49"/>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49"/>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49"/>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49"/>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49"/>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49"/>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49"/>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49"/>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49"/>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49"/>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49"/>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49"/>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49"/>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49"/>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49"/>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49"/>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49"/>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49"/>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49"/>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49"/>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49"/>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49"/>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49"/>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49"/>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49"/>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49"/>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49"/>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49"/>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49"/>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49"/>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49"/>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49"/>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49"/>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49"/>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49"/>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49"/>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49"/>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49"/>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49"/>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49"/>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49"/>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49"/>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49"/>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49"/>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49"/>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49"/>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49"/>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49"/>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49"/>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49"/>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49"/>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49"/>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49"/>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49"/>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49"/>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49"/>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49"/>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49"/>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49"/>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49"/>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49"/>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49"/>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49"/>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49"/>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49"/>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49"/>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49"/>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49"/>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49"/>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49"/>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49"/>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49"/>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49"/>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49"/>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49"/>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6" name="Google Shape;11456;p49"/>
          <p:cNvSpPr txBox="1"/>
          <p:nvPr>
            <p:ph idx="1" type="subTitle"/>
          </p:nvPr>
        </p:nvSpPr>
        <p:spPr>
          <a:xfrm>
            <a:off x="2919900" y="1675950"/>
            <a:ext cx="3304200" cy="1407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spcBef>
                <a:spcPts val="1600"/>
              </a:spcBef>
              <a:spcAft>
                <a:spcPts val="0"/>
              </a:spcAft>
              <a:buSzPts val="1400"/>
              <a:buFont typeface="Poppins Light"/>
              <a:buNone/>
              <a:defRPr>
                <a:latin typeface="Poppins Light"/>
                <a:ea typeface="Poppins Light"/>
                <a:cs typeface="Poppins Light"/>
                <a:sym typeface="Poppins Light"/>
              </a:defRPr>
            </a:lvl2pPr>
            <a:lvl3pPr lvl="2" rtl="0" algn="ctr">
              <a:spcBef>
                <a:spcPts val="1600"/>
              </a:spcBef>
              <a:spcAft>
                <a:spcPts val="0"/>
              </a:spcAft>
              <a:buSzPts val="1400"/>
              <a:buFont typeface="Poppins Light"/>
              <a:buNone/>
              <a:defRPr>
                <a:latin typeface="Poppins Light"/>
                <a:ea typeface="Poppins Light"/>
                <a:cs typeface="Poppins Light"/>
                <a:sym typeface="Poppins Light"/>
              </a:defRPr>
            </a:lvl3pPr>
            <a:lvl4pPr lvl="3" rtl="0" algn="ctr">
              <a:spcBef>
                <a:spcPts val="1600"/>
              </a:spcBef>
              <a:spcAft>
                <a:spcPts val="0"/>
              </a:spcAft>
              <a:buSzPts val="1400"/>
              <a:buFont typeface="Poppins Light"/>
              <a:buNone/>
              <a:defRPr>
                <a:latin typeface="Poppins Light"/>
                <a:ea typeface="Poppins Light"/>
                <a:cs typeface="Poppins Light"/>
                <a:sym typeface="Poppins Light"/>
              </a:defRPr>
            </a:lvl4pPr>
            <a:lvl5pPr lvl="4" rtl="0" algn="ctr">
              <a:spcBef>
                <a:spcPts val="1600"/>
              </a:spcBef>
              <a:spcAft>
                <a:spcPts val="0"/>
              </a:spcAft>
              <a:buSzPts val="1400"/>
              <a:buFont typeface="Poppins Light"/>
              <a:buNone/>
              <a:defRPr>
                <a:latin typeface="Poppins Light"/>
                <a:ea typeface="Poppins Light"/>
                <a:cs typeface="Poppins Light"/>
                <a:sym typeface="Poppins Light"/>
              </a:defRPr>
            </a:lvl5pPr>
            <a:lvl6pPr lvl="5" rtl="0" algn="ctr">
              <a:spcBef>
                <a:spcPts val="1600"/>
              </a:spcBef>
              <a:spcAft>
                <a:spcPts val="0"/>
              </a:spcAft>
              <a:buSzPts val="1400"/>
              <a:buFont typeface="Poppins Light"/>
              <a:buNone/>
              <a:defRPr>
                <a:latin typeface="Poppins Light"/>
                <a:ea typeface="Poppins Light"/>
                <a:cs typeface="Poppins Light"/>
                <a:sym typeface="Poppins Light"/>
              </a:defRPr>
            </a:lvl6pPr>
            <a:lvl7pPr lvl="6" rtl="0" algn="ctr">
              <a:spcBef>
                <a:spcPts val="1600"/>
              </a:spcBef>
              <a:spcAft>
                <a:spcPts val="0"/>
              </a:spcAft>
              <a:buSzPts val="1400"/>
              <a:buFont typeface="Poppins Light"/>
              <a:buNone/>
              <a:defRPr>
                <a:latin typeface="Poppins Light"/>
                <a:ea typeface="Poppins Light"/>
                <a:cs typeface="Poppins Light"/>
                <a:sym typeface="Poppins Light"/>
              </a:defRPr>
            </a:lvl7pPr>
            <a:lvl8pPr lvl="7" rtl="0" algn="ctr">
              <a:spcBef>
                <a:spcPts val="1600"/>
              </a:spcBef>
              <a:spcAft>
                <a:spcPts val="0"/>
              </a:spcAft>
              <a:buSzPts val="1400"/>
              <a:buFont typeface="Poppins Light"/>
              <a:buNone/>
              <a:defRPr>
                <a:latin typeface="Poppins Light"/>
                <a:ea typeface="Poppins Light"/>
                <a:cs typeface="Poppins Light"/>
                <a:sym typeface="Poppins Light"/>
              </a:defRPr>
            </a:lvl8pPr>
            <a:lvl9pPr lvl="8" rtl="0" algn="ctr">
              <a:spcBef>
                <a:spcPts val="1600"/>
              </a:spcBef>
              <a:spcAft>
                <a:spcPts val="1600"/>
              </a:spcAft>
              <a:buSzPts val="1400"/>
              <a:buFont typeface="Poppins Light"/>
              <a:buNone/>
              <a:defRPr>
                <a:latin typeface="Poppins Light"/>
                <a:ea typeface="Poppins Light"/>
                <a:cs typeface="Poppins Light"/>
                <a:sym typeface="Poppins Light"/>
              </a:defRPr>
            </a:lvl9pPr>
          </a:lstStyle>
          <a:p/>
        </p:txBody>
      </p:sp>
      <p:sp>
        <p:nvSpPr>
          <p:cNvPr id="11457" name="Google Shape;11457;p49"/>
          <p:cNvSpPr txBox="1"/>
          <p:nvPr/>
        </p:nvSpPr>
        <p:spPr>
          <a:xfrm>
            <a:off x="2572250" y="3559112"/>
            <a:ext cx="3999600" cy="6570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rgbClr val="434343"/>
                </a:solidFill>
                <a:latin typeface="Poppins"/>
                <a:ea typeface="Poppins"/>
                <a:cs typeface="Poppins"/>
                <a:sym typeface="Poppins"/>
              </a:rPr>
              <a:t>CREDITS</a:t>
            </a:r>
            <a:r>
              <a:rPr lang="en" sz="1200">
                <a:solidFill>
                  <a:srgbClr val="434343"/>
                </a:solidFill>
                <a:latin typeface="Poppins"/>
                <a:ea typeface="Poppins"/>
                <a:cs typeface="Poppins"/>
                <a:sym typeface="Poppins"/>
              </a:rPr>
              <a:t>: This presentation template was created by </a:t>
            </a:r>
            <a:r>
              <a:rPr b="1" lang="en" sz="1200">
                <a:solidFill>
                  <a:srgbClr val="434343"/>
                </a:solidFill>
                <a:uFill>
                  <a:noFill/>
                </a:uFill>
                <a:latin typeface="Poppins"/>
                <a:ea typeface="Poppins"/>
                <a:cs typeface="Poppins"/>
                <a:sym typeface="Poppins"/>
                <a:hlinkClick r:id="rId2">
                  <a:extLst>
                    <a:ext uri="{A12FA001-AC4F-418D-AE19-62706E023703}">
                      <ahyp:hlinkClr val="tx"/>
                    </a:ext>
                  </a:extLst>
                </a:hlinkClick>
              </a:rPr>
              <a:t>Slidesgo</a:t>
            </a:r>
            <a:r>
              <a:rPr lang="en" sz="1200">
                <a:solidFill>
                  <a:srgbClr val="434343"/>
                </a:solidFill>
                <a:latin typeface="Poppins"/>
                <a:ea typeface="Poppins"/>
                <a:cs typeface="Poppins"/>
                <a:sym typeface="Poppins"/>
              </a:rPr>
              <a:t>, including icons by </a:t>
            </a:r>
            <a:r>
              <a:rPr b="1" lang="en" sz="1200">
                <a:solidFill>
                  <a:srgbClr val="434343"/>
                </a:solidFill>
                <a:uFill>
                  <a:noFill/>
                </a:uFill>
                <a:latin typeface="Poppins"/>
                <a:ea typeface="Poppins"/>
                <a:cs typeface="Poppins"/>
                <a:sym typeface="Poppins"/>
                <a:hlinkClick r:id="rId3">
                  <a:extLst>
                    <a:ext uri="{A12FA001-AC4F-418D-AE19-62706E023703}">
                      <ahyp:hlinkClr val="tx"/>
                    </a:ext>
                  </a:extLst>
                </a:hlinkClick>
              </a:rPr>
              <a:t>Flaticon</a:t>
            </a:r>
            <a:r>
              <a:rPr lang="en" sz="1200">
                <a:solidFill>
                  <a:srgbClr val="434343"/>
                </a:solidFill>
                <a:latin typeface="Poppins"/>
                <a:ea typeface="Poppins"/>
                <a:cs typeface="Poppins"/>
                <a:sym typeface="Poppins"/>
              </a:rPr>
              <a:t>, and infographics &amp; images by </a:t>
            </a:r>
            <a:r>
              <a:rPr b="1" lang="en" sz="1200">
                <a:solidFill>
                  <a:srgbClr val="434343"/>
                </a:solidFill>
                <a:uFill>
                  <a:noFill/>
                </a:uFill>
                <a:latin typeface="Poppins"/>
                <a:ea typeface="Poppins"/>
                <a:cs typeface="Poppins"/>
                <a:sym typeface="Poppins"/>
                <a:hlinkClick r:id="rId4">
                  <a:extLst>
                    <a:ext uri="{A12FA001-AC4F-418D-AE19-62706E023703}">
                      <ahyp:hlinkClr val="tx"/>
                    </a:ext>
                  </a:extLst>
                </a:hlinkClick>
              </a:rPr>
              <a:t>Freepik</a:t>
            </a:r>
            <a:r>
              <a:rPr b="1" lang="en" sz="1200">
                <a:solidFill>
                  <a:schemeClr val="accent2"/>
                </a:solidFill>
                <a:latin typeface="Poppins"/>
                <a:ea typeface="Poppins"/>
                <a:cs typeface="Poppins"/>
                <a:sym typeface="Poppins"/>
              </a:rPr>
              <a:t>.</a:t>
            </a:r>
            <a:endParaRPr b="1" sz="1200">
              <a:solidFill>
                <a:schemeClr val="accent2"/>
              </a:solidFill>
              <a:latin typeface="Poppins"/>
              <a:ea typeface="Poppins"/>
              <a:cs typeface="Poppins"/>
              <a:sym typeface="Poppins"/>
            </a:endParaRPr>
          </a:p>
        </p:txBody>
      </p:sp>
      <p:sp>
        <p:nvSpPr>
          <p:cNvPr id="11458" name="Google Shape;11458;p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1700775" y="431402"/>
            <a:ext cx="5742600" cy="4782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accent2"/>
              </a:buClr>
              <a:buSzPts val="1800"/>
              <a:buFont typeface="Poppins"/>
              <a:buNone/>
              <a:defRPr b="1" sz="1800">
                <a:solidFill>
                  <a:schemeClr val="accent2"/>
                </a:solidFill>
                <a:latin typeface="Poppins"/>
                <a:ea typeface="Poppins"/>
                <a:cs typeface="Poppins"/>
                <a:sym typeface="Poppins"/>
              </a:defRPr>
            </a:lvl1pPr>
            <a:lvl2pPr lvl="1" rtl="0" algn="ctr">
              <a:spcBef>
                <a:spcPts val="0"/>
              </a:spcBef>
              <a:spcAft>
                <a:spcPts val="0"/>
              </a:spcAft>
              <a:buClr>
                <a:schemeClr val="accent2"/>
              </a:buClr>
              <a:buSzPts val="1800"/>
              <a:buFont typeface="Poppins"/>
              <a:buNone/>
              <a:defRPr b="1" sz="1800">
                <a:solidFill>
                  <a:schemeClr val="accent2"/>
                </a:solidFill>
                <a:latin typeface="Poppins"/>
                <a:ea typeface="Poppins"/>
                <a:cs typeface="Poppins"/>
                <a:sym typeface="Poppins"/>
              </a:defRPr>
            </a:lvl2pPr>
            <a:lvl3pPr lvl="2" rtl="0" algn="ctr">
              <a:spcBef>
                <a:spcPts val="0"/>
              </a:spcBef>
              <a:spcAft>
                <a:spcPts val="0"/>
              </a:spcAft>
              <a:buClr>
                <a:schemeClr val="accent2"/>
              </a:buClr>
              <a:buSzPts val="1800"/>
              <a:buFont typeface="Poppins"/>
              <a:buNone/>
              <a:defRPr b="1" sz="1800">
                <a:solidFill>
                  <a:schemeClr val="accent2"/>
                </a:solidFill>
                <a:latin typeface="Poppins"/>
                <a:ea typeface="Poppins"/>
                <a:cs typeface="Poppins"/>
                <a:sym typeface="Poppins"/>
              </a:defRPr>
            </a:lvl3pPr>
            <a:lvl4pPr lvl="3" rtl="0" algn="ctr">
              <a:spcBef>
                <a:spcPts val="0"/>
              </a:spcBef>
              <a:spcAft>
                <a:spcPts val="0"/>
              </a:spcAft>
              <a:buClr>
                <a:schemeClr val="accent2"/>
              </a:buClr>
              <a:buSzPts val="1800"/>
              <a:buFont typeface="Poppins"/>
              <a:buNone/>
              <a:defRPr b="1" sz="1800">
                <a:solidFill>
                  <a:schemeClr val="accent2"/>
                </a:solidFill>
                <a:latin typeface="Poppins"/>
                <a:ea typeface="Poppins"/>
                <a:cs typeface="Poppins"/>
                <a:sym typeface="Poppins"/>
              </a:defRPr>
            </a:lvl4pPr>
            <a:lvl5pPr lvl="4" rtl="0" algn="ctr">
              <a:spcBef>
                <a:spcPts val="0"/>
              </a:spcBef>
              <a:spcAft>
                <a:spcPts val="0"/>
              </a:spcAft>
              <a:buClr>
                <a:schemeClr val="accent2"/>
              </a:buClr>
              <a:buSzPts val="1800"/>
              <a:buFont typeface="Poppins"/>
              <a:buNone/>
              <a:defRPr b="1" sz="1800">
                <a:solidFill>
                  <a:schemeClr val="accent2"/>
                </a:solidFill>
                <a:latin typeface="Poppins"/>
                <a:ea typeface="Poppins"/>
                <a:cs typeface="Poppins"/>
                <a:sym typeface="Poppins"/>
              </a:defRPr>
            </a:lvl5pPr>
            <a:lvl6pPr lvl="5" rtl="0" algn="ctr">
              <a:spcBef>
                <a:spcPts val="0"/>
              </a:spcBef>
              <a:spcAft>
                <a:spcPts val="0"/>
              </a:spcAft>
              <a:buClr>
                <a:schemeClr val="accent2"/>
              </a:buClr>
              <a:buSzPts val="1800"/>
              <a:buFont typeface="Poppins"/>
              <a:buNone/>
              <a:defRPr b="1" sz="1800">
                <a:solidFill>
                  <a:schemeClr val="accent2"/>
                </a:solidFill>
                <a:latin typeface="Poppins"/>
                <a:ea typeface="Poppins"/>
                <a:cs typeface="Poppins"/>
                <a:sym typeface="Poppins"/>
              </a:defRPr>
            </a:lvl6pPr>
            <a:lvl7pPr lvl="6" rtl="0" algn="ctr">
              <a:spcBef>
                <a:spcPts val="0"/>
              </a:spcBef>
              <a:spcAft>
                <a:spcPts val="0"/>
              </a:spcAft>
              <a:buClr>
                <a:schemeClr val="accent2"/>
              </a:buClr>
              <a:buSzPts val="1800"/>
              <a:buFont typeface="Poppins"/>
              <a:buNone/>
              <a:defRPr b="1" sz="1800">
                <a:solidFill>
                  <a:schemeClr val="accent2"/>
                </a:solidFill>
                <a:latin typeface="Poppins"/>
                <a:ea typeface="Poppins"/>
                <a:cs typeface="Poppins"/>
                <a:sym typeface="Poppins"/>
              </a:defRPr>
            </a:lvl7pPr>
            <a:lvl8pPr lvl="7" rtl="0" algn="ctr">
              <a:spcBef>
                <a:spcPts val="0"/>
              </a:spcBef>
              <a:spcAft>
                <a:spcPts val="0"/>
              </a:spcAft>
              <a:buClr>
                <a:schemeClr val="accent2"/>
              </a:buClr>
              <a:buSzPts val="1800"/>
              <a:buFont typeface="Poppins"/>
              <a:buNone/>
              <a:defRPr b="1" sz="1800">
                <a:solidFill>
                  <a:schemeClr val="accent2"/>
                </a:solidFill>
                <a:latin typeface="Poppins"/>
                <a:ea typeface="Poppins"/>
                <a:cs typeface="Poppins"/>
                <a:sym typeface="Poppins"/>
              </a:defRPr>
            </a:lvl8pPr>
            <a:lvl9pPr lvl="8" rtl="0" algn="ctr">
              <a:spcBef>
                <a:spcPts val="0"/>
              </a:spcBef>
              <a:spcAft>
                <a:spcPts val="0"/>
              </a:spcAft>
              <a:buClr>
                <a:schemeClr val="accent2"/>
              </a:buClr>
              <a:buSzPts val="1800"/>
              <a:buFont typeface="Poppins"/>
              <a:buNone/>
              <a:defRPr b="1" sz="1800">
                <a:solidFill>
                  <a:schemeClr val="accent2"/>
                </a:solidFill>
                <a:latin typeface="Poppins"/>
                <a:ea typeface="Poppins"/>
                <a:cs typeface="Poppins"/>
                <a:sym typeface="Poppins"/>
              </a:defRPr>
            </a:lvl9pPr>
          </a:lstStyle>
          <a:p/>
        </p:txBody>
      </p:sp>
      <p:sp>
        <p:nvSpPr>
          <p:cNvPr id="7" name="Google Shape;7;p1"/>
          <p:cNvSpPr txBox="1"/>
          <p:nvPr>
            <p:ph idx="1" type="body"/>
          </p:nvPr>
        </p:nvSpPr>
        <p:spPr>
          <a:xfrm>
            <a:off x="722375" y="1360975"/>
            <a:ext cx="7699200" cy="32079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accent2"/>
              </a:buClr>
              <a:buSzPts val="1400"/>
              <a:buFont typeface="Poppins Light"/>
              <a:buChar char="●"/>
              <a:defRPr>
                <a:solidFill>
                  <a:schemeClr val="accent2"/>
                </a:solidFill>
                <a:latin typeface="Poppins Light"/>
                <a:ea typeface="Poppins Light"/>
                <a:cs typeface="Poppins Light"/>
                <a:sym typeface="Poppins Light"/>
              </a:defRPr>
            </a:lvl1pPr>
            <a:lvl2pPr indent="-317500" lvl="1" marL="914400">
              <a:lnSpc>
                <a:spcPct val="115000"/>
              </a:lnSpc>
              <a:spcBef>
                <a:spcPts val="1600"/>
              </a:spcBef>
              <a:spcAft>
                <a:spcPts val="0"/>
              </a:spcAft>
              <a:buClr>
                <a:schemeClr val="accent2"/>
              </a:buClr>
              <a:buSzPts val="1400"/>
              <a:buFont typeface="Poppins"/>
              <a:buChar char="○"/>
              <a:defRPr>
                <a:solidFill>
                  <a:schemeClr val="accent2"/>
                </a:solidFill>
                <a:latin typeface="Poppins"/>
                <a:ea typeface="Poppins"/>
                <a:cs typeface="Poppins"/>
                <a:sym typeface="Poppins"/>
              </a:defRPr>
            </a:lvl2pPr>
            <a:lvl3pPr indent="-317500" lvl="2" marL="1371600">
              <a:lnSpc>
                <a:spcPct val="115000"/>
              </a:lnSpc>
              <a:spcBef>
                <a:spcPts val="1600"/>
              </a:spcBef>
              <a:spcAft>
                <a:spcPts val="0"/>
              </a:spcAft>
              <a:buClr>
                <a:schemeClr val="accent2"/>
              </a:buClr>
              <a:buSzPts val="1400"/>
              <a:buFont typeface="Poppins"/>
              <a:buChar char="■"/>
              <a:defRPr>
                <a:solidFill>
                  <a:schemeClr val="accent2"/>
                </a:solidFill>
                <a:latin typeface="Poppins"/>
                <a:ea typeface="Poppins"/>
                <a:cs typeface="Poppins"/>
                <a:sym typeface="Poppins"/>
              </a:defRPr>
            </a:lvl3pPr>
            <a:lvl4pPr indent="-317500" lvl="3" marL="1828800">
              <a:lnSpc>
                <a:spcPct val="115000"/>
              </a:lnSpc>
              <a:spcBef>
                <a:spcPts val="1600"/>
              </a:spcBef>
              <a:spcAft>
                <a:spcPts val="0"/>
              </a:spcAft>
              <a:buClr>
                <a:schemeClr val="accent2"/>
              </a:buClr>
              <a:buSzPts val="1400"/>
              <a:buFont typeface="Poppins"/>
              <a:buChar char="●"/>
              <a:defRPr>
                <a:solidFill>
                  <a:schemeClr val="accent2"/>
                </a:solidFill>
                <a:latin typeface="Poppins"/>
                <a:ea typeface="Poppins"/>
                <a:cs typeface="Poppins"/>
                <a:sym typeface="Poppins"/>
              </a:defRPr>
            </a:lvl4pPr>
            <a:lvl5pPr indent="-317500" lvl="4" marL="2286000">
              <a:lnSpc>
                <a:spcPct val="115000"/>
              </a:lnSpc>
              <a:spcBef>
                <a:spcPts val="1600"/>
              </a:spcBef>
              <a:spcAft>
                <a:spcPts val="0"/>
              </a:spcAft>
              <a:buClr>
                <a:schemeClr val="accent2"/>
              </a:buClr>
              <a:buSzPts val="1400"/>
              <a:buFont typeface="Poppins"/>
              <a:buChar char="○"/>
              <a:defRPr>
                <a:solidFill>
                  <a:schemeClr val="accent2"/>
                </a:solidFill>
                <a:latin typeface="Poppins"/>
                <a:ea typeface="Poppins"/>
                <a:cs typeface="Poppins"/>
                <a:sym typeface="Poppins"/>
              </a:defRPr>
            </a:lvl5pPr>
            <a:lvl6pPr indent="-317500" lvl="5" marL="2743200">
              <a:lnSpc>
                <a:spcPct val="115000"/>
              </a:lnSpc>
              <a:spcBef>
                <a:spcPts val="1600"/>
              </a:spcBef>
              <a:spcAft>
                <a:spcPts val="0"/>
              </a:spcAft>
              <a:buClr>
                <a:schemeClr val="accent2"/>
              </a:buClr>
              <a:buSzPts val="1400"/>
              <a:buFont typeface="Poppins"/>
              <a:buChar char="■"/>
              <a:defRPr>
                <a:solidFill>
                  <a:schemeClr val="accent2"/>
                </a:solidFill>
                <a:latin typeface="Poppins"/>
                <a:ea typeface="Poppins"/>
                <a:cs typeface="Poppins"/>
                <a:sym typeface="Poppins"/>
              </a:defRPr>
            </a:lvl6pPr>
            <a:lvl7pPr indent="-317500" lvl="6" marL="3200400">
              <a:lnSpc>
                <a:spcPct val="115000"/>
              </a:lnSpc>
              <a:spcBef>
                <a:spcPts val="1600"/>
              </a:spcBef>
              <a:spcAft>
                <a:spcPts val="0"/>
              </a:spcAft>
              <a:buClr>
                <a:schemeClr val="accent2"/>
              </a:buClr>
              <a:buSzPts val="1400"/>
              <a:buFont typeface="Poppins"/>
              <a:buChar char="●"/>
              <a:defRPr>
                <a:solidFill>
                  <a:schemeClr val="accent2"/>
                </a:solidFill>
                <a:latin typeface="Poppins"/>
                <a:ea typeface="Poppins"/>
                <a:cs typeface="Poppins"/>
                <a:sym typeface="Poppins"/>
              </a:defRPr>
            </a:lvl7pPr>
            <a:lvl8pPr indent="-317500" lvl="7" marL="3657600">
              <a:lnSpc>
                <a:spcPct val="115000"/>
              </a:lnSpc>
              <a:spcBef>
                <a:spcPts val="1600"/>
              </a:spcBef>
              <a:spcAft>
                <a:spcPts val="0"/>
              </a:spcAft>
              <a:buClr>
                <a:schemeClr val="accent2"/>
              </a:buClr>
              <a:buSzPts val="1400"/>
              <a:buFont typeface="Poppins"/>
              <a:buChar char="○"/>
              <a:defRPr>
                <a:solidFill>
                  <a:schemeClr val="accent2"/>
                </a:solidFill>
                <a:latin typeface="Poppins"/>
                <a:ea typeface="Poppins"/>
                <a:cs typeface="Poppins"/>
                <a:sym typeface="Poppins"/>
              </a:defRPr>
            </a:lvl8pPr>
            <a:lvl9pPr indent="-317500" lvl="8" marL="4114800">
              <a:lnSpc>
                <a:spcPct val="115000"/>
              </a:lnSpc>
              <a:spcBef>
                <a:spcPts val="1600"/>
              </a:spcBef>
              <a:spcAft>
                <a:spcPts val="1600"/>
              </a:spcAft>
              <a:buClr>
                <a:schemeClr val="accent2"/>
              </a:buClr>
              <a:buSzPts val="1400"/>
              <a:buFont typeface="Poppins"/>
              <a:buChar char="■"/>
              <a:defRPr>
                <a:solidFill>
                  <a:schemeClr val="accent2"/>
                </a:solidFill>
                <a:latin typeface="Poppins"/>
                <a:ea typeface="Poppins"/>
                <a:cs typeface="Poppins"/>
                <a:sym typeface="Poppins"/>
              </a:defRPr>
            </a:lvl9pPr>
          </a:lstStyle>
          <a:p/>
        </p:txBody>
      </p:sp>
      <p:sp>
        <p:nvSpPr>
          <p:cNvPr id="8" name="Google Shape;8;p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accent2"/>
                </a:solidFill>
                <a:latin typeface="Poppins Light"/>
                <a:ea typeface="Poppins Light"/>
                <a:cs typeface="Poppins Light"/>
                <a:sym typeface="Poppins Light"/>
              </a:defRPr>
            </a:lvl1pPr>
            <a:lvl2pPr lvl="1" algn="r">
              <a:buNone/>
              <a:defRPr sz="1300">
                <a:solidFill>
                  <a:schemeClr val="accent2"/>
                </a:solidFill>
                <a:latin typeface="Poppins Light"/>
                <a:ea typeface="Poppins Light"/>
                <a:cs typeface="Poppins Light"/>
                <a:sym typeface="Poppins Light"/>
              </a:defRPr>
            </a:lvl2pPr>
            <a:lvl3pPr lvl="2" algn="r">
              <a:buNone/>
              <a:defRPr sz="1300">
                <a:solidFill>
                  <a:schemeClr val="accent2"/>
                </a:solidFill>
                <a:latin typeface="Poppins Light"/>
                <a:ea typeface="Poppins Light"/>
                <a:cs typeface="Poppins Light"/>
                <a:sym typeface="Poppins Light"/>
              </a:defRPr>
            </a:lvl3pPr>
            <a:lvl4pPr lvl="3" algn="r">
              <a:buNone/>
              <a:defRPr sz="1300">
                <a:solidFill>
                  <a:schemeClr val="accent2"/>
                </a:solidFill>
                <a:latin typeface="Poppins Light"/>
                <a:ea typeface="Poppins Light"/>
                <a:cs typeface="Poppins Light"/>
                <a:sym typeface="Poppins Light"/>
              </a:defRPr>
            </a:lvl4pPr>
            <a:lvl5pPr lvl="4" algn="r">
              <a:buNone/>
              <a:defRPr sz="1300">
                <a:solidFill>
                  <a:schemeClr val="accent2"/>
                </a:solidFill>
                <a:latin typeface="Poppins Light"/>
                <a:ea typeface="Poppins Light"/>
                <a:cs typeface="Poppins Light"/>
                <a:sym typeface="Poppins Light"/>
              </a:defRPr>
            </a:lvl5pPr>
            <a:lvl6pPr lvl="5" algn="r">
              <a:buNone/>
              <a:defRPr sz="1300">
                <a:solidFill>
                  <a:schemeClr val="accent2"/>
                </a:solidFill>
                <a:latin typeface="Poppins Light"/>
                <a:ea typeface="Poppins Light"/>
                <a:cs typeface="Poppins Light"/>
                <a:sym typeface="Poppins Light"/>
              </a:defRPr>
            </a:lvl6pPr>
            <a:lvl7pPr lvl="6" algn="r">
              <a:buNone/>
              <a:defRPr sz="1300">
                <a:solidFill>
                  <a:schemeClr val="accent2"/>
                </a:solidFill>
                <a:latin typeface="Poppins Light"/>
                <a:ea typeface="Poppins Light"/>
                <a:cs typeface="Poppins Light"/>
                <a:sym typeface="Poppins Light"/>
              </a:defRPr>
            </a:lvl7pPr>
            <a:lvl8pPr lvl="7" algn="r">
              <a:buNone/>
              <a:defRPr sz="1300">
                <a:solidFill>
                  <a:schemeClr val="accent2"/>
                </a:solidFill>
                <a:latin typeface="Poppins Light"/>
                <a:ea typeface="Poppins Light"/>
                <a:cs typeface="Poppins Light"/>
                <a:sym typeface="Poppins Light"/>
              </a:defRPr>
            </a:lvl8pPr>
            <a:lvl9pPr lvl="8" algn="r">
              <a:buNone/>
              <a:defRPr sz="1300">
                <a:solidFill>
                  <a:schemeClr val="accent2"/>
                </a:solidFill>
                <a:latin typeface="Poppins Light"/>
                <a:ea typeface="Poppins Light"/>
                <a:cs typeface="Poppins Light"/>
                <a:sym typeface="Poppins Light"/>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Lst>
  <mc:AlternateContent>
    <mc:Choice Requires="p14">
      <p:transition spd="slow" p14:dur="25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slide" Target="/ppt/slides/slide2.xml"/><Relationship Id="rId4" Type="http://schemas.openxmlformats.org/officeDocument/2006/relationships/image" Target="../media/image3.png"/><Relationship Id="rId5" Type="http://schemas.openxmlformats.org/officeDocument/2006/relationships/image" Target="../media/image1.png"/><Relationship Id="rId6" Type="http://schemas.openxmlformats.org/officeDocument/2006/relationships/image" Target="../media/image1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xml"/><Relationship Id="rId3" Type="http://schemas.openxmlformats.org/officeDocument/2006/relationships/image" Target="../media/image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 Id="rId3" Type="http://schemas.openxmlformats.org/officeDocument/2006/relationships/image" Target="../media/image9.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 Id="rId3" Type="http://schemas.openxmlformats.org/officeDocument/2006/relationships/slide" Target="/ppt/slides/slide2.xml"/><Relationship Id="rId4" Type="http://schemas.openxmlformats.org/officeDocument/2006/relationships/image" Target="../media/image6.png"/><Relationship Id="rId5" Type="http://schemas.openxmlformats.org/officeDocument/2006/relationships/image" Target="../media/image20.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 Id="rId3" Type="http://schemas.openxmlformats.org/officeDocument/2006/relationships/slide" Target="/ppt/slides/slide2.xml"/><Relationship Id="rId4" Type="http://schemas.openxmlformats.org/officeDocument/2006/relationships/image" Target="../media/image5.png"/><Relationship Id="rId5" Type="http://schemas.openxmlformats.org/officeDocument/2006/relationships/image" Target="../media/image7.png"/><Relationship Id="rId6" Type="http://schemas.openxmlformats.org/officeDocument/2006/relationships/image" Target="../media/image18.png"/><Relationship Id="rId7" Type="http://schemas.openxmlformats.org/officeDocument/2006/relationships/image" Target="../media/image29.png"/><Relationship Id="rId8" Type="http://schemas.openxmlformats.org/officeDocument/2006/relationships/image" Target="../media/image14.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slide" Target="/ppt/slides/slide2.xml"/><Relationship Id="rId4" Type="http://schemas.openxmlformats.org/officeDocument/2006/relationships/image" Target="../media/image19.png"/><Relationship Id="rId5" Type="http://schemas.openxmlformats.org/officeDocument/2006/relationships/image" Target="../media/image22.png"/><Relationship Id="rId6" Type="http://schemas.openxmlformats.org/officeDocument/2006/relationships/image" Target="../media/image23.png"/><Relationship Id="rId7" Type="http://schemas.openxmlformats.org/officeDocument/2006/relationships/image" Target="../media/image8.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slide" Target="/ppt/slides/slide2.xml"/><Relationship Id="rId4" Type="http://schemas.openxmlformats.org/officeDocument/2006/relationships/image" Target="../media/image26.png"/><Relationship Id="rId5" Type="http://schemas.openxmlformats.org/officeDocument/2006/relationships/image" Target="../media/image12.png"/><Relationship Id="rId6" Type="http://schemas.openxmlformats.org/officeDocument/2006/relationships/image" Target="../media/image11.png"/><Relationship Id="rId7" Type="http://schemas.openxmlformats.org/officeDocument/2006/relationships/image" Target="../media/image13.png"/><Relationship Id="rId8" Type="http://schemas.openxmlformats.org/officeDocument/2006/relationships/image" Target="../media/image15.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slide" Target="/ppt/slides/slide2.xml"/><Relationship Id="rId4" Type="http://schemas.openxmlformats.org/officeDocument/2006/relationships/image" Target="../media/image36.png"/><Relationship Id="rId9" Type="http://schemas.openxmlformats.org/officeDocument/2006/relationships/image" Target="../media/image17.png"/><Relationship Id="rId5" Type="http://schemas.openxmlformats.org/officeDocument/2006/relationships/image" Target="../media/image21.png"/><Relationship Id="rId6" Type="http://schemas.openxmlformats.org/officeDocument/2006/relationships/image" Target="../media/image16.png"/><Relationship Id="rId7" Type="http://schemas.openxmlformats.org/officeDocument/2006/relationships/image" Target="../media/image25.png"/><Relationship Id="rId8" Type="http://schemas.openxmlformats.org/officeDocument/2006/relationships/image" Target="../media/image24.png"/><Relationship Id="rId11" Type="http://schemas.openxmlformats.org/officeDocument/2006/relationships/image" Target="../media/image33.png"/><Relationship Id="rId10" Type="http://schemas.openxmlformats.org/officeDocument/2006/relationships/image" Target="../media/image32.png"/><Relationship Id="rId12" Type="http://schemas.openxmlformats.org/officeDocument/2006/relationships/image" Target="../media/image27.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4.xml"/><Relationship Id="rId3" Type="http://schemas.openxmlformats.org/officeDocument/2006/relationships/slide" Target="/ppt/slides/slide2.xml"/><Relationship Id="rId4" Type="http://schemas.openxmlformats.org/officeDocument/2006/relationships/image" Target="../media/image35.jpg"/><Relationship Id="rId5" Type="http://schemas.openxmlformats.org/officeDocument/2006/relationships/image" Target="../media/image28.jpg"/><Relationship Id="rId6" Type="http://schemas.openxmlformats.org/officeDocument/2006/relationships/image" Target="../media/image31.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 Id="rId3" Type="http://schemas.openxmlformats.org/officeDocument/2006/relationships/image" Target="../media/image34.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16.xml"/><Relationship Id="rId3" Type="http://schemas.openxmlformats.org/officeDocument/2006/relationships/slide" Target="/ppt/slides/slide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17.xml"/><Relationship Id="rId3" Type="http://schemas.openxmlformats.org/officeDocument/2006/relationships/slide" Target="/ppt/slides/slide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8.xml"/><Relationship Id="rId3" Type="http://schemas.openxmlformats.org/officeDocument/2006/relationships/slide" Target="/ppt/slides/slide2.xml"/><Relationship Id="rId4" Type="http://schemas.openxmlformats.org/officeDocument/2006/relationships/image" Target="../media/image30.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19.xml"/><Relationship Id="rId3" Type="http://schemas.openxmlformats.org/officeDocument/2006/relationships/slide" Target="/ppt/slides/slide2.xml"/><Relationship Id="rId4" Type="http://schemas.openxmlformats.org/officeDocument/2006/relationships/hyperlink" Target="https://www.researchgate.net/publication/367199224" TargetMode="External"/><Relationship Id="rId9" Type="http://schemas.openxmlformats.org/officeDocument/2006/relationships/hyperlink" Target="https://papers.ssrn.com/sol3/papers.cfm?abstract_id=4813490" TargetMode="External"/><Relationship Id="rId5" Type="http://schemas.openxmlformats.org/officeDocument/2006/relationships/hyperlink" Target="https://www.researchgate.net/publication/367199224" TargetMode="External"/><Relationship Id="rId6" Type="http://schemas.openxmlformats.org/officeDocument/2006/relationships/hyperlink" Target="https://www.researchgate.net/publication/308817006_Automated_greenhouse" TargetMode="External"/><Relationship Id="rId7" Type="http://schemas.openxmlformats.org/officeDocument/2006/relationships/hyperlink" Target="https://www.researchgate.net/publication/308817006_Automated_greenhouse" TargetMode="External"/><Relationship Id="rId8" Type="http://schemas.openxmlformats.org/officeDocument/2006/relationships/hyperlink" Target="https://papers.ssrn.com/sol3/papers.cfm?abstract_id=4813490" TargetMode="External"/><Relationship Id="rId11" Type="http://schemas.openxmlformats.org/officeDocument/2006/relationships/hyperlink" Target="https://www.sciencedirect.com/science/article/abs/pii/S0168169921005755" TargetMode="External"/><Relationship Id="rId10" Type="http://schemas.openxmlformats.org/officeDocument/2006/relationships/hyperlink" Target="https://www.sciencedirect.com/science/article/abs/pii/S0168169921005755" TargetMode="External"/><Relationship Id="rId13" Type="http://schemas.openxmlformats.org/officeDocument/2006/relationships/hyperlink" Target="https://www.researchgate.net/publication/323953346_Automation_and_monitoring_of_greenhouse" TargetMode="External"/><Relationship Id="rId12" Type="http://schemas.openxmlformats.org/officeDocument/2006/relationships/hyperlink" Target="https://www.researchgate.net/publication/323953346_Automation_and_monitoring_of_greenhouse"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21.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62" name="Shape 11462"/>
        <p:cNvGrpSpPr/>
        <p:nvPr/>
      </p:nvGrpSpPr>
      <p:grpSpPr>
        <a:xfrm>
          <a:off x="0" y="0"/>
          <a:ext cx="0" cy="0"/>
          <a:chOff x="0" y="0"/>
          <a:chExt cx="0" cy="0"/>
        </a:xfrm>
      </p:grpSpPr>
      <p:sp>
        <p:nvSpPr>
          <p:cNvPr id="11463" name="Google Shape;11463;p50"/>
          <p:cNvSpPr txBox="1"/>
          <p:nvPr>
            <p:ph type="ctrTitle"/>
          </p:nvPr>
        </p:nvSpPr>
        <p:spPr>
          <a:xfrm>
            <a:off x="1650200" y="739875"/>
            <a:ext cx="4821900" cy="1663800"/>
          </a:xfrm>
          <a:prstGeom prst="rect">
            <a:avLst/>
          </a:prstGeom>
        </p:spPr>
        <p:txBody>
          <a:bodyPr anchorCtr="0" anchor="b" bIns="91425" lIns="91425" spcFirstLastPara="1" rIns="91425" wrap="square" tIns="91425">
            <a:noAutofit/>
          </a:bodyPr>
          <a:lstStyle/>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t/>
            </a:r>
            <a:endParaRPr b="1" sz="1600">
              <a:solidFill>
                <a:schemeClr val="lt1"/>
              </a:solidFill>
              <a:latin typeface="Poppins"/>
              <a:ea typeface="Poppins"/>
              <a:cs typeface="Poppins"/>
              <a:sym typeface="Poppins"/>
            </a:endParaRPr>
          </a:p>
          <a:p>
            <a:pPr indent="0" lvl="0" marL="0" rtl="0" algn="ctr">
              <a:lnSpc>
                <a:spcPct val="115000"/>
              </a:lnSpc>
              <a:spcBef>
                <a:spcPts val="1200"/>
              </a:spcBef>
              <a:spcAft>
                <a:spcPts val="0"/>
              </a:spcAft>
              <a:buClr>
                <a:schemeClr val="dk1"/>
              </a:buClr>
              <a:buSzPts val="1100"/>
              <a:buFont typeface="Arial"/>
              <a:buNone/>
            </a:pPr>
            <a:r>
              <a:rPr b="1" lang="en" sz="1600">
                <a:solidFill>
                  <a:schemeClr val="lt1"/>
                </a:solidFill>
                <a:latin typeface="Poppins"/>
                <a:ea typeface="Poppins"/>
                <a:cs typeface="Poppins"/>
                <a:sym typeface="Poppins"/>
              </a:rPr>
              <a:t>Design van Geïntegreerde Greenhouse automatisatie van ventilatie en irrigatie via ESP32 </a:t>
            </a:r>
            <a:endParaRPr sz="1600"/>
          </a:p>
          <a:p>
            <a:pPr indent="0" lvl="0" marL="0" rtl="0" algn="ctr">
              <a:spcBef>
                <a:spcPts val="1200"/>
              </a:spcBef>
              <a:spcAft>
                <a:spcPts val="0"/>
              </a:spcAft>
              <a:buNone/>
            </a:pPr>
            <a:r>
              <a:t/>
            </a:r>
            <a:endParaRPr/>
          </a:p>
        </p:txBody>
      </p:sp>
      <p:sp>
        <p:nvSpPr>
          <p:cNvPr id="11464" name="Google Shape;11464;p50"/>
          <p:cNvSpPr txBox="1"/>
          <p:nvPr>
            <p:ph idx="1" type="subTitle"/>
          </p:nvPr>
        </p:nvSpPr>
        <p:spPr>
          <a:xfrm>
            <a:off x="1189700" y="1977898"/>
            <a:ext cx="5742900" cy="270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Studenten: Arav Debisarun         20230065</a:t>
            </a:r>
            <a:endParaRPr/>
          </a:p>
          <a:p>
            <a:pPr indent="0" lvl="0" marL="0" rtl="0" algn="l">
              <a:spcBef>
                <a:spcPts val="0"/>
              </a:spcBef>
              <a:spcAft>
                <a:spcPts val="0"/>
              </a:spcAft>
              <a:buNone/>
            </a:pPr>
            <a:r>
              <a:rPr lang="en"/>
              <a:t>                     Cynthiene Sokromo 20230010</a:t>
            </a:r>
            <a:endParaRPr/>
          </a:p>
          <a:p>
            <a:pPr indent="0" lvl="0" marL="0" rtl="0" algn="l">
              <a:spcBef>
                <a:spcPts val="0"/>
              </a:spcBef>
              <a:spcAft>
                <a:spcPts val="0"/>
              </a:spcAft>
              <a:buNone/>
            </a:pPr>
            <a:r>
              <a:rPr lang="en"/>
              <a:t>                     Shrija Thakoerdat     20230110</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Datum: 19-01-2026</a:t>
            </a:r>
            <a:endParaRPr/>
          </a:p>
          <a:p>
            <a:pPr indent="0" lvl="0" marL="0" rtl="0" algn="l">
              <a:spcBef>
                <a:spcPts val="0"/>
              </a:spcBef>
              <a:spcAft>
                <a:spcPts val="0"/>
              </a:spcAft>
              <a:buNone/>
            </a:pPr>
            <a:r>
              <a:rPr lang="en"/>
              <a:t>Vak: Project ontwerp 1</a:t>
            </a:r>
            <a:endParaRPr/>
          </a:p>
          <a:p>
            <a:pPr indent="0" lvl="0" marL="0" rtl="0" algn="l">
              <a:spcBef>
                <a:spcPts val="0"/>
              </a:spcBef>
              <a:spcAft>
                <a:spcPts val="0"/>
              </a:spcAft>
              <a:buNone/>
            </a:pPr>
            <a:r>
              <a:rPr lang="en"/>
              <a:t>Docent: Mnr. C. Kartopawiro Msc.</a:t>
            </a:r>
            <a:endParaRPr/>
          </a:p>
          <a:p>
            <a:pPr indent="0" lvl="0" marL="0" rtl="0" algn="l">
              <a:spcBef>
                <a:spcPts val="0"/>
              </a:spcBef>
              <a:spcAft>
                <a:spcPts val="0"/>
              </a:spcAft>
              <a:buNone/>
            </a:pPr>
            <a:r>
              <a:rPr lang="en"/>
              <a:t>Opleiding : Elektrotechniek</a:t>
            </a:r>
            <a:endParaRPr/>
          </a:p>
          <a:p>
            <a:pPr indent="0" lvl="0" marL="0" rtl="0" algn="l">
              <a:spcBef>
                <a:spcPts val="0"/>
              </a:spcBef>
              <a:spcAft>
                <a:spcPts val="0"/>
              </a:spcAft>
              <a:buNone/>
            </a:pPr>
            <a:r>
              <a:rPr lang="en"/>
              <a:t>Semester: 4</a:t>
            </a:r>
            <a:endParaRPr/>
          </a:p>
          <a:p>
            <a:pPr indent="0" lvl="0" marL="0" rtl="0" algn="l">
              <a:spcBef>
                <a:spcPts val="0"/>
              </a:spcBef>
              <a:spcAft>
                <a:spcPts val="0"/>
              </a:spcAft>
              <a:buNone/>
            </a:pPr>
            <a:r>
              <a:rPr lang="en"/>
              <a:t>Faculteit der :  Technologische Wetenschappen</a:t>
            </a:r>
            <a:endParaRPr/>
          </a:p>
        </p:txBody>
      </p:sp>
      <p:sp>
        <p:nvSpPr>
          <p:cNvPr id="11465" name="Google Shape;11465;p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pic>
        <p:nvPicPr>
          <p:cNvPr id="11466" name="Google Shape;11466;p50"/>
          <p:cNvPicPr preferRelativeResize="0"/>
          <p:nvPr/>
        </p:nvPicPr>
        <p:blipFill>
          <a:blip r:embed="rId3">
            <a:alphaModFix/>
          </a:blip>
          <a:stretch>
            <a:fillRect/>
          </a:stretch>
        </p:blipFill>
        <p:spPr>
          <a:xfrm>
            <a:off x="292375" y="172925"/>
            <a:ext cx="1133900" cy="11339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1463"/>
                                        </p:tgtEl>
                                        <p:attrNameLst>
                                          <p:attrName>style.visibility</p:attrName>
                                        </p:attrNameLst>
                                      </p:cBhvr>
                                      <p:to>
                                        <p:strVal val="visible"/>
                                      </p:to>
                                    </p:set>
                                    <p:animEffect filter="fade" transition="in">
                                      <p:cBhvr>
                                        <p:cTn dur="1000"/>
                                        <p:tgtEl>
                                          <p:spTgt spid="1146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1464"/>
                                        </p:tgtEl>
                                        <p:attrNameLst>
                                          <p:attrName>style.visibility</p:attrName>
                                        </p:attrNameLst>
                                      </p:cBhvr>
                                      <p:to>
                                        <p:strVal val="visible"/>
                                      </p:to>
                                    </p:set>
                                    <p:animEffect filter="fade" transition="in">
                                      <p:cBhvr>
                                        <p:cTn dur="1000"/>
                                        <p:tgtEl>
                                          <p:spTgt spid="1146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70" name="Shape 11470"/>
        <p:cNvGrpSpPr/>
        <p:nvPr/>
      </p:nvGrpSpPr>
      <p:grpSpPr>
        <a:xfrm>
          <a:off x="0" y="0"/>
          <a:ext cx="0" cy="0"/>
          <a:chOff x="0" y="0"/>
          <a:chExt cx="0" cy="0"/>
        </a:xfrm>
      </p:grpSpPr>
      <p:sp>
        <p:nvSpPr>
          <p:cNvPr id="11471" name="Google Shape;11471;p51"/>
          <p:cNvSpPr/>
          <p:nvPr/>
        </p:nvSpPr>
        <p:spPr>
          <a:xfrm>
            <a:off x="588050" y="0"/>
            <a:ext cx="513600" cy="3608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1"/>
          <p:cNvSpPr/>
          <p:nvPr/>
        </p:nvSpPr>
        <p:spPr>
          <a:xfrm>
            <a:off x="5017700" y="760350"/>
            <a:ext cx="513600" cy="437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1"/>
          <p:cNvSpPr txBox="1"/>
          <p:nvPr>
            <p:ph idx="7" type="title"/>
          </p:nvPr>
        </p:nvSpPr>
        <p:spPr>
          <a:xfrm>
            <a:off x="1700775" y="760343"/>
            <a:ext cx="2752200" cy="43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Introductie en het idee </a:t>
            </a:r>
            <a:endParaRPr/>
          </a:p>
        </p:txBody>
      </p:sp>
      <p:sp>
        <p:nvSpPr>
          <p:cNvPr id="11474" name="Google Shape;11474;p51"/>
          <p:cNvSpPr txBox="1"/>
          <p:nvPr>
            <p:ph type="title"/>
          </p:nvPr>
        </p:nvSpPr>
        <p:spPr>
          <a:xfrm>
            <a:off x="4640325" y="939652"/>
            <a:ext cx="1320300" cy="541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a:t>
            </a:r>
            <a:r>
              <a:rPr lang="en"/>
              <a:t>4</a:t>
            </a:r>
            <a:r>
              <a:rPr lang="en"/>
              <a:t>.</a:t>
            </a:r>
            <a:endParaRPr/>
          </a:p>
        </p:txBody>
      </p:sp>
      <p:sp>
        <p:nvSpPr>
          <p:cNvPr id="11475" name="Google Shape;11475;p51"/>
          <p:cNvSpPr txBox="1"/>
          <p:nvPr>
            <p:ph idx="2" type="title"/>
          </p:nvPr>
        </p:nvSpPr>
        <p:spPr>
          <a:xfrm>
            <a:off x="4640325" y="2797552"/>
            <a:ext cx="1320300" cy="541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06.</a:t>
            </a:r>
            <a:endParaRPr/>
          </a:p>
        </p:txBody>
      </p:sp>
      <p:sp>
        <p:nvSpPr>
          <p:cNvPr id="11476" name="Google Shape;11476;p51"/>
          <p:cNvSpPr txBox="1"/>
          <p:nvPr>
            <p:ph idx="3" type="title"/>
          </p:nvPr>
        </p:nvSpPr>
        <p:spPr>
          <a:xfrm>
            <a:off x="4640325" y="3830502"/>
            <a:ext cx="1320300" cy="541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07.</a:t>
            </a:r>
            <a:endParaRPr/>
          </a:p>
        </p:txBody>
      </p:sp>
      <p:sp>
        <p:nvSpPr>
          <p:cNvPr id="11477" name="Google Shape;11477;p51"/>
          <p:cNvSpPr txBox="1"/>
          <p:nvPr>
            <p:ph idx="4" type="title"/>
          </p:nvPr>
        </p:nvSpPr>
        <p:spPr>
          <a:xfrm>
            <a:off x="62225" y="854377"/>
            <a:ext cx="1320300" cy="541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1478" name="Google Shape;11478;p51"/>
          <p:cNvSpPr txBox="1"/>
          <p:nvPr>
            <p:ph idx="5" type="title"/>
          </p:nvPr>
        </p:nvSpPr>
        <p:spPr>
          <a:xfrm>
            <a:off x="158725" y="1958052"/>
            <a:ext cx="1320300" cy="541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1479" name="Google Shape;11479;p51"/>
          <p:cNvSpPr txBox="1"/>
          <p:nvPr>
            <p:ph idx="6" type="title"/>
          </p:nvPr>
        </p:nvSpPr>
        <p:spPr>
          <a:xfrm>
            <a:off x="158725" y="3061727"/>
            <a:ext cx="1320300" cy="541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1480" name="Google Shape;11480;p51"/>
          <p:cNvSpPr txBox="1"/>
          <p:nvPr>
            <p:ph idx="8" type="title"/>
          </p:nvPr>
        </p:nvSpPr>
        <p:spPr>
          <a:xfrm>
            <a:off x="1670625" y="1854993"/>
            <a:ext cx="2752200" cy="43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Probleemstelling, </a:t>
            </a:r>
            <a:r>
              <a:rPr lang="en"/>
              <a:t>doel en eisen</a:t>
            </a:r>
            <a:endParaRPr/>
          </a:p>
        </p:txBody>
      </p:sp>
      <p:sp>
        <p:nvSpPr>
          <p:cNvPr id="11481" name="Google Shape;11481;p51"/>
          <p:cNvSpPr txBox="1"/>
          <p:nvPr>
            <p:ph idx="13" type="title"/>
          </p:nvPr>
        </p:nvSpPr>
        <p:spPr>
          <a:xfrm>
            <a:off x="1683575" y="2949643"/>
            <a:ext cx="2752200" cy="43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Systeem overzicht en </a:t>
            </a:r>
            <a:r>
              <a:rPr lang="en"/>
              <a:t>zijn werking</a:t>
            </a:r>
            <a:endParaRPr/>
          </a:p>
        </p:txBody>
      </p:sp>
      <p:sp>
        <p:nvSpPr>
          <p:cNvPr id="11482" name="Google Shape;11482;p51"/>
          <p:cNvSpPr txBox="1"/>
          <p:nvPr>
            <p:ph idx="15" type="title"/>
          </p:nvPr>
        </p:nvSpPr>
        <p:spPr>
          <a:xfrm>
            <a:off x="6129000" y="738400"/>
            <a:ext cx="2944800" cy="43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Benodigdheden</a:t>
            </a:r>
            <a:r>
              <a:rPr lang="en"/>
              <a:t> en </a:t>
            </a:r>
            <a:r>
              <a:rPr lang="en"/>
              <a:t>Financiële</a:t>
            </a:r>
            <a:r>
              <a:rPr lang="en"/>
              <a:t> analyse</a:t>
            </a:r>
            <a:endParaRPr/>
          </a:p>
        </p:txBody>
      </p:sp>
      <p:sp>
        <p:nvSpPr>
          <p:cNvPr id="11483" name="Google Shape;11483;p51"/>
          <p:cNvSpPr txBox="1"/>
          <p:nvPr>
            <p:ph idx="17" type="title"/>
          </p:nvPr>
        </p:nvSpPr>
        <p:spPr>
          <a:xfrm>
            <a:off x="6085775" y="2721412"/>
            <a:ext cx="2752200" cy="43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Discussie &amp; Conclusie</a:t>
            </a:r>
            <a:endParaRPr/>
          </a:p>
        </p:txBody>
      </p:sp>
      <p:sp>
        <p:nvSpPr>
          <p:cNvPr id="11484" name="Google Shape;11484;p51"/>
          <p:cNvSpPr txBox="1"/>
          <p:nvPr>
            <p:ph idx="19" type="title"/>
          </p:nvPr>
        </p:nvSpPr>
        <p:spPr>
          <a:xfrm>
            <a:off x="6085775" y="3735624"/>
            <a:ext cx="2752200" cy="43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Toekomstige plannen</a:t>
            </a:r>
            <a:endParaRPr/>
          </a:p>
        </p:txBody>
      </p:sp>
      <p:grpSp>
        <p:nvGrpSpPr>
          <p:cNvPr id="11485" name="Google Shape;11485;p51"/>
          <p:cNvGrpSpPr/>
          <p:nvPr/>
        </p:nvGrpSpPr>
        <p:grpSpPr>
          <a:xfrm rot="5400000">
            <a:off x="1439349" y="3578542"/>
            <a:ext cx="349968" cy="2052568"/>
            <a:chOff x="1037125" y="2236325"/>
            <a:chExt cx="149100" cy="874475"/>
          </a:xfrm>
        </p:grpSpPr>
        <p:sp>
          <p:nvSpPr>
            <p:cNvPr id="11486" name="Google Shape;11486;p51"/>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1"/>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1"/>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1"/>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1"/>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1"/>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1"/>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1"/>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1"/>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1"/>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1"/>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1"/>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1"/>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1"/>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1"/>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1"/>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1"/>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1"/>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1"/>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1"/>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1"/>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1"/>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1"/>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1"/>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1"/>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1"/>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1"/>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1"/>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1"/>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1"/>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1"/>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1"/>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1"/>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1"/>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1"/>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1"/>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2" name="Google Shape;11522;p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11523" name="Google Shape;11523;p51"/>
          <p:cNvSpPr txBox="1"/>
          <p:nvPr/>
        </p:nvSpPr>
        <p:spPr>
          <a:xfrm>
            <a:off x="1754175" y="49350"/>
            <a:ext cx="2585100" cy="541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300">
                <a:solidFill>
                  <a:schemeClr val="accent2"/>
                </a:solidFill>
                <a:latin typeface="Poppins"/>
                <a:ea typeface="Poppins"/>
                <a:cs typeface="Poppins"/>
                <a:sym typeface="Poppins"/>
              </a:rPr>
              <a:t>Opbouw</a:t>
            </a:r>
            <a:endParaRPr b="1" sz="2300">
              <a:solidFill>
                <a:schemeClr val="accent2"/>
              </a:solidFill>
              <a:latin typeface="Poppins"/>
              <a:ea typeface="Poppins"/>
              <a:cs typeface="Poppins"/>
              <a:sym typeface="Poppins"/>
            </a:endParaRPr>
          </a:p>
        </p:txBody>
      </p:sp>
      <p:grpSp>
        <p:nvGrpSpPr>
          <p:cNvPr id="11524" name="Google Shape;11524;p51"/>
          <p:cNvGrpSpPr/>
          <p:nvPr/>
        </p:nvGrpSpPr>
        <p:grpSpPr>
          <a:xfrm>
            <a:off x="1271379" y="518804"/>
            <a:ext cx="2541287" cy="21378"/>
            <a:chOff x="5770787" y="2200818"/>
            <a:chExt cx="2541287" cy="21378"/>
          </a:xfrm>
        </p:grpSpPr>
        <p:sp>
          <p:nvSpPr>
            <p:cNvPr id="11525" name="Google Shape;11525;p51"/>
            <p:cNvSpPr/>
            <p:nvPr/>
          </p:nvSpPr>
          <p:spPr>
            <a:xfrm>
              <a:off x="5770787"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1"/>
            <p:cNvSpPr/>
            <p:nvPr/>
          </p:nvSpPr>
          <p:spPr>
            <a:xfrm>
              <a:off x="669857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1"/>
            <p:cNvSpPr/>
            <p:nvPr/>
          </p:nvSpPr>
          <p:spPr>
            <a:xfrm>
              <a:off x="656538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1"/>
            <p:cNvSpPr/>
            <p:nvPr/>
          </p:nvSpPr>
          <p:spPr>
            <a:xfrm>
              <a:off x="643214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1"/>
            <p:cNvSpPr/>
            <p:nvPr/>
          </p:nvSpPr>
          <p:spPr>
            <a:xfrm>
              <a:off x="629899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1"/>
            <p:cNvSpPr/>
            <p:nvPr/>
          </p:nvSpPr>
          <p:spPr>
            <a:xfrm>
              <a:off x="7098162"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1"/>
            <p:cNvSpPr/>
            <p:nvPr/>
          </p:nvSpPr>
          <p:spPr>
            <a:xfrm>
              <a:off x="696500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1"/>
            <p:cNvSpPr/>
            <p:nvPr/>
          </p:nvSpPr>
          <p:spPr>
            <a:xfrm>
              <a:off x="683177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1"/>
            <p:cNvSpPr/>
            <p:nvPr/>
          </p:nvSpPr>
          <p:spPr>
            <a:xfrm>
              <a:off x="6165754" y="2200818"/>
              <a:ext cx="24947"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1"/>
            <p:cNvSpPr/>
            <p:nvPr/>
          </p:nvSpPr>
          <p:spPr>
            <a:xfrm>
              <a:off x="603260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1"/>
            <p:cNvSpPr/>
            <p:nvPr/>
          </p:nvSpPr>
          <p:spPr>
            <a:xfrm>
              <a:off x="589936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1"/>
            <p:cNvSpPr/>
            <p:nvPr/>
          </p:nvSpPr>
          <p:spPr>
            <a:xfrm>
              <a:off x="802073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1"/>
            <p:cNvSpPr/>
            <p:nvPr/>
          </p:nvSpPr>
          <p:spPr>
            <a:xfrm>
              <a:off x="788754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1"/>
            <p:cNvSpPr/>
            <p:nvPr/>
          </p:nvSpPr>
          <p:spPr>
            <a:xfrm>
              <a:off x="775430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1"/>
            <p:cNvSpPr/>
            <p:nvPr/>
          </p:nvSpPr>
          <p:spPr>
            <a:xfrm>
              <a:off x="762115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1"/>
            <p:cNvSpPr/>
            <p:nvPr/>
          </p:nvSpPr>
          <p:spPr>
            <a:xfrm>
              <a:off x="828716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1"/>
            <p:cNvSpPr/>
            <p:nvPr/>
          </p:nvSpPr>
          <p:spPr>
            <a:xfrm>
              <a:off x="815393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1"/>
            <p:cNvSpPr/>
            <p:nvPr/>
          </p:nvSpPr>
          <p:spPr>
            <a:xfrm>
              <a:off x="7487914"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1"/>
            <p:cNvSpPr/>
            <p:nvPr/>
          </p:nvSpPr>
          <p:spPr>
            <a:xfrm>
              <a:off x="735476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1"/>
            <p:cNvSpPr/>
            <p:nvPr/>
          </p:nvSpPr>
          <p:spPr>
            <a:xfrm>
              <a:off x="722152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5" name="Google Shape;11545;p51"/>
          <p:cNvSpPr txBox="1"/>
          <p:nvPr>
            <p:ph type="title"/>
          </p:nvPr>
        </p:nvSpPr>
        <p:spPr>
          <a:xfrm>
            <a:off x="4640313" y="1822840"/>
            <a:ext cx="1320300" cy="541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05.</a:t>
            </a:r>
            <a:endParaRPr/>
          </a:p>
        </p:txBody>
      </p:sp>
      <p:sp>
        <p:nvSpPr>
          <p:cNvPr id="11546" name="Google Shape;11546;p51"/>
          <p:cNvSpPr txBox="1"/>
          <p:nvPr>
            <p:ph idx="15" type="title"/>
          </p:nvPr>
        </p:nvSpPr>
        <p:spPr>
          <a:xfrm>
            <a:off x="6126163" y="1729888"/>
            <a:ext cx="2944800" cy="43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Project resultaten</a:t>
            </a:r>
            <a:endParaRPr/>
          </a:p>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11471"/>
                                        </p:tgtEl>
                                        <p:attrNameLst>
                                          <p:attrName>style.visibility</p:attrName>
                                        </p:attrNameLst>
                                      </p:cBhvr>
                                      <p:to>
                                        <p:strVal val="visible"/>
                                      </p:to>
                                    </p:set>
                                    <p:anim calcmode="lin" valueType="num">
                                      <p:cBhvr additive="base">
                                        <p:cTn dur="500"/>
                                        <p:tgtEl>
                                          <p:spTgt spid="11471"/>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11472"/>
                                        </p:tgtEl>
                                        <p:attrNameLst>
                                          <p:attrName>style.visibility</p:attrName>
                                        </p:attrNameLst>
                                      </p:cBhvr>
                                      <p:to>
                                        <p:strVal val="visible"/>
                                      </p:to>
                                    </p:set>
                                    <p:anim calcmode="lin" valueType="num">
                                      <p:cBhvr additive="base">
                                        <p:cTn dur="500"/>
                                        <p:tgtEl>
                                          <p:spTgt spid="11472"/>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1477"/>
                                        </p:tgtEl>
                                        <p:attrNameLst>
                                          <p:attrName>style.visibility</p:attrName>
                                        </p:attrNameLst>
                                      </p:cBhvr>
                                      <p:to>
                                        <p:strVal val="visible"/>
                                      </p:to>
                                    </p:set>
                                    <p:animEffect filter="fade" transition="in">
                                      <p:cBhvr>
                                        <p:cTn dur="500"/>
                                        <p:tgtEl>
                                          <p:spTgt spid="11477"/>
                                        </p:tgtEl>
                                      </p:cBhvr>
                                    </p:animEffect>
                                  </p:childTnLst>
                                </p:cTn>
                              </p:par>
                              <p:par>
                                <p:cTn fill="hold" nodeType="withEffect" presetClass="entr" presetID="10" presetSubtype="0">
                                  <p:stCondLst>
                                    <p:cond delay="0"/>
                                  </p:stCondLst>
                                  <p:childTnLst>
                                    <p:set>
                                      <p:cBhvr>
                                        <p:cTn dur="1" fill="hold">
                                          <p:stCondLst>
                                            <p:cond delay="0"/>
                                          </p:stCondLst>
                                        </p:cTn>
                                        <p:tgtEl>
                                          <p:spTgt spid="11473"/>
                                        </p:tgtEl>
                                        <p:attrNameLst>
                                          <p:attrName>style.visibility</p:attrName>
                                        </p:attrNameLst>
                                      </p:cBhvr>
                                      <p:to>
                                        <p:strVal val="visible"/>
                                      </p:to>
                                    </p:set>
                                    <p:animEffect filter="fade" transition="in">
                                      <p:cBhvr>
                                        <p:cTn dur="1000"/>
                                        <p:tgtEl>
                                          <p:spTgt spid="11473"/>
                                        </p:tgtEl>
                                      </p:cBhvr>
                                    </p:animEffect>
                                  </p:childTnLst>
                                </p:cTn>
                              </p:par>
                              <p:par>
                                <p:cTn fill="hold" nodeType="withEffect" presetClass="entr" presetID="10" presetSubtype="0">
                                  <p:stCondLst>
                                    <p:cond delay="0"/>
                                  </p:stCondLst>
                                  <p:childTnLst>
                                    <p:set>
                                      <p:cBhvr>
                                        <p:cTn dur="1" fill="hold">
                                          <p:stCondLst>
                                            <p:cond delay="0"/>
                                          </p:stCondLst>
                                        </p:cTn>
                                        <p:tgtEl>
                                          <p:spTgt spid="11478"/>
                                        </p:tgtEl>
                                        <p:attrNameLst>
                                          <p:attrName>style.visibility</p:attrName>
                                        </p:attrNameLst>
                                      </p:cBhvr>
                                      <p:to>
                                        <p:strVal val="visible"/>
                                      </p:to>
                                    </p:set>
                                    <p:animEffect filter="fade" transition="in">
                                      <p:cBhvr>
                                        <p:cTn dur="400"/>
                                        <p:tgtEl>
                                          <p:spTgt spid="11478"/>
                                        </p:tgtEl>
                                      </p:cBhvr>
                                    </p:animEffect>
                                  </p:childTnLst>
                                </p:cTn>
                              </p:par>
                              <p:par>
                                <p:cTn fill="hold" nodeType="withEffect" presetClass="entr" presetID="10" presetSubtype="0">
                                  <p:stCondLst>
                                    <p:cond delay="0"/>
                                  </p:stCondLst>
                                  <p:childTnLst>
                                    <p:set>
                                      <p:cBhvr>
                                        <p:cTn dur="1" fill="hold">
                                          <p:stCondLst>
                                            <p:cond delay="0"/>
                                          </p:stCondLst>
                                        </p:cTn>
                                        <p:tgtEl>
                                          <p:spTgt spid="11480"/>
                                        </p:tgtEl>
                                        <p:attrNameLst>
                                          <p:attrName>style.visibility</p:attrName>
                                        </p:attrNameLst>
                                      </p:cBhvr>
                                      <p:to>
                                        <p:strVal val="visible"/>
                                      </p:to>
                                    </p:set>
                                    <p:animEffect filter="fade" transition="in">
                                      <p:cBhvr>
                                        <p:cTn dur="1000"/>
                                        <p:tgtEl>
                                          <p:spTgt spid="11480"/>
                                        </p:tgtEl>
                                      </p:cBhvr>
                                    </p:animEffect>
                                  </p:childTnLst>
                                </p:cTn>
                              </p:par>
                              <p:par>
                                <p:cTn fill="hold" nodeType="withEffect" presetClass="entr" presetID="10" presetSubtype="0">
                                  <p:stCondLst>
                                    <p:cond delay="0"/>
                                  </p:stCondLst>
                                  <p:childTnLst>
                                    <p:set>
                                      <p:cBhvr>
                                        <p:cTn dur="1" fill="hold">
                                          <p:stCondLst>
                                            <p:cond delay="0"/>
                                          </p:stCondLst>
                                        </p:cTn>
                                        <p:tgtEl>
                                          <p:spTgt spid="11479"/>
                                        </p:tgtEl>
                                        <p:attrNameLst>
                                          <p:attrName>style.visibility</p:attrName>
                                        </p:attrNameLst>
                                      </p:cBhvr>
                                      <p:to>
                                        <p:strVal val="visible"/>
                                      </p:to>
                                    </p:set>
                                    <p:animEffect filter="fade" transition="in">
                                      <p:cBhvr>
                                        <p:cTn dur="400"/>
                                        <p:tgtEl>
                                          <p:spTgt spid="11479"/>
                                        </p:tgtEl>
                                      </p:cBhvr>
                                    </p:animEffect>
                                  </p:childTnLst>
                                </p:cTn>
                              </p:par>
                              <p:par>
                                <p:cTn fill="hold" nodeType="withEffect" presetClass="entr" presetID="10" presetSubtype="0">
                                  <p:stCondLst>
                                    <p:cond delay="0"/>
                                  </p:stCondLst>
                                  <p:childTnLst>
                                    <p:set>
                                      <p:cBhvr>
                                        <p:cTn dur="1" fill="hold">
                                          <p:stCondLst>
                                            <p:cond delay="0"/>
                                          </p:stCondLst>
                                        </p:cTn>
                                        <p:tgtEl>
                                          <p:spTgt spid="11481"/>
                                        </p:tgtEl>
                                        <p:attrNameLst>
                                          <p:attrName>style.visibility</p:attrName>
                                        </p:attrNameLst>
                                      </p:cBhvr>
                                      <p:to>
                                        <p:strVal val="visible"/>
                                      </p:to>
                                    </p:set>
                                    <p:animEffect filter="fade" transition="in">
                                      <p:cBhvr>
                                        <p:cTn dur="1000"/>
                                        <p:tgtEl>
                                          <p:spTgt spid="11481"/>
                                        </p:tgtEl>
                                      </p:cBhvr>
                                    </p:animEffect>
                                  </p:childTnLst>
                                </p:cTn>
                              </p:par>
                              <p:par>
                                <p:cTn fill="hold" nodeType="withEffect" presetClass="entr" presetID="10" presetSubtype="0">
                                  <p:stCondLst>
                                    <p:cond delay="0"/>
                                  </p:stCondLst>
                                  <p:childTnLst>
                                    <p:set>
                                      <p:cBhvr>
                                        <p:cTn dur="1" fill="hold">
                                          <p:stCondLst>
                                            <p:cond delay="0"/>
                                          </p:stCondLst>
                                        </p:cTn>
                                        <p:tgtEl>
                                          <p:spTgt spid="11474"/>
                                        </p:tgtEl>
                                        <p:attrNameLst>
                                          <p:attrName>style.visibility</p:attrName>
                                        </p:attrNameLst>
                                      </p:cBhvr>
                                      <p:to>
                                        <p:strVal val="visible"/>
                                      </p:to>
                                    </p:set>
                                    <p:animEffect filter="fade" transition="in">
                                      <p:cBhvr>
                                        <p:cTn dur="400"/>
                                        <p:tgtEl>
                                          <p:spTgt spid="11474"/>
                                        </p:tgtEl>
                                      </p:cBhvr>
                                    </p:animEffect>
                                  </p:childTnLst>
                                </p:cTn>
                              </p:par>
                              <p:par>
                                <p:cTn fill="hold" nodeType="withEffect" presetClass="entr" presetID="10" presetSubtype="0">
                                  <p:stCondLst>
                                    <p:cond delay="0"/>
                                  </p:stCondLst>
                                  <p:childTnLst>
                                    <p:set>
                                      <p:cBhvr>
                                        <p:cTn dur="1" fill="hold">
                                          <p:stCondLst>
                                            <p:cond delay="0"/>
                                          </p:stCondLst>
                                        </p:cTn>
                                        <p:tgtEl>
                                          <p:spTgt spid="11482"/>
                                        </p:tgtEl>
                                        <p:attrNameLst>
                                          <p:attrName>style.visibility</p:attrName>
                                        </p:attrNameLst>
                                      </p:cBhvr>
                                      <p:to>
                                        <p:strVal val="visible"/>
                                      </p:to>
                                    </p:set>
                                    <p:animEffect filter="fade" transition="in">
                                      <p:cBhvr>
                                        <p:cTn dur="1000"/>
                                        <p:tgtEl>
                                          <p:spTgt spid="11482"/>
                                        </p:tgtEl>
                                      </p:cBhvr>
                                    </p:animEffect>
                                  </p:childTnLst>
                                </p:cTn>
                              </p:par>
                              <p:par>
                                <p:cTn fill="hold" nodeType="withEffect" presetClass="entr" presetID="10" presetSubtype="0">
                                  <p:stCondLst>
                                    <p:cond delay="0"/>
                                  </p:stCondLst>
                                  <p:childTnLst>
                                    <p:set>
                                      <p:cBhvr>
                                        <p:cTn dur="1" fill="hold">
                                          <p:stCondLst>
                                            <p:cond delay="0"/>
                                          </p:stCondLst>
                                        </p:cTn>
                                        <p:tgtEl>
                                          <p:spTgt spid="11475"/>
                                        </p:tgtEl>
                                        <p:attrNameLst>
                                          <p:attrName>style.visibility</p:attrName>
                                        </p:attrNameLst>
                                      </p:cBhvr>
                                      <p:to>
                                        <p:strVal val="visible"/>
                                      </p:to>
                                    </p:set>
                                    <p:animEffect filter="fade" transition="in">
                                      <p:cBhvr>
                                        <p:cTn dur="400"/>
                                        <p:tgtEl>
                                          <p:spTgt spid="11475"/>
                                        </p:tgtEl>
                                      </p:cBhvr>
                                    </p:animEffect>
                                  </p:childTnLst>
                                </p:cTn>
                              </p:par>
                              <p:par>
                                <p:cTn fill="hold" nodeType="withEffect" presetClass="entr" presetID="10" presetSubtype="0">
                                  <p:stCondLst>
                                    <p:cond delay="0"/>
                                  </p:stCondLst>
                                  <p:childTnLst>
                                    <p:set>
                                      <p:cBhvr>
                                        <p:cTn dur="1" fill="hold">
                                          <p:stCondLst>
                                            <p:cond delay="0"/>
                                          </p:stCondLst>
                                        </p:cTn>
                                        <p:tgtEl>
                                          <p:spTgt spid="11483"/>
                                        </p:tgtEl>
                                        <p:attrNameLst>
                                          <p:attrName>style.visibility</p:attrName>
                                        </p:attrNameLst>
                                      </p:cBhvr>
                                      <p:to>
                                        <p:strVal val="visible"/>
                                      </p:to>
                                    </p:set>
                                    <p:animEffect filter="fade" transition="in">
                                      <p:cBhvr>
                                        <p:cTn dur="1000"/>
                                        <p:tgtEl>
                                          <p:spTgt spid="11483"/>
                                        </p:tgtEl>
                                      </p:cBhvr>
                                    </p:animEffect>
                                  </p:childTnLst>
                                </p:cTn>
                              </p:par>
                              <p:par>
                                <p:cTn fill="hold" nodeType="withEffect" presetClass="entr" presetID="10" presetSubtype="0">
                                  <p:stCondLst>
                                    <p:cond delay="0"/>
                                  </p:stCondLst>
                                  <p:childTnLst>
                                    <p:set>
                                      <p:cBhvr>
                                        <p:cTn dur="1" fill="hold">
                                          <p:stCondLst>
                                            <p:cond delay="0"/>
                                          </p:stCondLst>
                                        </p:cTn>
                                        <p:tgtEl>
                                          <p:spTgt spid="11476"/>
                                        </p:tgtEl>
                                        <p:attrNameLst>
                                          <p:attrName>style.visibility</p:attrName>
                                        </p:attrNameLst>
                                      </p:cBhvr>
                                      <p:to>
                                        <p:strVal val="visible"/>
                                      </p:to>
                                    </p:set>
                                    <p:animEffect filter="fade" transition="in">
                                      <p:cBhvr>
                                        <p:cTn dur="500"/>
                                        <p:tgtEl>
                                          <p:spTgt spid="11476"/>
                                        </p:tgtEl>
                                      </p:cBhvr>
                                    </p:animEffect>
                                  </p:childTnLst>
                                </p:cTn>
                              </p:par>
                              <p:par>
                                <p:cTn fill="hold" nodeType="withEffect" presetClass="entr" presetID="10" presetSubtype="0">
                                  <p:stCondLst>
                                    <p:cond delay="0"/>
                                  </p:stCondLst>
                                  <p:childTnLst>
                                    <p:set>
                                      <p:cBhvr>
                                        <p:cTn dur="1" fill="hold">
                                          <p:stCondLst>
                                            <p:cond delay="0"/>
                                          </p:stCondLst>
                                        </p:cTn>
                                        <p:tgtEl>
                                          <p:spTgt spid="11484"/>
                                        </p:tgtEl>
                                        <p:attrNameLst>
                                          <p:attrName>style.visibility</p:attrName>
                                        </p:attrNameLst>
                                      </p:cBhvr>
                                      <p:to>
                                        <p:strVal val="visible"/>
                                      </p:to>
                                    </p:set>
                                    <p:animEffect filter="fade" transition="in">
                                      <p:cBhvr>
                                        <p:cTn dur="1000"/>
                                        <p:tgtEl>
                                          <p:spTgt spid="11484"/>
                                        </p:tgtEl>
                                      </p:cBhvr>
                                    </p:animEffect>
                                  </p:childTnLst>
                                </p:cTn>
                              </p:par>
                              <p:par>
                                <p:cTn fill="hold" nodeType="withEffect" presetClass="entr" presetID="10" presetSubtype="0">
                                  <p:stCondLst>
                                    <p:cond delay="0"/>
                                  </p:stCondLst>
                                  <p:childTnLst>
                                    <p:set>
                                      <p:cBhvr>
                                        <p:cTn dur="1" fill="hold">
                                          <p:stCondLst>
                                            <p:cond delay="0"/>
                                          </p:stCondLst>
                                        </p:cTn>
                                        <p:tgtEl>
                                          <p:spTgt spid="11485"/>
                                        </p:tgtEl>
                                        <p:attrNameLst>
                                          <p:attrName>style.visibility</p:attrName>
                                        </p:attrNameLst>
                                      </p:cBhvr>
                                      <p:to>
                                        <p:strVal val="visible"/>
                                      </p:to>
                                    </p:set>
                                    <p:animEffect filter="fade" transition="in">
                                      <p:cBhvr>
                                        <p:cTn dur="500"/>
                                        <p:tgtEl>
                                          <p:spTgt spid="1148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0" name="Shape 11550"/>
        <p:cNvGrpSpPr/>
        <p:nvPr/>
      </p:nvGrpSpPr>
      <p:grpSpPr>
        <a:xfrm>
          <a:off x="0" y="0"/>
          <a:ext cx="0" cy="0"/>
          <a:chOff x="0" y="0"/>
          <a:chExt cx="0" cy="0"/>
        </a:xfrm>
      </p:grpSpPr>
      <p:sp>
        <p:nvSpPr>
          <p:cNvPr id="11551" name="Google Shape;11551;p52"/>
          <p:cNvSpPr txBox="1"/>
          <p:nvPr>
            <p:ph idx="4294967295" type="title"/>
          </p:nvPr>
        </p:nvSpPr>
        <p:spPr>
          <a:xfrm>
            <a:off x="3011150" y="341393"/>
            <a:ext cx="2752200" cy="43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Introductie </a:t>
            </a:r>
            <a:endParaRPr sz="2200"/>
          </a:p>
        </p:txBody>
      </p:sp>
      <p:sp>
        <p:nvSpPr>
          <p:cNvPr id="11552" name="Google Shape;11552;p52"/>
          <p:cNvSpPr txBox="1"/>
          <p:nvPr>
            <p:ph type="title"/>
          </p:nvPr>
        </p:nvSpPr>
        <p:spPr>
          <a:xfrm>
            <a:off x="169200" y="235802"/>
            <a:ext cx="1320300" cy="54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500"/>
              <a:t>01.</a:t>
            </a:r>
            <a:endParaRPr sz="3500"/>
          </a:p>
        </p:txBody>
      </p:sp>
      <p:grpSp>
        <p:nvGrpSpPr>
          <p:cNvPr id="11553" name="Google Shape;11553;p52"/>
          <p:cNvGrpSpPr/>
          <p:nvPr/>
        </p:nvGrpSpPr>
        <p:grpSpPr>
          <a:xfrm>
            <a:off x="3116604" y="777304"/>
            <a:ext cx="2541287" cy="21378"/>
            <a:chOff x="5770787" y="2200818"/>
            <a:chExt cx="2541287" cy="21378"/>
          </a:xfrm>
        </p:grpSpPr>
        <p:sp>
          <p:nvSpPr>
            <p:cNvPr id="11554" name="Google Shape;11554;p52"/>
            <p:cNvSpPr/>
            <p:nvPr/>
          </p:nvSpPr>
          <p:spPr>
            <a:xfrm>
              <a:off x="5770787"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2"/>
            <p:cNvSpPr/>
            <p:nvPr/>
          </p:nvSpPr>
          <p:spPr>
            <a:xfrm>
              <a:off x="669857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2"/>
            <p:cNvSpPr/>
            <p:nvPr/>
          </p:nvSpPr>
          <p:spPr>
            <a:xfrm>
              <a:off x="656538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2"/>
            <p:cNvSpPr/>
            <p:nvPr/>
          </p:nvSpPr>
          <p:spPr>
            <a:xfrm>
              <a:off x="643214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2"/>
            <p:cNvSpPr/>
            <p:nvPr/>
          </p:nvSpPr>
          <p:spPr>
            <a:xfrm>
              <a:off x="629899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2"/>
            <p:cNvSpPr/>
            <p:nvPr/>
          </p:nvSpPr>
          <p:spPr>
            <a:xfrm>
              <a:off x="7098162"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2"/>
            <p:cNvSpPr/>
            <p:nvPr/>
          </p:nvSpPr>
          <p:spPr>
            <a:xfrm>
              <a:off x="696500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2"/>
            <p:cNvSpPr/>
            <p:nvPr/>
          </p:nvSpPr>
          <p:spPr>
            <a:xfrm>
              <a:off x="683177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2"/>
            <p:cNvSpPr/>
            <p:nvPr/>
          </p:nvSpPr>
          <p:spPr>
            <a:xfrm>
              <a:off x="6165754" y="2200818"/>
              <a:ext cx="24947"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2"/>
            <p:cNvSpPr/>
            <p:nvPr/>
          </p:nvSpPr>
          <p:spPr>
            <a:xfrm>
              <a:off x="603260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2"/>
            <p:cNvSpPr/>
            <p:nvPr/>
          </p:nvSpPr>
          <p:spPr>
            <a:xfrm>
              <a:off x="589936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2"/>
            <p:cNvSpPr/>
            <p:nvPr/>
          </p:nvSpPr>
          <p:spPr>
            <a:xfrm>
              <a:off x="802073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2"/>
            <p:cNvSpPr/>
            <p:nvPr/>
          </p:nvSpPr>
          <p:spPr>
            <a:xfrm>
              <a:off x="788754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2"/>
            <p:cNvSpPr/>
            <p:nvPr/>
          </p:nvSpPr>
          <p:spPr>
            <a:xfrm>
              <a:off x="775430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2"/>
            <p:cNvSpPr/>
            <p:nvPr/>
          </p:nvSpPr>
          <p:spPr>
            <a:xfrm>
              <a:off x="762115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2"/>
            <p:cNvSpPr/>
            <p:nvPr/>
          </p:nvSpPr>
          <p:spPr>
            <a:xfrm>
              <a:off x="828716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2"/>
            <p:cNvSpPr/>
            <p:nvPr/>
          </p:nvSpPr>
          <p:spPr>
            <a:xfrm>
              <a:off x="815393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2"/>
            <p:cNvSpPr/>
            <p:nvPr/>
          </p:nvSpPr>
          <p:spPr>
            <a:xfrm>
              <a:off x="7487914"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2"/>
            <p:cNvSpPr/>
            <p:nvPr/>
          </p:nvSpPr>
          <p:spPr>
            <a:xfrm>
              <a:off x="735476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2"/>
            <p:cNvSpPr/>
            <p:nvPr/>
          </p:nvSpPr>
          <p:spPr>
            <a:xfrm>
              <a:off x="722152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4" name="Google Shape;11574;p52"/>
          <p:cNvSpPr txBox="1"/>
          <p:nvPr/>
        </p:nvSpPr>
        <p:spPr>
          <a:xfrm>
            <a:off x="631950" y="1087525"/>
            <a:ext cx="7880100" cy="34140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1200"/>
              </a:spcBef>
              <a:spcAft>
                <a:spcPts val="0"/>
              </a:spcAft>
              <a:buClr>
                <a:schemeClr val="dk1"/>
              </a:buClr>
              <a:buSzPts val="1100"/>
              <a:buFont typeface="Arial"/>
              <a:buNone/>
            </a:pPr>
            <a:r>
              <a:rPr lang="en" sz="1300">
                <a:solidFill>
                  <a:schemeClr val="dk1"/>
                </a:solidFill>
                <a:latin typeface="Poppins"/>
                <a:ea typeface="Poppins"/>
                <a:cs typeface="Poppins"/>
                <a:sym typeface="Poppins"/>
              </a:rPr>
              <a:t>Door klimaatverandering en toenemende </a:t>
            </a:r>
            <a:r>
              <a:rPr lang="en" sz="1300">
                <a:solidFill>
                  <a:schemeClr val="dk1"/>
                </a:solidFill>
                <a:latin typeface="Poppins"/>
                <a:ea typeface="Poppins"/>
                <a:cs typeface="Poppins"/>
                <a:sym typeface="Poppins"/>
              </a:rPr>
              <a:t>weerschommelingen</a:t>
            </a:r>
            <a:r>
              <a:rPr lang="en" sz="1300">
                <a:solidFill>
                  <a:schemeClr val="dk1"/>
                </a:solidFill>
                <a:latin typeface="Poppins"/>
                <a:ea typeface="Poppins"/>
                <a:cs typeface="Poppins"/>
                <a:sym typeface="Poppins"/>
              </a:rPr>
              <a:t> wordt het steeds moeilijker om </a:t>
            </a:r>
            <a:r>
              <a:rPr lang="en" sz="1300">
                <a:solidFill>
                  <a:schemeClr val="dk1"/>
                </a:solidFill>
                <a:latin typeface="Poppins"/>
                <a:ea typeface="Poppins"/>
                <a:cs typeface="Poppins"/>
                <a:sym typeface="Poppins"/>
              </a:rPr>
              <a:t>landbouw processen</a:t>
            </a:r>
            <a:r>
              <a:rPr lang="en" sz="1300">
                <a:solidFill>
                  <a:schemeClr val="dk1"/>
                </a:solidFill>
                <a:latin typeface="Poppins"/>
                <a:ea typeface="Poppins"/>
                <a:cs typeface="Poppins"/>
                <a:sym typeface="Poppins"/>
              </a:rPr>
              <a:t> efficiënt en stabiel te beheren. In Suriname wordt nog veel gebruikgemaakt van handmatige landbouwmethoden, wat leidt tot inefficiënt gebruik van water, energie en arbeid. Smart greenhouses bieden hiervoor een moderne en duurzame oplossing.</a:t>
            </a:r>
            <a:endParaRPr sz="1300">
              <a:solidFill>
                <a:schemeClr val="dk1"/>
              </a:solidFill>
              <a:latin typeface="Poppins"/>
              <a:ea typeface="Poppins"/>
              <a:cs typeface="Poppins"/>
              <a:sym typeface="Poppins"/>
            </a:endParaRPr>
          </a:p>
          <a:p>
            <a:pPr indent="-311150" lvl="0" marL="457200" rtl="0" algn="just">
              <a:lnSpc>
                <a:spcPct val="115000"/>
              </a:lnSpc>
              <a:spcBef>
                <a:spcPts val="1200"/>
              </a:spcBef>
              <a:spcAft>
                <a:spcPts val="0"/>
              </a:spcAft>
              <a:buClr>
                <a:schemeClr val="dk1"/>
              </a:buClr>
              <a:buSzPts val="1300"/>
              <a:buFont typeface="Poppins"/>
              <a:buChar char="●"/>
            </a:pPr>
            <a:r>
              <a:rPr lang="en" sz="1300">
                <a:solidFill>
                  <a:schemeClr val="dk1"/>
                </a:solidFill>
                <a:latin typeface="Poppins"/>
                <a:ea typeface="Poppins"/>
                <a:cs typeface="Poppins"/>
                <a:sym typeface="Poppins"/>
              </a:rPr>
              <a:t>Landbouw Processen</a:t>
            </a:r>
            <a:r>
              <a:rPr lang="en" sz="1300">
                <a:solidFill>
                  <a:schemeClr val="dk1"/>
                </a:solidFill>
                <a:latin typeface="Poppins"/>
                <a:ea typeface="Poppins"/>
                <a:cs typeface="Poppins"/>
                <a:sym typeface="Poppins"/>
              </a:rPr>
              <a:t> zijn sterk afhankelijk van temperatuur,bodem- en luchtvochtigheid</a:t>
            </a:r>
            <a:endParaRPr sz="1300">
              <a:solidFill>
                <a:schemeClr val="dk1"/>
              </a:solidFill>
              <a:latin typeface="Poppins"/>
              <a:ea typeface="Poppins"/>
              <a:cs typeface="Poppins"/>
              <a:sym typeface="Poppins"/>
            </a:endParaRPr>
          </a:p>
          <a:p>
            <a:pPr indent="-311150" lvl="0" marL="457200" rtl="0" algn="just">
              <a:lnSpc>
                <a:spcPct val="115000"/>
              </a:lnSpc>
              <a:spcBef>
                <a:spcPts val="0"/>
              </a:spcBef>
              <a:spcAft>
                <a:spcPts val="0"/>
              </a:spcAft>
              <a:buClr>
                <a:schemeClr val="dk1"/>
              </a:buClr>
              <a:buSzPts val="1300"/>
              <a:buFont typeface="Poppins"/>
              <a:buChar char="●"/>
            </a:pPr>
            <a:r>
              <a:rPr lang="en" sz="1300">
                <a:solidFill>
                  <a:schemeClr val="dk1"/>
                </a:solidFill>
                <a:latin typeface="Poppins"/>
                <a:ea typeface="Poppins"/>
                <a:cs typeface="Poppins"/>
                <a:sym typeface="Poppins"/>
              </a:rPr>
              <a:t>Handmatige regeling is tijdrovend en foutgevoelig</a:t>
            </a:r>
            <a:endParaRPr sz="1300">
              <a:solidFill>
                <a:schemeClr val="dk1"/>
              </a:solidFill>
              <a:latin typeface="Poppins"/>
              <a:ea typeface="Poppins"/>
              <a:cs typeface="Poppins"/>
              <a:sym typeface="Poppins"/>
            </a:endParaRPr>
          </a:p>
          <a:p>
            <a:pPr indent="-311150" lvl="0" marL="457200" rtl="0" algn="just">
              <a:lnSpc>
                <a:spcPct val="115000"/>
              </a:lnSpc>
              <a:spcBef>
                <a:spcPts val="0"/>
              </a:spcBef>
              <a:spcAft>
                <a:spcPts val="0"/>
              </a:spcAft>
              <a:buClr>
                <a:schemeClr val="dk1"/>
              </a:buClr>
              <a:buSzPts val="1300"/>
              <a:buFont typeface="Poppins"/>
              <a:buChar char="●"/>
            </a:pPr>
            <a:r>
              <a:rPr lang="en" sz="1300">
                <a:solidFill>
                  <a:schemeClr val="dk1"/>
                </a:solidFill>
                <a:latin typeface="Poppins"/>
                <a:ea typeface="Poppins"/>
                <a:cs typeface="Poppins"/>
                <a:sym typeface="Poppins"/>
              </a:rPr>
              <a:t>Smart greenhouses gebruiken IoT voor automatische klimaatregeling</a:t>
            </a:r>
            <a:endParaRPr sz="1300">
              <a:solidFill>
                <a:schemeClr val="dk1"/>
              </a:solidFill>
              <a:latin typeface="Poppins"/>
              <a:ea typeface="Poppins"/>
              <a:cs typeface="Poppins"/>
              <a:sym typeface="Poppins"/>
            </a:endParaRPr>
          </a:p>
          <a:p>
            <a:pPr indent="-311150" lvl="0" marL="457200" rtl="0" algn="just">
              <a:lnSpc>
                <a:spcPct val="115000"/>
              </a:lnSpc>
              <a:spcBef>
                <a:spcPts val="0"/>
              </a:spcBef>
              <a:spcAft>
                <a:spcPts val="0"/>
              </a:spcAft>
              <a:buClr>
                <a:schemeClr val="dk1"/>
              </a:buClr>
              <a:buSzPts val="1300"/>
              <a:buFont typeface="Poppins"/>
              <a:buChar char="●"/>
            </a:pPr>
            <a:r>
              <a:rPr lang="en" sz="1300">
                <a:solidFill>
                  <a:schemeClr val="dk1"/>
                </a:solidFill>
                <a:latin typeface="Poppins"/>
                <a:ea typeface="Poppins"/>
                <a:cs typeface="Poppins"/>
                <a:sym typeface="Poppins"/>
              </a:rPr>
              <a:t>Sensoren meten realtime omgevingswaarden</a:t>
            </a:r>
            <a:endParaRPr sz="1300">
              <a:solidFill>
                <a:schemeClr val="dk1"/>
              </a:solidFill>
              <a:latin typeface="Poppins"/>
              <a:ea typeface="Poppins"/>
              <a:cs typeface="Poppins"/>
              <a:sym typeface="Poppins"/>
            </a:endParaRPr>
          </a:p>
          <a:p>
            <a:pPr indent="-311150" lvl="0" marL="457200" rtl="0" algn="just">
              <a:lnSpc>
                <a:spcPct val="115000"/>
              </a:lnSpc>
              <a:spcBef>
                <a:spcPts val="0"/>
              </a:spcBef>
              <a:spcAft>
                <a:spcPts val="0"/>
              </a:spcAft>
              <a:buClr>
                <a:schemeClr val="dk1"/>
              </a:buClr>
              <a:buSzPts val="1300"/>
              <a:buFont typeface="Poppins"/>
              <a:buChar char="●"/>
            </a:pPr>
            <a:r>
              <a:rPr lang="en" sz="1300">
                <a:solidFill>
                  <a:schemeClr val="dk1"/>
                </a:solidFill>
                <a:latin typeface="Poppins"/>
                <a:ea typeface="Poppins"/>
                <a:cs typeface="Poppins"/>
                <a:sym typeface="Poppins"/>
              </a:rPr>
              <a:t>Een microcontroller stuurt irrigatie en ventilatie automatisch aan</a:t>
            </a:r>
            <a:endParaRPr sz="1300">
              <a:solidFill>
                <a:schemeClr val="dk1"/>
              </a:solidFill>
              <a:latin typeface="Poppins"/>
              <a:ea typeface="Poppins"/>
              <a:cs typeface="Poppins"/>
              <a:sym typeface="Poppins"/>
            </a:endParaRPr>
          </a:p>
          <a:p>
            <a:pPr indent="-311150" lvl="0" marL="457200" rtl="0" algn="just">
              <a:lnSpc>
                <a:spcPct val="115000"/>
              </a:lnSpc>
              <a:spcBef>
                <a:spcPts val="0"/>
              </a:spcBef>
              <a:spcAft>
                <a:spcPts val="0"/>
              </a:spcAft>
              <a:buClr>
                <a:schemeClr val="dk1"/>
              </a:buClr>
              <a:buSzPts val="1300"/>
              <a:buFont typeface="Poppins"/>
              <a:buChar char="●"/>
            </a:pPr>
            <a:r>
              <a:rPr lang="en" sz="1300">
                <a:solidFill>
                  <a:schemeClr val="dk1"/>
                </a:solidFill>
                <a:latin typeface="Poppins"/>
                <a:ea typeface="Poppins"/>
                <a:cs typeface="Poppins"/>
                <a:sym typeface="Poppins"/>
              </a:rPr>
              <a:t>Efficiënter gebruik van water en energie voor  betere plantengroei</a:t>
            </a:r>
            <a:endParaRPr sz="1300">
              <a:solidFill>
                <a:schemeClr val="dk1"/>
              </a:solidFill>
              <a:latin typeface="Poppins"/>
              <a:ea typeface="Poppins"/>
              <a:cs typeface="Poppins"/>
              <a:sym typeface="Poppins"/>
            </a:endParaRPr>
          </a:p>
          <a:p>
            <a:pPr indent="0" lvl="0" marL="0" rtl="0" algn="just">
              <a:spcBef>
                <a:spcPts val="1200"/>
              </a:spcBef>
              <a:spcAft>
                <a:spcPts val="0"/>
              </a:spcAft>
              <a:buNone/>
            </a:pPr>
            <a:r>
              <a:t/>
            </a:r>
            <a:endParaRPr>
              <a:solidFill>
                <a:schemeClr val="accent2"/>
              </a:solidFill>
              <a:latin typeface="Poppins Light"/>
              <a:ea typeface="Poppins Light"/>
              <a:cs typeface="Poppins Light"/>
              <a:sym typeface="Poppins Light"/>
            </a:endParaRPr>
          </a:p>
        </p:txBody>
      </p:sp>
      <p:sp>
        <p:nvSpPr>
          <p:cNvPr id="11575" name="Google Shape;11575;p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grpSp>
        <p:nvGrpSpPr>
          <p:cNvPr id="11576" name="Google Shape;11576;p52"/>
          <p:cNvGrpSpPr/>
          <p:nvPr/>
        </p:nvGrpSpPr>
        <p:grpSpPr>
          <a:xfrm rot="5400000">
            <a:off x="7269224" y="3548592"/>
            <a:ext cx="349968" cy="2052568"/>
            <a:chOff x="1037125" y="2236325"/>
            <a:chExt cx="149100" cy="874475"/>
          </a:xfrm>
        </p:grpSpPr>
        <p:sp>
          <p:nvSpPr>
            <p:cNvPr id="11577" name="Google Shape;11577;p52"/>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2"/>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2"/>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2"/>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2"/>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2"/>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2"/>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2"/>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2"/>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2"/>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2"/>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2"/>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2"/>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2"/>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2"/>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2"/>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2"/>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2"/>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2"/>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2"/>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2"/>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2"/>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2"/>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2"/>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2"/>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2"/>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2"/>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2"/>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2"/>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2"/>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2"/>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2"/>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2"/>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2"/>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2"/>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2"/>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16" name="Shape 11616"/>
        <p:cNvGrpSpPr/>
        <p:nvPr/>
      </p:nvGrpSpPr>
      <p:grpSpPr>
        <a:xfrm>
          <a:off x="0" y="0"/>
          <a:ext cx="0" cy="0"/>
          <a:chOff x="0" y="0"/>
          <a:chExt cx="0" cy="0"/>
        </a:xfrm>
      </p:grpSpPr>
      <p:sp>
        <p:nvSpPr>
          <p:cNvPr id="11617" name="Google Shape;11617;p53"/>
          <p:cNvSpPr txBox="1"/>
          <p:nvPr>
            <p:ph type="title"/>
          </p:nvPr>
        </p:nvSpPr>
        <p:spPr>
          <a:xfrm>
            <a:off x="1600675" y="324427"/>
            <a:ext cx="5742600" cy="47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Het idee</a:t>
            </a:r>
            <a:endParaRPr/>
          </a:p>
        </p:txBody>
      </p:sp>
      <p:sp>
        <p:nvSpPr>
          <p:cNvPr id="11618" name="Google Shape;11618;p53">
            <a:hlinkClick action="ppaction://hlinkshowjump?jump=previousslide"/>
          </p:cNvPr>
          <p:cNvSpPr/>
          <p:nvPr/>
        </p:nvSpPr>
        <p:spPr>
          <a:xfrm>
            <a:off x="4216189" y="4788507"/>
            <a:ext cx="167426" cy="165073"/>
          </a:xfrm>
          <a:custGeom>
            <a:rect b="b" l="l" r="r" t="t"/>
            <a:pathLst>
              <a:path extrusionOk="0" h="71460" w="72479">
                <a:moveTo>
                  <a:pt x="30460" y="22962"/>
                </a:moveTo>
                <a:cubicBezTo>
                  <a:pt x="32555" y="22962"/>
                  <a:pt x="34426" y="25717"/>
                  <a:pt x="32508" y="27634"/>
                </a:cubicBezTo>
                <a:lnTo>
                  <a:pt x="27488" y="32654"/>
                </a:lnTo>
                <a:lnTo>
                  <a:pt x="50693" y="32654"/>
                </a:lnTo>
                <a:cubicBezTo>
                  <a:pt x="52342" y="32654"/>
                  <a:pt x="53724" y="34036"/>
                  <a:pt x="53724" y="35685"/>
                </a:cubicBezTo>
                <a:cubicBezTo>
                  <a:pt x="53724" y="37352"/>
                  <a:pt x="52342" y="38734"/>
                  <a:pt x="50693" y="38734"/>
                </a:cubicBezTo>
                <a:lnTo>
                  <a:pt x="27375" y="38734"/>
                </a:lnTo>
                <a:lnTo>
                  <a:pt x="32280" y="43773"/>
                </a:lnTo>
                <a:cubicBezTo>
                  <a:pt x="34175" y="45712"/>
                  <a:pt x="32302" y="48425"/>
                  <a:pt x="30216" y="48425"/>
                </a:cubicBezTo>
                <a:cubicBezTo>
                  <a:pt x="29590" y="48425"/>
                  <a:pt x="28946" y="48181"/>
                  <a:pt x="28378" y="47600"/>
                </a:cubicBezTo>
                <a:lnTo>
                  <a:pt x="18623" y="37598"/>
                </a:lnTo>
                <a:cubicBezTo>
                  <a:pt x="17580" y="36537"/>
                  <a:pt x="17580" y="34814"/>
                  <a:pt x="18641" y="33753"/>
                </a:cubicBezTo>
                <a:lnTo>
                  <a:pt x="28643" y="23769"/>
                </a:lnTo>
                <a:cubicBezTo>
                  <a:pt x="29208" y="23201"/>
                  <a:pt x="29843" y="22962"/>
                  <a:pt x="30460" y="22962"/>
                </a:cubicBezTo>
                <a:close/>
                <a:moveTo>
                  <a:pt x="35864" y="0"/>
                </a:moveTo>
                <a:cubicBezTo>
                  <a:pt x="26970" y="0"/>
                  <a:pt x="18101" y="3237"/>
                  <a:pt x="11349" y="9562"/>
                </a:cubicBezTo>
                <a:cubicBezTo>
                  <a:pt x="4150" y="16287"/>
                  <a:pt x="1" y="25853"/>
                  <a:pt x="1" y="35685"/>
                </a:cubicBezTo>
                <a:cubicBezTo>
                  <a:pt x="1" y="52336"/>
                  <a:pt x="11973" y="67187"/>
                  <a:pt x="28264" y="70673"/>
                </a:cubicBezTo>
                <a:cubicBezTo>
                  <a:pt x="30724" y="71199"/>
                  <a:pt x="33231" y="71459"/>
                  <a:pt x="35734" y="71459"/>
                </a:cubicBezTo>
                <a:cubicBezTo>
                  <a:pt x="41521" y="71459"/>
                  <a:pt x="47293" y="70069"/>
                  <a:pt x="52436" y="67359"/>
                </a:cubicBezTo>
                <a:cubicBezTo>
                  <a:pt x="59521" y="63626"/>
                  <a:pt x="65262" y="57508"/>
                  <a:pt x="68500" y="50176"/>
                </a:cubicBezTo>
                <a:cubicBezTo>
                  <a:pt x="71892" y="42543"/>
                  <a:pt x="72478" y="33809"/>
                  <a:pt x="70167" y="25797"/>
                </a:cubicBezTo>
                <a:cubicBezTo>
                  <a:pt x="67952" y="18068"/>
                  <a:pt x="63064" y="11210"/>
                  <a:pt x="56528" y="6531"/>
                </a:cubicBezTo>
                <a:cubicBezTo>
                  <a:pt x="50378" y="2150"/>
                  <a:pt x="43113" y="0"/>
                  <a:pt x="3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19" name="Google Shape;11619;p53">
            <a:hlinkClick action="ppaction://hlinkshowjump?jump=nextslide"/>
          </p:cNvPr>
          <p:cNvSpPr/>
          <p:nvPr/>
        </p:nvSpPr>
        <p:spPr>
          <a:xfrm>
            <a:off x="4760664" y="4788519"/>
            <a:ext cx="167426" cy="165073"/>
          </a:xfrm>
          <a:custGeom>
            <a:rect b="b" l="l" r="r" t="t"/>
            <a:pathLst>
              <a:path extrusionOk="0" h="71460" w="72479">
                <a:moveTo>
                  <a:pt x="42259" y="23045"/>
                </a:moveTo>
                <a:cubicBezTo>
                  <a:pt x="42886" y="23045"/>
                  <a:pt x="43532" y="23291"/>
                  <a:pt x="44101" y="23878"/>
                </a:cubicBezTo>
                <a:lnTo>
                  <a:pt x="53858" y="33862"/>
                </a:lnTo>
                <a:cubicBezTo>
                  <a:pt x="54919" y="34941"/>
                  <a:pt x="54899" y="36646"/>
                  <a:pt x="53838" y="37706"/>
                </a:cubicBezTo>
                <a:lnTo>
                  <a:pt x="43856" y="47690"/>
                </a:lnTo>
                <a:cubicBezTo>
                  <a:pt x="43286" y="48260"/>
                  <a:pt x="42645" y="48500"/>
                  <a:pt x="42024" y="48500"/>
                </a:cubicBezTo>
                <a:cubicBezTo>
                  <a:pt x="39924" y="48500"/>
                  <a:pt x="38061" y="45756"/>
                  <a:pt x="39991" y="43826"/>
                </a:cubicBezTo>
                <a:lnTo>
                  <a:pt x="44992" y="38805"/>
                </a:lnTo>
                <a:lnTo>
                  <a:pt x="21806" y="38805"/>
                </a:lnTo>
                <a:cubicBezTo>
                  <a:pt x="20139" y="38805"/>
                  <a:pt x="18755" y="37423"/>
                  <a:pt x="18755" y="35774"/>
                </a:cubicBezTo>
                <a:cubicBezTo>
                  <a:pt x="18755" y="34127"/>
                  <a:pt x="20139" y="32743"/>
                  <a:pt x="21806" y="32743"/>
                </a:cubicBezTo>
                <a:lnTo>
                  <a:pt x="45124" y="32743"/>
                </a:lnTo>
                <a:lnTo>
                  <a:pt x="40199" y="27686"/>
                </a:lnTo>
                <a:cubicBezTo>
                  <a:pt x="38305" y="25764"/>
                  <a:pt x="40175" y="23045"/>
                  <a:pt x="42259" y="23045"/>
                </a:cubicBezTo>
                <a:close/>
                <a:moveTo>
                  <a:pt x="36745" y="0"/>
                </a:moveTo>
                <a:cubicBezTo>
                  <a:pt x="30959" y="0"/>
                  <a:pt x="25187" y="1391"/>
                  <a:pt x="20043" y="4101"/>
                </a:cubicBezTo>
                <a:cubicBezTo>
                  <a:pt x="12958" y="7834"/>
                  <a:pt x="7219" y="13971"/>
                  <a:pt x="3979" y="21283"/>
                </a:cubicBezTo>
                <a:cubicBezTo>
                  <a:pt x="589" y="28917"/>
                  <a:pt x="1" y="37669"/>
                  <a:pt x="2312" y="45682"/>
                </a:cubicBezTo>
                <a:cubicBezTo>
                  <a:pt x="4529" y="53411"/>
                  <a:pt x="9417" y="60269"/>
                  <a:pt x="15951" y="64929"/>
                </a:cubicBezTo>
                <a:cubicBezTo>
                  <a:pt x="22102" y="69309"/>
                  <a:pt x="29367" y="71459"/>
                  <a:pt x="36616" y="71459"/>
                </a:cubicBezTo>
                <a:cubicBezTo>
                  <a:pt x="45510" y="71459"/>
                  <a:pt x="54379" y="68223"/>
                  <a:pt x="61132" y="61898"/>
                </a:cubicBezTo>
                <a:cubicBezTo>
                  <a:pt x="68331" y="55172"/>
                  <a:pt x="72478" y="45625"/>
                  <a:pt x="72478" y="35774"/>
                </a:cubicBezTo>
                <a:cubicBezTo>
                  <a:pt x="72478" y="19124"/>
                  <a:pt x="60506" y="4272"/>
                  <a:pt x="44215" y="787"/>
                </a:cubicBezTo>
                <a:cubicBezTo>
                  <a:pt x="41755" y="260"/>
                  <a:pt x="39249" y="0"/>
                  <a:pt x="36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20" name="Google Shape;11620;p53">
            <a:hlinkClick action="ppaction://hlinksldjump" r:id="rId3"/>
          </p:cNvPr>
          <p:cNvSpPr/>
          <p:nvPr/>
        </p:nvSpPr>
        <p:spPr>
          <a:xfrm>
            <a:off x="4475960" y="4744707"/>
            <a:ext cx="247705" cy="246577"/>
          </a:xfrm>
          <a:custGeom>
            <a:rect b="b" l="l" r="r" t="t"/>
            <a:pathLst>
              <a:path extrusionOk="0" h="91156" w="91573">
                <a:moveTo>
                  <a:pt x="18224" y="17352"/>
                </a:moveTo>
                <a:cubicBezTo>
                  <a:pt x="16652" y="17352"/>
                  <a:pt x="15364" y="18640"/>
                  <a:pt x="15364" y="20213"/>
                </a:cubicBezTo>
                <a:cubicBezTo>
                  <a:pt x="15364" y="21785"/>
                  <a:pt x="16652" y="23055"/>
                  <a:pt x="18224" y="23055"/>
                </a:cubicBezTo>
                <a:lnTo>
                  <a:pt x="51546" y="23055"/>
                </a:lnTo>
                <a:cubicBezTo>
                  <a:pt x="53117" y="23055"/>
                  <a:pt x="54387" y="21785"/>
                  <a:pt x="54387" y="20213"/>
                </a:cubicBezTo>
                <a:cubicBezTo>
                  <a:pt x="54387" y="18640"/>
                  <a:pt x="53117" y="17352"/>
                  <a:pt x="51546" y="17352"/>
                </a:cubicBezTo>
                <a:close/>
                <a:moveTo>
                  <a:pt x="18224" y="34269"/>
                </a:moveTo>
                <a:cubicBezTo>
                  <a:pt x="16652" y="34269"/>
                  <a:pt x="15364" y="35538"/>
                  <a:pt x="15364" y="37111"/>
                </a:cubicBezTo>
                <a:cubicBezTo>
                  <a:pt x="15364" y="38682"/>
                  <a:pt x="16652" y="39970"/>
                  <a:pt x="18224" y="39970"/>
                </a:cubicBezTo>
                <a:lnTo>
                  <a:pt x="39725" y="39970"/>
                </a:lnTo>
                <a:cubicBezTo>
                  <a:pt x="41297" y="39970"/>
                  <a:pt x="42585" y="38682"/>
                  <a:pt x="42585" y="37111"/>
                </a:cubicBezTo>
                <a:cubicBezTo>
                  <a:pt x="42585" y="35538"/>
                  <a:pt x="41297" y="34269"/>
                  <a:pt x="39725" y="34269"/>
                </a:cubicBezTo>
                <a:close/>
                <a:moveTo>
                  <a:pt x="18224" y="51185"/>
                </a:moveTo>
                <a:cubicBezTo>
                  <a:pt x="16652" y="51185"/>
                  <a:pt x="15364" y="52455"/>
                  <a:pt x="15364" y="54026"/>
                </a:cubicBezTo>
                <a:cubicBezTo>
                  <a:pt x="15364" y="55600"/>
                  <a:pt x="16652" y="56888"/>
                  <a:pt x="18224" y="56888"/>
                </a:cubicBezTo>
                <a:lnTo>
                  <a:pt x="30556" y="56888"/>
                </a:lnTo>
                <a:cubicBezTo>
                  <a:pt x="32148" y="56888"/>
                  <a:pt x="33416" y="55600"/>
                  <a:pt x="33416" y="54026"/>
                </a:cubicBezTo>
                <a:cubicBezTo>
                  <a:pt x="33416" y="52455"/>
                  <a:pt x="32148" y="51185"/>
                  <a:pt x="30556" y="51185"/>
                </a:cubicBezTo>
                <a:close/>
                <a:moveTo>
                  <a:pt x="57853" y="44327"/>
                </a:moveTo>
                <a:cubicBezTo>
                  <a:pt x="58328" y="44327"/>
                  <a:pt x="58800" y="44347"/>
                  <a:pt x="59275" y="44403"/>
                </a:cubicBezTo>
                <a:cubicBezTo>
                  <a:pt x="62892" y="44764"/>
                  <a:pt x="66132" y="46525"/>
                  <a:pt x="68424" y="49328"/>
                </a:cubicBezTo>
                <a:cubicBezTo>
                  <a:pt x="73141" y="55145"/>
                  <a:pt x="72250" y="63707"/>
                  <a:pt x="66435" y="68423"/>
                </a:cubicBezTo>
                <a:cubicBezTo>
                  <a:pt x="63994" y="70420"/>
                  <a:pt x="60991" y="71468"/>
                  <a:pt x="57879" y="71468"/>
                </a:cubicBezTo>
                <a:cubicBezTo>
                  <a:pt x="57418" y="71468"/>
                  <a:pt x="56954" y="71445"/>
                  <a:pt x="56489" y="71398"/>
                </a:cubicBezTo>
                <a:cubicBezTo>
                  <a:pt x="52890" y="71019"/>
                  <a:pt x="49632" y="69257"/>
                  <a:pt x="47359" y="66453"/>
                </a:cubicBezTo>
                <a:cubicBezTo>
                  <a:pt x="45067" y="63631"/>
                  <a:pt x="44006" y="60108"/>
                  <a:pt x="44385" y="56509"/>
                </a:cubicBezTo>
                <a:cubicBezTo>
                  <a:pt x="44764" y="52890"/>
                  <a:pt x="46507" y="49651"/>
                  <a:pt x="49329" y="47358"/>
                </a:cubicBezTo>
                <a:cubicBezTo>
                  <a:pt x="51773" y="45388"/>
                  <a:pt x="54746" y="44327"/>
                  <a:pt x="57853" y="44327"/>
                </a:cubicBezTo>
                <a:close/>
                <a:moveTo>
                  <a:pt x="18224" y="68102"/>
                </a:moveTo>
                <a:cubicBezTo>
                  <a:pt x="16652" y="68102"/>
                  <a:pt x="15364" y="69371"/>
                  <a:pt x="15364" y="70944"/>
                </a:cubicBezTo>
                <a:cubicBezTo>
                  <a:pt x="15364" y="72515"/>
                  <a:pt x="16652" y="73785"/>
                  <a:pt x="18224" y="73785"/>
                </a:cubicBezTo>
                <a:lnTo>
                  <a:pt x="30556" y="73785"/>
                </a:lnTo>
                <a:cubicBezTo>
                  <a:pt x="32148" y="73785"/>
                  <a:pt x="33416" y="72515"/>
                  <a:pt x="33416" y="70944"/>
                </a:cubicBezTo>
                <a:cubicBezTo>
                  <a:pt x="33416" y="69371"/>
                  <a:pt x="32148" y="68102"/>
                  <a:pt x="30556" y="68102"/>
                </a:cubicBezTo>
                <a:close/>
                <a:moveTo>
                  <a:pt x="77820" y="76627"/>
                </a:moveTo>
                <a:lnTo>
                  <a:pt x="84886" y="83484"/>
                </a:lnTo>
                <a:lnTo>
                  <a:pt x="83522" y="84886"/>
                </a:lnTo>
                <a:lnTo>
                  <a:pt x="76437" y="78028"/>
                </a:lnTo>
                <a:lnTo>
                  <a:pt x="77820" y="76627"/>
                </a:lnTo>
                <a:close/>
                <a:moveTo>
                  <a:pt x="64086" y="5703"/>
                </a:moveTo>
                <a:lnTo>
                  <a:pt x="64086" y="39649"/>
                </a:lnTo>
                <a:cubicBezTo>
                  <a:pt x="62722" y="39195"/>
                  <a:pt x="61321" y="38872"/>
                  <a:pt x="59861" y="38740"/>
                </a:cubicBezTo>
                <a:cubicBezTo>
                  <a:pt x="59186" y="38670"/>
                  <a:pt x="58512" y="38635"/>
                  <a:pt x="57841" y="38635"/>
                </a:cubicBezTo>
                <a:cubicBezTo>
                  <a:pt x="53438" y="38635"/>
                  <a:pt x="49199" y="40133"/>
                  <a:pt x="45729" y="42945"/>
                </a:cubicBezTo>
                <a:cubicBezTo>
                  <a:pt x="41733" y="46184"/>
                  <a:pt x="39251" y="50788"/>
                  <a:pt x="38720" y="55921"/>
                </a:cubicBezTo>
                <a:cubicBezTo>
                  <a:pt x="38190" y="61035"/>
                  <a:pt x="39687" y="66056"/>
                  <a:pt x="42926" y="70053"/>
                </a:cubicBezTo>
                <a:cubicBezTo>
                  <a:pt x="46184" y="74031"/>
                  <a:pt x="50788" y="76531"/>
                  <a:pt x="55903" y="77062"/>
                </a:cubicBezTo>
                <a:cubicBezTo>
                  <a:pt x="56585" y="77119"/>
                  <a:pt x="57247" y="77157"/>
                  <a:pt x="57929" y="77157"/>
                </a:cubicBezTo>
                <a:cubicBezTo>
                  <a:pt x="60032" y="77157"/>
                  <a:pt x="62116" y="76816"/>
                  <a:pt x="64086" y="76134"/>
                </a:cubicBezTo>
                <a:lnTo>
                  <a:pt x="64086" y="85454"/>
                </a:lnTo>
                <a:lnTo>
                  <a:pt x="5683" y="85454"/>
                </a:lnTo>
                <a:lnTo>
                  <a:pt x="5683" y="5703"/>
                </a:lnTo>
                <a:close/>
                <a:moveTo>
                  <a:pt x="2842" y="0"/>
                </a:moveTo>
                <a:cubicBezTo>
                  <a:pt x="1270" y="0"/>
                  <a:pt x="0" y="1270"/>
                  <a:pt x="0" y="2842"/>
                </a:cubicBezTo>
                <a:lnTo>
                  <a:pt x="0" y="88296"/>
                </a:lnTo>
                <a:cubicBezTo>
                  <a:pt x="0" y="89867"/>
                  <a:pt x="1270" y="91155"/>
                  <a:pt x="2842" y="91155"/>
                </a:cubicBezTo>
                <a:lnTo>
                  <a:pt x="66928" y="91155"/>
                </a:lnTo>
                <a:cubicBezTo>
                  <a:pt x="68499" y="91155"/>
                  <a:pt x="69769" y="89867"/>
                  <a:pt x="69769" y="88296"/>
                </a:cubicBezTo>
                <a:lnTo>
                  <a:pt x="69769" y="76721"/>
                </a:lnTo>
                <a:lnTo>
                  <a:pt x="70280" y="77213"/>
                </a:lnTo>
                <a:cubicBezTo>
                  <a:pt x="70204" y="77498"/>
                  <a:pt x="70186" y="77819"/>
                  <a:pt x="70186" y="78122"/>
                </a:cubicBezTo>
                <a:cubicBezTo>
                  <a:pt x="70204" y="79279"/>
                  <a:pt x="70679" y="80377"/>
                  <a:pt x="71512" y="81173"/>
                </a:cubicBezTo>
                <a:lnTo>
                  <a:pt x="80529" y="89925"/>
                </a:lnTo>
                <a:cubicBezTo>
                  <a:pt x="81363" y="90739"/>
                  <a:pt x="82461" y="91155"/>
                  <a:pt x="83540" y="91155"/>
                </a:cubicBezTo>
                <a:cubicBezTo>
                  <a:pt x="84677" y="91155"/>
                  <a:pt x="85814" y="90701"/>
                  <a:pt x="86667" y="89829"/>
                </a:cubicBezTo>
                <a:lnTo>
                  <a:pt x="89905" y="86477"/>
                </a:lnTo>
                <a:cubicBezTo>
                  <a:pt x="91572" y="84753"/>
                  <a:pt x="91535" y="82007"/>
                  <a:pt x="89830" y="80340"/>
                </a:cubicBezTo>
                <a:lnTo>
                  <a:pt x="80813" y="71588"/>
                </a:lnTo>
                <a:cubicBezTo>
                  <a:pt x="79997" y="70809"/>
                  <a:pt x="78928" y="70375"/>
                  <a:pt x="77800" y="70375"/>
                </a:cubicBezTo>
                <a:cubicBezTo>
                  <a:pt x="77776" y="70375"/>
                  <a:pt x="77751" y="70375"/>
                  <a:pt x="77726" y="70375"/>
                </a:cubicBezTo>
                <a:cubicBezTo>
                  <a:pt x="77592" y="70375"/>
                  <a:pt x="77479" y="70375"/>
                  <a:pt x="77365" y="70394"/>
                </a:cubicBezTo>
                <a:lnTo>
                  <a:pt x="74523" y="67610"/>
                </a:lnTo>
                <a:cubicBezTo>
                  <a:pt x="78445" y="60884"/>
                  <a:pt x="78029" y="52132"/>
                  <a:pt x="72838" y="45749"/>
                </a:cubicBezTo>
                <a:cubicBezTo>
                  <a:pt x="71909" y="44612"/>
                  <a:pt x="70886" y="43608"/>
                  <a:pt x="69769" y="42718"/>
                </a:cubicBezTo>
                <a:lnTo>
                  <a:pt x="69769" y="2842"/>
                </a:lnTo>
                <a:cubicBezTo>
                  <a:pt x="69769" y="1270"/>
                  <a:pt x="68499" y="0"/>
                  <a:pt x="66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3"/>
          <p:cNvSpPr txBox="1"/>
          <p:nvPr/>
        </p:nvSpPr>
        <p:spPr>
          <a:xfrm>
            <a:off x="1600675" y="1015650"/>
            <a:ext cx="5960100" cy="1239600"/>
          </a:xfrm>
          <a:prstGeom prst="rect">
            <a:avLst/>
          </a:prstGeom>
          <a:noFill/>
          <a:ln>
            <a:noFill/>
          </a:ln>
        </p:spPr>
        <p:txBody>
          <a:bodyPr anchorCtr="0" anchor="t" bIns="91425" lIns="91425" spcFirstLastPara="1" rIns="91425" wrap="square" tIns="91425">
            <a:noAutofit/>
          </a:bodyPr>
          <a:lstStyle/>
          <a:p>
            <a:pPr indent="0" lvl="0" marL="0" rtl="0" algn="just">
              <a:spcBef>
                <a:spcPts val="0"/>
              </a:spcBef>
              <a:spcAft>
                <a:spcPts val="0"/>
              </a:spcAft>
              <a:buNone/>
            </a:pPr>
            <a:r>
              <a:rPr lang="en">
                <a:solidFill>
                  <a:schemeClr val="dk1"/>
                </a:solidFill>
                <a:latin typeface="Poppins Light"/>
                <a:ea typeface="Poppins Light"/>
                <a:cs typeface="Poppins Light"/>
                <a:sym typeface="Poppins Light"/>
              </a:rPr>
              <a:t>Een volledig geautomatiseerde smart greenhouse dome waarin sensoren klimaat- en bodemcondities meten en actuatoren automatisch irrigatie, ventilatie en ventilatieopeningen regelen, met realtime weergave op een LCD.</a:t>
            </a:r>
            <a:endParaRPr>
              <a:solidFill>
                <a:schemeClr val="dk1"/>
              </a:solidFill>
              <a:latin typeface="Poppins Light"/>
              <a:ea typeface="Poppins Light"/>
              <a:cs typeface="Poppins Light"/>
              <a:sym typeface="Poppins Light"/>
            </a:endParaRPr>
          </a:p>
        </p:txBody>
      </p:sp>
      <p:sp>
        <p:nvSpPr>
          <p:cNvPr id="11622" name="Google Shape;11622;p53"/>
          <p:cNvSpPr txBox="1"/>
          <p:nvPr/>
        </p:nvSpPr>
        <p:spPr>
          <a:xfrm>
            <a:off x="3463413" y="2255250"/>
            <a:ext cx="2272800" cy="33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2"/>
                </a:solidFill>
                <a:latin typeface="Poppins"/>
                <a:ea typeface="Poppins"/>
                <a:cs typeface="Poppins"/>
                <a:sym typeface="Poppins"/>
              </a:rPr>
              <a:t>Betrokken SDG’s</a:t>
            </a:r>
            <a:endParaRPr b="1" sz="1800">
              <a:solidFill>
                <a:schemeClr val="accent2"/>
              </a:solidFill>
              <a:latin typeface="Poppins"/>
              <a:ea typeface="Poppins"/>
              <a:cs typeface="Poppins"/>
              <a:sym typeface="Poppins"/>
            </a:endParaRPr>
          </a:p>
        </p:txBody>
      </p:sp>
      <p:sp>
        <p:nvSpPr>
          <p:cNvPr id="11623" name="Google Shape;11623;p53"/>
          <p:cNvSpPr txBox="1"/>
          <p:nvPr/>
        </p:nvSpPr>
        <p:spPr>
          <a:xfrm>
            <a:off x="1731175" y="2777275"/>
            <a:ext cx="5742600" cy="1685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pic>
        <p:nvPicPr>
          <p:cNvPr id="11624" name="Google Shape;11624;p53"/>
          <p:cNvPicPr preferRelativeResize="0"/>
          <p:nvPr/>
        </p:nvPicPr>
        <p:blipFill>
          <a:blip r:embed="rId4">
            <a:alphaModFix/>
          </a:blip>
          <a:stretch>
            <a:fillRect/>
          </a:stretch>
        </p:blipFill>
        <p:spPr>
          <a:xfrm>
            <a:off x="2048775" y="2777275"/>
            <a:ext cx="1026800" cy="1026800"/>
          </a:xfrm>
          <a:prstGeom prst="rect">
            <a:avLst/>
          </a:prstGeom>
          <a:noFill/>
          <a:ln>
            <a:noFill/>
          </a:ln>
        </p:spPr>
      </p:pic>
      <p:pic>
        <p:nvPicPr>
          <p:cNvPr id="11625" name="Google Shape;11625;p53"/>
          <p:cNvPicPr preferRelativeResize="0"/>
          <p:nvPr/>
        </p:nvPicPr>
        <p:blipFill>
          <a:blip r:embed="rId5">
            <a:alphaModFix/>
          </a:blip>
          <a:stretch>
            <a:fillRect/>
          </a:stretch>
        </p:blipFill>
        <p:spPr>
          <a:xfrm>
            <a:off x="3901312" y="2777275"/>
            <a:ext cx="1026800" cy="1026800"/>
          </a:xfrm>
          <a:prstGeom prst="rect">
            <a:avLst/>
          </a:prstGeom>
          <a:noFill/>
          <a:ln>
            <a:noFill/>
          </a:ln>
        </p:spPr>
      </p:pic>
      <p:pic>
        <p:nvPicPr>
          <p:cNvPr id="11626" name="Google Shape;11626;p53"/>
          <p:cNvPicPr preferRelativeResize="0"/>
          <p:nvPr/>
        </p:nvPicPr>
        <p:blipFill>
          <a:blip r:embed="rId6">
            <a:alphaModFix/>
          </a:blip>
          <a:stretch>
            <a:fillRect/>
          </a:stretch>
        </p:blipFill>
        <p:spPr>
          <a:xfrm>
            <a:off x="5964600" y="2777275"/>
            <a:ext cx="1026800" cy="1026800"/>
          </a:xfrm>
          <a:prstGeom prst="rect">
            <a:avLst/>
          </a:prstGeom>
          <a:noFill/>
          <a:ln>
            <a:noFill/>
          </a:ln>
        </p:spPr>
      </p:pic>
      <p:sp>
        <p:nvSpPr>
          <p:cNvPr id="11627" name="Google Shape;11627;p53"/>
          <p:cNvSpPr txBox="1"/>
          <p:nvPr/>
        </p:nvSpPr>
        <p:spPr>
          <a:xfrm>
            <a:off x="1700775" y="3957225"/>
            <a:ext cx="5663100" cy="831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a:solidFill>
                  <a:schemeClr val="accent2"/>
                </a:solidFill>
                <a:latin typeface="Poppins"/>
                <a:ea typeface="Poppins"/>
                <a:cs typeface="Poppins"/>
                <a:sym typeface="Poppins"/>
              </a:rPr>
              <a:t>SDG 9                                    </a:t>
            </a:r>
            <a:r>
              <a:rPr b="1" lang="en">
                <a:solidFill>
                  <a:schemeClr val="accent2"/>
                </a:solidFill>
                <a:latin typeface="Poppins"/>
                <a:ea typeface="Poppins"/>
                <a:cs typeface="Poppins"/>
                <a:sym typeface="Poppins"/>
              </a:rPr>
              <a:t>SDG 12                                        SDG 13</a:t>
            </a:r>
            <a:endParaRPr b="1">
              <a:solidFill>
                <a:schemeClr val="accent2"/>
              </a:solidFill>
              <a:latin typeface="Poppins"/>
              <a:ea typeface="Poppins"/>
              <a:cs typeface="Poppins"/>
              <a:sym typeface="Poppins"/>
            </a:endParaRPr>
          </a:p>
          <a:p>
            <a:pPr indent="0" lvl="0" marL="0" rtl="0" algn="ctr">
              <a:spcBef>
                <a:spcPts val="0"/>
              </a:spcBef>
              <a:spcAft>
                <a:spcPts val="0"/>
              </a:spcAft>
              <a:buNone/>
            </a:pPr>
            <a:r>
              <a:rPr b="1" lang="en">
                <a:solidFill>
                  <a:schemeClr val="accent2"/>
                </a:solidFill>
                <a:latin typeface="Poppins"/>
                <a:ea typeface="Poppins"/>
                <a:cs typeface="Poppins"/>
                <a:sym typeface="Poppins"/>
              </a:rPr>
              <a:t>     Innovatie                       Duurzaam gebruik                Klimaat actie</a:t>
            </a:r>
            <a:endParaRPr b="1">
              <a:solidFill>
                <a:schemeClr val="accent2"/>
              </a:solidFill>
              <a:latin typeface="Poppins"/>
              <a:ea typeface="Poppins"/>
              <a:cs typeface="Poppins"/>
              <a:sym typeface="Poppins"/>
            </a:endParaRPr>
          </a:p>
          <a:p>
            <a:pPr indent="0" lvl="0" marL="0" rtl="0" algn="l">
              <a:spcBef>
                <a:spcPts val="0"/>
              </a:spcBef>
              <a:spcAft>
                <a:spcPts val="0"/>
              </a:spcAft>
              <a:buNone/>
            </a:pPr>
            <a:r>
              <a:rPr b="1" lang="en">
                <a:solidFill>
                  <a:schemeClr val="accent2"/>
                </a:solidFill>
                <a:latin typeface="Poppins"/>
                <a:ea typeface="Poppins"/>
                <a:cs typeface="Poppins"/>
                <a:sym typeface="Poppins"/>
              </a:rPr>
              <a:t>                                   </a:t>
            </a:r>
            <a:endParaRPr b="1">
              <a:solidFill>
                <a:schemeClr val="accent2"/>
              </a:solidFill>
              <a:latin typeface="Poppins"/>
              <a:ea typeface="Poppins"/>
              <a:cs typeface="Poppins"/>
              <a:sym typeface="Poppins"/>
            </a:endParaRPr>
          </a:p>
        </p:txBody>
      </p:sp>
      <p:sp>
        <p:nvSpPr>
          <p:cNvPr id="11628" name="Google Shape;11628;p53"/>
          <p:cNvSpPr txBox="1"/>
          <p:nvPr>
            <p:ph idx="4294967295" type="title"/>
          </p:nvPr>
        </p:nvSpPr>
        <p:spPr>
          <a:xfrm>
            <a:off x="1640050" y="198377"/>
            <a:ext cx="1320300" cy="54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500"/>
              <a:t>01.</a:t>
            </a:r>
            <a:endParaRPr sz="3500"/>
          </a:p>
        </p:txBody>
      </p:sp>
      <p:grpSp>
        <p:nvGrpSpPr>
          <p:cNvPr id="11629" name="Google Shape;11629;p53"/>
          <p:cNvGrpSpPr/>
          <p:nvPr/>
        </p:nvGrpSpPr>
        <p:grpSpPr>
          <a:xfrm>
            <a:off x="3144054" y="729191"/>
            <a:ext cx="2541287" cy="21378"/>
            <a:chOff x="5770787" y="2200818"/>
            <a:chExt cx="2541287" cy="21378"/>
          </a:xfrm>
        </p:grpSpPr>
        <p:sp>
          <p:nvSpPr>
            <p:cNvPr id="11630" name="Google Shape;11630;p53"/>
            <p:cNvSpPr/>
            <p:nvPr/>
          </p:nvSpPr>
          <p:spPr>
            <a:xfrm>
              <a:off x="5770787"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3"/>
            <p:cNvSpPr/>
            <p:nvPr/>
          </p:nvSpPr>
          <p:spPr>
            <a:xfrm>
              <a:off x="669857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3"/>
            <p:cNvSpPr/>
            <p:nvPr/>
          </p:nvSpPr>
          <p:spPr>
            <a:xfrm>
              <a:off x="656538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3"/>
            <p:cNvSpPr/>
            <p:nvPr/>
          </p:nvSpPr>
          <p:spPr>
            <a:xfrm>
              <a:off x="643214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3"/>
            <p:cNvSpPr/>
            <p:nvPr/>
          </p:nvSpPr>
          <p:spPr>
            <a:xfrm>
              <a:off x="629899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3"/>
            <p:cNvSpPr/>
            <p:nvPr/>
          </p:nvSpPr>
          <p:spPr>
            <a:xfrm>
              <a:off x="7098162"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3"/>
            <p:cNvSpPr/>
            <p:nvPr/>
          </p:nvSpPr>
          <p:spPr>
            <a:xfrm>
              <a:off x="696500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3"/>
            <p:cNvSpPr/>
            <p:nvPr/>
          </p:nvSpPr>
          <p:spPr>
            <a:xfrm>
              <a:off x="683177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3"/>
            <p:cNvSpPr/>
            <p:nvPr/>
          </p:nvSpPr>
          <p:spPr>
            <a:xfrm>
              <a:off x="6165754" y="2200818"/>
              <a:ext cx="24947"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3"/>
            <p:cNvSpPr/>
            <p:nvPr/>
          </p:nvSpPr>
          <p:spPr>
            <a:xfrm>
              <a:off x="603260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3"/>
            <p:cNvSpPr/>
            <p:nvPr/>
          </p:nvSpPr>
          <p:spPr>
            <a:xfrm>
              <a:off x="589936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3"/>
            <p:cNvSpPr/>
            <p:nvPr/>
          </p:nvSpPr>
          <p:spPr>
            <a:xfrm>
              <a:off x="802073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3"/>
            <p:cNvSpPr/>
            <p:nvPr/>
          </p:nvSpPr>
          <p:spPr>
            <a:xfrm>
              <a:off x="788754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3"/>
            <p:cNvSpPr/>
            <p:nvPr/>
          </p:nvSpPr>
          <p:spPr>
            <a:xfrm>
              <a:off x="775430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3"/>
            <p:cNvSpPr/>
            <p:nvPr/>
          </p:nvSpPr>
          <p:spPr>
            <a:xfrm>
              <a:off x="762115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3"/>
            <p:cNvSpPr/>
            <p:nvPr/>
          </p:nvSpPr>
          <p:spPr>
            <a:xfrm>
              <a:off x="828716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3"/>
            <p:cNvSpPr/>
            <p:nvPr/>
          </p:nvSpPr>
          <p:spPr>
            <a:xfrm>
              <a:off x="815393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3"/>
            <p:cNvSpPr/>
            <p:nvPr/>
          </p:nvSpPr>
          <p:spPr>
            <a:xfrm>
              <a:off x="7487914"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3"/>
            <p:cNvSpPr/>
            <p:nvPr/>
          </p:nvSpPr>
          <p:spPr>
            <a:xfrm>
              <a:off x="735476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3"/>
            <p:cNvSpPr/>
            <p:nvPr/>
          </p:nvSpPr>
          <p:spPr>
            <a:xfrm>
              <a:off x="722152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0" name="Google Shape;11650;p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solidFill>
                  <a:schemeClr val="lt1"/>
                </a:solidFill>
              </a:rPr>
              <a:t>‹#›</a:t>
            </a:fld>
            <a:endParaRPr>
              <a:solidFill>
                <a:schemeClr val="lt1"/>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54" name="Shape 11654"/>
        <p:cNvGrpSpPr/>
        <p:nvPr/>
      </p:nvGrpSpPr>
      <p:grpSpPr>
        <a:xfrm>
          <a:off x="0" y="0"/>
          <a:ext cx="0" cy="0"/>
          <a:chOff x="0" y="0"/>
          <a:chExt cx="0" cy="0"/>
        </a:xfrm>
      </p:grpSpPr>
      <p:sp>
        <p:nvSpPr>
          <p:cNvPr id="11655" name="Google Shape;11655;p54"/>
          <p:cNvSpPr txBox="1"/>
          <p:nvPr>
            <p:ph type="title"/>
          </p:nvPr>
        </p:nvSpPr>
        <p:spPr>
          <a:xfrm>
            <a:off x="356400" y="232702"/>
            <a:ext cx="1320300" cy="54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100"/>
              <a:t>02.</a:t>
            </a:r>
            <a:endParaRPr sz="3100"/>
          </a:p>
        </p:txBody>
      </p:sp>
      <p:sp>
        <p:nvSpPr>
          <p:cNvPr id="11656" name="Google Shape;11656;p54"/>
          <p:cNvSpPr txBox="1"/>
          <p:nvPr/>
        </p:nvSpPr>
        <p:spPr>
          <a:xfrm>
            <a:off x="427875" y="1096450"/>
            <a:ext cx="7042200" cy="3690600"/>
          </a:xfrm>
          <a:prstGeom prst="rect">
            <a:avLst/>
          </a:prstGeom>
          <a:noFill/>
          <a:ln>
            <a:noFill/>
          </a:ln>
        </p:spPr>
        <p:txBody>
          <a:bodyPr anchorCtr="0" anchor="t" bIns="91425" lIns="91425" spcFirstLastPara="1" rIns="91425" wrap="square" tIns="91425">
            <a:noAutofit/>
          </a:bodyPr>
          <a:lstStyle/>
          <a:p>
            <a:pPr indent="0" lvl="0" marL="0" rtl="0" algn="just">
              <a:spcBef>
                <a:spcPts val="0"/>
              </a:spcBef>
              <a:spcAft>
                <a:spcPts val="0"/>
              </a:spcAft>
              <a:buNone/>
            </a:pPr>
            <a:r>
              <a:rPr b="1" lang="en" sz="1600">
                <a:solidFill>
                  <a:schemeClr val="accent2"/>
                </a:solidFill>
                <a:latin typeface="Poppins"/>
                <a:ea typeface="Poppins"/>
                <a:cs typeface="Poppins"/>
                <a:sym typeface="Poppins"/>
              </a:rPr>
              <a:t>Probleemstelling:</a:t>
            </a:r>
            <a:endParaRPr b="1" sz="1600">
              <a:solidFill>
                <a:schemeClr val="accent2"/>
              </a:solidFill>
              <a:latin typeface="Poppins"/>
              <a:ea typeface="Poppins"/>
              <a:cs typeface="Poppins"/>
              <a:sym typeface="Poppins"/>
            </a:endParaRPr>
          </a:p>
          <a:p>
            <a:pPr indent="0" lvl="0" marL="0" rtl="0" algn="just">
              <a:spcBef>
                <a:spcPts val="0"/>
              </a:spcBef>
              <a:spcAft>
                <a:spcPts val="0"/>
              </a:spcAft>
              <a:buNone/>
            </a:pPr>
            <a:r>
              <a:t/>
            </a:r>
            <a:endParaRPr>
              <a:solidFill>
                <a:schemeClr val="accent2"/>
              </a:solidFill>
              <a:latin typeface="Poppins"/>
              <a:ea typeface="Poppins"/>
              <a:cs typeface="Poppins"/>
              <a:sym typeface="Poppins"/>
            </a:endParaRPr>
          </a:p>
          <a:p>
            <a:pPr indent="0" lvl="0" marL="0" rtl="0" algn="just">
              <a:spcBef>
                <a:spcPts val="0"/>
              </a:spcBef>
              <a:spcAft>
                <a:spcPts val="0"/>
              </a:spcAft>
              <a:buNone/>
            </a:pPr>
            <a:r>
              <a:rPr lang="en">
                <a:solidFill>
                  <a:srgbClr val="0D0D0D"/>
                </a:solidFill>
                <a:highlight>
                  <a:srgbClr val="FFFFFF"/>
                </a:highlight>
                <a:latin typeface="Poppins"/>
                <a:ea typeface="Poppins"/>
                <a:cs typeface="Poppins"/>
                <a:sym typeface="Poppins"/>
              </a:rPr>
              <a:t>Klimaatverandering leidt tot extremere weersomstandigheden, waaronder hitte en droogte. Hierdoor is het handmatig beheren van ventilatie en irrigatie bij planten niet efficiënt en  vaak niet duurzaam. Daarom is een geïntegreerde automatiseringsoplossing, die slim reageert op omgevingsdata om duurzaamheid, efficiëntie en leefbaarheid in agrarische omgevingen te verbeteren noodzaakelijk.</a:t>
            </a:r>
            <a:endParaRPr sz="1300">
              <a:solidFill>
                <a:srgbClr val="0D0D0D"/>
              </a:solidFill>
              <a:highlight>
                <a:srgbClr val="FFFFFF"/>
              </a:highlight>
              <a:latin typeface="Poppins"/>
              <a:ea typeface="Poppins"/>
              <a:cs typeface="Poppins"/>
              <a:sym typeface="Poppins"/>
            </a:endParaRPr>
          </a:p>
          <a:p>
            <a:pPr indent="0" lvl="0" marL="457200" rtl="0" algn="l">
              <a:lnSpc>
                <a:spcPct val="115000"/>
              </a:lnSpc>
              <a:spcBef>
                <a:spcPts val="1200"/>
              </a:spcBef>
              <a:spcAft>
                <a:spcPts val="0"/>
              </a:spcAft>
              <a:buNone/>
            </a:pPr>
            <a:r>
              <a:t/>
            </a:r>
            <a:endParaRPr sz="1300">
              <a:solidFill>
                <a:schemeClr val="dk1"/>
              </a:solidFill>
              <a:latin typeface="Poppins"/>
              <a:ea typeface="Poppins"/>
              <a:cs typeface="Poppins"/>
              <a:sym typeface="Poppins"/>
            </a:endParaRPr>
          </a:p>
          <a:p>
            <a:pPr indent="0" lvl="0" marL="0" rtl="0" algn="l">
              <a:spcBef>
                <a:spcPts val="1200"/>
              </a:spcBef>
              <a:spcAft>
                <a:spcPts val="0"/>
              </a:spcAft>
              <a:buNone/>
            </a:pPr>
            <a:r>
              <a:t/>
            </a:r>
            <a:endParaRPr sz="1200">
              <a:solidFill>
                <a:srgbClr val="0D0D0D"/>
              </a:solidFill>
              <a:highlight>
                <a:srgbClr val="FFFFFF"/>
              </a:highlight>
              <a:latin typeface="Poppins"/>
              <a:ea typeface="Poppins"/>
              <a:cs typeface="Poppins"/>
              <a:sym typeface="Poppins"/>
            </a:endParaRPr>
          </a:p>
        </p:txBody>
      </p:sp>
      <p:sp>
        <p:nvSpPr>
          <p:cNvPr id="11657" name="Google Shape;11657;p54"/>
          <p:cNvSpPr txBox="1"/>
          <p:nvPr/>
        </p:nvSpPr>
        <p:spPr>
          <a:xfrm>
            <a:off x="1942350" y="268575"/>
            <a:ext cx="5259300" cy="40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2"/>
                </a:solidFill>
                <a:latin typeface="Poppins"/>
                <a:ea typeface="Poppins"/>
                <a:cs typeface="Poppins"/>
                <a:sym typeface="Poppins"/>
              </a:rPr>
              <a:t>Probleemstelling, doel en eisen</a:t>
            </a:r>
            <a:endParaRPr b="1" sz="1800">
              <a:solidFill>
                <a:schemeClr val="accent2"/>
              </a:solidFill>
              <a:latin typeface="Poppins"/>
              <a:ea typeface="Poppins"/>
              <a:cs typeface="Poppins"/>
              <a:sym typeface="Poppins"/>
            </a:endParaRPr>
          </a:p>
        </p:txBody>
      </p:sp>
      <p:grpSp>
        <p:nvGrpSpPr>
          <p:cNvPr id="11658" name="Google Shape;11658;p54"/>
          <p:cNvGrpSpPr/>
          <p:nvPr/>
        </p:nvGrpSpPr>
        <p:grpSpPr>
          <a:xfrm>
            <a:off x="1500676" y="669667"/>
            <a:ext cx="4112311" cy="35025"/>
            <a:chOff x="5770787" y="2200818"/>
            <a:chExt cx="2541287" cy="21378"/>
          </a:xfrm>
        </p:grpSpPr>
        <p:sp>
          <p:nvSpPr>
            <p:cNvPr id="11659" name="Google Shape;11659;p54"/>
            <p:cNvSpPr/>
            <p:nvPr/>
          </p:nvSpPr>
          <p:spPr>
            <a:xfrm>
              <a:off x="5770787"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4"/>
            <p:cNvSpPr/>
            <p:nvPr/>
          </p:nvSpPr>
          <p:spPr>
            <a:xfrm>
              <a:off x="669857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4"/>
            <p:cNvSpPr/>
            <p:nvPr/>
          </p:nvSpPr>
          <p:spPr>
            <a:xfrm>
              <a:off x="656538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4"/>
            <p:cNvSpPr/>
            <p:nvPr/>
          </p:nvSpPr>
          <p:spPr>
            <a:xfrm>
              <a:off x="643214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4"/>
            <p:cNvSpPr/>
            <p:nvPr/>
          </p:nvSpPr>
          <p:spPr>
            <a:xfrm>
              <a:off x="629899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4"/>
            <p:cNvSpPr/>
            <p:nvPr/>
          </p:nvSpPr>
          <p:spPr>
            <a:xfrm>
              <a:off x="7098162"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4"/>
            <p:cNvSpPr/>
            <p:nvPr/>
          </p:nvSpPr>
          <p:spPr>
            <a:xfrm>
              <a:off x="696500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4"/>
            <p:cNvSpPr/>
            <p:nvPr/>
          </p:nvSpPr>
          <p:spPr>
            <a:xfrm>
              <a:off x="683177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4"/>
            <p:cNvSpPr/>
            <p:nvPr/>
          </p:nvSpPr>
          <p:spPr>
            <a:xfrm>
              <a:off x="6165754" y="2200818"/>
              <a:ext cx="24947"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4"/>
            <p:cNvSpPr/>
            <p:nvPr/>
          </p:nvSpPr>
          <p:spPr>
            <a:xfrm>
              <a:off x="603260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4"/>
            <p:cNvSpPr/>
            <p:nvPr/>
          </p:nvSpPr>
          <p:spPr>
            <a:xfrm>
              <a:off x="589936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4"/>
            <p:cNvSpPr/>
            <p:nvPr/>
          </p:nvSpPr>
          <p:spPr>
            <a:xfrm>
              <a:off x="802073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4"/>
            <p:cNvSpPr/>
            <p:nvPr/>
          </p:nvSpPr>
          <p:spPr>
            <a:xfrm>
              <a:off x="788754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4"/>
            <p:cNvSpPr/>
            <p:nvPr/>
          </p:nvSpPr>
          <p:spPr>
            <a:xfrm>
              <a:off x="775430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4"/>
            <p:cNvSpPr/>
            <p:nvPr/>
          </p:nvSpPr>
          <p:spPr>
            <a:xfrm>
              <a:off x="762115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4"/>
            <p:cNvSpPr/>
            <p:nvPr/>
          </p:nvSpPr>
          <p:spPr>
            <a:xfrm>
              <a:off x="828716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4"/>
            <p:cNvSpPr/>
            <p:nvPr/>
          </p:nvSpPr>
          <p:spPr>
            <a:xfrm>
              <a:off x="815393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4"/>
            <p:cNvSpPr/>
            <p:nvPr/>
          </p:nvSpPr>
          <p:spPr>
            <a:xfrm>
              <a:off x="7487914"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4"/>
            <p:cNvSpPr/>
            <p:nvPr/>
          </p:nvSpPr>
          <p:spPr>
            <a:xfrm>
              <a:off x="735476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4"/>
            <p:cNvSpPr/>
            <p:nvPr/>
          </p:nvSpPr>
          <p:spPr>
            <a:xfrm>
              <a:off x="722152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9" name="Google Shape;11679;p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pic>
        <p:nvPicPr>
          <p:cNvPr id="11680" name="Google Shape;11680;p54"/>
          <p:cNvPicPr preferRelativeResize="0"/>
          <p:nvPr/>
        </p:nvPicPr>
        <p:blipFill>
          <a:blip r:embed="rId3">
            <a:alphaModFix/>
          </a:blip>
          <a:stretch>
            <a:fillRect/>
          </a:stretch>
        </p:blipFill>
        <p:spPr>
          <a:xfrm>
            <a:off x="6071875" y="2772325"/>
            <a:ext cx="2229375" cy="2074525"/>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84" name="Shape 11684"/>
        <p:cNvGrpSpPr/>
        <p:nvPr/>
      </p:nvGrpSpPr>
      <p:grpSpPr>
        <a:xfrm>
          <a:off x="0" y="0"/>
          <a:ext cx="0" cy="0"/>
          <a:chOff x="0" y="0"/>
          <a:chExt cx="0" cy="0"/>
        </a:xfrm>
      </p:grpSpPr>
      <p:sp>
        <p:nvSpPr>
          <p:cNvPr id="11685" name="Google Shape;11685;p55"/>
          <p:cNvSpPr txBox="1"/>
          <p:nvPr>
            <p:ph type="title"/>
          </p:nvPr>
        </p:nvSpPr>
        <p:spPr>
          <a:xfrm>
            <a:off x="356400" y="232702"/>
            <a:ext cx="1320300" cy="54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100"/>
              <a:t>02.</a:t>
            </a:r>
            <a:endParaRPr sz="3100"/>
          </a:p>
        </p:txBody>
      </p:sp>
      <p:sp>
        <p:nvSpPr>
          <p:cNvPr id="11686" name="Google Shape;11686;p55"/>
          <p:cNvSpPr txBox="1"/>
          <p:nvPr/>
        </p:nvSpPr>
        <p:spPr>
          <a:xfrm>
            <a:off x="971625" y="1417375"/>
            <a:ext cx="7042200" cy="2549400"/>
          </a:xfrm>
          <a:prstGeom prst="rect">
            <a:avLst/>
          </a:prstGeom>
          <a:noFill/>
          <a:ln>
            <a:noFill/>
          </a:ln>
        </p:spPr>
        <p:txBody>
          <a:bodyPr anchorCtr="0" anchor="t" bIns="91425" lIns="91425" spcFirstLastPara="1" rIns="91425" wrap="square" tIns="91425">
            <a:noAutofit/>
          </a:bodyPr>
          <a:lstStyle/>
          <a:p>
            <a:pPr indent="0" lvl="0" marL="0" rtl="0" algn="just">
              <a:spcBef>
                <a:spcPts val="0"/>
              </a:spcBef>
              <a:spcAft>
                <a:spcPts val="0"/>
              </a:spcAft>
              <a:buNone/>
            </a:pPr>
            <a:r>
              <a:rPr b="1" lang="en" sz="1700">
                <a:solidFill>
                  <a:schemeClr val="accent2"/>
                </a:solidFill>
                <a:latin typeface="Poppins"/>
                <a:ea typeface="Poppins"/>
                <a:cs typeface="Poppins"/>
                <a:sym typeface="Poppins"/>
              </a:rPr>
              <a:t>Doel</a:t>
            </a:r>
            <a:r>
              <a:rPr b="1" lang="en" sz="1700">
                <a:solidFill>
                  <a:schemeClr val="accent2"/>
                </a:solidFill>
                <a:latin typeface="Poppins"/>
                <a:ea typeface="Poppins"/>
                <a:cs typeface="Poppins"/>
                <a:sym typeface="Poppins"/>
              </a:rPr>
              <a:t>:</a:t>
            </a:r>
            <a:endParaRPr b="1" sz="1700">
              <a:solidFill>
                <a:schemeClr val="accent2"/>
              </a:solidFill>
              <a:latin typeface="Poppins"/>
              <a:ea typeface="Poppins"/>
              <a:cs typeface="Poppins"/>
              <a:sym typeface="Poppins"/>
            </a:endParaRPr>
          </a:p>
          <a:p>
            <a:pPr indent="0" lvl="0" marL="0" rtl="0" algn="just">
              <a:spcBef>
                <a:spcPts val="0"/>
              </a:spcBef>
              <a:spcAft>
                <a:spcPts val="0"/>
              </a:spcAft>
              <a:buClr>
                <a:schemeClr val="dk1"/>
              </a:buClr>
              <a:buSzPts val="1100"/>
              <a:buFont typeface="Arial"/>
              <a:buNone/>
            </a:pPr>
            <a:r>
              <a:rPr lang="en" sz="1500">
                <a:solidFill>
                  <a:srgbClr val="0D0D0D"/>
                </a:solidFill>
                <a:highlight>
                  <a:schemeClr val="lt1"/>
                </a:highlight>
                <a:latin typeface="Poppins"/>
                <a:ea typeface="Poppins"/>
                <a:cs typeface="Poppins"/>
                <a:sym typeface="Poppins"/>
              </a:rPr>
              <a:t>Het </a:t>
            </a:r>
            <a:r>
              <a:rPr lang="en" sz="1500">
                <a:solidFill>
                  <a:schemeClr val="dk1"/>
                </a:solidFill>
                <a:latin typeface="Poppins"/>
                <a:ea typeface="Poppins"/>
                <a:cs typeface="Poppins"/>
                <a:sym typeface="Poppins"/>
              </a:rPr>
              <a:t>Ontwerpen en realiseren van een geautomatiseerd smart greenhouse-systeem dat omgevingsfactoren ( zoals temperatuur &amp; humididty, bodenvochtigheid en water niveau voor irrigatie) zelfstandig kan meten en regelen met behulp van IoT-technologie en kan bijdragen aan efficiënt water- en energiegebruik .</a:t>
            </a:r>
            <a:endParaRPr sz="1500">
              <a:solidFill>
                <a:schemeClr val="dk1"/>
              </a:solidFill>
              <a:latin typeface="Poppins"/>
              <a:ea typeface="Poppins"/>
              <a:cs typeface="Poppins"/>
              <a:sym typeface="Poppins"/>
            </a:endParaRPr>
          </a:p>
          <a:p>
            <a:pPr indent="0" lvl="0" marL="0" rtl="0" algn="l">
              <a:lnSpc>
                <a:spcPct val="115000"/>
              </a:lnSpc>
              <a:spcBef>
                <a:spcPts val="1200"/>
              </a:spcBef>
              <a:spcAft>
                <a:spcPts val="0"/>
              </a:spcAft>
              <a:buNone/>
            </a:pPr>
            <a:r>
              <a:t/>
            </a:r>
            <a:endParaRPr sz="1300">
              <a:solidFill>
                <a:schemeClr val="dk1"/>
              </a:solidFill>
              <a:latin typeface="Poppins"/>
              <a:ea typeface="Poppins"/>
              <a:cs typeface="Poppins"/>
              <a:sym typeface="Poppins"/>
            </a:endParaRPr>
          </a:p>
          <a:p>
            <a:pPr indent="0" lvl="0" marL="457200" rtl="0" algn="l">
              <a:lnSpc>
                <a:spcPct val="115000"/>
              </a:lnSpc>
              <a:spcBef>
                <a:spcPts val="1200"/>
              </a:spcBef>
              <a:spcAft>
                <a:spcPts val="0"/>
              </a:spcAft>
              <a:buNone/>
            </a:pPr>
            <a:r>
              <a:t/>
            </a:r>
            <a:endParaRPr b="1" sz="1300">
              <a:solidFill>
                <a:schemeClr val="accent2"/>
              </a:solidFill>
              <a:latin typeface="Poppins"/>
              <a:ea typeface="Poppins"/>
              <a:cs typeface="Poppins"/>
              <a:sym typeface="Poppins"/>
            </a:endParaRPr>
          </a:p>
          <a:p>
            <a:pPr indent="0" lvl="0" marL="0" rtl="0" algn="just">
              <a:spcBef>
                <a:spcPts val="1200"/>
              </a:spcBef>
              <a:spcAft>
                <a:spcPts val="0"/>
              </a:spcAft>
              <a:buNone/>
            </a:pPr>
            <a:r>
              <a:t/>
            </a:r>
            <a:endParaRPr sz="1300">
              <a:solidFill>
                <a:srgbClr val="0D0D0D"/>
              </a:solidFill>
              <a:highlight>
                <a:srgbClr val="FFFFFF"/>
              </a:highlight>
              <a:latin typeface="Poppins"/>
              <a:ea typeface="Poppins"/>
              <a:cs typeface="Poppins"/>
              <a:sym typeface="Poppins"/>
            </a:endParaRPr>
          </a:p>
          <a:p>
            <a:pPr indent="0" lvl="0" marL="457200" rtl="0" algn="l">
              <a:lnSpc>
                <a:spcPct val="115000"/>
              </a:lnSpc>
              <a:spcBef>
                <a:spcPts val="1200"/>
              </a:spcBef>
              <a:spcAft>
                <a:spcPts val="0"/>
              </a:spcAft>
              <a:buNone/>
            </a:pPr>
            <a:r>
              <a:t/>
            </a:r>
            <a:endParaRPr sz="1300">
              <a:solidFill>
                <a:schemeClr val="dk1"/>
              </a:solidFill>
              <a:latin typeface="Poppins"/>
              <a:ea typeface="Poppins"/>
              <a:cs typeface="Poppins"/>
              <a:sym typeface="Poppins"/>
            </a:endParaRPr>
          </a:p>
          <a:p>
            <a:pPr indent="0" lvl="0" marL="0" rtl="0" algn="l">
              <a:spcBef>
                <a:spcPts val="1200"/>
              </a:spcBef>
              <a:spcAft>
                <a:spcPts val="0"/>
              </a:spcAft>
              <a:buNone/>
            </a:pPr>
            <a:r>
              <a:t/>
            </a:r>
            <a:endParaRPr sz="1200">
              <a:solidFill>
                <a:srgbClr val="0D0D0D"/>
              </a:solidFill>
              <a:highlight>
                <a:srgbClr val="FFFFFF"/>
              </a:highlight>
              <a:latin typeface="Poppins"/>
              <a:ea typeface="Poppins"/>
              <a:cs typeface="Poppins"/>
              <a:sym typeface="Poppins"/>
            </a:endParaRPr>
          </a:p>
        </p:txBody>
      </p:sp>
      <p:sp>
        <p:nvSpPr>
          <p:cNvPr id="11687" name="Google Shape;11687;p55"/>
          <p:cNvSpPr txBox="1"/>
          <p:nvPr/>
        </p:nvSpPr>
        <p:spPr>
          <a:xfrm>
            <a:off x="1942350" y="268575"/>
            <a:ext cx="5259300" cy="40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2"/>
                </a:solidFill>
                <a:latin typeface="Poppins"/>
                <a:ea typeface="Poppins"/>
                <a:cs typeface="Poppins"/>
                <a:sym typeface="Poppins"/>
              </a:rPr>
              <a:t>Probleemstelling, doel en eisen</a:t>
            </a:r>
            <a:endParaRPr b="1" sz="1800">
              <a:solidFill>
                <a:schemeClr val="accent2"/>
              </a:solidFill>
              <a:latin typeface="Poppins"/>
              <a:ea typeface="Poppins"/>
              <a:cs typeface="Poppins"/>
              <a:sym typeface="Poppins"/>
            </a:endParaRPr>
          </a:p>
        </p:txBody>
      </p:sp>
      <p:grpSp>
        <p:nvGrpSpPr>
          <p:cNvPr id="11688" name="Google Shape;11688;p55"/>
          <p:cNvGrpSpPr/>
          <p:nvPr/>
        </p:nvGrpSpPr>
        <p:grpSpPr>
          <a:xfrm>
            <a:off x="1500676" y="669667"/>
            <a:ext cx="4112311" cy="35025"/>
            <a:chOff x="5770787" y="2200818"/>
            <a:chExt cx="2541287" cy="21378"/>
          </a:xfrm>
        </p:grpSpPr>
        <p:sp>
          <p:nvSpPr>
            <p:cNvPr id="11689" name="Google Shape;11689;p55"/>
            <p:cNvSpPr/>
            <p:nvPr/>
          </p:nvSpPr>
          <p:spPr>
            <a:xfrm>
              <a:off x="5770787"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5"/>
            <p:cNvSpPr/>
            <p:nvPr/>
          </p:nvSpPr>
          <p:spPr>
            <a:xfrm>
              <a:off x="669857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5"/>
            <p:cNvSpPr/>
            <p:nvPr/>
          </p:nvSpPr>
          <p:spPr>
            <a:xfrm>
              <a:off x="656538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5"/>
            <p:cNvSpPr/>
            <p:nvPr/>
          </p:nvSpPr>
          <p:spPr>
            <a:xfrm>
              <a:off x="643214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5"/>
            <p:cNvSpPr/>
            <p:nvPr/>
          </p:nvSpPr>
          <p:spPr>
            <a:xfrm>
              <a:off x="629899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5"/>
            <p:cNvSpPr/>
            <p:nvPr/>
          </p:nvSpPr>
          <p:spPr>
            <a:xfrm>
              <a:off x="7098162"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5"/>
            <p:cNvSpPr/>
            <p:nvPr/>
          </p:nvSpPr>
          <p:spPr>
            <a:xfrm>
              <a:off x="696500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5"/>
            <p:cNvSpPr/>
            <p:nvPr/>
          </p:nvSpPr>
          <p:spPr>
            <a:xfrm>
              <a:off x="683177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5"/>
            <p:cNvSpPr/>
            <p:nvPr/>
          </p:nvSpPr>
          <p:spPr>
            <a:xfrm>
              <a:off x="6165754" y="2200818"/>
              <a:ext cx="24947"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5"/>
            <p:cNvSpPr/>
            <p:nvPr/>
          </p:nvSpPr>
          <p:spPr>
            <a:xfrm>
              <a:off x="603260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5"/>
            <p:cNvSpPr/>
            <p:nvPr/>
          </p:nvSpPr>
          <p:spPr>
            <a:xfrm>
              <a:off x="589936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5"/>
            <p:cNvSpPr/>
            <p:nvPr/>
          </p:nvSpPr>
          <p:spPr>
            <a:xfrm>
              <a:off x="802073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5"/>
            <p:cNvSpPr/>
            <p:nvPr/>
          </p:nvSpPr>
          <p:spPr>
            <a:xfrm>
              <a:off x="788754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5"/>
            <p:cNvSpPr/>
            <p:nvPr/>
          </p:nvSpPr>
          <p:spPr>
            <a:xfrm>
              <a:off x="775430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5"/>
            <p:cNvSpPr/>
            <p:nvPr/>
          </p:nvSpPr>
          <p:spPr>
            <a:xfrm>
              <a:off x="762115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5"/>
            <p:cNvSpPr/>
            <p:nvPr/>
          </p:nvSpPr>
          <p:spPr>
            <a:xfrm>
              <a:off x="828716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5"/>
            <p:cNvSpPr/>
            <p:nvPr/>
          </p:nvSpPr>
          <p:spPr>
            <a:xfrm>
              <a:off x="815393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5"/>
            <p:cNvSpPr/>
            <p:nvPr/>
          </p:nvSpPr>
          <p:spPr>
            <a:xfrm>
              <a:off x="7487914"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5"/>
            <p:cNvSpPr/>
            <p:nvPr/>
          </p:nvSpPr>
          <p:spPr>
            <a:xfrm>
              <a:off x="735476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5"/>
            <p:cNvSpPr/>
            <p:nvPr/>
          </p:nvSpPr>
          <p:spPr>
            <a:xfrm>
              <a:off x="722152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9" name="Google Shape;11709;p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grpSp>
        <p:nvGrpSpPr>
          <p:cNvPr id="11710" name="Google Shape;11710;p55"/>
          <p:cNvGrpSpPr/>
          <p:nvPr/>
        </p:nvGrpSpPr>
        <p:grpSpPr>
          <a:xfrm rot="5400000">
            <a:off x="1439349" y="3578542"/>
            <a:ext cx="349968" cy="2052568"/>
            <a:chOff x="1037125" y="2236325"/>
            <a:chExt cx="149100" cy="874475"/>
          </a:xfrm>
        </p:grpSpPr>
        <p:sp>
          <p:nvSpPr>
            <p:cNvPr id="11711" name="Google Shape;11711;p55"/>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5"/>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5"/>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5"/>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5"/>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5"/>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5"/>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5"/>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5"/>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5"/>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5"/>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5"/>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5"/>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5"/>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5"/>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5"/>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5"/>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5"/>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5"/>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5"/>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5"/>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5"/>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5"/>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5"/>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5"/>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5"/>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5"/>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5"/>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5"/>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5"/>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5"/>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5"/>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5"/>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5"/>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5"/>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5"/>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55"/>
          <p:cNvGrpSpPr/>
          <p:nvPr/>
        </p:nvGrpSpPr>
        <p:grpSpPr>
          <a:xfrm rot="5400000">
            <a:off x="7787124" y="-681608"/>
            <a:ext cx="349968" cy="2052568"/>
            <a:chOff x="1037125" y="2236325"/>
            <a:chExt cx="149100" cy="874475"/>
          </a:xfrm>
        </p:grpSpPr>
        <p:sp>
          <p:nvSpPr>
            <p:cNvPr id="11748" name="Google Shape;11748;p55"/>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5"/>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5"/>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5"/>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5"/>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5"/>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5"/>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5"/>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5"/>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5"/>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5"/>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5"/>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5"/>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5"/>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5"/>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5"/>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5"/>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5"/>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5"/>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5"/>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5"/>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5"/>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5"/>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5"/>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5"/>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5"/>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5"/>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5"/>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5"/>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5"/>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5"/>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5"/>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5"/>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5"/>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5"/>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5"/>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87" name="Shape 11787"/>
        <p:cNvGrpSpPr/>
        <p:nvPr/>
      </p:nvGrpSpPr>
      <p:grpSpPr>
        <a:xfrm>
          <a:off x="0" y="0"/>
          <a:ext cx="0" cy="0"/>
          <a:chOff x="0" y="0"/>
          <a:chExt cx="0" cy="0"/>
        </a:xfrm>
      </p:grpSpPr>
      <p:sp>
        <p:nvSpPr>
          <p:cNvPr id="11788" name="Google Shape;11788;p56"/>
          <p:cNvSpPr txBox="1"/>
          <p:nvPr>
            <p:ph type="title"/>
          </p:nvPr>
        </p:nvSpPr>
        <p:spPr>
          <a:xfrm>
            <a:off x="356400" y="232702"/>
            <a:ext cx="1320300" cy="54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100"/>
              <a:t>02.</a:t>
            </a:r>
            <a:endParaRPr sz="3100"/>
          </a:p>
        </p:txBody>
      </p:sp>
      <p:sp>
        <p:nvSpPr>
          <p:cNvPr id="11789" name="Google Shape;11789;p56"/>
          <p:cNvSpPr txBox="1"/>
          <p:nvPr/>
        </p:nvSpPr>
        <p:spPr>
          <a:xfrm>
            <a:off x="1096450" y="925725"/>
            <a:ext cx="7042200" cy="3647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None/>
            </a:pPr>
            <a:r>
              <a:rPr b="1" lang="en" sz="1300">
                <a:solidFill>
                  <a:schemeClr val="accent2"/>
                </a:solidFill>
                <a:latin typeface="Poppins"/>
                <a:ea typeface="Poppins"/>
                <a:cs typeface="Poppins"/>
                <a:sym typeface="Poppins"/>
              </a:rPr>
              <a:t>Eisen</a:t>
            </a:r>
            <a:r>
              <a:rPr b="1" lang="en" sz="1100">
                <a:solidFill>
                  <a:schemeClr val="accent2"/>
                </a:solidFill>
                <a:latin typeface="Poppins"/>
                <a:ea typeface="Poppins"/>
                <a:cs typeface="Poppins"/>
                <a:sym typeface="Poppins"/>
              </a:rPr>
              <a:t>:</a:t>
            </a:r>
            <a:endParaRPr b="1" sz="1100">
              <a:solidFill>
                <a:schemeClr val="accent2"/>
              </a:solidFill>
              <a:latin typeface="Poppins"/>
              <a:ea typeface="Poppins"/>
              <a:cs typeface="Poppins"/>
              <a:sym typeface="Poppins"/>
            </a:endParaRPr>
          </a:p>
          <a:p>
            <a:pPr indent="-298450" lvl="0" marL="457200" rtl="0" algn="just">
              <a:lnSpc>
                <a:spcPct val="115000"/>
              </a:lnSpc>
              <a:spcBef>
                <a:spcPts val="1200"/>
              </a:spcBef>
              <a:spcAft>
                <a:spcPts val="0"/>
              </a:spcAft>
              <a:buClr>
                <a:schemeClr val="dk1"/>
              </a:buClr>
              <a:buSzPts val="1100"/>
              <a:buFont typeface="Poppins"/>
              <a:buAutoNum type="arabicPeriod"/>
            </a:pPr>
            <a:r>
              <a:rPr lang="en" sz="1100">
                <a:solidFill>
                  <a:schemeClr val="dk1"/>
                </a:solidFill>
                <a:latin typeface="Poppins"/>
                <a:ea typeface="Poppins"/>
                <a:cs typeface="Poppins"/>
                <a:sym typeface="Poppins"/>
              </a:rPr>
              <a:t>Het systeem moet automatisch temperatuur en lucht-en bodemvochtigheid meten en verwerken.</a:t>
            </a:r>
            <a:endParaRPr sz="1100">
              <a:solidFill>
                <a:schemeClr val="dk1"/>
              </a:solidFill>
              <a:latin typeface="Poppins"/>
              <a:ea typeface="Poppins"/>
              <a:cs typeface="Poppins"/>
              <a:sym typeface="Poppins"/>
            </a:endParaRPr>
          </a:p>
          <a:p>
            <a:pPr indent="-298450" lvl="0" marL="457200" rtl="0" algn="just">
              <a:lnSpc>
                <a:spcPct val="115000"/>
              </a:lnSpc>
              <a:spcBef>
                <a:spcPts val="0"/>
              </a:spcBef>
              <a:spcAft>
                <a:spcPts val="0"/>
              </a:spcAft>
              <a:buClr>
                <a:schemeClr val="dk1"/>
              </a:buClr>
              <a:buSzPts val="1100"/>
              <a:buFont typeface="Poppins"/>
              <a:buAutoNum type="arabicPeriod"/>
            </a:pPr>
            <a:r>
              <a:rPr lang="en" sz="1100">
                <a:solidFill>
                  <a:schemeClr val="dk1"/>
                </a:solidFill>
                <a:latin typeface="Poppins"/>
                <a:ea typeface="Poppins"/>
                <a:cs typeface="Poppins"/>
                <a:sym typeface="Poppins"/>
              </a:rPr>
              <a:t>De ventilator moet automatisch activeren bij overschrijding van een ingestelde temperatuur grens (&gt;25°C).</a:t>
            </a:r>
            <a:endParaRPr sz="1100">
              <a:solidFill>
                <a:schemeClr val="dk1"/>
              </a:solidFill>
              <a:latin typeface="Poppins"/>
              <a:ea typeface="Poppins"/>
              <a:cs typeface="Poppins"/>
              <a:sym typeface="Poppins"/>
            </a:endParaRPr>
          </a:p>
          <a:p>
            <a:pPr indent="-298450" lvl="0" marL="457200" rtl="0" algn="just">
              <a:lnSpc>
                <a:spcPct val="115000"/>
              </a:lnSpc>
              <a:spcBef>
                <a:spcPts val="0"/>
              </a:spcBef>
              <a:spcAft>
                <a:spcPts val="0"/>
              </a:spcAft>
              <a:buClr>
                <a:schemeClr val="dk1"/>
              </a:buClr>
              <a:buSzPts val="1100"/>
              <a:buFont typeface="Poppins"/>
              <a:buAutoNum type="arabicPeriod"/>
            </a:pPr>
            <a:r>
              <a:rPr lang="en" sz="1100">
                <a:solidFill>
                  <a:schemeClr val="dk1"/>
                </a:solidFill>
                <a:latin typeface="Poppins"/>
                <a:ea typeface="Poppins"/>
                <a:cs typeface="Poppins"/>
                <a:sym typeface="Poppins"/>
              </a:rPr>
              <a:t>Een servomotor opent of sluit automatisch het raam voor ventilatie</a:t>
            </a:r>
            <a:endParaRPr sz="1100">
              <a:solidFill>
                <a:schemeClr val="dk1"/>
              </a:solidFill>
              <a:latin typeface="Poppins"/>
              <a:ea typeface="Poppins"/>
              <a:cs typeface="Poppins"/>
              <a:sym typeface="Poppins"/>
            </a:endParaRPr>
          </a:p>
          <a:p>
            <a:pPr indent="-298450" lvl="0" marL="457200" rtl="0" algn="just">
              <a:lnSpc>
                <a:spcPct val="115000"/>
              </a:lnSpc>
              <a:spcBef>
                <a:spcPts val="0"/>
              </a:spcBef>
              <a:spcAft>
                <a:spcPts val="0"/>
              </a:spcAft>
              <a:buClr>
                <a:schemeClr val="dk1"/>
              </a:buClr>
              <a:buSzPts val="1100"/>
              <a:buFont typeface="Poppins"/>
              <a:buAutoNum type="arabicPeriod"/>
            </a:pPr>
            <a:r>
              <a:rPr lang="en" sz="1100">
                <a:solidFill>
                  <a:schemeClr val="dk1"/>
                </a:solidFill>
                <a:latin typeface="Poppins"/>
                <a:ea typeface="Poppins"/>
                <a:cs typeface="Poppins"/>
                <a:sym typeface="Poppins"/>
              </a:rPr>
              <a:t>Het systeem moet het water niveau kunnen meten.</a:t>
            </a:r>
            <a:endParaRPr sz="1100">
              <a:solidFill>
                <a:schemeClr val="dk1"/>
              </a:solidFill>
              <a:latin typeface="Poppins"/>
              <a:ea typeface="Poppins"/>
              <a:cs typeface="Poppins"/>
              <a:sym typeface="Poppins"/>
            </a:endParaRPr>
          </a:p>
          <a:p>
            <a:pPr indent="-298450" lvl="0" marL="457200" rtl="0" algn="just">
              <a:lnSpc>
                <a:spcPct val="115000"/>
              </a:lnSpc>
              <a:spcBef>
                <a:spcPts val="0"/>
              </a:spcBef>
              <a:spcAft>
                <a:spcPts val="0"/>
              </a:spcAft>
              <a:buClr>
                <a:schemeClr val="dk1"/>
              </a:buClr>
              <a:buSzPts val="1100"/>
              <a:buFont typeface="Poppins"/>
              <a:buAutoNum type="arabicPeriod"/>
            </a:pPr>
            <a:r>
              <a:rPr lang="en" sz="1100">
                <a:solidFill>
                  <a:schemeClr val="dk1"/>
                </a:solidFill>
                <a:highlight>
                  <a:srgbClr val="FFFFFF"/>
                </a:highlight>
                <a:latin typeface="Poppins"/>
                <a:ea typeface="Poppins"/>
                <a:cs typeface="Poppins"/>
                <a:sym typeface="Poppins"/>
              </a:rPr>
              <a:t>Dataweergave op lcd</a:t>
            </a:r>
            <a:endParaRPr sz="1100">
              <a:solidFill>
                <a:schemeClr val="dk1"/>
              </a:solidFill>
              <a:highlight>
                <a:srgbClr val="FFFFFF"/>
              </a:highlight>
              <a:latin typeface="Poppins"/>
              <a:ea typeface="Poppins"/>
              <a:cs typeface="Poppins"/>
              <a:sym typeface="Poppins"/>
            </a:endParaRPr>
          </a:p>
          <a:p>
            <a:pPr indent="-298450" lvl="0" marL="457200" rtl="0" algn="just">
              <a:lnSpc>
                <a:spcPct val="115000"/>
              </a:lnSpc>
              <a:spcBef>
                <a:spcPts val="0"/>
              </a:spcBef>
              <a:spcAft>
                <a:spcPts val="0"/>
              </a:spcAft>
              <a:buClr>
                <a:schemeClr val="dk1"/>
              </a:buClr>
              <a:buSzPts val="1100"/>
              <a:buFont typeface="Poppins"/>
              <a:buAutoNum type="arabicPeriod"/>
            </a:pPr>
            <a:r>
              <a:rPr lang="en" sz="1100">
                <a:solidFill>
                  <a:schemeClr val="dk1"/>
                </a:solidFill>
                <a:highlight>
                  <a:srgbClr val="FFFFFF"/>
                </a:highlight>
                <a:latin typeface="Poppins"/>
                <a:ea typeface="Poppins"/>
                <a:cs typeface="Poppins"/>
                <a:sym typeface="Poppins"/>
              </a:rPr>
              <a:t>De totale kostprijs van alle onderdelen moeten onder SRD 1000 blijven.</a:t>
            </a:r>
            <a:endParaRPr sz="1100">
              <a:solidFill>
                <a:schemeClr val="dk1"/>
              </a:solidFill>
              <a:highlight>
                <a:srgbClr val="FFFFFF"/>
              </a:highlight>
              <a:latin typeface="Poppins"/>
              <a:ea typeface="Poppins"/>
              <a:cs typeface="Poppins"/>
              <a:sym typeface="Poppins"/>
            </a:endParaRPr>
          </a:p>
          <a:p>
            <a:pPr indent="-298450" lvl="0" marL="457200" rtl="0" algn="just">
              <a:lnSpc>
                <a:spcPct val="115000"/>
              </a:lnSpc>
              <a:spcBef>
                <a:spcPts val="0"/>
              </a:spcBef>
              <a:spcAft>
                <a:spcPts val="0"/>
              </a:spcAft>
              <a:buClr>
                <a:schemeClr val="dk1"/>
              </a:buClr>
              <a:buSzPts val="1100"/>
              <a:buFont typeface="Poppins"/>
              <a:buAutoNum type="arabicPeriod"/>
            </a:pPr>
            <a:r>
              <a:rPr lang="en" sz="1100">
                <a:solidFill>
                  <a:schemeClr val="dk1"/>
                </a:solidFill>
                <a:highlight>
                  <a:srgbClr val="FFFFFF"/>
                </a:highlight>
                <a:latin typeface="Poppins"/>
                <a:ea typeface="Poppins"/>
                <a:cs typeface="Poppins"/>
                <a:sym typeface="Poppins"/>
              </a:rPr>
              <a:t>Gebruik van goedkope maar efficiënte componenten, zoals een ESP32.</a:t>
            </a:r>
            <a:endParaRPr sz="1100">
              <a:solidFill>
                <a:schemeClr val="dk1"/>
              </a:solidFill>
              <a:highlight>
                <a:srgbClr val="FFFFFF"/>
              </a:highlight>
              <a:latin typeface="Poppins"/>
              <a:ea typeface="Poppins"/>
              <a:cs typeface="Poppins"/>
              <a:sym typeface="Poppins"/>
            </a:endParaRPr>
          </a:p>
          <a:p>
            <a:pPr indent="-298450" lvl="0" marL="457200" rtl="0" algn="just">
              <a:lnSpc>
                <a:spcPct val="115000"/>
              </a:lnSpc>
              <a:spcBef>
                <a:spcPts val="0"/>
              </a:spcBef>
              <a:spcAft>
                <a:spcPts val="0"/>
              </a:spcAft>
              <a:buClr>
                <a:schemeClr val="dk1"/>
              </a:buClr>
              <a:buSzPts val="1100"/>
              <a:buFont typeface="Poppins"/>
              <a:buAutoNum type="arabicPeriod"/>
            </a:pPr>
            <a:r>
              <a:rPr lang="en" sz="1100">
                <a:solidFill>
                  <a:schemeClr val="dk1"/>
                </a:solidFill>
                <a:highlight>
                  <a:srgbClr val="FFFFFF"/>
                </a:highlight>
                <a:latin typeface="Poppins"/>
                <a:ea typeface="Poppins"/>
                <a:cs typeface="Poppins"/>
                <a:sym typeface="Poppins"/>
              </a:rPr>
              <a:t>Bekabeling </a:t>
            </a:r>
            <a:r>
              <a:rPr lang="en" sz="1100">
                <a:solidFill>
                  <a:schemeClr val="dk1"/>
                </a:solidFill>
                <a:highlight>
                  <a:srgbClr val="FFFFFF"/>
                </a:highlight>
                <a:latin typeface="Poppins"/>
                <a:ea typeface="Poppins"/>
                <a:cs typeface="Poppins"/>
                <a:sym typeface="Poppins"/>
              </a:rPr>
              <a:t>moet niet zichtbaar of slordig zijn; alles moet netjes worden weggewerkt.</a:t>
            </a:r>
            <a:endParaRPr sz="1100">
              <a:solidFill>
                <a:schemeClr val="dk1"/>
              </a:solidFill>
              <a:highlight>
                <a:srgbClr val="FFFFFF"/>
              </a:highlight>
              <a:latin typeface="Poppins"/>
              <a:ea typeface="Poppins"/>
              <a:cs typeface="Poppins"/>
              <a:sym typeface="Poppins"/>
            </a:endParaRPr>
          </a:p>
          <a:p>
            <a:pPr indent="-298450" lvl="0" marL="457200" rtl="0" algn="just">
              <a:lnSpc>
                <a:spcPct val="115000"/>
              </a:lnSpc>
              <a:spcBef>
                <a:spcPts val="0"/>
              </a:spcBef>
              <a:spcAft>
                <a:spcPts val="0"/>
              </a:spcAft>
              <a:buClr>
                <a:schemeClr val="dk1"/>
              </a:buClr>
              <a:buSzPts val="1100"/>
              <a:buFont typeface="Poppins"/>
              <a:buAutoNum type="arabicPeriod"/>
            </a:pPr>
            <a:r>
              <a:rPr lang="en" sz="1100">
                <a:solidFill>
                  <a:schemeClr val="dk1"/>
                </a:solidFill>
                <a:highlight>
                  <a:srgbClr val="FFFFFF"/>
                </a:highlight>
                <a:latin typeface="Poppins"/>
                <a:ea typeface="Poppins"/>
                <a:cs typeface="Poppins"/>
                <a:sym typeface="Poppins"/>
              </a:rPr>
              <a:t>Het systeem moet er verzorgd en overzichtelijk uitzien.</a:t>
            </a:r>
            <a:endParaRPr sz="1100">
              <a:solidFill>
                <a:schemeClr val="dk1"/>
              </a:solidFill>
              <a:highlight>
                <a:srgbClr val="FFFFFF"/>
              </a:highlight>
              <a:latin typeface="Poppins"/>
              <a:ea typeface="Poppins"/>
              <a:cs typeface="Poppins"/>
              <a:sym typeface="Poppins"/>
            </a:endParaRPr>
          </a:p>
          <a:p>
            <a:pPr indent="-298450" lvl="0" marL="457200" rtl="0" algn="just">
              <a:lnSpc>
                <a:spcPct val="115000"/>
              </a:lnSpc>
              <a:spcBef>
                <a:spcPts val="0"/>
              </a:spcBef>
              <a:spcAft>
                <a:spcPts val="0"/>
              </a:spcAft>
              <a:buClr>
                <a:schemeClr val="dk1"/>
              </a:buClr>
              <a:buSzPts val="1100"/>
              <a:buAutoNum type="arabicPeriod"/>
            </a:pPr>
            <a:r>
              <a:rPr lang="en" sz="1100">
                <a:solidFill>
                  <a:schemeClr val="dk1"/>
                </a:solidFill>
                <a:latin typeface="Poppins"/>
                <a:ea typeface="Poppins"/>
                <a:cs typeface="Poppins"/>
                <a:sym typeface="Poppins"/>
              </a:rPr>
              <a:t>Het project moet duidelijk aansluiten bij SDG 13, 12 en 9: SDG 9 – Innovatie &amp; infrastructuur, SDG 12 – Duurzaam hulpbronnengebruik, SDG 13 – Klimaatactie</a:t>
            </a:r>
            <a:endParaRPr sz="1100">
              <a:solidFill>
                <a:schemeClr val="dk1"/>
              </a:solidFill>
              <a:latin typeface="Poppins"/>
              <a:ea typeface="Poppins"/>
              <a:cs typeface="Poppins"/>
              <a:sym typeface="Poppins"/>
            </a:endParaRPr>
          </a:p>
          <a:p>
            <a:pPr indent="-298450" lvl="0" marL="457200" rtl="0" algn="just">
              <a:lnSpc>
                <a:spcPct val="115000"/>
              </a:lnSpc>
              <a:spcBef>
                <a:spcPts val="0"/>
              </a:spcBef>
              <a:spcAft>
                <a:spcPts val="0"/>
              </a:spcAft>
              <a:buClr>
                <a:schemeClr val="dk1"/>
              </a:buClr>
              <a:buSzPts val="1100"/>
              <a:buFont typeface="Poppins"/>
              <a:buAutoNum type="arabicPeriod"/>
            </a:pPr>
            <a:r>
              <a:rPr lang="en" sz="1100">
                <a:solidFill>
                  <a:schemeClr val="dk1"/>
                </a:solidFill>
                <a:latin typeface="Poppins"/>
                <a:ea typeface="Poppins"/>
                <a:cs typeface="Poppins"/>
                <a:sym typeface="Poppins"/>
              </a:rPr>
              <a:t>Het project moet volledig afgerond en werkend zijn vóór 19 Januari 2026.</a:t>
            </a:r>
            <a:endParaRPr sz="1100">
              <a:solidFill>
                <a:schemeClr val="dk1"/>
              </a:solidFill>
              <a:latin typeface="Poppins"/>
              <a:ea typeface="Poppins"/>
              <a:cs typeface="Poppins"/>
              <a:sym typeface="Poppins"/>
            </a:endParaRPr>
          </a:p>
          <a:p>
            <a:pPr indent="-298450" lvl="0" marL="457200" rtl="0" algn="just">
              <a:lnSpc>
                <a:spcPct val="115000"/>
              </a:lnSpc>
              <a:spcBef>
                <a:spcPts val="0"/>
              </a:spcBef>
              <a:spcAft>
                <a:spcPts val="0"/>
              </a:spcAft>
              <a:buClr>
                <a:schemeClr val="dk1"/>
              </a:buClr>
              <a:buSzPts val="1100"/>
              <a:buFont typeface="Poppins"/>
              <a:buAutoNum type="arabicPeriod"/>
            </a:pPr>
            <a:r>
              <a:rPr lang="en" sz="1100">
                <a:solidFill>
                  <a:schemeClr val="dk1"/>
                </a:solidFill>
                <a:latin typeface="Poppins"/>
                <a:ea typeface="Poppins"/>
                <a:cs typeface="Poppins"/>
                <a:sym typeface="Poppins"/>
              </a:rPr>
              <a:t>Het systeem moet geschikt zijn voor kleinschalige toepassingen zoals een mini-plantenkast.</a:t>
            </a:r>
            <a:br>
              <a:rPr b="1" lang="en" sz="1200">
                <a:solidFill>
                  <a:schemeClr val="dk1"/>
                </a:solidFill>
                <a:latin typeface="Poppins"/>
                <a:ea typeface="Poppins"/>
                <a:cs typeface="Poppins"/>
                <a:sym typeface="Poppins"/>
              </a:rPr>
            </a:br>
            <a:endParaRPr b="1" sz="1100">
              <a:solidFill>
                <a:schemeClr val="dk1"/>
              </a:solidFill>
              <a:highlight>
                <a:srgbClr val="FFFFFF"/>
              </a:highlight>
              <a:latin typeface="Poppins"/>
              <a:ea typeface="Poppins"/>
              <a:cs typeface="Poppins"/>
              <a:sym typeface="Poppins"/>
            </a:endParaRPr>
          </a:p>
          <a:p>
            <a:pPr indent="0" lvl="0" marL="0" rtl="0" algn="just">
              <a:lnSpc>
                <a:spcPct val="115000"/>
              </a:lnSpc>
              <a:spcBef>
                <a:spcPts val="1200"/>
              </a:spcBef>
              <a:spcAft>
                <a:spcPts val="0"/>
              </a:spcAft>
              <a:buNone/>
            </a:pPr>
            <a:r>
              <a:t/>
            </a:r>
            <a:endParaRPr b="1" sz="1100">
              <a:solidFill>
                <a:schemeClr val="dk1"/>
              </a:solidFill>
              <a:highlight>
                <a:srgbClr val="FFFFFF"/>
              </a:highlight>
              <a:latin typeface="Poppins"/>
              <a:ea typeface="Poppins"/>
              <a:cs typeface="Poppins"/>
              <a:sym typeface="Poppins"/>
            </a:endParaRPr>
          </a:p>
          <a:p>
            <a:pPr indent="0" lvl="0" marL="0" rtl="0" algn="just">
              <a:spcBef>
                <a:spcPts val="2400"/>
              </a:spcBef>
              <a:spcAft>
                <a:spcPts val="0"/>
              </a:spcAft>
              <a:buNone/>
            </a:pPr>
            <a:r>
              <a:t/>
            </a:r>
            <a:endParaRPr sz="1300">
              <a:solidFill>
                <a:srgbClr val="0D0D0D"/>
              </a:solidFill>
              <a:highlight>
                <a:srgbClr val="FFFFFF"/>
              </a:highlight>
              <a:latin typeface="Poppins"/>
              <a:ea typeface="Poppins"/>
              <a:cs typeface="Poppins"/>
              <a:sym typeface="Poppins"/>
            </a:endParaRPr>
          </a:p>
          <a:p>
            <a:pPr indent="0" lvl="0" marL="457200" rtl="0" algn="l">
              <a:lnSpc>
                <a:spcPct val="115000"/>
              </a:lnSpc>
              <a:spcBef>
                <a:spcPts val="1200"/>
              </a:spcBef>
              <a:spcAft>
                <a:spcPts val="0"/>
              </a:spcAft>
              <a:buNone/>
            </a:pPr>
            <a:r>
              <a:t/>
            </a:r>
            <a:endParaRPr sz="1300">
              <a:solidFill>
                <a:schemeClr val="dk1"/>
              </a:solidFill>
              <a:latin typeface="Poppins"/>
              <a:ea typeface="Poppins"/>
              <a:cs typeface="Poppins"/>
              <a:sym typeface="Poppins"/>
            </a:endParaRPr>
          </a:p>
          <a:p>
            <a:pPr indent="0" lvl="0" marL="0" rtl="0" algn="l">
              <a:spcBef>
                <a:spcPts val="1200"/>
              </a:spcBef>
              <a:spcAft>
                <a:spcPts val="0"/>
              </a:spcAft>
              <a:buNone/>
            </a:pPr>
            <a:r>
              <a:t/>
            </a:r>
            <a:endParaRPr sz="1200">
              <a:solidFill>
                <a:srgbClr val="0D0D0D"/>
              </a:solidFill>
              <a:highlight>
                <a:srgbClr val="FFFFFF"/>
              </a:highlight>
              <a:latin typeface="Poppins"/>
              <a:ea typeface="Poppins"/>
              <a:cs typeface="Poppins"/>
              <a:sym typeface="Poppins"/>
            </a:endParaRPr>
          </a:p>
        </p:txBody>
      </p:sp>
      <p:sp>
        <p:nvSpPr>
          <p:cNvPr id="11790" name="Google Shape;11790;p56"/>
          <p:cNvSpPr txBox="1"/>
          <p:nvPr/>
        </p:nvSpPr>
        <p:spPr>
          <a:xfrm>
            <a:off x="1942350" y="268575"/>
            <a:ext cx="5259300" cy="40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2"/>
                </a:solidFill>
                <a:latin typeface="Poppins"/>
                <a:ea typeface="Poppins"/>
                <a:cs typeface="Poppins"/>
                <a:sym typeface="Poppins"/>
              </a:rPr>
              <a:t>Probleemstelling, doel en eisen</a:t>
            </a:r>
            <a:endParaRPr b="1" sz="1800">
              <a:solidFill>
                <a:schemeClr val="accent2"/>
              </a:solidFill>
              <a:latin typeface="Poppins"/>
              <a:ea typeface="Poppins"/>
              <a:cs typeface="Poppins"/>
              <a:sym typeface="Poppins"/>
            </a:endParaRPr>
          </a:p>
        </p:txBody>
      </p:sp>
      <p:grpSp>
        <p:nvGrpSpPr>
          <p:cNvPr id="11791" name="Google Shape;11791;p56"/>
          <p:cNvGrpSpPr/>
          <p:nvPr/>
        </p:nvGrpSpPr>
        <p:grpSpPr>
          <a:xfrm>
            <a:off x="1500676" y="669667"/>
            <a:ext cx="4112311" cy="35025"/>
            <a:chOff x="5770787" y="2200818"/>
            <a:chExt cx="2541287" cy="21378"/>
          </a:xfrm>
        </p:grpSpPr>
        <p:sp>
          <p:nvSpPr>
            <p:cNvPr id="11792" name="Google Shape;11792;p56"/>
            <p:cNvSpPr/>
            <p:nvPr/>
          </p:nvSpPr>
          <p:spPr>
            <a:xfrm>
              <a:off x="5770787"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6"/>
            <p:cNvSpPr/>
            <p:nvPr/>
          </p:nvSpPr>
          <p:spPr>
            <a:xfrm>
              <a:off x="669857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6"/>
            <p:cNvSpPr/>
            <p:nvPr/>
          </p:nvSpPr>
          <p:spPr>
            <a:xfrm>
              <a:off x="656538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6"/>
            <p:cNvSpPr/>
            <p:nvPr/>
          </p:nvSpPr>
          <p:spPr>
            <a:xfrm>
              <a:off x="643214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6"/>
            <p:cNvSpPr/>
            <p:nvPr/>
          </p:nvSpPr>
          <p:spPr>
            <a:xfrm>
              <a:off x="629899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6"/>
            <p:cNvSpPr/>
            <p:nvPr/>
          </p:nvSpPr>
          <p:spPr>
            <a:xfrm>
              <a:off x="7098162"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6"/>
            <p:cNvSpPr/>
            <p:nvPr/>
          </p:nvSpPr>
          <p:spPr>
            <a:xfrm>
              <a:off x="696500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6"/>
            <p:cNvSpPr/>
            <p:nvPr/>
          </p:nvSpPr>
          <p:spPr>
            <a:xfrm>
              <a:off x="683177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6"/>
            <p:cNvSpPr/>
            <p:nvPr/>
          </p:nvSpPr>
          <p:spPr>
            <a:xfrm>
              <a:off x="6165754" y="2200818"/>
              <a:ext cx="24947"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6"/>
            <p:cNvSpPr/>
            <p:nvPr/>
          </p:nvSpPr>
          <p:spPr>
            <a:xfrm>
              <a:off x="603260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6"/>
            <p:cNvSpPr/>
            <p:nvPr/>
          </p:nvSpPr>
          <p:spPr>
            <a:xfrm>
              <a:off x="589936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6"/>
            <p:cNvSpPr/>
            <p:nvPr/>
          </p:nvSpPr>
          <p:spPr>
            <a:xfrm>
              <a:off x="802073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6"/>
            <p:cNvSpPr/>
            <p:nvPr/>
          </p:nvSpPr>
          <p:spPr>
            <a:xfrm>
              <a:off x="788754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6"/>
            <p:cNvSpPr/>
            <p:nvPr/>
          </p:nvSpPr>
          <p:spPr>
            <a:xfrm>
              <a:off x="775430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6"/>
            <p:cNvSpPr/>
            <p:nvPr/>
          </p:nvSpPr>
          <p:spPr>
            <a:xfrm>
              <a:off x="762115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6"/>
            <p:cNvSpPr/>
            <p:nvPr/>
          </p:nvSpPr>
          <p:spPr>
            <a:xfrm>
              <a:off x="828716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6"/>
            <p:cNvSpPr/>
            <p:nvPr/>
          </p:nvSpPr>
          <p:spPr>
            <a:xfrm>
              <a:off x="815393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6"/>
            <p:cNvSpPr/>
            <p:nvPr/>
          </p:nvSpPr>
          <p:spPr>
            <a:xfrm>
              <a:off x="7487914"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6"/>
            <p:cNvSpPr/>
            <p:nvPr/>
          </p:nvSpPr>
          <p:spPr>
            <a:xfrm>
              <a:off x="735476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6"/>
            <p:cNvSpPr/>
            <p:nvPr/>
          </p:nvSpPr>
          <p:spPr>
            <a:xfrm>
              <a:off x="722152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2" name="Google Shape;11812;p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grpSp>
        <p:nvGrpSpPr>
          <p:cNvPr id="11813" name="Google Shape;11813;p56"/>
          <p:cNvGrpSpPr/>
          <p:nvPr/>
        </p:nvGrpSpPr>
        <p:grpSpPr>
          <a:xfrm rot="5400000">
            <a:off x="-414826" y="-851308"/>
            <a:ext cx="349968" cy="2052568"/>
            <a:chOff x="1037125" y="2236325"/>
            <a:chExt cx="149100" cy="874475"/>
          </a:xfrm>
        </p:grpSpPr>
        <p:sp>
          <p:nvSpPr>
            <p:cNvPr id="11814" name="Google Shape;11814;p56"/>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6"/>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6"/>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6"/>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6"/>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6"/>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6"/>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6"/>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6"/>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6"/>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6"/>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6"/>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6"/>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6"/>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6"/>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6"/>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6"/>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6"/>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6"/>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6"/>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6"/>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6"/>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6"/>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6"/>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6"/>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6"/>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6"/>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6"/>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6"/>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6"/>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6"/>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6"/>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6"/>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6"/>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6"/>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6"/>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56"/>
          <p:cNvGrpSpPr/>
          <p:nvPr/>
        </p:nvGrpSpPr>
        <p:grpSpPr>
          <a:xfrm rot="5400000">
            <a:off x="8656137" y="3459442"/>
            <a:ext cx="349968" cy="2052568"/>
            <a:chOff x="1037125" y="2236325"/>
            <a:chExt cx="149100" cy="874475"/>
          </a:xfrm>
        </p:grpSpPr>
        <p:sp>
          <p:nvSpPr>
            <p:cNvPr id="11851" name="Google Shape;11851;p56"/>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6"/>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6"/>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6"/>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6"/>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6"/>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6"/>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6"/>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6"/>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6"/>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6"/>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6"/>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6"/>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6"/>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6"/>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6"/>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6"/>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6"/>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6"/>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6"/>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6"/>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6"/>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6"/>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6"/>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6"/>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6"/>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6"/>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6"/>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6"/>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6"/>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6"/>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6"/>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6"/>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6"/>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6"/>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6"/>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90" name="Shape 11890"/>
        <p:cNvGrpSpPr/>
        <p:nvPr/>
      </p:nvGrpSpPr>
      <p:grpSpPr>
        <a:xfrm>
          <a:off x="0" y="0"/>
          <a:ext cx="0" cy="0"/>
          <a:chOff x="0" y="0"/>
          <a:chExt cx="0" cy="0"/>
        </a:xfrm>
      </p:grpSpPr>
      <p:pic>
        <p:nvPicPr>
          <p:cNvPr id="11891" name="Google Shape;11891;p57" title="Grey Simple Modern Arrow Step Infographic Chart Graph (2).png"/>
          <p:cNvPicPr preferRelativeResize="0"/>
          <p:nvPr/>
        </p:nvPicPr>
        <p:blipFill>
          <a:blip r:embed="rId3">
            <a:alphaModFix/>
          </a:blip>
          <a:stretch>
            <a:fillRect/>
          </a:stretch>
        </p:blipFill>
        <p:spPr>
          <a:xfrm>
            <a:off x="1561450" y="-60650"/>
            <a:ext cx="6009774" cy="5204150"/>
          </a:xfrm>
          <a:prstGeom prst="rect">
            <a:avLst/>
          </a:prstGeom>
          <a:noFill/>
          <a:ln>
            <a:noFill/>
          </a:ln>
        </p:spPr>
      </p:pic>
      <p:sp>
        <p:nvSpPr>
          <p:cNvPr id="11892" name="Google Shape;11892;p57"/>
          <p:cNvSpPr txBox="1"/>
          <p:nvPr/>
        </p:nvSpPr>
        <p:spPr>
          <a:xfrm>
            <a:off x="1693300" y="234000"/>
            <a:ext cx="1071900" cy="77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3500">
                <a:solidFill>
                  <a:schemeClr val="accent2"/>
                </a:solidFill>
                <a:latin typeface="Poppins"/>
                <a:ea typeface="Poppins"/>
                <a:cs typeface="Poppins"/>
                <a:sym typeface="Poppins"/>
              </a:rPr>
              <a:t>03.</a:t>
            </a:r>
            <a:endParaRPr b="1" sz="3500">
              <a:solidFill>
                <a:schemeClr val="accent2"/>
              </a:solidFill>
              <a:latin typeface="Poppins"/>
              <a:ea typeface="Poppins"/>
              <a:cs typeface="Poppins"/>
              <a:sym typeface="Poppins"/>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
        <p:nvSpPr>
          <p:cNvPr id="11893" name="Google Shape;11893;p5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solidFill>
                  <a:schemeClr val="lt1"/>
                </a:solidFill>
              </a:rPr>
              <a:t>‹#›</a:t>
            </a:fld>
            <a:endParaRPr>
              <a:solidFill>
                <a:schemeClr val="lt1"/>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97" name="Shape 11897"/>
        <p:cNvGrpSpPr/>
        <p:nvPr/>
      </p:nvGrpSpPr>
      <p:grpSpPr>
        <a:xfrm>
          <a:off x="0" y="0"/>
          <a:ext cx="0" cy="0"/>
          <a:chOff x="0" y="0"/>
          <a:chExt cx="0" cy="0"/>
        </a:xfrm>
      </p:grpSpPr>
      <p:sp>
        <p:nvSpPr>
          <p:cNvPr id="11898" name="Google Shape;11898;p58"/>
          <p:cNvSpPr txBox="1"/>
          <p:nvPr>
            <p:ph type="title"/>
          </p:nvPr>
        </p:nvSpPr>
        <p:spPr>
          <a:xfrm>
            <a:off x="1700700" y="333352"/>
            <a:ext cx="5742600" cy="47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Verbindingen en Pinconfiguratie </a:t>
            </a:r>
            <a:endParaRPr/>
          </a:p>
        </p:txBody>
      </p:sp>
      <p:sp>
        <p:nvSpPr>
          <p:cNvPr id="11899" name="Google Shape;11899;p58"/>
          <p:cNvSpPr txBox="1"/>
          <p:nvPr>
            <p:ph idx="3" type="subTitle"/>
          </p:nvPr>
        </p:nvSpPr>
        <p:spPr>
          <a:xfrm>
            <a:off x="1038913" y="4049175"/>
            <a:ext cx="2329500" cy="478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Circuit verbindingen </a:t>
            </a:r>
            <a:endParaRPr/>
          </a:p>
        </p:txBody>
      </p:sp>
      <p:sp>
        <p:nvSpPr>
          <p:cNvPr id="11900" name="Google Shape;11900;p58"/>
          <p:cNvSpPr txBox="1"/>
          <p:nvPr>
            <p:ph idx="4" type="subTitle"/>
          </p:nvPr>
        </p:nvSpPr>
        <p:spPr>
          <a:xfrm>
            <a:off x="5711738" y="4049175"/>
            <a:ext cx="2329500" cy="478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Pinconfiguratie naar Esp 32</a:t>
            </a:r>
            <a:endParaRPr/>
          </a:p>
        </p:txBody>
      </p:sp>
      <p:grpSp>
        <p:nvGrpSpPr>
          <p:cNvPr id="11901" name="Google Shape;11901;p58"/>
          <p:cNvGrpSpPr/>
          <p:nvPr/>
        </p:nvGrpSpPr>
        <p:grpSpPr>
          <a:xfrm>
            <a:off x="1514704" y="675728"/>
            <a:ext cx="1490178" cy="21378"/>
            <a:chOff x="2940000" y="3484425"/>
            <a:chExt cx="876575" cy="12575"/>
          </a:xfrm>
        </p:grpSpPr>
        <p:sp>
          <p:nvSpPr>
            <p:cNvPr id="11902" name="Google Shape;11902;p58"/>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8"/>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8"/>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8"/>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8"/>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8"/>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8"/>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8"/>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8"/>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8"/>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8"/>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8"/>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58"/>
          <p:cNvGrpSpPr/>
          <p:nvPr/>
        </p:nvGrpSpPr>
        <p:grpSpPr>
          <a:xfrm>
            <a:off x="6131406" y="675728"/>
            <a:ext cx="1490178" cy="21378"/>
            <a:chOff x="2940000" y="3484425"/>
            <a:chExt cx="876575" cy="12575"/>
          </a:xfrm>
        </p:grpSpPr>
        <p:sp>
          <p:nvSpPr>
            <p:cNvPr id="11915" name="Google Shape;11915;p58"/>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8"/>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8"/>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8"/>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8"/>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8"/>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8"/>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8"/>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8"/>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8"/>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8"/>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8"/>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7" name="Google Shape;11927;p58"/>
          <p:cNvSpPr/>
          <p:nvPr/>
        </p:nvSpPr>
        <p:spPr>
          <a:xfrm>
            <a:off x="3991000" y="4608575"/>
            <a:ext cx="1162200" cy="534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8">
            <a:hlinkClick action="ppaction://hlinkshowjump?jump=previousslide"/>
          </p:cNvPr>
          <p:cNvSpPr/>
          <p:nvPr/>
        </p:nvSpPr>
        <p:spPr>
          <a:xfrm>
            <a:off x="4216189" y="4788507"/>
            <a:ext cx="167426" cy="165073"/>
          </a:xfrm>
          <a:custGeom>
            <a:rect b="b" l="l" r="r" t="t"/>
            <a:pathLst>
              <a:path extrusionOk="0" h="71460" w="72479">
                <a:moveTo>
                  <a:pt x="30460" y="22962"/>
                </a:moveTo>
                <a:cubicBezTo>
                  <a:pt x="32555" y="22962"/>
                  <a:pt x="34426" y="25717"/>
                  <a:pt x="32508" y="27634"/>
                </a:cubicBezTo>
                <a:lnTo>
                  <a:pt x="27488" y="32654"/>
                </a:lnTo>
                <a:lnTo>
                  <a:pt x="50693" y="32654"/>
                </a:lnTo>
                <a:cubicBezTo>
                  <a:pt x="52342" y="32654"/>
                  <a:pt x="53724" y="34036"/>
                  <a:pt x="53724" y="35685"/>
                </a:cubicBezTo>
                <a:cubicBezTo>
                  <a:pt x="53724" y="37352"/>
                  <a:pt x="52342" y="38734"/>
                  <a:pt x="50693" y="38734"/>
                </a:cubicBezTo>
                <a:lnTo>
                  <a:pt x="27375" y="38734"/>
                </a:lnTo>
                <a:lnTo>
                  <a:pt x="32280" y="43773"/>
                </a:lnTo>
                <a:cubicBezTo>
                  <a:pt x="34175" y="45712"/>
                  <a:pt x="32302" y="48425"/>
                  <a:pt x="30216" y="48425"/>
                </a:cubicBezTo>
                <a:cubicBezTo>
                  <a:pt x="29590" y="48425"/>
                  <a:pt x="28946" y="48181"/>
                  <a:pt x="28378" y="47600"/>
                </a:cubicBezTo>
                <a:lnTo>
                  <a:pt x="18623" y="37598"/>
                </a:lnTo>
                <a:cubicBezTo>
                  <a:pt x="17580" y="36537"/>
                  <a:pt x="17580" y="34814"/>
                  <a:pt x="18641" y="33753"/>
                </a:cubicBezTo>
                <a:lnTo>
                  <a:pt x="28643" y="23769"/>
                </a:lnTo>
                <a:cubicBezTo>
                  <a:pt x="29208" y="23201"/>
                  <a:pt x="29843" y="22962"/>
                  <a:pt x="30460" y="22962"/>
                </a:cubicBezTo>
                <a:close/>
                <a:moveTo>
                  <a:pt x="35864" y="0"/>
                </a:moveTo>
                <a:cubicBezTo>
                  <a:pt x="26970" y="0"/>
                  <a:pt x="18101" y="3237"/>
                  <a:pt x="11349" y="9562"/>
                </a:cubicBezTo>
                <a:cubicBezTo>
                  <a:pt x="4150" y="16287"/>
                  <a:pt x="1" y="25853"/>
                  <a:pt x="1" y="35685"/>
                </a:cubicBezTo>
                <a:cubicBezTo>
                  <a:pt x="1" y="52336"/>
                  <a:pt x="11973" y="67187"/>
                  <a:pt x="28264" y="70673"/>
                </a:cubicBezTo>
                <a:cubicBezTo>
                  <a:pt x="30724" y="71199"/>
                  <a:pt x="33231" y="71459"/>
                  <a:pt x="35734" y="71459"/>
                </a:cubicBezTo>
                <a:cubicBezTo>
                  <a:pt x="41521" y="71459"/>
                  <a:pt x="47293" y="70069"/>
                  <a:pt x="52436" y="67359"/>
                </a:cubicBezTo>
                <a:cubicBezTo>
                  <a:pt x="59521" y="63626"/>
                  <a:pt x="65262" y="57508"/>
                  <a:pt x="68500" y="50176"/>
                </a:cubicBezTo>
                <a:cubicBezTo>
                  <a:pt x="71892" y="42543"/>
                  <a:pt x="72478" y="33809"/>
                  <a:pt x="70167" y="25797"/>
                </a:cubicBezTo>
                <a:cubicBezTo>
                  <a:pt x="67952" y="18068"/>
                  <a:pt x="63064" y="11210"/>
                  <a:pt x="56528" y="6531"/>
                </a:cubicBezTo>
                <a:cubicBezTo>
                  <a:pt x="50378" y="2150"/>
                  <a:pt x="43113" y="0"/>
                  <a:pt x="3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29" name="Google Shape;11929;p58">
            <a:hlinkClick action="ppaction://hlinkshowjump?jump=nextslide"/>
          </p:cNvPr>
          <p:cNvSpPr/>
          <p:nvPr/>
        </p:nvSpPr>
        <p:spPr>
          <a:xfrm>
            <a:off x="4760664" y="4788519"/>
            <a:ext cx="167426" cy="165073"/>
          </a:xfrm>
          <a:custGeom>
            <a:rect b="b" l="l" r="r" t="t"/>
            <a:pathLst>
              <a:path extrusionOk="0" h="71460" w="72479">
                <a:moveTo>
                  <a:pt x="42259" y="23045"/>
                </a:moveTo>
                <a:cubicBezTo>
                  <a:pt x="42886" y="23045"/>
                  <a:pt x="43532" y="23291"/>
                  <a:pt x="44101" y="23878"/>
                </a:cubicBezTo>
                <a:lnTo>
                  <a:pt x="53858" y="33862"/>
                </a:lnTo>
                <a:cubicBezTo>
                  <a:pt x="54919" y="34941"/>
                  <a:pt x="54899" y="36646"/>
                  <a:pt x="53838" y="37706"/>
                </a:cubicBezTo>
                <a:lnTo>
                  <a:pt x="43856" y="47690"/>
                </a:lnTo>
                <a:cubicBezTo>
                  <a:pt x="43286" y="48260"/>
                  <a:pt x="42645" y="48500"/>
                  <a:pt x="42024" y="48500"/>
                </a:cubicBezTo>
                <a:cubicBezTo>
                  <a:pt x="39924" y="48500"/>
                  <a:pt x="38061" y="45756"/>
                  <a:pt x="39991" y="43826"/>
                </a:cubicBezTo>
                <a:lnTo>
                  <a:pt x="44992" y="38805"/>
                </a:lnTo>
                <a:lnTo>
                  <a:pt x="21806" y="38805"/>
                </a:lnTo>
                <a:cubicBezTo>
                  <a:pt x="20139" y="38805"/>
                  <a:pt x="18755" y="37423"/>
                  <a:pt x="18755" y="35774"/>
                </a:cubicBezTo>
                <a:cubicBezTo>
                  <a:pt x="18755" y="34127"/>
                  <a:pt x="20139" y="32743"/>
                  <a:pt x="21806" y="32743"/>
                </a:cubicBezTo>
                <a:lnTo>
                  <a:pt x="45124" y="32743"/>
                </a:lnTo>
                <a:lnTo>
                  <a:pt x="40199" y="27686"/>
                </a:lnTo>
                <a:cubicBezTo>
                  <a:pt x="38305" y="25764"/>
                  <a:pt x="40175" y="23045"/>
                  <a:pt x="42259" y="23045"/>
                </a:cubicBezTo>
                <a:close/>
                <a:moveTo>
                  <a:pt x="36745" y="0"/>
                </a:moveTo>
                <a:cubicBezTo>
                  <a:pt x="30959" y="0"/>
                  <a:pt x="25187" y="1391"/>
                  <a:pt x="20043" y="4101"/>
                </a:cubicBezTo>
                <a:cubicBezTo>
                  <a:pt x="12958" y="7834"/>
                  <a:pt x="7219" y="13971"/>
                  <a:pt x="3979" y="21283"/>
                </a:cubicBezTo>
                <a:cubicBezTo>
                  <a:pt x="589" y="28917"/>
                  <a:pt x="1" y="37669"/>
                  <a:pt x="2312" y="45682"/>
                </a:cubicBezTo>
                <a:cubicBezTo>
                  <a:pt x="4529" y="53411"/>
                  <a:pt x="9417" y="60269"/>
                  <a:pt x="15951" y="64929"/>
                </a:cubicBezTo>
                <a:cubicBezTo>
                  <a:pt x="22102" y="69309"/>
                  <a:pt x="29367" y="71459"/>
                  <a:pt x="36616" y="71459"/>
                </a:cubicBezTo>
                <a:cubicBezTo>
                  <a:pt x="45510" y="71459"/>
                  <a:pt x="54379" y="68223"/>
                  <a:pt x="61132" y="61898"/>
                </a:cubicBezTo>
                <a:cubicBezTo>
                  <a:pt x="68331" y="55172"/>
                  <a:pt x="72478" y="45625"/>
                  <a:pt x="72478" y="35774"/>
                </a:cubicBezTo>
                <a:cubicBezTo>
                  <a:pt x="72478" y="19124"/>
                  <a:pt x="60506" y="4272"/>
                  <a:pt x="44215" y="787"/>
                </a:cubicBezTo>
                <a:cubicBezTo>
                  <a:pt x="41755" y="260"/>
                  <a:pt x="39249" y="0"/>
                  <a:pt x="36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30" name="Google Shape;11930;p58">
            <a:hlinkClick action="ppaction://hlinksldjump" r:id="rId3"/>
          </p:cNvPr>
          <p:cNvSpPr/>
          <p:nvPr/>
        </p:nvSpPr>
        <p:spPr>
          <a:xfrm>
            <a:off x="4475960" y="4744707"/>
            <a:ext cx="247705" cy="246577"/>
          </a:xfrm>
          <a:custGeom>
            <a:rect b="b" l="l" r="r" t="t"/>
            <a:pathLst>
              <a:path extrusionOk="0" h="91156" w="91573">
                <a:moveTo>
                  <a:pt x="18224" y="17352"/>
                </a:moveTo>
                <a:cubicBezTo>
                  <a:pt x="16652" y="17352"/>
                  <a:pt x="15364" y="18640"/>
                  <a:pt x="15364" y="20213"/>
                </a:cubicBezTo>
                <a:cubicBezTo>
                  <a:pt x="15364" y="21785"/>
                  <a:pt x="16652" y="23055"/>
                  <a:pt x="18224" y="23055"/>
                </a:cubicBezTo>
                <a:lnTo>
                  <a:pt x="51546" y="23055"/>
                </a:lnTo>
                <a:cubicBezTo>
                  <a:pt x="53117" y="23055"/>
                  <a:pt x="54387" y="21785"/>
                  <a:pt x="54387" y="20213"/>
                </a:cubicBezTo>
                <a:cubicBezTo>
                  <a:pt x="54387" y="18640"/>
                  <a:pt x="53117" y="17352"/>
                  <a:pt x="51546" y="17352"/>
                </a:cubicBezTo>
                <a:close/>
                <a:moveTo>
                  <a:pt x="18224" y="34269"/>
                </a:moveTo>
                <a:cubicBezTo>
                  <a:pt x="16652" y="34269"/>
                  <a:pt x="15364" y="35538"/>
                  <a:pt x="15364" y="37111"/>
                </a:cubicBezTo>
                <a:cubicBezTo>
                  <a:pt x="15364" y="38682"/>
                  <a:pt x="16652" y="39970"/>
                  <a:pt x="18224" y="39970"/>
                </a:cubicBezTo>
                <a:lnTo>
                  <a:pt x="39725" y="39970"/>
                </a:lnTo>
                <a:cubicBezTo>
                  <a:pt x="41297" y="39970"/>
                  <a:pt x="42585" y="38682"/>
                  <a:pt x="42585" y="37111"/>
                </a:cubicBezTo>
                <a:cubicBezTo>
                  <a:pt x="42585" y="35538"/>
                  <a:pt x="41297" y="34269"/>
                  <a:pt x="39725" y="34269"/>
                </a:cubicBezTo>
                <a:close/>
                <a:moveTo>
                  <a:pt x="18224" y="51185"/>
                </a:moveTo>
                <a:cubicBezTo>
                  <a:pt x="16652" y="51185"/>
                  <a:pt x="15364" y="52455"/>
                  <a:pt x="15364" y="54026"/>
                </a:cubicBezTo>
                <a:cubicBezTo>
                  <a:pt x="15364" y="55600"/>
                  <a:pt x="16652" y="56888"/>
                  <a:pt x="18224" y="56888"/>
                </a:cubicBezTo>
                <a:lnTo>
                  <a:pt x="30556" y="56888"/>
                </a:lnTo>
                <a:cubicBezTo>
                  <a:pt x="32148" y="56888"/>
                  <a:pt x="33416" y="55600"/>
                  <a:pt x="33416" y="54026"/>
                </a:cubicBezTo>
                <a:cubicBezTo>
                  <a:pt x="33416" y="52455"/>
                  <a:pt x="32148" y="51185"/>
                  <a:pt x="30556" y="51185"/>
                </a:cubicBezTo>
                <a:close/>
                <a:moveTo>
                  <a:pt x="57853" y="44327"/>
                </a:moveTo>
                <a:cubicBezTo>
                  <a:pt x="58328" y="44327"/>
                  <a:pt x="58800" y="44347"/>
                  <a:pt x="59275" y="44403"/>
                </a:cubicBezTo>
                <a:cubicBezTo>
                  <a:pt x="62892" y="44764"/>
                  <a:pt x="66132" y="46525"/>
                  <a:pt x="68424" y="49328"/>
                </a:cubicBezTo>
                <a:cubicBezTo>
                  <a:pt x="73141" y="55145"/>
                  <a:pt x="72250" y="63707"/>
                  <a:pt x="66435" y="68423"/>
                </a:cubicBezTo>
                <a:cubicBezTo>
                  <a:pt x="63994" y="70420"/>
                  <a:pt x="60991" y="71468"/>
                  <a:pt x="57879" y="71468"/>
                </a:cubicBezTo>
                <a:cubicBezTo>
                  <a:pt x="57418" y="71468"/>
                  <a:pt x="56954" y="71445"/>
                  <a:pt x="56489" y="71398"/>
                </a:cubicBezTo>
                <a:cubicBezTo>
                  <a:pt x="52890" y="71019"/>
                  <a:pt x="49632" y="69257"/>
                  <a:pt x="47359" y="66453"/>
                </a:cubicBezTo>
                <a:cubicBezTo>
                  <a:pt x="45067" y="63631"/>
                  <a:pt x="44006" y="60108"/>
                  <a:pt x="44385" y="56509"/>
                </a:cubicBezTo>
                <a:cubicBezTo>
                  <a:pt x="44764" y="52890"/>
                  <a:pt x="46507" y="49651"/>
                  <a:pt x="49329" y="47358"/>
                </a:cubicBezTo>
                <a:cubicBezTo>
                  <a:pt x="51773" y="45388"/>
                  <a:pt x="54746" y="44327"/>
                  <a:pt x="57853" y="44327"/>
                </a:cubicBezTo>
                <a:close/>
                <a:moveTo>
                  <a:pt x="18224" y="68102"/>
                </a:moveTo>
                <a:cubicBezTo>
                  <a:pt x="16652" y="68102"/>
                  <a:pt x="15364" y="69371"/>
                  <a:pt x="15364" y="70944"/>
                </a:cubicBezTo>
                <a:cubicBezTo>
                  <a:pt x="15364" y="72515"/>
                  <a:pt x="16652" y="73785"/>
                  <a:pt x="18224" y="73785"/>
                </a:cubicBezTo>
                <a:lnTo>
                  <a:pt x="30556" y="73785"/>
                </a:lnTo>
                <a:cubicBezTo>
                  <a:pt x="32148" y="73785"/>
                  <a:pt x="33416" y="72515"/>
                  <a:pt x="33416" y="70944"/>
                </a:cubicBezTo>
                <a:cubicBezTo>
                  <a:pt x="33416" y="69371"/>
                  <a:pt x="32148" y="68102"/>
                  <a:pt x="30556" y="68102"/>
                </a:cubicBezTo>
                <a:close/>
                <a:moveTo>
                  <a:pt x="77820" y="76627"/>
                </a:moveTo>
                <a:lnTo>
                  <a:pt x="84886" y="83484"/>
                </a:lnTo>
                <a:lnTo>
                  <a:pt x="83522" y="84886"/>
                </a:lnTo>
                <a:lnTo>
                  <a:pt x="76437" y="78028"/>
                </a:lnTo>
                <a:lnTo>
                  <a:pt x="77820" y="76627"/>
                </a:lnTo>
                <a:close/>
                <a:moveTo>
                  <a:pt x="64086" y="5703"/>
                </a:moveTo>
                <a:lnTo>
                  <a:pt x="64086" y="39649"/>
                </a:lnTo>
                <a:cubicBezTo>
                  <a:pt x="62722" y="39195"/>
                  <a:pt x="61321" y="38872"/>
                  <a:pt x="59861" y="38740"/>
                </a:cubicBezTo>
                <a:cubicBezTo>
                  <a:pt x="59186" y="38670"/>
                  <a:pt x="58512" y="38635"/>
                  <a:pt x="57841" y="38635"/>
                </a:cubicBezTo>
                <a:cubicBezTo>
                  <a:pt x="53438" y="38635"/>
                  <a:pt x="49199" y="40133"/>
                  <a:pt x="45729" y="42945"/>
                </a:cubicBezTo>
                <a:cubicBezTo>
                  <a:pt x="41733" y="46184"/>
                  <a:pt x="39251" y="50788"/>
                  <a:pt x="38720" y="55921"/>
                </a:cubicBezTo>
                <a:cubicBezTo>
                  <a:pt x="38190" y="61035"/>
                  <a:pt x="39687" y="66056"/>
                  <a:pt x="42926" y="70053"/>
                </a:cubicBezTo>
                <a:cubicBezTo>
                  <a:pt x="46184" y="74031"/>
                  <a:pt x="50788" y="76531"/>
                  <a:pt x="55903" y="77062"/>
                </a:cubicBezTo>
                <a:cubicBezTo>
                  <a:pt x="56585" y="77119"/>
                  <a:pt x="57247" y="77157"/>
                  <a:pt x="57929" y="77157"/>
                </a:cubicBezTo>
                <a:cubicBezTo>
                  <a:pt x="60032" y="77157"/>
                  <a:pt x="62116" y="76816"/>
                  <a:pt x="64086" y="76134"/>
                </a:cubicBezTo>
                <a:lnTo>
                  <a:pt x="64086" y="85454"/>
                </a:lnTo>
                <a:lnTo>
                  <a:pt x="5683" y="85454"/>
                </a:lnTo>
                <a:lnTo>
                  <a:pt x="5683" y="5703"/>
                </a:lnTo>
                <a:close/>
                <a:moveTo>
                  <a:pt x="2842" y="0"/>
                </a:moveTo>
                <a:cubicBezTo>
                  <a:pt x="1270" y="0"/>
                  <a:pt x="0" y="1270"/>
                  <a:pt x="0" y="2842"/>
                </a:cubicBezTo>
                <a:lnTo>
                  <a:pt x="0" y="88296"/>
                </a:lnTo>
                <a:cubicBezTo>
                  <a:pt x="0" y="89867"/>
                  <a:pt x="1270" y="91155"/>
                  <a:pt x="2842" y="91155"/>
                </a:cubicBezTo>
                <a:lnTo>
                  <a:pt x="66928" y="91155"/>
                </a:lnTo>
                <a:cubicBezTo>
                  <a:pt x="68499" y="91155"/>
                  <a:pt x="69769" y="89867"/>
                  <a:pt x="69769" y="88296"/>
                </a:cubicBezTo>
                <a:lnTo>
                  <a:pt x="69769" y="76721"/>
                </a:lnTo>
                <a:lnTo>
                  <a:pt x="70280" y="77213"/>
                </a:lnTo>
                <a:cubicBezTo>
                  <a:pt x="70204" y="77498"/>
                  <a:pt x="70186" y="77819"/>
                  <a:pt x="70186" y="78122"/>
                </a:cubicBezTo>
                <a:cubicBezTo>
                  <a:pt x="70204" y="79279"/>
                  <a:pt x="70679" y="80377"/>
                  <a:pt x="71512" y="81173"/>
                </a:cubicBezTo>
                <a:lnTo>
                  <a:pt x="80529" y="89925"/>
                </a:lnTo>
                <a:cubicBezTo>
                  <a:pt x="81363" y="90739"/>
                  <a:pt x="82461" y="91155"/>
                  <a:pt x="83540" y="91155"/>
                </a:cubicBezTo>
                <a:cubicBezTo>
                  <a:pt x="84677" y="91155"/>
                  <a:pt x="85814" y="90701"/>
                  <a:pt x="86667" y="89829"/>
                </a:cubicBezTo>
                <a:lnTo>
                  <a:pt x="89905" y="86477"/>
                </a:lnTo>
                <a:cubicBezTo>
                  <a:pt x="91572" y="84753"/>
                  <a:pt x="91535" y="82007"/>
                  <a:pt x="89830" y="80340"/>
                </a:cubicBezTo>
                <a:lnTo>
                  <a:pt x="80813" y="71588"/>
                </a:lnTo>
                <a:cubicBezTo>
                  <a:pt x="79997" y="70809"/>
                  <a:pt x="78928" y="70375"/>
                  <a:pt x="77800" y="70375"/>
                </a:cubicBezTo>
                <a:cubicBezTo>
                  <a:pt x="77776" y="70375"/>
                  <a:pt x="77751" y="70375"/>
                  <a:pt x="77726" y="70375"/>
                </a:cubicBezTo>
                <a:cubicBezTo>
                  <a:pt x="77592" y="70375"/>
                  <a:pt x="77479" y="70375"/>
                  <a:pt x="77365" y="70394"/>
                </a:cubicBezTo>
                <a:lnTo>
                  <a:pt x="74523" y="67610"/>
                </a:lnTo>
                <a:cubicBezTo>
                  <a:pt x="78445" y="60884"/>
                  <a:pt x="78029" y="52132"/>
                  <a:pt x="72838" y="45749"/>
                </a:cubicBezTo>
                <a:cubicBezTo>
                  <a:pt x="71909" y="44612"/>
                  <a:pt x="70886" y="43608"/>
                  <a:pt x="69769" y="42718"/>
                </a:cubicBezTo>
                <a:lnTo>
                  <a:pt x="69769" y="2842"/>
                </a:lnTo>
                <a:cubicBezTo>
                  <a:pt x="69769" y="1270"/>
                  <a:pt x="68499" y="0"/>
                  <a:pt x="66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31" name="Google Shape;11931;p58"/>
          <p:cNvPicPr preferRelativeResize="0"/>
          <p:nvPr/>
        </p:nvPicPr>
        <p:blipFill>
          <a:blip r:embed="rId4">
            <a:alphaModFix/>
          </a:blip>
          <a:stretch>
            <a:fillRect/>
          </a:stretch>
        </p:blipFill>
        <p:spPr>
          <a:xfrm>
            <a:off x="5010524" y="1624613"/>
            <a:ext cx="3822800" cy="2268951"/>
          </a:xfrm>
          <a:prstGeom prst="rect">
            <a:avLst/>
          </a:prstGeom>
          <a:noFill/>
          <a:ln>
            <a:noFill/>
          </a:ln>
        </p:spPr>
      </p:pic>
      <p:sp>
        <p:nvSpPr>
          <p:cNvPr id="11932" name="Google Shape;11932;p58"/>
          <p:cNvSpPr txBox="1"/>
          <p:nvPr/>
        </p:nvSpPr>
        <p:spPr>
          <a:xfrm>
            <a:off x="700500" y="739875"/>
            <a:ext cx="7743000" cy="738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200">
                <a:solidFill>
                  <a:srgbClr val="DEB085"/>
                </a:solidFill>
                <a:latin typeface="Poppins"/>
                <a:ea typeface="Poppins"/>
                <a:cs typeface="Poppins"/>
                <a:sym typeface="Poppins"/>
              </a:rPr>
              <a:t>Analoog:</a:t>
            </a:r>
            <a:r>
              <a:rPr lang="en" sz="1200">
                <a:solidFill>
                  <a:srgbClr val="DEB085"/>
                </a:solidFill>
                <a:latin typeface="Poppins"/>
                <a:ea typeface="Poppins"/>
                <a:cs typeface="Poppins"/>
                <a:sym typeface="Poppins"/>
              </a:rPr>
              <a:t> bodemvochtigheidssensor, water level sensor</a:t>
            </a:r>
            <a:endParaRPr sz="1200">
              <a:solidFill>
                <a:srgbClr val="DEB085"/>
              </a:solidFill>
              <a:latin typeface="Poppins"/>
              <a:ea typeface="Poppins"/>
              <a:cs typeface="Poppins"/>
              <a:sym typeface="Poppins"/>
            </a:endParaRPr>
          </a:p>
          <a:p>
            <a:pPr indent="0" lvl="0" marL="0" rtl="0" algn="l">
              <a:spcBef>
                <a:spcPts val="0"/>
              </a:spcBef>
              <a:spcAft>
                <a:spcPts val="0"/>
              </a:spcAft>
              <a:buNone/>
            </a:pPr>
            <a:r>
              <a:rPr b="1" lang="en" sz="1200">
                <a:solidFill>
                  <a:srgbClr val="DEB085"/>
                </a:solidFill>
                <a:latin typeface="Poppins"/>
                <a:ea typeface="Poppins"/>
                <a:cs typeface="Poppins"/>
                <a:sym typeface="Poppins"/>
              </a:rPr>
              <a:t>Digitaal:</a:t>
            </a:r>
            <a:r>
              <a:rPr lang="en" sz="1200">
                <a:solidFill>
                  <a:srgbClr val="DEB085"/>
                </a:solidFill>
                <a:latin typeface="Poppins"/>
                <a:ea typeface="Poppins"/>
                <a:cs typeface="Poppins"/>
                <a:sym typeface="Poppins"/>
              </a:rPr>
              <a:t> DHT11, RTC-module, relay module, 12V DC valve, 16×2 LCD | </a:t>
            </a:r>
            <a:r>
              <a:rPr b="1" lang="en" sz="1200">
                <a:solidFill>
                  <a:srgbClr val="DEB085"/>
                </a:solidFill>
                <a:latin typeface="Poppins"/>
                <a:ea typeface="Poppins"/>
                <a:cs typeface="Poppins"/>
                <a:sym typeface="Poppins"/>
              </a:rPr>
              <a:t>PWM (digitaal):</a:t>
            </a:r>
            <a:r>
              <a:rPr lang="en" sz="1200">
                <a:solidFill>
                  <a:srgbClr val="DEB085"/>
                </a:solidFill>
                <a:latin typeface="Poppins"/>
                <a:ea typeface="Poppins"/>
                <a:cs typeface="Poppins"/>
                <a:sym typeface="Poppins"/>
              </a:rPr>
              <a:t> servo motor, mini DC motor</a:t>
            </a:r>
            <a:endParaRPr sz="1500">
              <a:solidFill>
                <a:srgbClr val="DEB085"/>
              </a:solidFill>
              <a:latin typeface="Poppins"/>
              <a:ea typeface="Poppins"/>
              <a:cs typeface="Poppins"/>
              <a:sym typeface="Poppins"/>
            </a:endParaRPr>
          </a:p>
        </p:txBody>
      </p:sp>
      <p:pic>
        <p:nvPicPr>
          <p:cNvPr id="11933" name="Google Shape;11933;p58"/>
          <p:cNvPicPr preferRelativeResize="0"/>
          <p:nvPr/>
        </p:nvPicPr>
        <p:blipFill>
          <a:blip r:embed="rId5">
            <a:alphaModFix/>
          </a:blip>
          <a:stretch>
            <a:fillRect/>
          </a:stretch>
        </p:blipFill>
        <p:spPr>
          <a:xfrm>
            <a:off x="428175" y="1624625"/>
            <a:ext cx="3822799" cy="2169878"/>
          </a:xfrm>
          <a:prstGeom prst="rect">
            <a:avLst/>
          </a:prstGeom>
          <a:noFill/>
          <a:ln>
            <a:noFill/>
          </a:ln>
        </p:spPr>
      </p:pic>
      <p:sp>
        <p:nvSpPr>
          <p:cNvPr id="11934" name="Google Shape;11934;p5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11935" name="Google Shape;11935;p58"/>
          <p:cNvSpPr txBox="1"/>
          <p:nvPr/>
        </p:nvSpPr>
        <p:spPr>
          <a:xfrm>
            <a:off x="79850" y="182600"/>
            <a:ext cx="1071900" cy="77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3500">
                <a:solidFill>
                  <a:schemeClr val="accent2"/>
                </a:solidFill>
                <a:latin typeface="Poppins"/>
                <a:ea typeface="Poppins"/>
                <a:cs typeface="Poppins"/>
                <a:sym typeface="Poppins"/>
              </a:rPr>
              <a:t>03.</a:t>
            </a:r>
            <a:endParaRPr b="1" sz="3500">
              <a:solidFill>
                <a:schemeClr val="accent2"/>
              </a:solidFill>
              <a:latin typeface="Poppins"/>
              <a:ea typeface="Poppins"/>
              <a:cs typeface="Poppins"/>
              <a:sym typeface="Poppins"/>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39" name="Shape 11939"/>
        <p:cNvGrpSpPr/>
        <p:nvPr/>
      </p:nvGrpSpPr>
      <p:grpSpPr>
        <a:xfrm>
          <a:off x="0" y="0"/>
          <a:ext cx="0" cy="0"/>
          <a:chOff x="0" y="0"/>
          <a:chExt cx="0" cy="0"/>
        </a:xfrm>
      </p:grpSpPr>
      <p:sp>
        <p:nvSpPr>
          <p:cNvPr id="11940" name="Google Shape;11940;p59"/>
          <p:cNvSpPr txBox="1"/>
          <p:nvPr>
            <p:ph type="title"/>
          </p:nvPr>
        </p:nvSpPr>
        <p:spPr>
          <a:xfrm>
            <a:off x="3791325" y="447325"/>
            <a:ext cx="5742600" cy="81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Componenten</a:t>
            </a:r>
            <a:endParaRPr/>
          </a:p>
          <a:p>
            <a:pPr indent="0" lvl="0" marL="0" rtl="0" algn="l">
              <a:spcBef>
                <a:spcPts val="0"/>
              </a:spcBef>
              <a:spcAft>
                <a:spcPts val="0"/>
              </a:spcAft>
              <a:buNone/>
            </a:pPr>
            <a:r>
              <a:rPr b="0" lang="en" sz="1600"/>
              <a:t>   </a:t>
            </a:r>
            <a:endParaRPr b="0" sz="1600"/>
          </a:p>
        </p:txBody>
      </p:sp>
      <p:grpSp>
        <p:nvGrpSpPr>
          <p:cNvPr id="11941" name="Google Shape;11941;p59"/>
          <p:cNvGrpSpPr/>
          <p:nvPr/>
        </p:nvGrpSpPr>
        <p:grpSpPr>
          <a:xfrm>
            <a:off x="5650074" y="663153"/>
            <a:ext cx="1223788" cy="21378"/>
            <a:chOff x="3096700" y="3484425"/>
            <a:chExt cx="719875" cy="12575"/>
          </a:xfrm>
        </p:grpSpPr>
        <p:sp>
          <p:nvSpPr>
            <p:cNvPr id="11942" name="Google Shape;11942;p59"/>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9"/>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9"/>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9"/>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9"/>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9"/>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9"/>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9"/>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9"/>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9"/>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59"/>
          <p:cNvGrpSpPr/>
          <p:nvPr/>
        </p:nvGrpSpPr>
        <p:grpSpPr>
          <a:xfrm>
            <a:off x="2567571" y="675728"/>
            <a:ext cx="1223745" cy="21378"/>
            <a:chOff x="2940000" y="3484425"/>
            <a:chExt cx="719850" cy="12575"/>
          </a:xfrm>
        </p:grpSpPr>
        <p:sp>
          <p:nvSpPr>
            <p:cNvPr id="11953" name="Google Shape;11953;p59"/>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9"/>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9"/>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9"/>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9"/>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9"/>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9"/>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9"/>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9"/>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59"/>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3" name="Google Shape;11963;p59"/>
          <p:cNvSpPr/>
          <p:nvPr/>
        </p:nvSpPr>
        <p:spPr>
          <a:xfrm>
            <a:off x="7276197" y="4490775"/>
            <a:ext cx="3232040" cy="3232125"/>
          </a:xfrm>
          <a:custGeom>
            <a:rect b="b" l="l" r="r" t="t"/>
            <a:pathLst>
              <a:path extrusionOk="0" h="76050" w="76048">
                <a:moveTo>
                  <a:pt x="38024" y="210"/>
                </a:moveTo>
                <a:cubicBezTo>
                  <a:pt x="58874" y="210"/>
                  <a:pt x="75838" y="17174"/>
                  <a:pt x="75838" y="38024"/>
                </a:cubicBezTo>
                <a:cubicBezTo>
                  <a:pt x="75838" y="58876"/>
                  <a:pt x="58874" y="75840"/>
                  <a:pt x="38024" y="75840"/>
                </a:cubicBezTo>
                <a:cubicBezTo>
                  <a:pt x="17173" y="75840"/>
                  <a:pt x="209" y="58876"/>
                  <a:pt x="209" y="38024"/>
                </a:cubicBezTo>
                <a:cubicBezTo>
                  <a:pt x="209" y="17174"/>
                  <a:pt x="17173" y="210"/>
                  <a:pt x="38024" y="210"/>
                </a:cubicBezTo>
                <a:close/>
                <a:moveTo>
                  <a:pt x="38024" y="1"/>
                </a:moveTo>
                <a:cubicBezTo>
                  <a:pt x="17058" y="1"/>
                  <a:pt x="0" y="17059"/>
                  <a:pt x="0" y="38024"/>
                </a:cubicBezTo>
                <a:cubicBezTo>
                  <a:pt x="0" y="58992"/>
                  <a:pt x="17058" y="76049"/>
                  <a:pt x="38024" y="76049"/>
                </a:cubicBezTo>
                <a:cubicBezTo>
                  <a:pt x="58989" y="76049"/>
                  <a:pt x="76047" y="58992"/>
                  <a:pt x="76047" y="38024"/>
                </a:cubicBezTo>
                <a:cubicBezTo>
                  <a:pt x="76047" y="17059"/>
                  <a:pt x="58989" y="1"/>
                  <a:pt x="380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4" name="Google Shape;11964;p59"/>
          <p:cNvGrpSpPr/>
          <p:nvPr/>
        </p:nvGrpSpPr>
        <p:grpSpPr>
          <a:xfrm>
            <a:off x="-821976" y="-644174"/>
            <a:ext cx="1801489" cy="1763922"/>
            <a:chOff x="236475" y="527300"/>
            <a:chExt cx="1124525" cy="1101075"/>
          </a:xfrm>
        </p:grpSpPr>
        <p:sp>
          <p:nvSpPr>
            <p:cNvPr id="11965" name="Google Shape;11965;p59"/>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9"/>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9"/>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9"/>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9"/>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9"/>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9"/>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9"/>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9"/>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9"/>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9"/>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9"/>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9"/>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9"/>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9"/>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59"/>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9"/>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9"/>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9"/>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9"/>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9"/>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9"/>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9"/>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9"/>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9"/>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9"/>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9"/>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9"/>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9"/>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9"/>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9"/>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9"/>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9"/>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9"/>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9"/>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9"/>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9"/>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9"/>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9"/>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9"/>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9"/>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9"/>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9"/>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9"/>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9"/>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9"/>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9"/>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9"/>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9"/>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9"/>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59"/>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9"/>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9"/>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9"/>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9"/>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9"/>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9"/>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9"/>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9"/>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9"/>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9"/>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9"/>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9"/>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9"/>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9"/>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9"/>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9"/>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9"/>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9"/>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9"/>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9"/>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9"/>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9"/>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9"/>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9"/>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9"/>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9"/>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9"/>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9"/>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9"/>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9"/>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9"/>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9"/>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9"/>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9"/>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9"/>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9"/>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9"/>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9"/>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9"/>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9"/>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9"/>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9"/>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9"/>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9"/>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9"/>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9"/>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9"/>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9"/>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9"/>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9"/>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9"/>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9"/>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9"/>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9"/>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9"/>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9"/>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9"/>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9"/>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9"/>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9"/>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9"/>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9"/>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9"/>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9"/>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9"/>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9"/>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9"/>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9"/>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9"/>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9"/>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9"/>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9"/>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9"/>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9"/>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9"/>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9"/>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9"/>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9"/>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9"/>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9"/>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9"/>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9"/>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9"/>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9"/>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9"/>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9"/>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9"/>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9"/>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9"/>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9"/>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9"/>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9"/>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9"/>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9"/>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9"/>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9"/>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9"/>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9"/>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9"/>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9"/>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9"/>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9"/>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9"/>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9"/>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9"/>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9"/>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9"/>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9"/>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9"/>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9"/>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9"/>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9"/>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9"/>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9"/>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9"/>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9"/>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9"/>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9"/>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9"/>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9"/>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9"/>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9"/>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9"/>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9"/>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9"/>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9"/>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9"/>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9"/>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9"/>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9"/>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9"/>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9"/>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9"/>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9"/>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9"/>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9"/>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9"/>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9"/>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9"/>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9"/>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9"/>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9"/>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9"/>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9"/>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9"/>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9"/>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9"/>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9"/>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9"/>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9"/>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9"/>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9"/>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9"/>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9"/>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9"/>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9"/>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9"/>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9"/>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9"/>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9"/>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9"/>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9"/>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9"/>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9"/>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9"/>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9"/>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9"/>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9"/>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9"/>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9"/>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9"/>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9"/>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9"/>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9"/>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9"/>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9"/>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9"/>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9"/>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9"/>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9"/>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9"/>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9"/>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9"/>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9"/>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9"/>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9"/>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9"/>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9"/>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9"/>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9"/>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9"/>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9"/>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9"/>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9"/>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9"/>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9"/>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9"/>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9"/>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9"/>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9"/>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9"/>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9"/>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9"/>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9"/>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9"/>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9"/>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9"/>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9"/>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9"/>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9"/>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9"/>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9"/>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9"/>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9"/>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9"/>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9"/>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9"/>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9"/>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9"/>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9"/>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9"/>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9"/>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9"/>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9"/>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9"/>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9"/>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9"/>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9"/>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9"/>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9"/>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9"/>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9"/>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9"/>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9"/>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9"/>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9"/>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9"/>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9"/>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9"/>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9"/>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9"/>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9"/>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9"/>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9"/>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9"/>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9"/>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9"/>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9"/>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9"/>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9"/>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9"/>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9"/>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9"/>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9"/>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9"/>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9"/>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9"/>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9"/>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9"/>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9"/>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9"/>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9"/>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9"/>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9"/>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9"/>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9"/>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9"/>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9"/>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9"/>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9"/>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9"/>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9"/>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9"/>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9"/>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9"/>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9"/>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9"/>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9"/>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9"/>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9"/>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9"/>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9"/>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9"/>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9"/>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9"/>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9"/>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9"/>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9"/>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9"/>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9"/>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9"/>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9"/>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9"/>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9"/>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9"/>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9"/>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9"/>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9"/>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9"/>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9"/>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9"/>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9"/>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9"/>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9"/>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9"/>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9"/>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9"/>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9"/>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9"/>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9"/>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9"/>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9"/>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9"/>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9"/>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9"/>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9"/>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9"/>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9"/>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9"/>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9"/>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9"/>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9"/>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9"/>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9"/>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9"/>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9"/>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9"/>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9"/>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9"/>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9"/>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9"/>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9"/>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9"/>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9"/>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9"/>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9"/>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9"/>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9"/>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9"/>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9"/>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9"/>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9"/>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9"/>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9"/>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9"/>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9"/>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9"/>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9"/>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9"/>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9"/>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9"/>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9"/>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9"/>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9"/>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9"/>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9"/>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9"/>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9"/>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9"/>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9"/>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9"/>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9"/>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9"/>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9"/>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9"/>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9"/>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9"/>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9"/>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9"/>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9"/>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9"/>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9"/>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9"/>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9"/>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9"/>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9"/>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9"/>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9"/>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9"/>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9"/>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9"/>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9"/>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9"/>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9"/>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9"/>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9"/>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9"/>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9"/>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9"/>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9"/>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9"/>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9"/>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9"/>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9"/>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9"/>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9"/>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9"/>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9"/>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9"/>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9"/>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9"/>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9"/>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9"/>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9"/>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9"/>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9"/>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9"/>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9"/>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9"/>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9"/>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9"/>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9"/>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9"/>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9"/>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9"/>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9"/>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9"/>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9"/>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9"/>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9"/>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9"/>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9"/>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9"/>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9"/>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9"/>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9"/>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9"/>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9"/>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9"/>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9"/>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9"/>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9"/>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9"/>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9"/>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9"/>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9"/>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9"/>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9"/>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9"/>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9"/>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9"/>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9"/>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9"/>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9"/>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9"/>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9"/>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9"/>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9"/>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9"/>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9"/>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9"/>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9"/>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9"/>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9"/>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9"/>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9"/>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9"/>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9"/>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9"/>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9"/>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9"/>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9"/>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9"/>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9"/>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9"/>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9"/>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9"/>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9"/>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9"/>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9"/>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9"/>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9"/>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9"/>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9"/>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9"/>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9"/>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9"/>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9"/>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9"/>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9"/>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9"/>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9"/>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9"/>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9"/>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9"/>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9"/>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9"/>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9"/>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9"/>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9"/>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9"/>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9"/>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9"/>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9"/>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9"/>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9"/>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9"/>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9"/>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9"/>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9"/>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9"/>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9"/>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9"/>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9"/>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9"/>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9"/>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9"/>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9"/>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9"/>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9"/>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9"/>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9"/>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9"/>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9"/>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9"/>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9"/>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9"/>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9"/>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9"/>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9"/>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9"/>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9"/>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9"/>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9"/>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9"/>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9"/>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9"/>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9"/>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9"/>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9"/>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9"/>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9"/>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9"/>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9"/>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9"/>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9"/>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9"/>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9"/>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9"/>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9"/>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9"/>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9"/>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9"/>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9"/>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9"/>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9"/>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9"/>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9"/>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9"/>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9"/>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9"/>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9"/>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9"/>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9"/>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9"/>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9"/>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9"/>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59"/>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9"/>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9"/>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9"/>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9"/>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9"/>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9"/>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9"/>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9"/>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9"/>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9"/>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9"/>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9"/>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9"/>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9"/>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9"/>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9"/>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9"/>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9"/>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9"/>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9"/>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9"/>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9"/>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9"/>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9"/>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9"/>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9"/>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9"/>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9"/>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9"/>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9"/>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9"/>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9"/>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9"/>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9"/>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9"/>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9"/>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9"/>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9"/>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9"/>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9"/>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9"/>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9"/>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9"/>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9"/>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9"/>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9"/>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9"/>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9"/>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9"/>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9"/>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9"/>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9"/>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9"/>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9"/>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9"/>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9"/>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9"/>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9"/>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9"/>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9"/>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9"/>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9"/>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9"/>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9"/>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9"/>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9"/>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9"/>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9"/>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9"/>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9"/>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9"/>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9"/>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9"/>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9"/>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9"/>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9"/>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9"/>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9"/>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9"/>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9"/>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9"/>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9"/>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9"/>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9"/>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9"/>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9"/>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9"/>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9"/>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9"/>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9"/>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9"/>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9"/>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9"/>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9"/>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9"/>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9"/>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9"/>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9"/>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9"/>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9"/>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9"/>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9"/>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9"/>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9"/>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9"/>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9"/>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9"/>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9"/>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9"/>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9"/>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9"/>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9"/>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9"/>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9"/>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9"/>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9"/>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9"/>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9"/>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9"/>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9"/>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9"/>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9"/>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9"/>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9"/>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9"/>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9" name="Google Shape;12699;p59"/>
          <p:cNvSpPr/>
          <p:nvPr/>
        </p:nvSpPr>
        <p:spPr>
          <a:xfrm>
            <a:off x="-2730203" y="-929650"/>
            <a:ext cx="3232040" cy="3232125"/>
          </a:xfrm>
          <a:custGeom>
            <a:rect b="b" l="l" r="r" t="t"/>
            <a:pathLst>
              <a:path extrusionOk="0" h="76050" w="76048">
                <a:moveTo>
                  <a:pt x="38024" y="210"/>
                </a:moveTo>
                <a:cubicBezTo>
                  <a:pt x="58874" y="210"/>
                  <a:pt x="75838" y="17174"/>
                  <a:pt x="75838" y="38024"/>
                </a:cubicBezTo>
                <a:cubicBezTo>
                  <a:pt x="75838" y="58876"/>
                  <a:pt x="58874" y="75840"/>
                  <a:pt x="38024" y="75840"/>
                </a:cubicBezTo>
                <a:cubicBezTo>
                  <a:pt x="17173" y="75840"/>
                  <a:pt x="209" y="58876"/>
                  <a:pt x="209" y="38024"/>
                </a:cubicBezTo>
                <a:cubicBezTo>
                  <a:pt x="209" y="17174"/>
                  <a:pt x="17173" y="210"/>
                  <a:pt x="38024" y="210"/>
                </a:cubicBezTo>
                <a:close/>
                <a:moveTo>
                  <a:pt x="38024" y="1"/>
                </a:moveTo>
                <a:cubicBezTo>
                  <a:pt x="17058" y="1"/>
                  <a:pt x="0" y="17059"/>
                  <a:pt x="0" y="38024"/>
                </a:cubicBezTo>
                <a:cubicBezTo>
                  <a:pt x="0" y="58992"/>
                  <a:pt x="17058" y="76049"/>
                  <a:pt x="38024" y="76049"/>
                </a:cubicBezTo>
                <a:cubicBezTo>
                  <a:pt x="58989" y="76049"/>
                  <a:pt x="76047" y="58992"/>
                  <a:pt x="76047" y="38024"/>
                </a:cubicBezTo>
                <a:cubicBezTo>
                  <a:pt x="76047" y="17059"/>
                  <a:pt x="58989" y="1"/>
                  <a:pt x="380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9"/>
          <p:cNvSpPr/>
          <p:nvPr/>
        </p:nvSpPr>
        <p:spPr>
          <a:xfrm>
            <a:off x="3991000" y="4608575"/>
            <a:ext cx="1162200" cy="534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9">
            <a:hlinkClick action="ppaction://hlinkshowjump?jump=previousslide"/>
          </p:cNvPr>
          <p:cNvSpPr/>
          <p:nvPr/>
        </p:nvSpPr>
        <p:spPr>
          <a:xfrm>
            <a:off x="4216189" y="4788507"/>
            <a:ext cx="167426" cy="165073"/>
          </a:xfrm>
          <a:custGeom>
            <a:rect b="b" l="l" r="r" t="t"/>
            <a:pathLst>
              <a:path extrusionOk="0" h="71460" w="72479">
                <a:moveTo>
                  <a:pt x="30460" y="22962"/>
                </a:moveTo>
                <a:cubicBezTo>
                  <a:pt x="32555" y="22962"/>
                  <a:pt x="34426" y="25717"/>
                  <a:pt x="32508" y="27634"/>
                </a:cubicBezTo>
                <a:lnTo>
                  <a:pt x="27488" y="32654"/>
                </a:lnTo>
                <a:lnTo>
                  <a:pt x="50693" y="32654"/>
                </a:lnTo>
                <a:cubicBezTo>
                  <a:pt x="52342" y="32654"/>
                  <a:pt x="53724" y="34036"/>
                  <a:pt x="53724" y="35685"/>
                </a:cubicBezTo>
                <a:cubicBezTo>
                  <a:pt x="53724" y="37352"/>
                  <a:pt x="52342" y="38734"/>
                  <a:pt x="50693" y="38734"/>
                </a:cubicBezTo>
                <a:lnTo>
                  <a:pt x="27375" y="38734"/>
                </a:lnTo>
                <a:lnTo>
                  <a:pt x="32280" y="43773"/>
                </a:lnTo>
                <a:cubicBezTo>
                  <a:pt x="34175" y="45712"/>
                  <a:pt x="32302" y="48425"/>
                  <a:pt x="30216" y="48425"/>
                </a:cubicBezTo>
                <a:cubicBezTo>
                  <a:pt x="29590" y="48425"/>
                  <a:pt x="28946" y="48181"/>
                  <a:pt x="28378" y="47600"/>
                </a:cubicBezTo>
                <a:lnTo>
                  <a:pt x="18623" y="37598"/>
                </a:lnTo>
                <a:cubicBezTo>
                  <a:pt x="17580" y="36537"/>
                  <a:pt x="17580" y="34814"/>
                  <a:pt x="18641" y="33753"/>
                </a:cubicBezTo>
                <a:lnTo>
                  <a:pt x="28643" y="23769"/>
                </a:lnTo>
                <a:cubicBezTo>
                  <a:pt x="29208" y="23201"/>
                  <a:pt x="29843" y="22962"/>
                  <a:pt x="30460" y="22962"/>
                </a:cubicBezTo>
                <a:close/>
                <a:moveTo>
                  <a:pt x="35864" y="0"/>
                </a:moveTo>
                <a:cubicBezTo>
                  <a:pt x="26970" y="0"/>
                  <a:pt x="18101" y="3237"/>
                  <a:pt x="11349" y="9562"/>
                </a:cubicBezTo>
                <a:cubicBezTo>
                  <a:pt x="4150" y="16287"/>
                  <a:pt x="1" y="25853"/>
                  <a:pt x="1" y="35685"/>
                </a:cubicBezTo>
                <a:cubicBezTo>
                  <a:pt x="1" y="52336"/>
                  <a:pt x="11973" y="67187"/>
                  <a:pt x="28264" y="70673"/>
                </a:cubicBezTo>
                <a:cubicBezTo>
                  <a:pt x="30724" y="71199"/>
                  <a:pt x="33231" y="71459"/>
                  <a:pt x="35734" y="71459"/>
                </a:cubicBezTo>
                <a:cubicBezTo>
                  <a:pt x="41521" y="71459"/>
                  <a:pt x="47293" y="70069"/>
                  <a:pt x="52436" y="67359"/>
                </a:cubicBezTo>
                <a:cubicBezTo>
                  <a:pt x="59521" y="63626"/>
                  <a:pt x="65262" y="57508"/>
                  <a:pt x="68500" y="50176"/>
                </a:cubicBezTo>
                <a:cubicBezTo>
                  <a:pt x="71892" y="42543"/>
                  <a:pt x="72478" y="33809"/>
                  <a:pt x="70167" y="25797"/>
                </a:cubicBezTo>
                <a:cubicBezTo>
                  <a:pt x="67952" y="18068"/>
                  <a:pt x="63064" y="11210"/>
                  <a:pt x="56528" y="6531"/>
                </a:cubicBezTo>
                <a:cubicBezTo>
                  <a:pt x="50378" y="2150"/>
                  <a:pt x="43113" y="0"/>
                  <a:pt x="3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2702" name="Google Shape;12702;p59">
            <a:hlinkClick action="ppaction://hlinkshowjump?jump=nextslide"/>
          </p:cNvPr>
          <p:cNvSpPr/>
          <p:nvPr/>
        </p:nvSpPr>
        <p:spPr>
          <a:xfrm>
            <a:off x="4760664" y="4788519"/>
            <a:ext cx="167426" cy="165073"/>
          </a:xfrm>
          <a:custGeom>
            <a:rect b="b" l="l" r="r" t="t"/>
            <a:pathLst>
              <a:path extrusionOk="0" h="71460" w="72479">
                <a:moveTo>
                  <a:pt x="42259" y="23045"/>
                </a:moveTo>
                <a:cubicBezTo>
                  <a:pt x="42886" y="23045"/>
                  <a:pt x="43532" y="23291"/>
                  <a:pt x="44101" y="23878"/>
                </a:cubicBezTo>
                <a:lnTo>
                  <a:pt x="53858" y="33862"/>
                </a:lnTo>
                <a:cubicBezTo>
                  <a:pt x="54919" y="34941"/>
                  <a:pt x="54899" y="36646"/>
                  <a:pt x="53838" y="37706"/>
                </a:cubicBezTo>
                <a:lnTo>
                  <a:pt x="43856" y="47690"/>
                </a:lnTo>
                <a:cubicBezTo>
                  <a:pt x="43286" y="48260"/>
                  <a:pt x="42645" y="48500"/>
                  <a:pt x="42024" y="48500"/>
                </a:cubicBezTo>
                <a:cubicBezTo>
                  <a:pt x="39924" y="48500"/>
                  <a:pt x="38061" y="45756"/>
                  <a:pt x="39991" y="43826"/>
                </a:cubicBezTo>
                <a:lnTo>
                  <a:pt x="44992" y="38805"/>
                </a:lnTo>
                <a:lnTo>
                  <a:pt x="21806" y="38805"/>
                </a:lnTo>
                <a:cubicBezTo>
                  <a:pt x="20139" y="38805"/>
                  <a:pt x="18755" y="37423"/>
                  <a:pt x="18755" y="35774"/>
                </a:cubicBezTo>
                <a:cubicBezTo>
                  <a:pt x="18755" y="34127"/>
                  <a:pt x="20139" y="32743"/>
                  <a:pt x="21806" y="32743"/>
                </a:cubicBezTo>
                <a:lnTo>
                  <a:pt x="45124" y="32743"/>
                </a:lnTo>
                <a:lnTo>
                  <a:pt x="40199" y="27686"/>
                </a:lnTo>
                <a:cubicBezTo>
                  <a:pt x="38305" y="25764"/>
                  <a:pt x="40175" y="23045"/>
                  <a:pt x="42259" y="23045"/>
                </a:cubicBezTo>
                <a:close/>
                <a:moveTo>
                  <a:pt x="36745" y="0"/>
                </a:moveTo>
                <a:cubicBezTo>
                  <a:pt x="30959" y="0"/>
                  <a:pt x="25187" y="1391"/>
                  <a:pt x="20043" y="4101"/>
                </a:cubicBezTo>
                <a:cubicBezTo>
                  <a:pt x="12958" y="7834"/>
                  <a:pt x="7219" y="13971"/>
                  <a:pt x="3979" y="21283"/>
                </a:cubicBezTo>
                <a:cubicBezTo>
                  <a:pt x="589" y="28917"/>
                  <a:pt x="1" y="37669"/>
                  <a:pt x="2312" y="45682"/>
                </a:cubicBezTo>
                <a:cubicBezTo>
                  <a:pt x="4529" y="53411"/>
                  <a:pt x="9417" y="60269"/>
                  <a:pt x="15951" y="64929"/>
                </a:cubicBezTo>
                <a:cubicBezTo>
                  <a:pt x="22102" y="69309"/>
                  <a:pt x="29367" y="71459"/>
                  <a:pt x="36616" y="71459"/>
                </a:cubicBezTo>
                <a:cubicBezTo>
                  <a:pt x="45510" y="71459"/>
                  <a:pt x="54379" y="68223"/>
                  <a:pt x="61132" y="61898"/>
                </a:cubicBezTo>
                <a:cubicBezTo>
                  <a:pt x="68331" y="55172"/>
                  <a:pt x="72478" y="45625"/>
                  <a:pt x="72478" y="35774"/>
                </a:cubicBezTo>
                <a:cubicBezTo>
                  <a:pt x="72478" y="19124"/>
                  <a:pt x="60506" y="4272"/>
                  <a:pt x="44215" y="787"/>
                </a:cubicBezTo>
                <a:cubicBezTo>
                  <a:pt x="41755" y="260"/>
                  <a:pt x="39249" y="0"/>
                  <a:pt x="36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2703" name="Google Shape;12703;p59">
            <a:hlinkClick action="ppaction://hlinksldjump" r:id="rId3"/>
          </p:cNvPr>
          <p:cNvSpPr/>
          <p:nvPr/>
        </p:nvSpPr>
        <p:spPr>
          <a:xfrm>
            <a:off x="4475960" y="4744707"/>
            <a:ext cx="247705" cy="246577"/>
          </a:xfrm>
          <a:custGeom>
            <a:rect b="b" l="l" r="r" t="t"/>
            <a:pathLst>
              <a:path extrusionOk="0" h="91156" w="91573">
                <a:moveTo>
                  <a:pt x="18224" y="17352"/>
                </a:moveTo>
                <a:cubicBezTo>
                  <a:pt x="16652" y="17352"/>
                  <a:pt x="15364" y="18640"/>
                  <a:pt x="15364" y="20213"/>
                </a:cubicBezTo>
                <a:cubicBezTo>
                  <a:pt x="15364" y="21785"/>
                  <a:pt x="16652" y="23055"/>
                  <a:pt x="18224" y="23055"/>
                </a:cubicBezTo>
                <a:lnTo>
                  <a:pt x="51546" y="23055"/>
                </a:lnTo>
                <a:cubicBezTo>
                  <a:pt x="53117" y="23055"/>
                  <a:pt x="54387" y="21785"/>
                  <a:pt x="54387" y="20213"/>
                </a:cubicBezTo>
                <a:cubicBezTo>
                  <a:pt x="54387" y="18640"/>
                  <a:pt x="53117" y="17352"/>
                  <a:pt x="51546" y="17352"/>
                </a:cubicBezTo>
                <a:close/>
                <a:moveTo>
                  <a:pt x="18224" y="34269"/>
                </a:moveTo>
                <a:cubicBezTo>
                  <a:pt x="16652" y="34269"/>
                  <a:pt x="15364" y="35538"/>
                  <a:pt x="15364" y="37111"/>
                </a:cubicBezTo>
                <a:cubicBezTo>
                  <a:pt x="15364" y="38682"/>
                  <a:pt x="16652" y="39970"/>
                  <a:pt x="18224" y="39970"/>
                </a:cubicBezTo>
                <a:lnTo>
                  <a:pt x="39725" y="39970"/>
                </a:lnTo>
                <a:cubicBezTo>
                  <a:pt x="41297" y="39970"/>
                  <a:pt x="42585" y="38682"/>
                  <a:pt x="42585" y="37111"/>
                </a:cubicBezTo>
                <a:cubicBezTo>
                  <a:pt x="42585" y="35538"/>
                  <a:pt x="41297" y="34269"/>
                  <a:pt x="39725" y="34269"/>
                </a:cubicBezTo>
                <a:close/>
                <a:moveTo>
                  <a:pt x="18224" y="51185"/>
                </a:moveTo>
                <a:cubicBezTo>
                  <a:pt x="16652" y="51185"/>
                  <a:pt x="15364" y="52455"/>
                  <a:pt x="15364" y="54026"/>
                </a:cubicBezTo>
                <a:cubicBezTo>
                  <a:pt x="15364" y="55600"/>
                  <a:pt x="16652" y="56888"/>
                  <a:pt x="18224" y="56888"/>
                </a:cubicBezTo>
                <a:lnTo>
                  <a:pt x="30556" y="56888"/>
                </a:lnTo>
                <a:cubicBezTo>
                  <a:pt x="32148" y="56888"/>
                  <a:pt x="33416" y="55600"/>
                  <a:pt x="33416" y="54026"/>
                </a:cubicBezTo>
                <a:cubicBezTo>
                  <a:pt x="33416" y="52455"/>
                  <a:pt x="32148" y="51185"/>
                  <a:pt x="30556" y="51185"/>
                </a:cubicBezTo>
                <a:close/>
                <a:moveTo>
                  <a:pt x="57853" y="44327"/>
                </a:moveTo>
                <a:cubicBezTo>
                  <a:pt x="58328" y="44327"/>
                  <a:pt x="58800" y="44347"/>
                  <a:pt x="59275" y="44403"/>
                </a:cubicBezTo>
                <a:cubicBezTo>
                  <a:pt x="62892" y="44764"/>
                  <a:pt x="66132" y="46525"/>
                  <a:pt x="68424" y="49328"/>
                </a:cubicBezTo>
                <a:cubicBezTo>
                  <a:pt x="73141" y="55145"/>
                  <a:pt x="72250" y="63707"/>
                  <a:pt x="66435" y="68423"/>
                </a:cubicBezTo>
                <a:cubicBezTo>
                  <a:pt x="63994" y="70420"/>
                  <a:pt x="60991" y="71468"/>
                  <a:pt x="57879" y="71468"/>
                </a:cubicBezTo>
                <a:cubicBezTo>
                  <a:pt x="57418" y="71468"/>
                  <a:pt x="56954" y="71445"/>
                  <a:pt x="56489" y="71398"/>
                </a:cubicBezTo>
                <a:cubicBezTo>
                  <a:pt x="52890" y="71019"/>
                  <a:pt x="49632" y="69257"/>
                  <a:pt x="47359" y="66453"/>
                </a:cubicBezTo>
                <a:cubicBezTo>
                  <a:pt x="45067" y="63631"/>
                  <a:pt x="44006" y="60108"/>
                  <a:pt x="44385" y="56509"/>
                </a:cubicBezTo>
                <a:cubicBezTo>
                  <a:pt x="44764" y="52890"/>
                  <a:pt x="46507" y="49651"/>
                  <a:pt x="49329" y="47358"/>
                </a:cubicBezTo>
                <a:cubicBezTo>
                  <a:pt x="51773" y="45388"/>
                  <a:pt x="54746" y="44327"/>
                  <a:pt x="57853" y="44327"/>
                </a:cubicBezTo>
                <a:close/>
                <a:moveTo>
                  <a:pt x="18224" y="68102"/>
                </a:moveTo>
                <a:cubicBezTo>
                  <a:pt x="16652" y="68102"/>
                  <a:pt x="15364" y="69371"/>
                  <a:pt x="15364" y="70944"/>
                </a:cubicBezTo>
                <a:cubicBezTo>
                  <a:pt x="15364" y="72515"/>
                  <a:pt x="16652" y="73785"/>
                  <a:pt x="18224" y="73785"/>
                </a:cubicBezTo>
                <a:lnTo>
                  <a:pt x="30556" y="73785"/>
                </a:lnTo>
                <a:cubicBezTo>
                  <a:pt x="32148" y="73785"/>
                  <a:pt x="33416" y="72515"/>
                  <a:pt x="33416" y="70944"/>
                </a:cubicBezTo>
                <a:cubicBezTo>
                  <a:pt x="33416" y="69371"/>
                  <a:pt x="32148" y="68102"/>
                  <a:pt x="30556" y="68102"/>
                </a:cubicBezTo>
                <a:close/>
                <a:moveTo>
                  <a:pt x="77820" y="76627"/>
                </a:moveTo>
                <a:lnTo>
                  <a:pt x="84886" y="83484"/>
                </a:lnTo>
                <a:lnTo>
                  <a:pt x="83522" y="84886"/>
                </a:lnTo>
                <a:lnTo>
                  <a:pt x="76437" y="78028"/>
                </a:lnTo>
                <a:lnTo>
                  <a:pt x="77820" y="76627"/>
                </a:lnTo>
                <a:close/>
                <a:moveTo>
                  <a:pt x="64086" y="5703"/>
                </a:moveTo>
                <a:lnTo>
                  <a:pt x="64086" y="39649"/>
                </a:lnTo>
                <a:cubicBezTo>
                  <a:pt x="62722" y="39195"/>
                  <a:pt x="61321" y="38872"/>
                  <a:pt x="59861" y="38740"/>
                </a:cubicBezTo>
                <a:cubicBezTo>
                  <a:pt x="59186" y="38670"/>
                  <a:pt x="58512" y="38635"/>
                  <a:pt x="57841" y="38635"/>
                </a:cubicBezTo>
                <a:cubicBezTo>
                  <a:pt x="53438" y="38635"/>
                  <a:pt x="49199" y="40133"/>
                  <a:pt x="45729" y="42945"/>
                </a:cubicBezTo>
                <a:cubicBezTo>
                  <a:pt x="41733" y="46184"/>
                  <a:pt x="39251" y="50788"/>
                  <a:pt x="38720" y="55921"/>
                </a:cubicBezTo>
                <a:cubicBezTo>
                  <a:pt x="38190" y="61035"/>
                  <a:pt x="39687" y="66056"/>
                  <a:pt x="42926" y="70053"/>
                </a:cubicBezTo>
                <a:cubicBezTo>
                  <a:pt x="46184" y="74031"/>
                  <a:pt x="50788" y="76531"/>
                  <a:pt x="55903" y="77062"/>
                </a:cubicBezTo>
                <a:cubicBezTo>
                  <a:pt x="56585" y="77119"/>
                  <a:pt x="57247" y="77157"/>
                  <a:pt x="57929" y="77157"/>
                </a:cubicBezTo>
                <a:cubicBezTo>
                  <a:pt x="60032" y="77157"/>
                  <a:pt x="62116" y="76816"/>
                  <a:pt x="64086" y="76134"/>
                </a:cubicBezTo>
                <a:lnTo>
                  <a:pt x="64086" y="85454"/>
                </a:lnTo>
                <a:lnTo>
                  <a:pt x="5683" y="85454"/>
                </a:lnTo>
                <a:lnTo>
                  <a:pt x="5683" y="5703"/>
                </a:lnTo>
                <a:close/>
                <a:moveTo>
                  <a:pt x="2842" y="0"/>
                </a:moveTo>
                <a:cubicBezTo>
                  <a:pt x="1270" y="0"/>
                  <a:pt x="0" y="1270"/>
                  <a:pt x="0" y="2842"/>
                </a:cubicBezTo>
                <a:lnTo>
                  <a:pt x="0" y="88296"/>
                </a:lnTo>
                <a:cubicBezTo>
                  <a:pt x="0" y="89867"/>
                  <a:pt x="1270" y="91155"/>
                  <a:pt x="2842" y="91155"/>
                </a:cubicBezTo>
                <a:lnTo>
                  <a:pt x="66928" y="91155"/>
                </a:lnTo>
                <a:cubicBezTo>
                  <a:pt x="68499" y="91155"/>
                  <a:pt x="69769" y="89867"/>
                  <a:pt x="69769" y="88296"/>
                </a:cubicBezTo>
                <a:lnTo>
                  <a:pt x="69769" y="76721"/>
                </a:lnTo>
                <a:lnTo>
                  <a:pt x="70280" y="77213"/>
                </a:lnTo>
                <a:cubicBezTo>
                  <a:pt x="70204" y="77498"/>
                  <a:pt x="70186" y="77819"/>
                  <a:pt x="70186" y="78122"/>
                </a:cubicBezTo>
                <a:cubicBezTo>
                  <a:pt x="70204" y="79279"/>
                  <a:pt x="70679" y="80377"/>
                  <a:pt x="71512" y="81173"/>
                </a:cubicBezTo>
                <a:lnTo>
                  <a:pt x="80529" y="89925"/>
                </a:lnTo>
                <a:cubicBezTo>
                  <a:pt x="81363" y="90739"/>
                  <a:pt x="82461" y="91155"/>
                  <a:pt x="83540" y="91155"/>
                </a:cubicBezTo>
                <a:cubicBezTo>
                  <a:pt x="84677" y="91155"/>
                  <a:pt x="85814" y="90701"/>
                  <a:pt x="86667" y="89829"/>
                </a:cubicBezTo>
                <a:lnTo>
                  <a:pt x="89905" y="86477"/>
                </a:lnTo>
                <a:cubicBezTo>
                  <a:pt x="91572" y="84753"/>
                  <a:pt x="91535" y="82007"/>
                  <a:pt x="89830" y="80340"/>
                </a:cubicBezTo>
                <a:lnTo>
                  <a:pt x="80813" y="71588"/>
                </a:lnTo>
                <a:cubicBezTo>
                  <a:pt x="79997" y="70809"/>
                  <a:pt x="78928" y="70375"/>
                  <a:pt x="77800" y="70375"/>
                </a:cubicBezTo>
                <a:cubicBezTo>
                  <a:pt x="77776" y="70375"/>
                  <a:pt x="77751" y="70375"/>
                  <a:pt x="77726" y="70375"/>
                </a:cubicBezTo>
                <a:cubicBezTo>
                  <a:pt x="77592" y="70375"/>
                  <a:pt x="77479" y="70375"/>
                  <a:pt x="77365" y="70394"/>
                </a:cubicBezTo>
                <a:lnTo>
                  <a:pt x="74523" y="67610"/>
                </a:lnTo>
                <a:cubicBezTo>
                  <a:pt x="78445" y="60884"/>
                  <a:pt x="78029" y="52132"/>
                  <a:pt x="72838" y="45749"/>
                </a:cubicBezTo>
                <a:cubicBezTo>
                  <a:pt x="71909" y="44612"/>
                  <a:pt x="70886" y="43608"/>
                  <a:pt x="69769" y="42718"/>
                </a:cubicBezTo>
                <a:lnTo>
                  <a:pt x="69769" y="2842"/>
                </a:lnTo>
                <a:cubicBezTo>
                  <a:pt x="69769" y="1270"/>
                  <a:pt x="68499" y="0"/>
                  <a:pt x="66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9"/>
          <p:cNvSpPr txBox="1"/>
          <p:nvPr/>
        </p:nvSpPr>
        <p:spPr>
          <a:xfrm>
            <a:off x="0" y="2472175"/>
            <a:ext cx="2852400" cy="1233000"/>
          </a:xfrm>
          <a:prstGeom prst="rect">
            <a:avLst/>
          </a:prstGeom>
          <a:noFill/>
          <a:ln>
            <a:noFill/>
          </a:ln>
        </p:spPr>
        <p:txBody>
          <a:bodyPr anchorCtr="0" anchor="t" bIns="91425" lIns="91425" spcFirstLastPara="1" rIns="91425" wrap="square" tIns="91425">
            <a:noAutofit/>
          </a:bodyPr>
          <a:lstStyle/>
          <a:p>
            <a:pPr indent="-317500" lvl="0" marL="457200" rtl="0" algn="ctr">
              <a:spcBef>
                <a:spcPts val="0"/>
              </a:spcBef>
              <a:spcAft>
                <a:spcPts val="0"/>
              </a:spcAft>
              <a:buClr>
                <a:schemeClr val="accent2"/>
              </a:buClr>
              <a:buSzPts val="1400"/>
              <a:buFont typeface="Poppins"/>
              <a:buChar char="●"/>
            </a:pPr>
            <a:r>
              <a:rPr b="1" lang="en">
                <a:solidFill>
                  <a:schemeClr val="accent2"/>
                </a:solidFill>
                <a:latin typeface="Poppins"/>
                <a:ea typeface="Poppins"/>
                <a:cs typeface="Poppins"/>
                <a:sym typeface="Poppins"/>
              </a:rPr>
              <a:t>ESP32 microcontroller</a:t>
            </a:r>
            <a:endParaRPr b="1">
              <a:solidFill>
                <a:schemeClr val="accent2"/>
              </a:solidFill>
              <a:latin typeface="Poppins"/>
              <a:ea typeface="Poppins"/>
              <a:cs typeface="Poppins"/>
              <a:sym typeface="Poppins"/>
            </a:endParaRPr>
          </a:p>
          <a:p>
            <a:pPr indent="0" lvl="0" marL="457200" rtl="0" algn="ctr">
              <a:spcBef>
                <a:spcPts val="0"/>
              </a:spcBef>
              <a:spcAft>
                <a:spcPts val="0"/>
              </a:spcAft>
              <a:buNone/>
            </a:pPr>
            <a:r>
              <a:rPr lang="en" sz="1200">
                <a:solidFill>
                  <a:schemeClr val="accent2"/>
                </a:solidFill>
                <a:latin typeface="Poppins Light"/>
                <a:ea typeface="Poppins Light"/>
                <a:cs typeface="Poppins Light"/>
                <a:sym typeface="Poppins Light"/>
              </a:rPr>
              <a:t>Besturings Apparaat</a:t>
            </a:r>
            <a:endParaRPr sz="1200">
              <a:solidFill>
                <a:schemeClr val="accent2"/>
              </a:solidFill>
              <a:latin typeface="Poppins Light"/>
              <a:ea typeface="Poppins Light"/>
              <a:cs typeface="Poppins Light"/>
              <a:sym typeface="Poppins Light"/>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
        <p:nvSpPr>
          <p:cNvPr id="12705" name="Google Shape;12705;p59"/>
          <p:cNvSpPr txBox="1"/>
          <p:nvPr/>
        </p:nvSpPr>
        <p:spPr>
          <a:xfrm>
            <a:off x="1907800" y="3988163"/>
            <a:ext cx="2083200" cy="861600"/>
          </a:xfrm>
          <a:prstGeom prst="rect">
            <a:avLst/>
          </a:prstGeom>
          <a:noFill/>
          <a:ln>
            <a:noFill/>
          </a:ln>
        </p:spPr>
        <p:txBody>
          <a:bodyPr anchorCtr="0" anchor="t" bIns="91425" lIns="91425" spcFirstLastPara="1" rIns="91425" wrap="square" tIns="91425">
            <a:noAutofit/>
          </a:bodyPr>
          <a:lstStyle/>
          <a:p>
            <a:pPr indent="-317500" lvl="0" marL="457200" rtl="0" algn="ctr">
              <a:spcBef>
                <a:spcPts val="0"/>
              </a:spcBef>
              <a:spcAft>
                <a:spcPts val="0"/>
              </a:spcAft>
              <a:buClr>
                <a:schemeClr val="accent2"/>
              </a:buClr>
              <a:buSzPts val="1400"/>
              <a:buFont typeface="Poppins"/>
              <a:buChar char="●"/>
            </a:pPr>
            <a:r>
              <a:rPr b="1" lang="en">
                <a:solidFill>
                  <a:schemeClr val="accent2"/>
                </a:solidFill>
                <a:latin typeface="Poppins"/>
                <a:ea typeface="Poppins"/>
                <a:cs typeface="Poppins"/>
                <a:sym typeface="Poppins"/>
              </a:rPr>
              <a:t>Telefoon kabe</a:t>
            </a:r>
            <a:r>
              <a:rPr b="1" lang="en">
                <a:solidFill>
                  <a:schemeClr val="accent2"/>
                </a:solidFill>
                <a:latin typeface="Poppins"/>
                <a:ea typeface="Poppins"/>
                <a:cs typeface="Poppins"/>
                <a:sym typeface="Poppins"/>
              </a:rPr>
              <a:t>l</a:t>
            </a:r>
            <a:endParaRPr b="1">
              <a:solidFill>
                <a:schemeClr val="accent2"/>
              </a:solidFill>
              <a:latin typeface="Poppins"/>
              <a:ea typeface="Poppins"/>
              <a:cs typeface="Poppins"/>
              <a:sym typeface="Poppins"/>
            </a:endParaRPr>
          </a:p>
          <a:p>
            <a:pPr indent="0" lvl="0" marL="457200" rtl="0" algn="l">
              <a:spcBef>
                <a:spcPts val="0"/>
              </a:spcBef>
              <a:spcAft>
                <a:spcPts val="0"/>
              </a:spcAft>
              <a:buNone/>
            </a:pPr>
            <a:r>
              <a:rPr lang="en" sz="1200">
                <a:solidFill>
                  <a:schemeClr val="accent2"/>
                </a:solidFill>
                <a:latin typeface="Poppins Light"/>
                <a:ea typeface="Poppins Light"/>
                <a:cs typeface="Poppins Light"/>
                <a:sym typeface="Poppins Light"/>
              </a:rPr>
              <a:t>Verbinden van de componenten met het breadboard</a:t>
            </a:r>
            <a:endParaRPr sz="1200">
              <a:solidFill>
                <a:schemeClr val="accent2"/>
              </a:solidFill>
              <a:latin typeface="Poppins Light"/>
              <a:ea typeface="Poppins Light"/>
              <a:cs typeface="Poppins Light"/>
              <a:sym typeface="Poppins Light"/>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a:p>
            <a:pPr indent="0" lvl="0" marL="457200" rtl="0" algn="ctr">
              <a:spcBef>
                <a:spcPts val="0"/>
              </a:spcBef>
              <a:spcAft>
                <a:spcPts val="0"/>
              </a:spcAft>
              <a:buNone/>
            </a:pPr>
            <a:r>
              <a:t/>
            </a:r>
            <a:endParaRPr sz="1200">
              <a:solidFill>
                <a:schemeClr val="accent2"/>
              </a:solidFill>
              <a:latin typeface="Poppins Light"/>
              <a:ea typeface="Poppins Light"/>
              <a:cs typeface="Poppins Light"/>
              <a:sym typeface="Poppins Light"/>
            </a:endParaRPr>
          </a:p>
          <a:p>
            <a:pPr indent="0" lvl="0" marL="457200" rtl="0" algn="ctr">
              <a:spcBef>
                <a:spcPts val="0"/>
              </a:spcBef>
              <a:spcAft>
                <a:spcPts val="0"/>
              </a:spcAft>
              <a:buNone/>
            </a:pPr>
            <a:r>
              <a:t/>
            </a:r>
            <a:endParaRPr sz="1200">
              <a:solidFill>
                <a:schemeClr val="accent2"/>
              </a:solidFill>
              <a:latin typeface="Poppins Light"/>
              <a:ea typeface="Poppins Light"/>
              <a:cs typeface="Poppins Light"/>
              <a:sym typeface="Poppins Light"/>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
        <p:nvSpPr>
          <p:cNvPr id="12706" name="Google Shape;12706;p59"/>
          <p:cNvSpPr txBox="1"/>
          <p:nvPr/>
        </p:nvSpPr>
        <p:spPr>
          <a:xfrm>
            <a:off x="3340250" y="2387963"/>
            <a:ext cx="2215200" cy="1233000"/>
          </a:xfrm>
          <a:prstGeom prst="rect">
            <a:avLst/>
          </a:prstGeom>
          <a:noFill/>
          <a:ln>
            <a:noFill/>
          </a:ln>
        </p:spPr>
        <p:txBody>
          <a:bodyPr anchorCtr="0" anchor="t" bIns="91425" lIns="91425" spcFirstLastPara="1" rIns="91425" wrap="square" tIns="91425">
            <a:noAutofit/>
          </a:bodyPr>
          <a:lstStyle/>
          <a:p>
            <a:pPr indent="-317500" lvl="0" marL="457200" rtl="0" algn="ctr">
              <a:spcBef>
                <a:spcPts val="0"/>
              </a:spcBef>
              <a:spcAft>
                <a:spcPts val="0"/>
              </a:spcAft>
              <a:buClr>
                <a:schemeClr val="accent2"/>
              </a:buClr>
              <a:buSzPts val="1400"/>
              <a:buFont typeface="Poppins"/>
              <a:buChar char="●"/>
            </a:pPr>
            <a:r>
              <a:rPr b="1" lang="en">
                <a:solidFill>
                  <a:schemeClr val="accent2"/>
                </a:solidFill>
                <a:latin typeface="Poppins"/>
                <a:ea typeface="Poppins"/>
                <a:cs typeface="Poppins"/>
                <a:sym typeface="Poppins"/>
              </a:rPr>
              <a:t>8051 MCU</a:t>
            </a:r>
            <a:endParaRPr b="1">
              <a:solidFill>
                <a:schemeClr val="accent2"/>
              </a:solidFill>
              <a:latin typeface="Poppins"/>
              <a:ea typeface="Poppins"/>
              <a:cs typeface="Poppins"/>
              <a:sym typeface="Poppins"/>
            </a:endParaRPr>
          </a:p>
          <a:p>
            <a:pPr indent="0" lvl="0" marL="457200" rtl="0" algn="l">
              <a:spcBef>
                <a:spcPts val="0"/>
              </a:spcBef>
              <a:spcAft>
                <a:spcPts val="0"/>
              </a:spcAft>
              <a:buNone/>
            </a:pPr>
            <a:r>
              <a:rPr lang="en" sz="1200">
                <a:solidFill>
                  <a:schemeClr val="accent2"/>
                </a:solidFill>
                <a:latin typeface="Poppins Light"/>
                <a:ea typeface="Poppins Light"/>
                <a:cs typeface="Poppins Light"/>
                <a:sym typeface="Poppins Light"/>
              </a:rPr>
              <a:t>Besturings apparaat</a:t>
            </a:r>
            <a:endParaRPr sz="1200">
              <a:solidFill>
                <a:schemeClr val="accent2"/>
              </a:solidFill>
              <a:latin typeface="Poppins Light"/>
              <a:ea typeface="Poppins Light"/>
              <a:cs typeface="Poppins Light"/>
              <a:sym typeface="Poppins Light"/>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pic>
        <p:nvPicPr>
          <p:cNvPr id="12707" name="Google Shape;12707;p59"/>
          <p:cNvPicPr preferRelativeResize="0"/>
          <p:nvPr/>
        </p:nvPicPr>
        <p:blipFill rotWithShape="1">
          <a:blip r:embed="rId4">
            <a:alphaModFix/>
          </a:blip>
          <a:srcRect b="7604" l="0" r="0" t="0"/>
          <a:stretch/>
        </p:blipFill>
        <p:spPr>
          <a:xfrm>
            <a:off x="799675" y="1378500"/>
            <a:ext cx="1425700" cy="974125"/>
          </a:xfrm>
          <a:prstGeom prst="rect">
            <a:avLst/>
          </a:prstGeom>
          <a:noFill/>
          <a:ln>
            <a:noFill/>
          </a:ln>
        </p:spPr>
      </p:pic>
      <p:pic>
        <p:nvPicPr>
          <p:cNvPr id="12708" name="Google Shape;12708;p59"/>
          <p:cNvPicPr preferRelativeResize="0"/>
          <p:nvPr/>
        </p:nvPicPr>
        <p:blipFill>
          <a:blip r:embed="rId5">
            <a:alphaModFix/>
          </a:blip>
          <a:stretch>
            <a:fillRect/>
          </a:stretch>
        </p:blipFill>
        <p:spPr>
          <a:xfrm>
            <a:off x="4085037" y="1339031"/>
            <a:ext cx="974125" cy="974125"/>
          </a:xfrm>
          <a:prstGeom prst="rect">
            <a:avLst/>
          </a:prstGeom>
          <a:noFill/>
          <a:ln>
            <a:noFill/>
          </a:ln>
        </p:spPr>
      </p:pic>
      <p:pic>
        <p:nvPicPr>
          <p:cNvPr id="12709" name="Google Shape;12709;p59"/>
          <p:cNvPicPr preferRelativeResize="0"/>
          <p:nvPr/>
        </p:nvPicPr>
        <p:blipFill>
          <a:blip r:embed="rId6">
            <a:alphaModFix/>
          </a:blip>
          <a:stretch>
            <a:fillRect/>
          </a:stretch>
        </p:blipFill>
        <p:spPr>
          <a:xfrm>
            <a:off x="7358700" y="962275"/>
            <a:ext cx="1425700" cy="1425700"/>
          </a:xfrm>
          <a:prstGeom prst="rect">
            <a:avLst/>
          </a:prstGeom>
          <a:noFill/>
          <a:ln>
            <a:noFill/>
          </a:ln>
        </p:spPr>
      </p:pic>
      <p:pic>
        <p:nvPicPr>
          <p:cNvPr id="12710" name="Google Shape;12710;p59"/>
          <p:cNvPicPr preferRelativeResize="0"/>
          <p:nvPr/>
        </p:nvPicPr>
        <p:blipFill>
          <a:blip r:embed="rId7">
            <a:alphaModFix/>
          </a:blip>
          <a:stretch>
            <a:fillRect/>
          </a:stretch>
        </p:blipFill>
        <p:spPr>
          <a:xfrm>
            <a:off x="2466600" y="2742550"/>
            <a:ext cx="1425700" cy="1140560"/>
          </a:xfrm>
          <a:prstGeom prst="rect">
            <a:avLst/>
          </a:prstGeom>
          <a:noFill/>
          <a:ln>
            <a:noFill/>
          </a:ln>
        </p:spPr>
      </p:pic>
      <p:pic>
        <p:nvPicPr>
          <p:cNvPr id="12711" name="Google Shape;12711;p59"/>
          <p:cNvPicPr preferRelativeResize="0"/>
          <p:nvPr/>
        </p:nvPicPr>
        <p:blipFill>
          <a:blip r:embed="rId8">
            <a:alphaModFix/>
          </a:blip>
          <a:stretch>
            <a:fillRect/>
          </a:stretch>
        </p:blipFill>
        <p:spPr>
          <a:xfrm>
            <a:off x="6012363" y="3014050"/>
            <a:ext cx="1300512" cy="974125"/>
          </a:xfrm>
          <a:prstGeom prst="rect">
            <a:avLst/>
          </a:prstGeom>
          <a:noFill/>
          <a:ln>
            <a:noFill/>
          </a:ln>
        </p:spPr>
      </p:pic>
      <p:sp>
        <p:nvSpPr>
          <p:cNvPr id="12712" name="Google Shape;12712;p59"/>
          <p:cNvSpPr txBox="1"/>
          <p:nvPr/>
        </p:nvSpPr>
        <p:spPr>
          <a:xfrm>
            <a:off x="5621025" y="3988163"/>
            <a:ext cx="2083200" cy="861600"/>
          </a:xfrm>
          <a:prstGeom prst="rect">
            <a:avLst/>
          </a:prstGeom>
          <a:noFill/>
          <a:ln>
            <a:noFill/>
          </a:ln>
        </p:spPr>
        <p:txBody>
          <a:bodyPr anchorCtr="0" anchor="t" bIns="91425" lIns="91425" spcFirstLastPara="1" rIns="91425" wrap="square" tIns="91425">
            <a:noAutofit/>
          </a:bodyPr>
          <a:lstStyle/>
          <a:p>
            <a:pPr indent="-317500" lvl="0" marL="457200" rtl="0" algn="ctr">
              <a:spcBef>
                <a:spcPts val="0"/>
              </a:spcBef>
              <a:spcAft>
                <a:spcPts val="0"/>
              </a:spcAft>
              <a:buClr>
                <a:schemeClr val="accent2"/>
              </a:buClr>
              <a:buSzPts val="1400"/>
              <a:buFont typeface="Poppins"/>
              <a:buChar char="●"/>
            </a:pPr>
            <a:r>
              <a:rPr b="1" lang="en">
                <a:solidFill>
                  <a:schemeClr val="accent2"/>
                </a:solidFill>
                <a:latin typeface="Poppins"/>
                <a:ea typeface="Poppins"/>
                <a:cs typeface="Poppins"/>
                <a:sym typeface="Poppins"/>
              </a:rPr>
              <a:t>Jump wires</a:t>
            </a:r>
            <a:endParaRPr b="1">
              <a:solidFill>
                <a:schemeClr val="accent2"/>
              </a:solidFill>
              <a:latin typeface="Poppins"/>
              <a:ea typeface="Poppins"/>
              <a:cs typeface="Poppins"/>
              <a:sym typeface="Poppins"/>
            </a:endParaRPr>
          </a:p>
          <a:p>
            <a:pPr indent="0" lvl="0" marL="457200" rtl="0" algn="l">
              <a:spcBef>
                <a:spcPts val="0"/>
              </a:spcBef>
              <a:spcAft>
                <a:spcPts val="0"/>
              </a:spcAft>
              <a:buNone/>
            </a:pPr>
            <a:r>
              <a:rPr lang="en" sz="1200">
                <a:solidFill>
                  <a:schemeClr val="accent2"/>
                </a:solidFill>
                <a:latin typeface="Poppins Light"/>
                <a:ea typeface="Poppins Light"/>
                <a:cs typeface="Poppins Light"/>
                <a:sym typeface="Poppins Light"/>
              </a:rPr>
              <a:t>Verbinden van de componenten met het breadboard</a:t>
            </a:r>
            <a:endParaRPr sz="1200">
              <a:solidFill>
                <a:schemeClr val="accent2"/>
              </a:solidFill>
              <a:latin typeface="Poppins Light"/>
              <a:ea typeface="Poppins Light"/>
              <a:cs typeface="Poppins Light"/>
              <a:sym typeface="Poppins Light"/>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
        <p:nvSpPr>
          <p:cNvPr id="12713" name="Google Shape;12713;p59"/>
          <p:cNvSpPr txBox="1"/>
          <p:nvPr/>
        </p:nvSpPr>
        <p:spPr>
          <a:xfrm>
            <a:off x="6975800" y="2302463"/>
            <a:ext cx="2083200" cy="861600"/>
          </a:xfrm>
          <a:prstGeom prst="rect">
            <a:avLst/>
          </a:prstGeom>
          <a:noFill/>
          <a:ln>
            <a:noFill/>
          </a:ln>
        </p:spPr>
        <p:txBody>
          <a:bodyPr anchorCtr="0" anchor="t" bIns="91425" lIns="91425" spcFirstLastPara="1" rIns="91425" wrap="square" tIns="91425">
            <a:noAutofit/>
          </a:bodyPr>
          <a:lstStyle/>
          <a:p>
            <a:pPr indent="-317500" lvl="0" marL="457200" rtl="0" algn="ctr">
              <a:spcBef>
                <a:spcPts val="0"/>
              </a:spcBef>
              <a:spcAft>
                <a:spcPts val="0"/>
              </a:spcAft>
              <a:buClr>
                <a:schemeClr val="accent2"/>
              </a:buClr>
              <a:buSzPts val="1400"/>
              <a:buFont typeface="Poppins"/>
              <a:buChar char="●"/>
            </a:pPr>
            <a:r>
              <a:rPr b="1" lang="en">
                <a:solidFill>
                  <a:schemeClr val="accent2"/>
                </a:solidFill>
                <a:latin typeface="Poppins"/>
                <a:ea typeface="Poppins"/>
                <a:cs typeface="Poppins"/>
                <a:sym typeface="Poppins"/>
              </a:rPr>
              <a:t>Breadboard</a:t>
            </a:r>
            <a:endParaRPr b="1">
              <a:solidFill>
                <a:schemeClr val="accent2"/>
              </a:solidFill>
              <a:latin typeface="Poppins"/>
              <a:ea typeface="Poppins"/>
              <a:cs typeface="Poppins"/>
              <a:sym typeface="Poppins"/>
            </a:endParaRPr>
          </a:p>
          <a:p>
            <a:pPr indent="0" lvl="0" marL="457200" rtl="0" algn="ctr">
              <a:spcBef>
                <a:spcPts val="0"/>
              </a:spcBef>
              <a:spcAft>
                <a:spcPts val="0"/>
              </a:spcAft>
              <a:buNone/>
            </a:pPr>
            <a:r>
              <a:t/>
            </a:r>
            <a:endParaRPr sz="1200">
              <a:solidFill>
                <a:schemeClr val="accent2"/>
              </a:solidFill>
              <a:latin typeface="Poppins Light"/>
              <a:ea typeface="Poppins Light"/>
              <a:cs typeface="Poppins Light"/>
              <a:sym typeface="Poppins Light"/>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
        <p:nvSpPr>
          <p:cNvPr id="12714" name="Google Shape;12714;p5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12715" name="Google Shape;12715;p59"/>
          <p:cNvSpPr txBox="1"/>
          <p:nvPr/>
        </p:nvSpPr>
        <p:spPr>
          <a:xfrm>
            <a:off x="79850" y="182600"/>
            <a:ext cx="1071900" cy="77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3500">
                <a:solidFill>
                  <a:schemeClr val="accent2"/>
                </a:solidFill>
                <a:latin typeface="Poppins"/>
                <a:ea typeface="Poppins"/>
                <a:cs typeface="Poppins"/>
                <a:sym typeface="Poppins"/>
              </a:rPr>
              <a:t>03.</a:t>
            </a:r>
            <a:endParaRPr b="1" sz="3500">
              <a:solidFill>
                <a:schemeClr val="accent2"/>
              </a:solidFill>
              <a:latin typeface="Poppins"/>
              <a:ea typeface="Poppins"/>
              <a:cs typeface="Poppins"/>
              <a:sym typeface="Poppins"/>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19" name="Shape 12719"/>
        <p:cNvGrpSpPr/>
        <p:nvPr/>
      </p:nvGrpSpPr>
      <p:grpSpPr>
        <a:xfrm>
          <a:off x="0" y="0"/>
          <a:ext cx="0" cy="0"/>
          <a:chOff x="0" y="0"/>
          <a:chExt cx="0" cy="0"/>
        </a:xfrm>
      </p:grpSpPr>
      <p:sp>
        <p:nvSpPr>
          <p:cNvPr id="12720" name="Google Shape;12720;p60"/>
          <p:cNvSpPr txBox="1"/>
          <p:nvPr>
            <p:ph type="title"/>
          </p:nvPr>
        </p:nvSpPr>
        <p:spPr>
          <a:xfrm>
            <a:off x="3333750" y="447325"/>
            <a:ext cx="6200100" cy="89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Componenten</a:t>
            </a:r>
            <a:endParaRPr/>
          </a:p>
          <a:p>
            <a:pPr indent="0" lvl="0" marL="0" rtl="0" algn="l">
              <a:spcBef>
                <a:spcPts val="0"/>
              </a:spcBef>
              <a:spcAft>
                <a:spcPts val="0"/>
              </a:spcAft>
              <a:buNone/>
            </a:pPr>
            <a:r>
              <a:rPr lang="en"/>
              <a:t>          </a:t>
            </a:r>
            <a:r>
              <a:rPr lang="en" sz="1600"/>
              <a:t>   </a:t>
            </a:r>
            <a:r>
              <a:rPr b="0" lang="en" sz="1600"/>
              <a:t>Sensoren</a:t>
            </a:r>
            <a:endParaRPr b="0" sz="1600"/>
          </a:p>
        </p:txBody>
      </p:sp>
      <p:grpSp>
        <p:nvGrpSpPr>
          <p:cNvPr id="12721" name="Google Shape;12721;p60"/>
          <p:cNvGrpSpPr/>
          <p:nvPr/>
        </p:nvGrpSpPr>
        <p:grpSpPr>
          <a:xfrm>
            <a:off x="5650074" y="663153"/>
            <a:ext cx="1223788" cy="21378"/>
            <a:chOff x="3096700" y="3484425"/>
            <a:chExt cx="719875" cy="12575"/>
          </a:xfrm>
        </p:grpSpPr>
        <p:sp>
          <p:nvSpPr>
            <p:cNvPr id="12722" name="Google Shape;12722;p60"/>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0"/>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0"/>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0"/>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0"/>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0"/>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0"/>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0"/>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0"/>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0"/>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60"/>
          <p:cNvGrpSpPr/>
          <p:nvPr/>
        </p:nvGrpSpPr>
        <p:grpSpPr>
          <a:xfrm>
            <a:off x="2567571" y="675728"/>
            <a:ext cx="1223745" cy="21378"/>
            <a:chOff x="2940000" y="3484425"/>
            <a:chExt cx="719850" cy="12575"/>
          </a:xfrm>
        </p:grpSpPr>
        <p:sp>
          <p:nvSpPr>
            <p:cNvPr id="12733" name="Google Shape;12733;p60"/>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0"/>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0"/>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0"/>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0"/>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0"/>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0"/>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0"/>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0"/>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0"/>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3" name="Google Shape;12743;p60"/>
          <p:cNvSpPr/>
          <p:nvPr/>
        </p:nvSpPr>
        <p:spPr>
          <a:xfrm>
            <a:off x="7276197" y="4490775"/>
            <a:ext cx="3232040" cy="3232125"/>
          </a:xfrm>
          <a:custGeom>
            <a:rect b="b" l="l" r="r" t="t"/>
            <a:pathLst>
              <a:path extrusionOk="0" h="76050" w="76048">
                <a:moveTo>
                  <a:pt x="38024" y="210"/>
                </a:moveTo>
                <a:cubicBezTo>
                  <a:pt x="58874" y="210"/>
                  <a:pt x="75838" y="17174"/>
                  <a:pt x="75838" y="38024"/>
                </a:cubicBezTo>
                <a:cubicBezTo>
                  <a:pt x="75838" y="58876"/>
                  <a:pt x="58874" y="75840"/>
                  <a:pt x="38024" y="75840"/>
                </a:cubicBezTo>
                <a:cubicBezTo>
                  <a:pt x="17173" y="75840"/>
                  <a:pt x="209" y="58876"/>
                  <a:pt x="209" y="38024"/>
                </a:cubicBezTo>
                <a:cubicBezTo>
                  <a:pt x="209" y="17174"/>
                  <a:pt x="17173" y="210"/>
                  <a:pt x="38024" y="210"/>
                </a:cubicBezTo>
                <a:close/>
                <a:moveTo>
                  <a:pt x="38024" y="1"/>
                </a:moveTo>
                <a:cubicBezTo>
                  <a:pt x="17058" y="1"/>
                  <a:pt x="0" y="17059"/>
                  <a:pt x="0" y="38024"/>
                </a:cubicBezTo>
                <a:cubicBezTo>
                  <a:pt x="0" y="58992"/>
                  <a:pt x="17058" y="76049"/>
                  <a:pt x="38024" y="76049"/>
                </a:cubicBezTo>
                <a:cubicBezTo>
                  <a:pt x="58989" y="76049"/>
                  <a:pt x="76047" y="58992"/>
                  <a:pt x="76047" y="38024"/>
                </a:cubicBezTo>
                <a:cubicBezTo>
                  <a:pt x="76047" y="17059"/>
                  <a:pt x="58989" y="1"/>
                  <a:pt x="380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4" name="Google Shape;12744;p60"/>
          <p:cNvGrpSpPr/>
          <p:nvPr/>
        </p:nvGrpSpPr>
        <p:grpSpPr>
          <a:xfrm>
            <a:off x="-821976" y="-644174"/>
            <a:ext cx="1801489" cy="1763922"/>
            <a:chOff x="236475" y="527300"/>
            <a:chExt cx="1124525" cy="1101075"/>
          </a:xfrm>
        </p:grpSpPr>
        <p:sp>
          <p:nvSpPr>
            <p:cNvPr id="12745" name="Google Shape;12745;p60"/>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0"/>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0"/>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0"/>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0"/>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0"/>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0"/>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0"/>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0"/>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0"/>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0"/>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0"/>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0"/>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0"/>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0"/>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0"/>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0"/>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0"/>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0"/>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0"/>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0"/>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0"/>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0"/>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0"/>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0"/>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0"/>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0"/>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0"/>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0"/>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0"/>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0"/>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0"/>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0"/>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0"/>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0"/>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0"/>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0"/>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0"/>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0"/>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0"/>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0"/>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0"/>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0"/>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0"/>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0"/>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0"/>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0"/>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0"/>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0"/>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0"/>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0"/>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0"/>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0"/>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0"/>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0"/>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0"/>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0"/>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0"/>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0"/>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0"/>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0"/>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0"/>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0"/>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0"/>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0"/>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0"/>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0"/>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0"/>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0"/>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0"/>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0"/>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0"/>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0"/>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0"/>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0"/>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0"/>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0"/>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0"/>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0"/>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0"/>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0"/>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0"/>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0"/>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0"/>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0"/>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0"/>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0"/>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0"/>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0"/>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0"/>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0"/>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0"/>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0"/>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0"/>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0"/>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0"/>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0"/>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0"/>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0"/>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0"/>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0"/>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0"/>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0"/>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0"/>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0"/>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0"/>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0"/>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0"/>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0"/>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0"/>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0"/>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0"/>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0"/>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0"/>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0"/>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0"/>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0"/>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0"/>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0"/>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0"/>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0"/>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0"/>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0"/>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0"/>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0"/>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0"/>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0"/>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0"/>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0"/>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0"/>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0"/>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0"/>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0"/>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0"/>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0"/>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0"/>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0"/>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0"/>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0"/>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0"/>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0"/>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0"/>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0"/>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0"/>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0"/>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0"/>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0"/>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0"/>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0"/>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0"/>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0"/>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0"/>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0"/>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0"/>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0"/>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0"/>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0"/>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0"/>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0"/>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0"/>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0"/>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0"/>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0"/>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0"/>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0"/>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0"/>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0"/>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0"/>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0"/>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0"/>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0"/>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0"/>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0"/>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0"/>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0"/>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0"/>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0"/>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0"/>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0"/>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0"/>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0"/>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0"/>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0"/>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0"/>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0"/>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0"/>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0"/>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0"/>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0"/>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0"/>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0"/>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0"/>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0"/>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0"/>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0"/>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0"/>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0"/>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0"/>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0"/>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0"/>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0"/>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0"/>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0"/>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0"/>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0"/>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0"/>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0"/>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0"/>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0"/>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0"/>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0"/>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0"/>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0"/>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0"/>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0"/>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0"/>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0"/>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0"/>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0"/>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0"/>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0"/>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0"/>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0"/>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0"/>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0"/>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0"/>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0"/>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0"/>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0"/>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0"/>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0"/>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0"/>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0"/>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0"/>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0"/>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0"/>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0"/>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0"/>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0"/>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0"/>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0"/>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0"/>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0"/>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0"/>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0"/>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0"/>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0"/>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0"/>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0"/>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0"/>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0"/>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0"/>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0"/>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0"/>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0"/>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0"/>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0"/>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0"/>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0"/>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0"/>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0"/>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0"/>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0"/>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0"/>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0"/>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0"/>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0"/>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0"/>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0"/>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0"/>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0"/>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0"/>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0"/>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0"/>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0"/>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0"/>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0"/>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0"/>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0"/>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0"/>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0"/>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0"/>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0"/>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0"/>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0"/>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0"/>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0"/>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0"/>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0"/>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0"/>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0"/>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0"/>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0"/>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0"/>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0"/>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0"/>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0"/>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0"/>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0"/>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0"/>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0"/>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0"/>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0"/>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0"/>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0"/>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0"/>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0"/>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0"/>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0"/>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0"/>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0"/>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0"/>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0"/>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0"/>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0"/>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0"/>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0"/>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0"/>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0"/>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0"/>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0"/>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0"/>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0"/>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0"/>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0"/>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0"/>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0"/>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0"/>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0"/>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0"/>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0"/>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0"/>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0"/>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0"/>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0"/>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0"/>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0"/>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0"/>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0"/>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0"/>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0"/>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0"/>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0"/>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0"/>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0"/>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0"/>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0"/>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0"/>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0"/>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0"/>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0"/>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0"/>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0"/>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0"/>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0"/>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0"/>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0"/>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0"/>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0"/>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0"/>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0"/>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0"/>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0"/>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0"/>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0"/>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0"/>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0"/>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0"/>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0"/>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0"/>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0"/>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0"/>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0"/>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0"/>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0"/>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0"/>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0"/>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0"/>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0"/>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0"/>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0"/>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0"/>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0"/>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0"/>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0"/>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0"/>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0"/>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0"/>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0"/>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0"/>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0"/>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0"/>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0"/>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0"/>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0"/>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0"/>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0"/>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0"/>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0"/>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0"/>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0"/>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0"/>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0"/>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0"/>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0"/>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0"/>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0"/>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0"/>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0"/>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0"/>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0"/>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0"/>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0"/>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0"/>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0"/>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0"/>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0"/>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0"/>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0"/>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0"/>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0"/>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0"/>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0"/>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0"/>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0"/>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0"/>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0"/>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0"/>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0"/>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0"/>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0"/>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0"/>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0"/>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0"/>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0"/>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0"/>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0"/>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0"/>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0"/>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0"/>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0"/>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0"/>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0"/>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0"/>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0"/>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0"/>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0"/>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0"/>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0"/>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0"/>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0"/>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0"/>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0"/>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0"/>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0"/>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0"/>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0"/>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0"/>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0"/>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0"/>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0"/>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0"/>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0"/>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0"/>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0"/>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0"/>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0"/>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0"/>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0"/>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0"/>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0"/>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0"/>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0"/>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0"/>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0"/>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0"/>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0"/>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0"/>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0"/>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0"/>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0"/>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0"/>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0"/>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0"/>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0"/>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0"/>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0"/>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0"/>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0"/>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0"/>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0"/>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0"/>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0"/>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0"/>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0"/>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0"/>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0"/>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0"/>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0"/>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0"/>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0"/>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0"/>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0"/>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0"/>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0"/>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0"/>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0"/>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0"/>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0"/>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0"/>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0"/>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0"/>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0"/>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0"/>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0"/>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0"/>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0"/>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0"/>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0"/>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0"/>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0"/>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0"/>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0"/>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0"/>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0"/>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0"/>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0"/>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0"/>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0"/>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0"/>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0"/>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0"/>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0"/>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0"/>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0"/>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0"/>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0"/>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0"/>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0"/>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0"/>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0"/>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0"/>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0"/>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0"/>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0"/>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0"/>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0"/>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0"/>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0"/>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0"/>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0"/>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0"/>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0"/>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0"/>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0"/>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0"/>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0"/>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0"/>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0"/>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0"/>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0"/>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0"/>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0"/>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0"/>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0"/>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0"/>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0"/>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0"/>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0"/>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0"/>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0"/>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0"/>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0"/>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0"/>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0"/>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0"/>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0"/>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0"/>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0"/>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0"/>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0"/>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0"/>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0"/>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0"/>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0"/>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0"/>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0"/>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0"/>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0"/>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0"/>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0"/>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0"/>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0"/>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0"/>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0"/>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0"/>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0"/>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0"/>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0"/>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0"/>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0"/>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0"/>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0"/>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0"/>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0"/>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0"/>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0"/>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0"/>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0"/>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0"/>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0"/>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0"/>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0"/>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0"/>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0"/>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0"/>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0"/>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0"/>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0"/>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0"/>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0"/>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0"/>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0"/>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0"/>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0"/>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0"/>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0"/>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0"/>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0"/>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0"/>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0"/>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0"/>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0"/>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0"/>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0"/>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0"/>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0"/>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0"/>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0"/>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0"/>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0"/>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0"/>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0"/>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0"/>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0"/>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0"/>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0"/>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0"/>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0"/>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0"/>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0"/>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0"/>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0"/>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0"/>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0"/>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0"/>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0"/>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0"/>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0"/>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0"/>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0"/>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0"/>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0"/>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0"/>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0"/>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0"/>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0"/>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0"/>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0"/>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0"/>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0"/>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0"/>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0"/>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0"/>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0"/>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0"/>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0"/>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0"/>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0"/>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0"/>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0"/>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0"/>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0"/>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0"/>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0"/>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0"/>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0"/>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0"/>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0"/>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0"/>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0"/>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0"/>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0"/>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0"/>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0"/>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0"/>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0"/>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0"/>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0"/>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0"/>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0"/>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0"/>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0"/>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0"/>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0"/>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0"/>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0"/>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0"/>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0"/>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0"/>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0"/>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0"/>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0"/>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0"/>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0"/>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0"/>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0"/>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0"/>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0"/>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0"/>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0"/>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0"/>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0"/>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0"/>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0"/>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0"/>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0"/>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0"/>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0"/>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0"/>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0"/>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0"/>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0"/>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0"/>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9" name="Google Shape;13479;p60"/>
          <p:cNvSpPr/>
          <p:nvPr/>
        </p:nvSpPr>
        <p:spPr>
          <a:xfrm>
            <a:off x="-2730203" y="-929650"/>
            <a:ext cx="3232040" cy="3232125"/>
          </a:xfrm>
          <a:custGeom>
            <a:rect b="b" l="l" r="r" t="t"/>
            <a:pathLst>
              <a:path extrusionOk="0" h="76050" w="76048">
                <a:moveTo>
                  <a:pt x="38024" y="210"/>
                </a:moveTo>
                <a:cubicBezTo>
                  <a:pt x="58874" y="210"/>
                  <a:pt x="75838" y="17174"/>
                  <a:pt x="75838" y="38024"/>
                </a:cubicBezTo>
                <a:cubicBezTo>
                  <a:pt x="75838" y="58876"/>
                  <a:pt x="58874" y="75840"/>
                  <a:pt x="38024" y="75840"/>
                </a:cubicBezTo>
                <a:cubicBezTo>
                  <a:pt x="17173" y="75840"/>
                  <a:pt x="209" y="58876"/>
                  <a:pt x="209" y="38024"/>
                </a:cubicBezTo>
                <a:cubicBezTo>
                  <a:pt x="209" y="17174"/>
                  <a:pt x="17173" y="210"/>
                  <a:pt x="38024" y="210"/>
                </a:cubicBezTo>
                <a:close/>
                <a:moveTo>
                  <a:pt x="38024" y="1"/>
                </a:moveTo>
                <a:cubicBezTo>
                  <a:pt x="17058" y="1"/>
                  <a:pt x="0" y="17059"/>
                  <a:pt x="0" y="38024"/>
                </a:cubicBezTo>
                <a:cubicBezTo>
                  <a:pt x="0" y="58992"/>
                  <a:pt x="17058" y="76049"/>
                  <a:pt x="38024" y="76049"/>
                </a:cubicBezTo>
                <a:cubicBezTo>
                  <a:pt x="58989" y="76049"/>
                  <a:pt x="76047" y="58992"/>
                  <a:pt x="76047" y="38024"/>
                </a:cubicBezTo>
                <a:cubicBezTo>
                  <a:pt x="76047" y="17059"/>
                  <a:pt x="58989" y="1"/>
                  <a:pt x="380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0"/>
          <p:cNvSpPr/>
          <p:nvPr/>
        </p:nvSpPr>
        <p:spPr>
          <a:xfrm>
            <a:off x="3991000" y="4608575"/>
            <a:ext cx="1162200" cy="534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0">
            <a:hlinkClick action="ppaction://hlinkshowjump?jump=previousslide"/>
          </p:cNvPr>
          <p:cNvSpPr/>
          <p:nvPr/>
        </p:nvSpPr>
        <p:spPr>
          <a:xfrm>
            <a:off x="4216189" y="4788507"/>
            <a:ext cx="167426" cy="165073"/>
          </a:xfrm>
          <a:custGeom>
            <a:rect b="b" l="l" r="r" t="t"/>
            <a:pathLst>
              <a:path extrusionOk="0" h="71460" w="72479">
                <a:moveTo>
                  <a:pt x="30460" y="22962"/>
                </a:moveTo>
                <a:cubicBezTo>
                  <a:pt x="32555" y="22962"/>
                  <a:pt x="34426" y="25717"/>
                  <a:pt x="32508" y="27634"/>
                </a:cubicBezTo>
                <a:lnTo>
                  <a:pt x="27488" y="32654"/>
                </a:lnTo>
                <a:lnTo>
                  <a:pt x="50693" y="32654"/>
                </a:lnTo>
                <a:cubicBezTo>
                  <a:pt x="52342" y="32654"/>
                  <a:pt x="53724" y="34036"/>
                  <a:pt x="53724" y="35685"/>
                </a:cubicBezTo>
                <a:cubicBezTo>
                  <a:pt x="53724" y="37352"/>
                  <a:pt x="52342" y="38734"/>
                  <a:pt x="50693" y="38734"/>
                </a:cubicBezTo>
                <a:lnTo>
                  <a:pt x="27375" y="38734"/>
                </a:lnTo>
                <a:lnTo>
                  <a:pt x="32280" y="43773"/>
                </a:lnTo>
                <a:cubicBezTo>
                  <a:pt x="34175" y="45712"/>
                  <a:pt x="32302" y="48425"/>
                  <a:pt x="30216" y="48425"/>
                </a:cubicBezTo>
                <a:cubicBezTo>
                  <a:pt x="29590" y="48425"/>
                  <a:pt x="28946" y="48181"/>
                  <a:pt x="28378" y="47600"/>
                </a:cubicBezTo>
                <a:lnTo>
                  <a:pt x="18623" y="37598"/>
                </a:lnTo>
                <a:cubicBezTo>
                  <a:pt x="17580" y="36537"/>
                  <a:pt x="17580" y="34814"/>
                  <a:pt x="18641" y="33753"/>
                </a:cubicBezTo>
                <a:lnTo>
                  <a:pt x="28643" y="23769"/>
                </a:lnTo>
                <a:cubicBezTo>
                  <a:pt x="29208" y="23201"/>
                  <a:pt x="29843" y="22962"/>
                  <a:pt x="30460" y="22962"/>
                </a:cubicBezTo>
                <a:close/>
                <a:moveTo>
                  <a:pt x="35864" y="0"/>
                </a:moveTo>
                <a:cubicBezTo>
                  <a:pt x="26970" y="0"/>
                  <a:pt x="18101" y="3237"/>
                  <a:pt x="11349" y="9562"/>
                </a:cubicBezTo>
                <a:cubicBezTo>
                  <a:pt x="4150" y="16287"/>
                  <a:pt x="1" y="25853"/>
                  <a:pt x="1" y="35685"/>
                </a:cubicBezTo>
                <a:cubicBezTo>
                  <a:pt x="1" y="52336"/>
                  <a:pt x="11973" y="67187"/>
                  <a:pt x="28264" y="70673"/>
                </a:cubicBezTo>
                <a:cubicBezTo>
                  <a:pt x="30724" y="71199"/>
                  <a:pt x="33231" y="71459"/>
                  <a:pt x="35734" y="71459"/>
                </a:cubicBezTo>
                <a:cubicBezTo>
                  <a:pt x="41521" y="71459"/>
                  <a:pt x="47293" y="70069"/>
                  <a:pt x="52436" y="67359"/>
                </a:cubicBezTo>
                <a:cubicBezTo>
                  <a:pt x="59521" y="63626"/>
                  <a:pt x="65262" y="57508"/>
                  <a:pt x="68500" y="50176"/>
                </a:cubicBezTo>
                <a:cubicBezTo>
                  <a:pt x="71892" y="42543"/>
                  <a:pt x="72478" y="33809"/>
                  <a:pt x="70167" y="25797"/>
                </a:cubicBezTo>
                <a:cubicBezTo>
                  <a:pt x="67952" y="18068"/>
                  <a:pt x="63064" y="11210"/>
                  <a:pt x="56528" y="6531"/>
                </a:cubicBezTo>
                <a:cubicBezTo>
                  <a:pt x="50378" y="2150"/>
                  <a:pt x="43113" y="0"/>
                  <a:pt x="3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3482" name="Google Shape;13482;p60">
            <a:hlinkClick action="ppaction://hlinkshowjump?jump=nextslide"/>
          </p:cNvPr>
          <p:cNvSpPr/>
          <p:nvPr/>
        </p:nvSpPr>
        <p:spPr>
          <a:xfrm>
            <a:off x="4760664" y="4788519"/>
            <a:ext cx="167426" cy="165073"/>
          </a:xfrm>
          <a:custGeom>
            <a:rect b="b" l="l" r="r" t="t"/>
            <a:pathLst>
              <a:path extrusionOk="0" h="71460" w="72479">
                <a:moveTo>
                  <a:pt x="42259" y="23045"/>
                </a:moveTo>
                <a:cubicBezTo>
                  <a:pt x="42886" y="23045"/>
                  <a:pt x="43532" y="23291"/>
                  <a:pt x="44101" y="23878"/>
                </a:cubicBezTo>
                <a:lnTo>
                  <a:pt x="53858" y="33862"/>
                </a:lnTo>
                <a:cubicBezTo>
                  <a:pt x="54919" y="34941"/>
                  <a:pt x="54899" y="36646"/>
                  <a:pt x="53838" y="37706"/>
                </a:cubicBezTo>
                <a:lnTo>
                  <a:pt x="43856" y="47690"/>
                </a:lnTo>
                <a:cubicBezTo>
                  <a:pt x="43286" y="48260"/>
                  <a:pt x="42645" y="48500"/>
                  <a:pt x="42024" y="48500"/>
                </a:cubicBezTo>
                <a:cubicBezTo>
                  <a:pt x="39924" y="48500"/>
                  <a:pt x="38061" y="45756"/>
                  <a:pt x="39991" y="43826"/>
                </a:cubicBezTo>
                <a:lnTo>
                  <a:pt x="44992" y="38805"/>
                </a:lnTo>
                <a:lnTo>
                  <a:pt x="21806" y="38805"/>
                </a:lnTo>
                <a:cubicBezTo>
                  <a:pt x="20139" y="38805"/>
                  <a:pt x="18755" y="37423"/>
                  <a:pt x="18755" y="35774"/>
                </a:cubicBezTo>
                <a:cubicBezTo>
                  <a:pt x="18755" y="34127"/>
                  <a:pt x="20139" y="32743"/>
                  <a:pt x="21806" y="32743"/>
                </a:cubicBezTo>
                <a:lnTo>
                  <a:pt x="45124" y="32743"/>
                </a:lnTo>
                <a:lnTo>
                  <a:pt x="40199" y="27686"/>
                </a:lnTo>
                <a:cubicBezTo>
                  <a:pt x="38305" y="25764"/>
                  <a:pt x="40175" y="23045"/>
                  <a:pt x="42259" y="23045"/>
                </a:cubicBezTo>
                <a:close/>
                <a:moveTo>
                  <a:pt x="36745" y="0"/>
                </a:moveTo>
                <a:cubicBezTo>
                  <a:pt x="30959" y="0"/>
                  <a:pt x="25187" y="1391"/>
                  <a:pt x="20043" y="4101"/>
                </a:cubicBezTo>
                <a:cubicBezTo>
                  <a:pt x="12958" y="7834"/>
                  <a:pt x="7219" y="13971"/>
                  <a:pt x="3979" y="21283"/>
                </a:cubicBezTo>
                <a:cubicBezTo>
                  <a:pt x="589" y="28917"/>
                  <a:pt x="1" y="37669"/>
                  <a:pt x="2312" y="45682"/>
                </a:cubicBezTo>
                <a:cubicBezTo>
                  <a:pt x="4529" y="53411"/>
                  <a:pt x="9417" y="60269"/>
                  <a:pt x="15951" y="64929"/>
                </a:cubicBezTo>
                <a:cubicBezTo>
                  <a:pt x="22102" y="69309"/>
                  <a:pt x="29367" y="71459"/>
                  <a:pt x="36616" y="71459"/>
                </a:cubicBezTo>
                <a:cubicBezTo>
                  <a:pt x="45510" y="71459"/>
                  <a:pt x="54379" y="68223"/>
                  <a:pt x="61132" y="61898"/>
                </a:cubicBezTo>
                <a:cubicBezTo>
                  <a:pt x="68331" y="55172"/>
                  <a:pt x="72478" y="45625"/>
                  <a:pt x="72478" y="35774"/>
                </a:cubicBezTo>
                <a:cubicBezTo>
                  <a:pt x="72478" y="19124"/>
                  <a:pt x="60506" y="4272"/>
                  <a:pt x="44215" y="787"/>
                </a:cubicBezTo>
                <a:cubicBezTo>
                  <a:pt x="41755" y="260"/>
                  <a:pt x="39249" y="0"/>
                  <a:pt x="36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3483" name="Google Shape;13483;p60">
            <a:hlinkClick action="ppaction://hlinksldjump" r:id="rId3"/>
          </p:cNvPr>
          <p:cNvSpPr/>
          <p:nvPr/>
        </p:nvSpPr>
        <p:spPr>
          <a:xfrm>
            <a:off x="4475960" y="4744707"/>
            <a:ext cx="247705" cy="246577"/>
          </a:xfrm>
          <a:custGeom>
            <a:rect b="b" l="l" r="r" t="t"/>
            <a:pathLst>
              <a:path extrusionOk="0" h="91156" w="91573">
                <a:moveTo>
                  <a:pt x="18224" y="17352"/>
                </a:moveTo>
                <a:cubicBezTo>
                  <a:pt x="16652" y="17352"/>
                  <a:pt x="15364" y="18640"/>
                  <a:pt x="15364" y="20213"/>
                </a:cubicBezTo>
                <a:cubicBezTo>
                  <a:pt x="15364" y="21785"/>
                  <a:pt x="16652" y="23055"/>
                  <a:pt x="18224" y="23055"/>
                </a:cubicBezTo>
                <a:lnTo>
                  <a:pt x="51546" y="23055"/>
                </a:lnTo>
                <a:cubicBezTo>
                  <a:pt x="53117" y="23055"/>
                  <a:pt x="54387" y="21785"/>
                  <a:pt x="54387" y="20213"/>
                </a:cubicBezTo>
                <a:cubicBezTo>
                  <a:pt x="54387" y="18640"/>
                  <a:pt x="53117" y="17352"/>
                  <a:pt x="51546" y="17352"/>
                </a:cubicBezTo>
                <a:close/>
                <a:moveTo>
                  <a:pt x="18224" y="34269"/>
                </a:moveTo>
                <a:cubicBezTo>
                  <a:pt x="16652" y="34269"/>
                  <a:pt x="15364" y="35538"/>
                  <a:pt x="15364" y="37111"/>
                </a:cubicBezTo>
                <a:cubicBezTo>
                  <a:pt x="15364" y="38682"/>
                  <a:pt x="16652" y="39970"/>
                  <a:pt x="18224" y="39970"/>
                </a:cubicBezTo>
                <a:lnTo>
                  <a:pt x="39725" y="39970"/>
                </a:lnTo>
                <a:cubicBezTo>
                  <a:pt x="41297" y="39970"/>
                  <a:pt x="42585" y="38682"/>
                  <a:pt x="42585" y="37111"/>
                </a:cubicBezTo>
                <a:cubicBezTo>
                  <a:pt x="42585" y="35538"/>
                  <a:pt x="41297" y="34269"/>
                  <a:pt x="39725" y="34269"/>
                </a:cubicBezTo>
                <a:close/>
                <a:moveTo>
                  <a:pt x="18224" y="51185"/>
                </a:moveTo>
                <a:cubicBezTo>
                  <a:pt x="16652" y="51185"/>
                  <a:pt x="15364" y="52455"/>
                  <a:pt x="15364" y="54026"/>
                </a:cubicBezTo>
                <a:cubicBezTo>
                  <a:pt x="15364" y="55600"/>
                  <a:pt x="16652" y="56888"/>
                  <a:pt x="18224" y="56888"/>
                </a:cubicBezTo>
                <a:lnTo>
                  <a:pt x="30556" y="56888"/>
                </a:lnTo>
                <a:cubicBezTo>
                  <a:pt x="32148" y="56888"/>
                  <a:pt x="33416" y="55600"/>
                  <a:pt x="33416" y="54026"/>
                </a:cubicBezTo>
                <a:cubicBezTo>
                  <a:pt x="33416" y="52455"/>
                  <a:pt x="32148" y="51185"/>
                  <a:pt x="30556" y="51185"/>
                </a:cubicBezTo>
                <a:close/>
                <a:moveTo>
                  <a:pt x="57853" y="44327"/>
                </a:moveTo>
                <a:cubicBezTo>
                  <a:pt x="58328" y="44327"/>
                  <a:pt x="58800" y="44347"/>
                  <a:pt x="59275" y="44403"/>
                </a:cubicBezTo>
                <a:cubicBezTo>
                  <a:pt x="62892" y="44764"/>
                  <a:pt x="66132" y="46525"/>
                  <a:pt x="68424" y="49328"/>
                </a:cubicBezTo>
                <a:cubicBezTo>
                  <a:pt x="73141" y="55145"/>
                  <a:pt x="72250" y="63707"/>
                  <a:pt x="66435" y="68423"/>
                </a:cubicBezTo>
                <a:cubicBezTo>
                  <a:pt x="63994" y="70420"/>
                  <a:pt x="60991" y="71468"/>
                  <a:pt x="57879" y="71468"/>
                </a:cubicBezTo>
                <a:cubicBezTo>
                  <a:pt x="57418" y="71468"/>
                  <a:pt x="56954" y="71445"/>
                  <a:pt x="56489" y="71398"/>
                </a:cubicBezTo>
                <a:cubicBezTo>
                  <a:pt x="52890" y="71019"/>
                  <a:pt x="49632" y="69257"/>
                  <a:pt x="47359" y="66453"/>
                </a:cubicBezTo>
                <a:cubicBezTo>
                  <a:pt x="45067" y="63631"/>
                  <a:pt x="44006" y="60108"/>
                  <a:pt x="44385" y="56509"/>
                </a:cubicBezTo>
                <a:cubicBezTo>
                  <a:pt x="44764" y="52890"/>
                  <a:pt x="46507" y="49651"/>
                  <a:pt x="49329" y="47358"/>
                </a:cubicBezTo>
                <a:cubicBezTo>
                  <a:pt x="51773" y="45388"/>
                  <a:pt x="54746" y="44327"/>
                  <a:pt x="57853" y="44327"/>
                </a:cubicBezTo>
                <a:close/>
                <a:moveTo>
                  <a:pt x="18224" y="68102"/>
                </a:moveTo>
                <a:cubicBezTo>
                  <a:pt x="16652" y="68102"/>
                  <a:pt x="15364" y="69371"/>
                  <a:pt x="15364" y="70944"/>
                </a:cubicBezTo>
                <a:cubicBezTo>
                  <a:pt x="15364" y="72515"/>
                  <a:pt x="16652" y="73785"/>
                  <a:pt x="18224" y="73785"/>
                </a:cubicBezTo>
                <a:lnTo>
                  <a:pt x="30556" y="73785"/>
                </a:lnTo>
                <a:cubicBezTo>
                  <a:pt x="32148" y="73785"/>
                  <a:pt x="33416" y="72515"/>
                  <a:pt x="33416" y="70944"/>
                </a:cubicBezTo>
                <a:cubicBezTo>
                  <a:pt x="33416" y="69371"/>
                  <a:pt x="32148" y="68102"/>
                  <a:pt x="30556" y="68102"/>
                </a:cubicBezTo>
                <a:close/>
                <a:moveTo>
                  <a:pt x="77820" y="76627"/>
                </a:moveTo>
                <a:lnTo>
                  <a:pt x="84886" y="83484"/>
                </a:lnTo>
                <a:lnTo>
                  <a:pt x="83522" y="84886"/>
                </a:lnTo>
                <a:lnTo>
                  <a:pt x="76437" y="78028"/>
                </a:lnTo>
                <a:lnTo>
                  <a:pt x="77820" y="76627"/>
                </a:lnTo>
                <a:close/>
                <a:moveTo>
                  <a:pt x="64086" y="5703"/>
                </a:moveTo>
                <a:lnTo>
                  <a:pt x="64086" y="39649"/>
                </a:lnTo>
                <a:cubicBezTo>
                  <a:pt x="62722" y="39195"/>
                  <a:pt x="61321" y="38872"/>
                  <a:pt x="59861" y="38740"/>
                </a:cubicBezTo>
                <a:cubicBezTo>
                  <a:pt x="59186" y="38670"/>
                  <a:pt x="58512" y="38635"/>
                  <a:pt x="57841" y="38635"/>
                </a:cubicBezTo>
                <a:cubicBezTo>
                  <a:pt x="53438" y="38635"/>
                  <a:pt x="49199" y="40133"/>
                  <a:pt x="45729" y="42945"/>
                </a:cubicBezTo>
                <a:cubicBezTo>
                  <a:pt x="41733" y="46184"/>
                  <a:pt x="39251" y="50788"/>
                  <a:pt x="38720" y="55921"/>
                </a:cubicBezTo>
                <a:cubicBezTo>
                  <a:pt x="38190" y="61035"/>
                  <a:pt x="39687" y="66056"/>
                  <a:pt x="42926" y="70053"/>
                </a:cubicBezTo>
                <a:cubicBezTo>
                  <a:pt x="46184" y="74031"/>
                  <a:pt x="50788" y="76531"/>
                  <a:pt x="55903" y="77062"/>
                </a:cubicBezTo>
                <a:cubicBezTo>
                  <a:pt x="56585" y="77119"/>
                  <a:pt x="57247" y="77157"/>
                  <a:pt x="57929" y="77157"/>
                </a:cubicBezTo>
                <a:cubicBezTo>
                  <a:pt x="60032" y="77157"/>
                  <a:pt x="62116" y="76816"/>
                  <a:pt x="64086" y="76134"/>
                </a:cubicBezTo>
                <a:lnTo>
                  <a:pt x="64086" y="85454"/>
                </a:lnTo>
                <a:lnTo>
                  <a:pt x="5683" y="85454"/>
                </a:lnTo>
                <a:lnTo>
                  <a:pt x="5683" y="5703"/>
                </a:lnTo>
                <a:close/>
                <a:moveTo>
                  <a:pt x="2842" y="0"/>
                </a:moveTo>
                <a:cubicBezTo>
                  <a:pt x="1270" y="0"/>
                  <a:pt x="0" y="1270"/>
                  <a:pt x="0" y="2842"/>
                </a:cubicBezTo>
                <a:lnTo>
                  <a:pt x="0" y="88296"/>
                </a:lnTo>
                <a:cubicBezTo>
                  <a:pt x="0" y="89867"/>
                  <a:pt x="1270" y="91155"/>
                  <a:pt x="2842" y="91155"/>
                </a:cubicBezTo>
                <a:lnTo>
                  <a:pt x="66928" y="91155"/>
                </a:lnTo>
                <a:cubicBezTo>
                  <a:pt x="68499" y="91155"/>
                  <a:pt x="69769" y="89867"/>
                  <a:pt x="69769" y="88296"/>
                </a:cubicBezTo>
                <a:lnTo>
                  <a:pt x="69769" y="76721"/>
                </a:lnTo>
                <a:lnTo>
                  <a:pt x="70280" y="77213"/>
                </a:lnTo>
                <a:cubicBezTo>
                  <a:pt x="70204" y="77498"/>
                  <a:pt x="70186" y="77819"/>
                  <a:pt x="70186" y="78122"/>
                </a:cubicBezTo>
                <a:cubicBezTo>
                  <a:pt x="70204" y="79279"/>
                  <a:pt x="70679" y="80377"/>
                  <a:pt x="71512" y="81173"/>
                </a:cubicBezTo>
                <a:lnTo>
                  <a:pt x="80529" y="89925"/>
                </a:lnTo>
                <a:cubicBezTo>
                  <a:pt x="81363" y="90739"/>
                  <a:pt x="82461" y="91155"/>
                  <a:pt x="83540" y="91155"/>
                </a:cubicBezTo>
                <a:cubicBezTo>
                  <a:pt x="84677" y="91155"/>
                  <a:pt x="85814" y="90701"/>
                  <a:pt x="86667" y="89829"/>
                </a:cubicBezTo>
                <a:lnTo>
                  <a:pt x="89905" y="86477"/>
                </a:lnTo>
                <a:cubicBezTo>
                  <a:pt x="91572" y="84753"/>
                  <a:pt x="91535" y="82007"/>
                  <a:pt x="89830" y="80340"/>
                </a:cubicBezTo>
                <a:lnTo>
                  <a:pt x="80813" y="71588"/>
                </a:lnTo>
                <a:cubicBezTo>
                  <a:pt x="79997" y="70809"/>
                  <a:pt x="78928" y="70375"/>
                  <a:pt x="77800" y="70375"/>
                </a:cubicBezTo>
                <a:cubicBezTo>
                  <a:pt x="77776" y="70375"/>
                  <a:pt x="77751" y="70375"/>
                  <a:pt x="77726" y="70375"/>
                </a:cubicBezTo>
                <a:cubicBezTo>
                  <a:pt x="77592" y="70375"/>
                  <a:pt x="77479" y="70375"/>
                  <a:pt x="77365" y="70394"/>
                </a:cubicBezTo>
                <a:lnTo>
                  <a:pt x="74523" y="67610"/>
                </a:lnTo>
                <a:cubicBezTo>
                  <a:pt x="78445" y="60884"/>
                  <a:pt x="78029" y="52132"/>
                  <a:pt x="72838" y="45749"/>
                </a:cubicBezTo>
                <a:cubicBezTo>
                  <a:pt x="71909" y="44612"/>
                  <a:pt x="70886" y="43608"/>
                  <a:pt x="69769" y="42718"/>
                </a:cubicBezTo>
                <a:lnTo>
                  <a:pt x="69769" y="2842"/>
                </a:lnTo>
                <a:cubicBezTo>
                  <a:pt x="69769" y="1270"/>
                  <a:pt x="68499" y="0"/>
                  <a:pt x="66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484" name="Google Shape;13484;p60"/>
          <p:cNvPicPr preferRelativeResize="0"/>
          <p:nvPr/>
        </p:nvPicPr>
        <p:blipFill>
          <a:blip r:embed="rId4">
            <a:alphaModFix/>
          </a:blip>
          <a:stretch>
            <a:fillRect/>
          </a:stretch>
        </p:blipFill>
        <p:spPr>
          <a:xfrm>
            <a:off x="5389300" y="3162250"/>
            <a:ext cx="1425700" cy="1659775"/>
          </a:xfrm>
          <a:prstGeom prst="rect">
            <a:avLst/>
          </a:prstGeom>
          <a:noFill/>
          <a:ln>
            <a:noFill/>
          </a:ln>
        </p:spPr>
      </p:pic>
      <p:pic>
        <p:nvPicPr>
          <p:cNvPr id="13485" name="Google Shape;13485;p60"/>
          <p:cNvPicPr preferRelativeResize="0"/>
          <p:nvPr/>
        </p:nvPicPr>
        <p:blipFill>
          <a:blip r:embed="rId5">
            <a:alphaModFix/>
          </a:blip>
          <a:stretch>
            <a:fillRect/>
          </a:stretch>
        </p:blipFill>
        <p:spPr>
          <a:xfrm>
            <a:off x="5153200" y="1339224"/>
            <a:ext cx="1232875" cy="1232875"/>
          </a:xfrm>
          <a:prstGeom prst="rect">
            <a:avLst/>
          </a:prstGeom>
          <a:noFill/>
          <a:ln>
            <a:noFill/>
          </a:ln>
        </p:spPr>
      </p:pic>
      <p:pic>
        <p:nvPicPr>
          <p:cNvPr id="13486" name="Google Shape;13486;p60"/>
          <p:cNvPicPr preferRelativeResize="0"/>
          <p:nvPr/>
        </p:nvPicPr>
        <p:blipFill>
          <a:blip r:embed="rId6">
            <a:alphaModFix/>
          </a:blip>
          <a:stretch>
            <a:fillRect/>
          </a:stretch>
        </p:blipFill>
        <p:spPr>
          <a:xfrm>
            <a:off x="819800" y="3375699"/>
            <a:ext cx="1232875" cy="1232875"/>
          </a:xfrm>
          <a:prstGeom prst="rect">
            <a:avLst/>
          </a:prstGeom>
          <a:noFill/>
          <a:ln>
            <a:noFill/>
          </a:ln>
        </p:spPr>
      </p:pic>
      <p:pic>
        <p:nvPicPr>
          <p:cNvPr id="13487" name="Google Shape;13487;p60"/>
          <p:cNvPicPr preferRelativeResize="0"/>
          <p:nvPr/>
        </p:nvPicPr>
        <p:blipFill>
          <a:blip r:embed="rId7">
            <a:alphaModFix/>
          </a:blip>
          <a:stretch>
            <a:fillRect/>
          </a:stretch>
        </p:blipFill>
        <p:spPr>
          <a:xfrm>
            <a:off x="776498" y="1460650"/>
            <a:ext cx="1232875" cy="891966"/>
          </a:xfrm>
          <a:prstGeom prst="rect">
            <a:avLst/>
          </a:prstGeom>
          <a:noFill/>
          <a:ln>
            <a:noFill/>
          </a:ln>
        </p:spPr>
      </p:pic>
      <p:sp>
        <p:nvSpPr>
          <p:cNvPr id="13488" name="Google Shape;13488;p60"/>
          <p:cNvSpPr txBox="1"/>
          <p:nvPr/>
        </p:nvSpPr>
        <p:spPr>
          <a:xfrm>
            <a:off x="2328938" y="1459975"/>
            <a:ext cx="2504700" cy="1233000"/>
          </a:xfrm>
          <a:prstGeom prst="rect">
            <a:avLst/>
          </a:prstGeom>
          <a:noFill/>
          <a:ln>
            <a:noFill/>
          </a:ln>
        </p:spPr>
        <p:txBody>
          <a:bodyPr anchorCtr="0" anchor="t" bIns="91425" lIns="91425" spcFirstLastPara="1" rIns="91425" wrap="square" tIns="91425">
            <a:noAutofit/>
          </a:bodyPr>
          <a:lstStyle/>
          <a:p>
            <a:pPr indent="-317500" lvl="0" marL="457200" rtl="0" algn="l">
              <a:spcBef>
                <a:spcPts val="0"/>
              </a:spcBef>
              <a:spcAft>
                <a:spcPts val="0"/>
              </a:spcAft>
              <a:buClr>
                <a:schemeClr val="accent2"/>
              </a:buClr>
              <a:buSzPts val="1400"/>
              <a:buFont typeface="Poppins"/>
              <a:buChar char="●"/>
            </a:pPr>
            <a:r>
              <a:rPr b="1" lang="en">
                <a:solidFill>
                  <a:schemeClr val="accent2"/>
                </a:solidFill>
                <a:latin typeface="Poppins"/>
                <a:ea typeface="Poppins"/>
                <a:cs typeface="Poppins"/>
                <a:sym typeface="Poppins"/>
              </a:rPr>
              <a:t>Boden Vochtigheid Sensor</a:t>
            </a:r>
            <a:endParaRPr b="1">
              <a:solidFill>
                <a:schemeClr val="accent2"/>
              </a:solidFill>
              <a:latin typeface="Poppins"/>
              <a:ea typeface="Poppins"/>
              <a:cs typeface="Poppins"/>
              <a:sym typeface="Poppins"/>
            </a:endParaRPr>
          </a:p>
          <a:p>
            <a:pPr indent="0" lvl="0" marL="457200" rtl="0" algn="l">
              <a:spcBef>
                <a:spcPts val="0"/>
              </a:spcBef>
              <a:spcAft>
                <a:spcPts val="0"/>
              </a:spcAft>
              <a:buNone/>
            </a:pPr>
            <a:r>
              <a:rPr b="1" lang="en">
                <a:solidFill>
                  <a:schemeClr val="accent2"/>
                </a:solidFill>
                <a:latin typeface="Poppins"/>
                <a:ea typeface="Poppins"/>
                <a:cs typeface="Poppins"/>
                <a:sym typeface="Poppins"/>
              </a:rPr>
              <a:t>±5–10%</a:t>
            </a:r>
            <a:endParaRPr b="1">
              <a:solidFill>
                <a:schemeClr val="accent2"/>
              </a:solidFill>
              <a:latin typeface="Poppins"/>
              <a:ea typeface="Poppins"/>
              <a:cs typeface="Poppins"/>
              <a:sym typeface="Poppins"/>
            </a:endParaRPr>
          </a:p>
          <a:p>
            <a:pPr indent="0" lvl="0" marL="457200" rtl="0" algn="l">
              <a:spcBef>
                <a:spcPts val="0"/>
              </a:spcBef>
              <a:spcAft>
                <a:spcPts val="0"/>
              </a:spcAft>
              <a:buNone/>
            </a:pPr>
            <a:r>
              <a:rPr lang="en" sz="1200">
                <a:solidFill>
                  <a:schemeClr val="accent2"/>
                </a:solidFill>
                <a:latin typeface="Poppins Light"/>
                <a:ea typeface="Poppins Light"/>
                <a:cs typeface="Poppins Light"/>
                <a:sym typeface="Poppins Light"/>
              </a:rPr>
              <a:t>Meet het watergehalte in de bodem</a:t>
            </a:r>
            <a:endParaRPr sz="1200">
              <a:solidFill>
                <a:schemeClr val="accent2"/>
              </a:solidFill>
              <a:latin typeface="Poppins Light"/>
              <a:ea typeface="Poppins Light"/>
              <a:cs typeface="Poppins Light"/>
              <a:sym typeface="Poppins Light"/>
            </a:endParaRPr>
          </a:p>
          <a:p>
            <a:pPr indent="0" lvl="0" marL="457200" rtl="0" algn="l">
              <a:spcBef>
                <a:spcPts val="0"/>
              </a:spcBef>
              <a:spcAft>
                <a:spcPts val="0"/>
              </a:spcAft>
              <a:buNone/>
            </a:pPr>
            <a:r>
              <a:t/>
            </a:r>
            <a:endParaRPr b="1">
              <a:solidFill>
                <a:schemeClr val="accent2"/>
              </a:solidFill>
              <a:latin typeface="Poppins"/>
              <a:ea typeface="Poppins"/>
              <a:cs typeface="Poppins"/>
              <a:sym typeface="Poppins"/>
            </a:endParaRPr>
          </a:p>
          <a:p>
            <a:pPr indent="0" lvl="0" marL="457200" rtl="0" algn="l">
              <a:spcBef>
                <a:spcPts val="0"/>
              </a:spcBef>
              <a:spcAft>
                <a:spcPts val="0"/>
              </a:spcAft>
              <a:buNone/>
            </a:pPr>
            <a:r>
              <a:t/>
            </a:r>
            <a:endParaRPr b="1">
              <a:solidFill>
                <a:schemeClr val="accent2"/>
              </a:solidFill>
              <a:latin typeface="Poppins"/>
              <a:ea typeface="Poppins"/>
              <a:cs typeface="Poppins"/>
              <a:sym typeface="Poppins"/>
            </a:endParaRPr>
          </a:p>
          <a:p>
            <a:pPr indent="0" lvl="0" marL="45720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
        <p:nvSpPr>
          <p:cNvPr id="13489" name="Google Shape;13489;p60"/>
          <p:cNvSpPr txBox="1"/>
          <p:nvPr/>
        </p:nvSpPr>
        <p:spPr>
          <a:xfrm>
            <a:off x="2218900" y="3455850"/>
            <a:ext cx="2504700" cy="1233000"/>
          </a:xfrm>
          <a:prstGeom prst="rect">
            <a:avLst/>
          </a:prstGeom>
          <a:noFill/>
          <a:ln>
            <a:noFill/>
          </a:ln>
        </p:spPr>
        <p:txBody>
          <a:bodyPr anchorCtr="0" anchor="t" bIns="91425" lIns="91425" spcFirstLastPara="1" rIns="91425" wrap="square" tIns="91425">
            <a:noAutofit/>
          </a:bodyPr>
          <a:lstStyle/>
          <a:p>
            <a:pPr indent="-317500" lvl="0" marL="457200" rtl="0" algn="l">
              <a:spcBef>
                <a:spcPts val="0"/>
              </a:spcBef>
              <a:spcAft>
                <a:spcPts val="0"/>
              </a:spcAft>
              <a:buClr>
                <a:schemeClr val="dk2"/>
              </a:buClr>
              <a:buSzPts val="1400"/>
              <a:buFont typeface="Poppins"/>
              <a:buChar char="●"/>
            </a:pPr>
            <a:r>
              <a:rPr b="1" lang="en">
                <a:solidFill>
                  <a:schemeClr val="dk2"/>
                </a:solidFill>
                <a:latin typeface="Poppins"/>
                <a:ea typeface="Poppins"/>
                <a:cs typeface="Poppins"/>
                <a:sym typeface="Poppins"/>
              </a:rPr>
              <a:t>DHT11</a:t>
            </a:r>
            <a:r>
              <a:rPr b="1" lang="en">
                <a:solidFill>
                  <a:schemeClr val="dk2"/>
                </a:solidFill>
                <a:latin typeface="Poppins"/>
                <a:ea typeface="Poppins"/>
                <a:cs typeface="Poppins"/>
                <a:sym typeface="Poppins"/>
              </a:rPr>
              <a:t> Sensor </a:t>
            </a:r>
            <a:r>
              <a:rPr b="1" lang="en" sz="1200">
                <a:solidFill>
                  <a:schemeClr val="dk2"/>
                </a:solidFill>
                <a:latin typeface="Poppins"/>
                <a:ea typeface="Poppins"/>
                <a:cs typeface="Poppins"/>
                <a:sym typeface="Poppins"/>
              </a:rPr>
              <a:t>T=±2 °C, H=±5 %.</a:t>
            </a:r>
            <a:endParaRPr b="1" sz="1500">
              <a:solidFill>
                <a:schemeClr val="dk2"/>
              </a:solidFill>
              <a:latin typeface="Poppins"/>
              <a:ea typeface="Poppins"/>
              <a:cs typeface="Poppins"/>
              <a:sym typeface="Poppins"/>
            </a:endParaRPr>
          </a:p>
          <a:p>
            <a:pPr indent="0" lvl="0" marL="457200" rtl="0" algn="l">
              <a:spcBef>
                <a:spcPts val="0"/>
              </a:spcBef>
              <a:spcAft>
                <a:spcPts val="0"/>
              </a:spcAft>
              <a:buNone/>
            </a:pPr>
            <a:r>
              <a:rPr lang="en" sz="1200">
                <a:solidFill>
                  <a:schemeClr val="accent2"/>
                </a:solidFill>
                <a:latin typeface="Poppins Light"/>
                <a:ea typeface="Poppins Light"/>
                <a:cs typeface="Poppins Light"/>
                <a:sym typeface="Poppins Light"/>
              </a:rPr>
              <a:t>Meet de omgevingstemperatuur en de relatieve luchtvochtigheid</a:t>
            </a:r>
            <a:endParaRPr sz="1200">
              <a:solidFill>
                <a:schemeClr val="accent2"/>
              </a:solidFill>
              <a:latin typeface="Poppins Light"/>
              <a:ea typeface="Poppins Light"/>
              <a:cs typeface="Poppins Light"/>
              <a:sym typeface="Poppins Light"/>
            </a:endParaRPr>
          </a:p>
        </p:txBody>
      </p:sp>
      <p:sp>
        <p:nvSpPr>
          <p:cNvPr id="13490" name="Google Shape;13490;p60"/>
          <p:cNvSpPr txBox="1"/>
          <p:nvPr/>
        </p:nvSpPr>
        <p:spPr>
          <a:xfrm>
            <a:off x="6506900" y="1460650"/>
            <a:ext cx="2504700" cy="1233000"/>
          </a:xfrm>
          <a:prstGeom prst="rect">
            <a:avLst/>
          </a:prstGeom>
          <a:noFill/>
          <a:ln>
            <a:noFill/>
          </a:ln>
        </p:spPr>
        <p:txBody>
          <a:bodyPr anchorCtr="0" anchor="t" bIns="91425" lIns="91425" spcFirstLastPara="1" rIns="91425" wrap="square" tIns="91425">
            <a:noAutofit/>
          </a:bodyPr>
          <a:lstStyle/>
          <a:p>
            <a:pPr indent="-317500" lvl="0" marL="457200" rtl="0" algn="l">
              <a:spcBef>
                <a:spcPts val="0"/>
              </a:spcBef>
              <a:spcAft>
                <a:spcPts val="0"/>
              </a:spcAft>
              <a:buClr>
                <a:schemeClr val="dk2"/>
              </a:buClr>
              <a:buSzPts val="1400"/>
              <a:buFont typeface="Poppins"/>
              <a:buChar char="●"/>
            </a:pPr>
            <a:r>
              <a:rPr b="1" lang="en">
                <a:solidFill>
                  <a:schemeClr val="dk2"/>
                </a:solidFill>
                <a:latin typeface="Poppins"/>
                <a:ea typeface="Poppins"/>
                <a:cs typeface="Poppins"/>
                <a:sym typeface="Poppins"/>
              </a:rPr>
              <a:t>Real Time Clock(RTC)Module</a:t>
            </a:r>
            <a:endParaRPr b="1">
              <a:solidFill>
                <a:schemeClr val="dk2"/>
              </a:solidFill>
              <a:latin typeface="Poppins"/>
              <a:ea typeface="Poppins"/>
              <a:cs typeface="Poppins"/>
              <a:sym typeface="Poppins"/>
            </a:endParaRPr>
          </a:p>
          <a:p>
            <a:pPr indent="0" lvl="0" marL="457200" rtl="0" algn="l">
              <a:spcBef>
                <a:spcPts val="0"/>
              </a:spcBef>
              <a:spcAft>
                <a:spcPts val="0"/>
              </a:spcAft>
              <a:buNone/>
            </a:pPr>
            <a:r>
              <a:rPr b="1" lang="en" sz="1100">
                <a:solidFill>
                  <a:schemeClr val="dk2"/>
                </a:solidFill>
                <a:latin typeface="Poppins"/>
                <a:ea typeface="Poppins"/>
                <a:cs typeface="Poppins"/>
                <a:sym typeface="Poppins"/>
              </a:rPr>
              <a:t>±0,43 s/dag</a:t>
            </a:r>
            <a:endParaRPr b="1">
              <a:solidFill>
                <a:schemeClr val="dk2"/>
              </a:solidFill>
              <a:latin typeface="Poppins"/>
              <a:ea typeface="Poppins"/>
              <a:cs typeface="Poppins"/>
              <a:sym typeface="Poppins"/>
            </a:endParaRPr>
          </a:p>
          <a:p>
            <a:pPr indent="0" lvl="0" marL="457200" rtl="0" algn="l">
              <a:spcBef>
                <a:spcPts val="0"/>
              </a:spcBef>
              <a:spcAft>
                <a:spcPts val="0"/>
              </a:spcAft>
              <a:buNone/>
            </a:pPr>
            <a:r>
              <a:rPr lang="en" sz="1200">
                <a:solidFill>
                  <a:schemeClr val="accent2"/>
                </a:solidFill>
                <a:latin typeface="Poppins Light"/>
                <a:ea typeface="Poppins Light"/>
                <a:cs typeface="Poppins Light"/>
                <a:sym typeface="Poppins Light"/>
              </a:rPr>
              <a:t>Houd de exacte tijd en datum bij</a:t>
            </a:r>
            <a:endParaRPr sz="1200">
              <a:solidFill>
                <a:schemeClr val="accent2"/>
              </a:solidFill>
              <a:latin typeface="Poppins Light"/>
              <a:ea typeface="Poppins Light"/>
              <a:cs typeface="Poppins Light"/>
              <a:sym typeface="Poppins Light"/>
            </a:endParaRPr>
          </a:p>
        </p:txBody>
      </p:sp>
      <p:sp>
        <p:nvSpPr>
          <p:cNvPr id="13491" name="Google Shape;13491;p60"/>
          <p:cNvSpPr txBox="1"/>
          <p:nvPr/>
        </p:nvSpPr>
        <p:spPr>
          <a:xfrm>
            <a:off x="6682600" y="3375638"/>
            <a:ext cx="2504700" cy="1233000"/>
          </a:xfrm>
          <a:prstGeom prst="rect">
            <a:avLst/>
          </a:prstGeom>
          <a:noFill/>
          <a:ln>
            <a:noFill/>
          </a:ln>
        </p:spPr>
        <p:txBody>
          <a:bodyPr anchorCtr="0" anchor="t" bIns="91425" lIns="91425" spcFirstLastPara="1" rIns="91425" wrap="square" tIns="91425">
            <a:noAutofit/>
          </a:bodyPr>
          <a:lstStyle/>
          <a:p>
            <a:pPr indent="-317500" lvl="0" marL="457200" rtl="0" algn="l">
              <a:spcBef>
                <a:spcPts val="0"/>
              </a:spcBef>
              <a:spcAft>
                <a:spcPts val="0"/>
              </a:spcAft>
              <a:buClr>
                <a:schemeClr val="accent2"/>
              </a:buClr>
              <a:buSzPts val="1400"/>
              <a:buFont typeface="Poppins Light"/>
              <a:buChar char="●"/>
            </a:pPr>
            <a:r>
              <a:rPr b="1" lang="en">
                <a:solidFill>
                  <a:schemeClr val="accent2"/>
                </a:solidFill>
                <a:latin typeface="Poppins"/>
                <a:ea typeface="Poppins"/>
                <a:cs typeface="Poppins"/>
                <a:sym typeface="Poppins"/>
              </a:rPr>
              <a:t>Water level sensor</a:t>
            </a:r>
            <a:endParaRPr b="1">
              <a:solidFill>
                <a:schemeClr val="accent2"/>
              </a:solidFill>
              <a:latin typeface="Poppins"/>
              <a:ea typeface="Poppins"/>
              <a:cs typeface="Poppins"/>
              <a:sym typeface="Poppins"/>
            </a:endParaRPr>
          </a:p>
          <a:p>
            <a:pPr indent="0" lvl="0" marL="457200" rtl="0" algn="l">
              <a:spcBef>
                <a:spcPts val="0"/>
              </a:spcBef>
              <a:spcAft>
                <a:spcPts val="0"/>
              </a:spcAft>
              <a:buNone/>
            </a:pPr>
            <a:r>
              <a:rPr b="1" lang="en">
                <a:solidFill>
                  <a:schemeClr val="accent2"/>
                </a:solidFill>
                <a:latin typeface="Poppins"/>
                <a:ea typeface="Poppins"/>
                <a:cs typeface="Poppins"/>
                <a:sym typeface="Poppins"/>
              </a:rPr>
              <a:t>±10–20 %</a:t>
            </a:r>
            <a:endParaRPr b="1">
              <a:solidFill>
                <a:schemeClr val="accent2"/>
              </a:solidFill>
              <a:latin typeface="Poppins"/>
              <a:ea typeface="Poppins"/>
              <a:cs typeface="Poppins"/>
              <a:sym typeface="Poppins"/>
            </a:endParaRPr>
          </a:p>
          <a:p>
            <a:pPr indent="0" lvl="0" marL="457200" rtl="0" algn="l">
              <a:spcBef>
                <a:spcPts val="0"/>
              </a:spcBef>
              <a:spcAft>
                <a:spcPts val="0"/>
              </a:spcAft>
              <a:buNone/>
            </a:pPr>
            <a:r>
              <a:rPr lang="en" sz="1200">
                <a:solidFill>
                  <a:schemeClr val="accent2"/>
                </a:solidFill>
                <a:latin typeface="Poppins Light"/>
                <a:ea typeface="Poppins Light"/>
                <a:cs typeface="Poppins Light"/>
                <a:sym typeface="Poppins Light"/>
              </a:rPr>
              <a:t>Meet de waterhoogte in een tank.</a:t>
            </a:r>
            <a:endParaRPr sz="1200">
              <a:solidFill>
                <a:schemeClr val="accent2"/>
              </a:solidFill>
              <a:latin typeface="Poppins Light"/>
              <a:ea typeface="Poppins Light"/>
              <a:cs typeface="Poppins Light"/>
              <a:sym typeface="Poppins Light"/>
            </a:endParaRPr>
          </a:p>
        </p:txBody>
      </p:sp>
      <p:sp>
        <p:nvSpPr>
          <p:cNvPr id="13492" name="Google Shape;13492;p6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13493" name="Google Shape;13493;p60"/>
          <p:cNvSpPr txBox="1"/>
          <p:nvPr/>
        </p:nvSpPr>
        <p:spPr>
          <a:xfrm>
            <a:off x="79850" y="182600"/>
            <a:ext cx="1071900" cy="77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3500">
                <a:solidFill>
                  <a:schemeClr val="accent2"/>
                </a:solidFill>
                <a:latin typeface="Poppins"/>
                <a:ea typeface="Poppins"/>
                <a:cs typeface="Poppins"/>
                <a:sym typeface="Poppins"/>
              </a:rPr>
              <a:t>03.</a:t>
            </a:r>
            <a:endParaRPr b="1" sz="3500">
              <a:solidFill>
                <a:schemeClr val="accent2"/>
              </a:solidFill>
              <a:latin typeface="Poppins"/>
              <a:ea typeface="Poppins"/>
              <a:cs typeface="Poppins"/>
              <a:sym typeface="Poppins"/>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97" name="Shape 13497"/>
        <p:cNvGrpSpPr/>
        <p:nvPr/>
      </p:nvGrpSpPr>
      <p:grpSpPr>
        <a:xfrm>
          <a:off x="0" y="0"/>
          <a:ext cx="0" cy="0"/>
          <a:chOff x="0" y="0"/>
          <a:chExt cx="0" cy="0"/>
        </a:xfrm>
      </p:grpSpPr>
      <p:sp>
        <p:nvSpPr>
          <p:cNvPr id="13498" name="Google Shape;13498;p61"/>
          <p:cNvSpPr txBox="1"/>
          <p:nvPr>
            <p:ph type="title"/>
          </p:nvPr>
        </p:nvSpPr>
        <p:spPr>
          <a:xfrm>
            <a:off x="3791325" y="447325"/>
            <a:ext cx="5742600" cy="81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Componenten</a:t>
            </a:r>
            <a:endParaRPr/>
          </a:p>
          <a:p>
            <a:pPr indent="0" lvl="0" marL="0" rtl="0" algn="l">
              <a:spcBef>
                <a:spcPts val="0"/>
              </a:spcBef>
              <a:spcAft>
                <a:spcPts val="0"/>
              </a:spcAft>
              <a:buNone/>
            </a:pPr>
            <a:r>
              <a:rPr b="0" lang="en" sz="1600"/>
              <a:t>   Actuatoren</a:t>
            </a:r>
            <a:endParaRPr b="0" sz="1600"/>
          </a:p>
        </p:txBody>
      </p:sp>
      <p:grpSp>
        <p:nvGrpSpPr>
          <p:cNvPr id="13499" name="Google Shape;13499;p61"/>
          <p:cNvGrpSpPr/>
          <p:nvPr/>
        </p:nvGrpSpPr>
        <p:grpSpPr>
          <a:xfrm>
            <a:off x="5650074" y="663153"/>
            <a:ext cx="1223788" cy="21378"/>
            <a:chOff x="3096700" y="3484425"/>
            <a:chExt cx="719875" cy="12575"/>
          </a:xfrm>
        </p:grpSpPr>
        <p:sp>
          <p:nvSpPr>
            <p:cNvPr id="13500" name="Google Shape;13500;p61"/>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1"/>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1"/>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1"/>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1"/>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1"/>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1"/>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1"/>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1"/>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1"/>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61"/>
          <p:cNvGrpSpPr/>
          <p:nvPr/>
        </p:nvGrpSpPr>
        <p:grpSpPr>
          <a:xfrm>
            <a:off x="2567571" y="675728"/>
            <a:ext cx="1223745" cy="21378"/>
            <a:chOff x="2940000" y="3484425"/>
            <a:chExt cx="719850" cy="12575"/>
          </a:xfrm>
        </p:grpSpPr>
        <p:sp>
          <p:nvSpPr>
            <p:cNvPr id="13511" name="Google Shape;13511;p61"/>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1"/>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1"/>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1"/>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1"/>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1"/>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1"/>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1"/>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1"/>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1"/>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1" name="Google Shape;13521;p61"/>
          <p:cNvSpPr/>
          <p:nvPr/>
        </p:nvSpPr>
        <p:spPr>
          <a:xfrm>
            <a:off x="7276197" y="4490775"/>
            <a:ext cx="3232040" cy="3232125"/>
          </a:xfrm>
          <a:custGeom>
            <a:rect b="b" l="l" r="r" t="t"/>
            <a:pathLst>
              <a:path extrusionOk="0" h="76050" w="76048">
                <a:moveTo>
                  <a:pt x="38024" y="210"/>
                </a:moveTo>
                <a:cubicBezTo>
                  <a:pt x="58874" y="210"/>
                  <a:pt x="75838" y="17174"/>
                  <a:pt x="75838" y="38024"/>
                </a:cubicBezTo>
                <a:cubicBezTo>
                  <a:pt x="75838" y="58876"/>
                  <a:pt x="58874" y="75840"/>
                  <a:pt x="38024" y="75840"/>
                </a:cubicBezTo>
                <a:cubicBezTo>
                  <a:pt x="17173" y="75840"/>
                  <a:pt x="209" y="58876"/>
                  <a:pt x="209" y="38024"/>
                </a:cubicBezTo>
                <a:cubicBezTo>
                  <a:pt x="209" y="17174"/>
                  <a:pt x="17173" y="210"/>
                  <a:pt x="38024" y="210"/>
                </a:cubicBezTo>
                <a:close/>
                <a:moveTo>
                  <a:pt x="38024" y="1"/>
                </a:moveTo>
                <a:cubicBezTo>
                  <a:pt x="17058" y="1"/>
                  <a:pt x="0" y="17059"/>
                  <a:pt x="0" y="38024"/>
                </a:cubicBezTo>
                <a:cubicBezTo>
                  <a:pt x="0" y="58992"/>
                  <a:pt x="17058" y="76049"/>
                  <a:pt x="38024" y="76049"/>
                </a:cubicBezTo>
                <a:cubicBezTo>
                  <a:pt x="58989" y="76049"/>
                  <a:pt x="76047" y="58992"/>
                  <a:pt x="76047" y="38024"/>
                </a:cubicBezTo>
                <a:cubicBezTo>
                  <a:pt x="76047" y="17059"/>
                  <a:pt x="58989" y="1"/>
                  <a:pt x="380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2" name="Google Shape;13522;p61"/>
          <p:cNvGrpSpPr/>
          <p:nvPr/>
        </p:nvGrpSpPr>
        <p:grpSpPr>
          <a:xfrm>
            <a:off x="-821976" y="-644174"/>
            <a:ext cx="1801489" cy="1763922"/>
            <a:chOff x="236475" y="527300"/>
            <a:chExt cx="1124525" cy="1101075"/>
          </a:xfrm>
        </p:grpSpPr>
        <p:sp>
          <p:nvSpPr>
            <p:cNvPr id="13523" name="Google Shape;13523;p61"/>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1"/>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1"/>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1"/>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1"/>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1"/>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1"/>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1"/>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1"/>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1"/>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1"/>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1"/>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1"/>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1"/>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1"/>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1"/>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1"/>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1"/>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1"/>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1"/>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1"/>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1"/>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1"/>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1"/>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1"/>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1"/>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1"/>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1"/>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1"/>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1"/>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1"/>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1"/>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1"/>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1"/>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1"/>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1"/>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1"/>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1"/>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1"/>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1"/>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1"/>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1"/>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1"/>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1"/>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1"/>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1"/>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1"/>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1"/>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1"/>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1"/>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1"/>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1"/>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1"/>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1"/>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1"/>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1"/>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1"/>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1"/>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1"/>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1"/>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1"/>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1"/>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1"/>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1"/>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1"/>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1"/>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1"/>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1"/>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1"/>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1"/>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1"/>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1"/>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1"/>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1"/>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1"/>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1"/>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1"/>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1"/>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1"/>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1"/>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1"/>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1"/>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1"/>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1"/>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1"/>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1"/>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1"/>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1"/>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1"/>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1"/>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1"/>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1"/>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1"/>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1"/>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1"/>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1"/>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1"/>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1"/>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1"/>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1"/>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1"/>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1"/>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1"/>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1"/>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1"/>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1"/>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1"/>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1"/>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1"/>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1"/>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1"/>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1"/>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1"/>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1"/>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1"/>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1"/>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1"/>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1"/>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1"/>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1"/>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1"/>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1"/>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1"/>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1"/>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1"/>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1"/>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1"/>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1"/>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1"/>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1"/>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1"/>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1"/>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1"/>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1"/>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1"/>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1"/>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1"/>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1"/>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1"/>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1"/>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1"/>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1"/>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1"/>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1"/>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1"/>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1"/>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1"/>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1"/>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1"/>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1"/>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1"/>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1"/>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1"/>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1"/>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1"/>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1"/>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1"/>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1"/>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1"/>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1"/>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1"/>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1"/>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1"/>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1"/>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1"/>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1"/>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1"/>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1"/>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1"/>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1"/>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1"/>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1"/>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1"/>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1"/>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1"/>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1"/>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1"/>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1"/>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1"/>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1"/>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1"/>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1"/>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1"/>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1"/>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1"/>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1"/>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1"/>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1"/>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1"/>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1"/>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1"/>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1"/>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1"/>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1"/>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1"/>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1"/>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1"/>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1"/>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1"/>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1"/>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1"/>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1"/>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1"/>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1"/>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1"/>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1"/>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1"/>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1"/>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1"/>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1"/>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1"/>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1"/>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1"/>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1"/>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1"/>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1"/>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1"/>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1"/>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1"/>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1"/>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1"/>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1"/>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1"/>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1"/>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1"/>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1"/>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1"/>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1"/>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1"/>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1"/>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1"/>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1"/>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1"/>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1"/>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1"/>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1"/>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1"/>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1"/>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1"/>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1"/>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1"/>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1"/>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1"/>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1"/>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1"/>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1"/>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1"/>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1"/>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1"/>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1"/>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1"/>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1"/>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1"/>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1"/>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1"/>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1"/>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1"/>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1"/>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1"/>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1"/>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1"/>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1"/>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1"/>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1"/>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1"/>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1"/>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1"/>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1"/>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1"/>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1"/>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1"/>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1"/>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1"/>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1"/>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1"/>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1"/>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1"/>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1"/>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1"/>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1"/>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1"/>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1"/>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1"/>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1"/>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1"/>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1"/>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1"/>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1"/>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1"/>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1"/>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1"/>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1"/>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1"/>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1"/>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1"/>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1"/>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1"/>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1"/>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1"/>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1"/>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1"/>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1"/>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1"/>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1"/>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1"/>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1"/>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1"/>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1"/>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1"/>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1"/>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1"/>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1"/>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1"/>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1"/>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1"/>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1"/>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1"/>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1"/>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1"/>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1"/>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1"/>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1"/>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1"/>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1"/>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1"/>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1"/>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1"/>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1"/>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1"/>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1"/>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1"/>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1"/>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1"/>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1"/>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1"/>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1"/>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1"/>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1"/>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1"/>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1"/>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1"/>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1"/>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1"/>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1"/>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1"/>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1"/>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1"/>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1"/>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1"/>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1"/>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1"/>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1"/>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1"/>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1"/>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1"/>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1"/>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1"/>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1"/>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1"/>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1"/>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1"/>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1"/>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1"/>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1"/>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1"/>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1"/>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1"/>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1"/>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1"/>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1"/>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1"/>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1"/>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1"/>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1"/>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1"/>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1"/>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1"/>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1"/>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1"/>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1"/>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1"/>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1"/>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1"/>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1"/>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1"/>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1"/>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1"/>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1"/>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1"/>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1"/>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1"/>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1"/>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1"/>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1"/>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1"/>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1"/>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1"/>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1"/>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1"/>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1"/>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1"/>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1"/>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1"/>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1"/>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1"/>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1"/>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1"/>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1"/>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1"/>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1"/>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1"/>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1"/>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1"/>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1"/>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1"/>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1"/>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1"/>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1"/>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1"/>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1"/>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1"/>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1"/>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1"/>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1"/>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1"/>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1"/>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1"/>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1"/>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1"/>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1"/>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1"/>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1"/>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1"/>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1"/>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1"/>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1"/>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1"/>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1"/>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1"/>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1"/>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1"/>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1"/>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1"/>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1"/>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1"/>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1"/>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1"/>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1"/>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1"/>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1"/>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1"/>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1"/>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1"/>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1"/>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1"/>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1"/>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1"/>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1"/>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1"/>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1"/>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1"/>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1"/>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1"/>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1"/>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1"/>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1"/>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1"/>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1"/>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1"/>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1"/>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1"/>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1"/>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1"/>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1"/>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1"/>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1"/>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1"/>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1"/>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1"/>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1"/>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1"/>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1"/>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1"/>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1"/>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1"/>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1"/>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1"/>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1"/>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1"/>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1"/>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1"/>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1"/>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1"/>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1"/>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1"/>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1"/>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1"/>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1"/>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1"/>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1"/>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1"/>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1"/>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1"/>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1"/>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1"/>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1"/>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1"/>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1"/>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1"/>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1"/>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1"/>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1"/>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1"/>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1"/>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1"/>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1"/>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1"/>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1"/>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1"/>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1"/>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1"/>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1"/>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1"/>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1"/>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1"/>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1"/>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1"/>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1"/>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1"/>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1"/>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1"/>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1"/>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1"/>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1"/>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1"/>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1"/>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1"/>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1"/>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1"/>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1"/>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1"/>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1"/>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1"/>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1"/>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1"/>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1"/>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1"/>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1"/>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1"/>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1"/>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1"/>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1"/>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1"/>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1"/>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1"/>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1"/>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1"/>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1"/>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1"/>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1"/>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1"/>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1"/>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1"/>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1"/>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1"/>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1"/>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1"/>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1"/>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1"/>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1"/>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1"/>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1"/>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1"/>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1"/>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1"/>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1"/>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1"/>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1"/>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1"/>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1"/>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1"/>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1"/>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1"/>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1"/>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1"/>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1"/>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1"/>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1"/>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1"/>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1"/>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1"/>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1"/>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1"/>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1"/>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1"/>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1"/>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1"/>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1"/>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1"/>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1"/>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1"/>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1"/>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1"/>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1"/>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1"/>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1"/>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1"/>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1"/>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1"/>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1"/>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1"/>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1"/>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1"/>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1"/>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1"/>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1"/>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1"/>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1"/>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1"/>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1"/>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1"/>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1"/>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1"/>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1"/>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1"/>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1"/>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1"/>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1"/>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1"/>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1"/>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1"/>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1"/>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1"/>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1"/>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1"/>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1"/>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1"/>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1"/>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1"/>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1"/>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1"/>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1"/>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1"/>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1"/>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1"/>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1"/>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1"/>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1"/>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1"/>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1"/>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1"/>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1"/>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1"/>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1"/>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1"/>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1"/>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1"/>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1"/>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1"/>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1"/>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1"/>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1"/>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1"/>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1"/>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1"/>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1"/>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1"/>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1"/>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1"/>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1"/>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1"/>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1"/>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1"/>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1"/>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1"/>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1"/>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1"/>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1"/>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1"/>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1"/>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1"/>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1"/>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1"/>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1"/>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1"/>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1"/>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1"/>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1"/>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1"/>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1"/>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1"/>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1"/>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1"/>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1"/>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1"/>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1"/>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1"/>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1"/>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1"/>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1"/>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1"/>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1"/>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1"/>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1"/>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1"/>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1"/>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1"/>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1"/>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1"/>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1"/>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1"/>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1"/>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1"/>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1"/>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1"/>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1"/>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1"/>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1"/>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1"/>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1"/>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1"/>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1"/>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1"/>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1"/>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1"/>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1"/>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1"/>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1"/>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1"/>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1"/>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1"/>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1"/>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1"/>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1"/>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7" name="Google Shape;14257;p61"/>
          <p:cNvSpPr/>
          <p:nvPr/>
        </p:nvSpPr>
        <p:spPr>
          <a:xfrm>
            <a:off x="-2730203" y="-929650"/>
            <a:ext cx="3232040" cy="3232125"/>
          </a:xfrm>
          <a:custGeom>
            <a:rect b="b" l="l" r="r" t="t"/>
            <a:pathLst>
              <a:path extrusionOk="0" h="76050" w="76048">
                <a:moveTo>
                  <a:pt x="38024" y="210"/>
                </a:moveTo>
                <a:cubicBezTo>
                  <a:pt x="58874" y="210"/>
                  <a:pt x="75838" y="17174"/>
                  <a:pt x="75838" y="38024"/>
                </a:cubicBezTo>
                <a:cubicBezTo>
                  <a:pt x="75838" y="58876"/>
                  <a:pt x="58874" y="75840"/>
                  <a:pt x="38024" y="75840"/>
                </a:cubicBezTo>
                <a:cubicBezTo>
                  <a:pt x="17173" y="75840"/>
                  <a:pt x="209" y="58876"/>
                  <a:pt x="209" y="38024"/>
                </a:cubicBezTo>
                <a:cubicBezTo>
                  <a:pt x="209" y="17174"/>
                  <a:pt x="17173" y="210"/>
                  <a:pt x="38024" y="210"/>
                </a:cubicBezTo>
                <a:close/>
                <a:moveTo>
                  <a:pt x="38024" y="1"/>
                </a:moveTo>
                <a:cubicBezTo>
                  <a:pt x="17058" y="1"/>
                  <a:pt x="0" y="17059"/>
                  <a:pt x="0" y="38024"/>
                </a:cubicBezTo>
                <a:cubicBezTo>
                  <a:pt x="0" y="58992"/>
                  <a:pt x="17058" y="76049"/>
                  <a:pt x="38024" y="76049"/>
                </a:cubicBezTo>
                <a:cubicBezTo>
                  <a:pt x="58989" y="76049"/>
                  <a:pt x="76047" y="58992"/>
                  <a:pt x="76047" y="38024"/>
                </a:cubicBezTo>
                <a:cubicBezTo>
                  <a:pt x="76047" y="17059"/>
                  <a:pt x="58989" y="1"/>
                  <a:pt x="380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1"/>
          <p:cNvSpPr/>
          <p:nvPr/>
        </p:nvSpPr>
        <p:spPr>
          <a:xfrm>
            <a:off x="3991000" y="4608575"/>
            <a:ext cx="1162200" cy="534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1">
            <a:hlinkClick action="ppaction://hlinkshowjump?jump=previousslide"/>
          </p:cNvPr>
          <p:cNvSpPr/>
          <p:nvPr/>
        </p:nvSpPr>
        <p:spPr>
          <a:xfrm>
            <a:off x="4216189" y="4788507"/>
            <a:ext cx="167426" cy="165073"/>
          </a:xfrm>
          <a:custGeom>
            <a:rect b="b" l="l" r="r" t="t"/>
            <a:pathLst>
              <a:path extrusionOk="0" h="71460" w="72479">
                <a:moveTo>
                  <a:pt x="30460" y="22962"/>
                </a:moveTo>
                <a:cubicBezTo>
                  <a:pt x="32555" y="22962"/>
                  <a:pt x="34426" y="25717"/>
                  <a:pt x="32508" y="27634"/>
                </a:cubicBezTo>
                <a:lnTo>
                  <a:pt x="27488" y="32654"/>
                </a:lnTo>
                <a:lnTo>
                  <a:pt x="50693" y="32654"/>
                </a:lnTo>
                <a:cubicBezTo>
                  <a:pt x="52342" y="32654"/>
                  <a:pt x="53724" y="34036"/>
                  <a:pt x="53724" y="35685"/>
                </a:cubicBezTo>
                <a:cubicBezTo>
                  <a:pt x="53724" y="37352"/>
                  <a:pt x="52342" y="38734"/>
                  <a:pt x="50693" y="38734"/>
                </a:cubicBezTo>
                <a:lnTo>
                  <a:pt x="27375" y="38734"/>
                </a:lnTo>
                <a:lnTo>
                  <a:pt x="32280" y="43773"/>
                </a:lnTo>
                <a:cubicBezTo>
                  <a:pt x="34175" y="45712"/>
                  <a:pt x="32302" y="48425"/>
                  <a:pt x="30216" y="48425"/>
                </a:cubicBezTo>
                <a:cubicBezTo>
                  <a:pt x="29590" y="48425"/>
                  <a:pt x="28946" y="48181"/>
                  <a:pt x="28378" y="47600"/>
                </a:cubicBezTo>
                <a:lnTo>
                  <a:pt x="18623" y="37598"/>
                </a:lnTo>
                <a:cubicBezTo>
                  <a:pt x="17580" y="36537"/>
                  <a:pt x="17580" y="34814"/>
                  <a:pt x="18641" y="33753"/>
                </a:cubicBezTo>
                <a:lnTo>
                  <a:pt x="28643" y="23769"/>
                </a:lnTo>
                <a:cubicBezTo>
                  <a:pt x="29208" y="23201"/>
                  <a:pt x="29843" y="22962"/>
                  <a:pt x="30460" y="22962"/>
                </a:cubicBezTo>
                <a:close/>
                <a:moveTo>
                  <a:pt x="35864" y="0"/>
                </a:moveTo>
                <a:cubicBezTo>
                  <a:pt x="26970" y="0"/>
                  <a:pt x="18101" y="3237"/>
                  <a:pt x="11349" y="9562"/>
                </a:cubicBezTo>
                <a:cubicBezTo>
                  <a:pt x="4150" y="16287"/>
                  <a:pt x="1" y="25853"/>
                  <a:pt x="1" y="35685"/>
                </a:cubicBezTo>
                <a:cubicBezTo>
                  <a:pt x="1" y="52336"/>
                  <a:pt x="11973" y="67187"/>
                  <a:pt x="28264" y="70673"/>
                </a:cubicBezTo>
                <a:cubicBezTo>
                  <a:pt x="30724" y="71199"/>
                  <a:pt x="33231" y="71459"/>
                  <a:pt x="35734" y="71459"/>
                </a:cubicBezTo>
                <a:cubicBezTo>
                  <a:pt x="41521" y="71459"/>
                  <a:pt x="47293" y="70069"/>
                  <a:pt x="52436" y="67359"/>
                </a:cubicBezTo>
                <a:cubicBezTo>
                  <a:pt x="59521" y="63626"/>
                  <a:pt x="65262" y="57508"/>
                  <a:pt x="68500" y="50176"/>
                </a:cubicBezTo>
                <a:cubicBezTo>
                  <a:pt x="71892" y="42543"/>
                  <a:pt x="72478" y="33809"/>
                  <a:pt x="70167" y="25797"/>
                </a:cubicBezTo>
                <a:cubicBezTo>
                  <a:pt x="67952" y="18068"/>
                  <a:pt x="63064" y="11210"/>
                  <a:pt x="56528" y="6531"/>
                </a:cubicBezTo>
                <a:cubicBezTo>
                  <a:pt x="50378" y="2150"/>
                  <a:pt x="43113" y="0"/>
                  <a:pt x="3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4260" name="Google Shape;14260;p61">
            <a:hlinkClick action="ppaction://hlinkshowjump?jump=nextslide"/>
          </p:cNvPr>
          <p:cNvSpPr/>
          <p:nvPr/>
        </p:nvSpPr>
        <p:spPr>
          <a:xfrm>
            <a:off x="4760664" y="4788519"/>
            <a:ext cx="167426" cy="165073"/>
          </a:xfrm>
          <a:custGeom>
            <a:rect b="b" l="l" r="r" t="t"/>
            <a:pathLst>
              <a:path extrusionOk="0" h="71460" w="72479">
                <a:moveTo>
                  <a:pt x="42259" y="23045"/>
                </a:moveTo>
                <a:cubicBezTo>
                  <a:pt x="42886" y="23045"/>
                  <a:pt x="43532" y="23291"/>
                  <a:pt x="44101" y="23878"/>
                </a:cubicBezTo>
                <a:lnTo>
                  <a:pt x="53858" y="33862"/>
                </a:lnTo>
                <a:cubicBezTo>
                  <a:pt x="54919" y="34941"/>
                  <a:pt x="54899" y="36646"/>
                  <a:pt x="53838" y="37706"/>
                </a:cubicBezTo>
                <a:lnTo>
                  <a:pt x="43856" y="47690"/>
                </a:lnTo>
                <a:cubicBezTo>
                  <a:pt x="43286" y="48260"/>
                  <a:pt x="42645" y="48500"/>
                  <a:pt x="42024" y="48500"/>
                </a:cubicBezTo>
                <a:cubicBezTo>
                  <a:pt x="39924" y="48500"/>
                  <a:pt x="38061" y="45756"/>
                  <a:pt x="39991" y="43826"/>
                </a:cubicBezTo>
                <a:lnTo>
                  <a:pt x="44992" y="38805"/>
                </a:lnTo>
                <a:lnTo>
                  <a:pt x="21806" y="38805"/>
                </a:lnTo>
                <a:cubicBezTo>
                  <a:pt x="20139" y="38805"/>
                  <a:pt x="18755" y="37423"/>
                  <a:pt x="18755" y="35774"/>
                </a:cubicBezTo>
                <a:cubicBezTo>
                  <a:pt x="18755" y="34127"/>
                  <a:pt x="20139" y="32743"/>
                  <a:pt x="21806" y="32743"/>
                </a:cubicBezTo>
                <a:lnTo>
                  <a:pt x="45124" y="32743"/>
                </a:lnTo>
                <a:lnTo>
                  <a:pt x="40199" y="27686"/>
                </a:lnTo>
                <a:cubicBezTo>
                  <a:pt x="38305" y="25764"/>
                  <a:pt x="40175" y="23045"/>
                  <a:pt x="42259" y="23045"/>
                </a:cubicBezTo>
                <a:close/>
                <a:moveTo>
                  <a:pt x="36745" y="0"/>
                </a:moveTo>
                <a:cubicBezTo>
                  <a:pt x="30959" y="0"/>
                  <a:pt x="25187" y="1391"/>
                  <a:pt x="20043" y="4101"/>
                </a:cubicBezTo>
                <a:cubicBezTo>
                  <a:pt x="12958" y="7834"/>
                  <a:pt x="7219" y="13971"/>
                  <a:pt x="3979" y="21283"/>
                </a:cubicBezTo>
                <a:cubicBezTo>
                  <a:pt x="589" y="28917"/>
                  <a:pt x="1" y="37669"/>
                  <a:pt x="2312" y="45682"/>
                </a:cubicBezTo>
                <a:cubicBezTo>
                  <a:pt x="4529" y="53411"/>
                  <a:pt x="9417" y="60269"/>
                  <a:pt x="15951" y="64929"/>
                </a:cubicBezTo>
                <a:cubicBezTo>
                  <a:pt x="22102" y="69309"/>
                  <a:pt x="29367" y="71459"/>
                  <a:pt x="36616" y="71459"/>
                </a:cubicBezTo>
                <a:cubicBezTo>
                  <a:pt x="45510" y="71459"/>
                  <a:pt x="54379" y="68223"/>
                  <a:pt x="61132" y="61898"/>
                </a:cubicBezTo>
                <a:cubicBezTo>
                  <a:pt x="68331" y="55172"/>
                  <a:pt x="72478" y="45625"/>
                  <a:pt x="72478" y="35774"/>
                </a:cubicBezTo>
                <a:cubicBezTo>
                  <a:pt x="72478" y="19124"/>
                  <a:pt x="60506" y="4272"/>
                  <a:pt x="44215" y="787"/>
                </a:cubicBezTo>
                <a:cubicBezTo>
                  <a:pt x="41755" y="260"/>
                  <a:pt x="39249" y="0"/>
                  <a:pt x="36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4261" name="Google Shape;14261;p61">
            <a:hlinkClick action="ppaction://hlinksldjump" r:id="rId3"/>
          </p:cNvPr>
          <p:cNvSpPr/>
          <p:nvPr/>
        </p:nvSpPr>
        <p:spPr>
          <a:xfrm>
            <a:off x="4475960" y="4744707"/>
            <a:ext cx="247705" cy="246577"/>
          </a:xfrm>
          <a:custGeom>
            <a:rect b="b" l="l" r="r" t="t"/>
            <a:pathLst>
              <a:path extrusionOk="0" h="91156" w="91573">
                <a:moveTo>
                  <a:pt x="18224" y="17352"/>
                </a:moveTo>
                <a:cubicBezTo>
                  <a:pt x="16652" y="17352"/>
                  <a:pt x="15364" y="18640"/>
                  <a:pt x="15364" y="20213"/>
                </a:cubicBezTo>
                <a:cubicBezTo>
                  <a:pt x="15364" y="21785"/>
                  <a:pt x="16652" y="23055"/>
                  <a:pt x="18224" y="23055"/>
                </a:cubicBezTo>
                <a:lnTo>
                  <a:pt x="51546" y="23055"/>
                </a:lnTo>
                <a:cubicBezTo>
                  <a:pt x="53117" y="23055"/>
                  <a:pt x="54387" y="21785"/>
                  <a:pt x="54387" y="20213"/>
                </a:cubicBezTo>
                <a:cubicBezTo>
                  <a:pt x="54387" y="18640"/>
                  <a:pt x="53117" y="17352"/>
                  <a:pt x="51546" y="17352"/>
                </a:cubicBezTo>
                <a:close/>
                <a:moveTo>
                  <a:pt x="18224" y="34269"/>
                </a:moveTo>
                <a:cubicBezTo>
                  <a:pt x="16652" y="34269"/>
                  <a:pt x="15364" y="35538"/>
                  <a:pt x="15364" y="37111"/>
                </a:cubicBezTo>
                <a:cubicBezTo>
                  <a:pt x="15364" y="38682"/>
                  <a:pt x="16652" y="39970"/>
                  <a:pt x="18224" y="39970"/>
                </a:cubicBezTo>
                <a:lnTo>
                  <a:pt x="39725" y="39970"/>
                </a:lnTo>
                <a:cubicBezTo>
                  <a:pt x="41297" y="39970"/>
                  <a:pt x="42585" y="38682"/>
                  <a:pt x="42585" y="37111"/>
                </a:cubicBezTo>
                <a:cubicBezTo>
                  <a:pt x="42585" y="35538"/>
                  <a:pt x="41297" y="34269"/>
                  <a:pt x="39725" y="34269"/>
                </a:cubicBezTo>
                <a:close/>
                <a:moveTo>
                  <a:pt x="18224" y="51185"/>
                </a:moveTo>
                <a:cubicBezTo>
                  <a:pt x="16652" y="51185"/>
                  <a:pt x="15364" y="52455"/>
                  <a:pt x="15364" y="54026"/>
                </a:cubicBezTo>
                <a:cubicBezTo>
                  <a:pt x="15364" y="55600"/>
                  <a:pt x="16652" y="56888"/>
                  <a:pt x="18224" y="56888"/>
                </a:cubicBezTo>
                <a:lnTo>
                  <a:pt x="30556" y="56888"/>
                </a:lnTo>
                <a:cubicBezTo>
                  <a:pt x="32148" y="56888"/>
                  <a:pt x="33416" y="55600"/>
                  <a:pt x="33416" y="54026"/>
                </a:cubicBezTo>
                <a:cubicBezTo>
                  <a:pt x="33416" y="52455"/>
                  <a:pt x="32148" y="51185"/>
                  <a:pt x="30556" y="51185"/>
                </a:cubicBezTo>
                <a:close/>
                <a:moveTo>
                  <a:pt x="57853" y="44327"/>
                </a:moveTo>
                <a:cubicBezTo>
                  <a:pt x="58328" y="44327"/>
                  <a:pt x="58800" y="44347"/>
                  <a:pt x="59275" y="44403"/>
                </a:cubicBezTo>
                <a:cubicBezTo>
                  <a:pt x="62892" y="44764"/>
                  <a:pt x="66132" y="46525"/>
                  <a:pt x="68424" y="49328"/>
                </a:cubicBezTo>
                <a:cubicBezTo>
                  <a:pt x="73141" y="55145"/>
                  <a:pt x="72250" y="63707"/>
                  <a:pt x="66435" y="68423"/>
                </a:cubicBezTo>
                <a:cubicBezTo>
                  <a:pt x="63994" y="70420"/>
                  <a:pt x="60991" y="71468"/>
                  <a:pt x="57879" y="71468"/>
                </a:cubicBezTo>
                <a:cubicBezTo>
                  <a:pt x="57418" y="71468"/>
                  <a:pt x="56954" y="71445"/>
                  <a:pt x="56489" y="71398"/>
                </a:cubicBezTo>
                <a:cubicBezTo>
                  <a:pt x="52890" y="71019"/>
                  <a:pt x="49632" y="69257"/>
                  <a:pt x="47359" y="66453"/>
                </a:cubicBezTo>
                <a:cubicBezTo>
                  <a:pt x="45067" y="63631"/>
                  <a:pt x="44006" y="60108"/>
                  <a:pt x="44385" y="56509"/>
                </a:cubicBezTo>
                <a:cubicBezTo>
                  <a:pt x="44764" y="52890"/>
                  <a:pt x="46507" y="49651"/>
                  <a:pt x="49329" y="47358"/>
                </a:cubicBezTo>
                <a:cubicBezTo>
                  <a:pt x="51773" y="45388"/>
                  <a:pt x="54746" y="44327"/>
                  <a:pt x="57853" y="44327"/>
                </a:cubicBezTo>
                <a:close/>
                <a:moveTo>
                  <a:pt x="18224" y="68102"/>
                </a:moveTo>
                <a:cubicBezTo>
                  <a:pt x="16652" y="68102"/>
                  <a:pt x="15364" y="69371"/>
                  <a:pt x="15364" y="70944"/>
                </a:cubicBezTo>
                <a:cubicBezTo>
                  <a:pt x="15364" y="72515"/>
                  <a:pt x="16652" y="73785"/>
                  <a:pt x="18224" y="73785"/>
                </a:cubicBezTo>
                <a:lnTo>
                  <a:pt x="30556" y="73785"/>
                </a:lnTo>
                <a:cubicBezTo>
                  <a:pt x="32148" y="73785"/>
                  <a:pt x="33416" y="72515"/>
                  <a:pt x="33416" y="70944"/>
                </a:cubicBezTo>
                <a:cubicBezTo>
                  <a:pt x="33416" y="69371"/>
                  <a:pt x="32148" y="68102"/>
                  <a:pt x="30556" y="68102"/>
                </a:cubicBezTo>
                <a:close/>
                <a:moveTo>
                  <a:pt x="77820" y="76627"/>
                </a:moveTo>
                <a:lnTo>
                  <a:pt x="84886" y="83484"/>
                </a:lnTo>
                <a:lnTo>
                  <a:pt x="83522" y="84886"/>
                </a:lnTo>
                <a:lnTo>
                  <a:pt x="76437" y="78028"/>
                </a:lnTo>
                <a:lnTo>
                  <a:pt x="77820" y="76627"/>
                </a:lnTo>
                <a:close/>
                <a:moveTo>
                  <a:pt x="64086" y="5703"/>
                </a:moveTo>
                <a:lnTo>
                  <a:pt x="64086" y="39649"/>
                </a:lnTo>
                <a:cubicBezTo>
                  <a:pt x="62722" y="39195"/>
                  <a:pt x="61321" y="38872"/>
                  <a:pt x="59861" y="38740"/>
                </a:cubicBezTo>
                <a:cubicBezTo>
                  <a:pt x="59186" y="38670"/>
                  <a:pt x="58512" y="38635"/>
                  <a:pt x="57841" y="38635"/>
                </a:cubicBezTo>
                <a:cubicBezTo>
                  <a:pt x="53438" y="38635"/>
                  <a:pt x="49199" y="40133"/>
                  <a:pt x="45729" y="42945"/>
                </a:cubicBezTo>
                <a:cubicBezTo>
                  <a:pt x="41733" y="46184"/>
                  <a:pt x="39251" y="50788"/>
                  <a:pt x="38720" y="55921"/>
                </a:cubicBezTo>
                <a:cubicBezTo>
                  <a:pt x="38190" y="61035"/>
                  <a:pt x="39687" y="66056"/>
                  <a:pt x="42926" y="70053"/>
                </a:cubicBezTo>
                <a:cubicBezTo>
                  <a:pt x="46184" y="74031"/>
                  <a:pt x="50788" y="76531"/>
                  <a:pt x="55903" y="77062"/>
                </a:cubicBezTo>
                <a:cubicBezTo>
                  <a:pt x="56585" y="77119"/>
                  <a:pt x="57247" y="77157"/>
                  <a:pt x="57929" y="77157"/>
                </a:cubicBezTo>
                <a:cubicBezTo>
                  <a:pt x="60032" y="77157"/>
                  <a:pt x="62116" y="76816"/>
                  <a:pt x="64086" y="76134"/>
                </a:cubicBezTo>
                <a:lnTo>
                  <a:pt x="64086" y="85454"/>
                </a:lnTo>
                <a:lnTo>
                  <a:pt x="5683" y="85454"/>
                </a:lnTo>
                <a:lnTo>
                  <a:pt x="5683" y="5703"/>
                </a:lnTo>
                <a:close/>
                <a:moveTo>
                  <a:pt x="2842" y="0"/>
                </a:moveTo>
                <a:cubicBezTo>
                  <a:pt x="1270" y="0"/>
                  <a:pt x="0" y="1270"/>
                  <a:pt x="0" y="2842"/>
                </a:cubicBezTo>
                <a:lnTo>
                  <a:pt x="0" y="88296"/>
                </a:lnTo>
                <a:cubicBezTo>
                  <a:pt x="0" y="89867"/>
                  <a:pt x="1270" y="91155"/>
                  <a:pt x="2842" y="91155"/>
                </a:cubicBezTo>
                <a:lnTo>
                  <a:pt x="66928" y="91155"/>
                </a:lnTo>
                <a:cubicBezTo>
                  <a:pt x="68499" y="91155"/>
                  <a:pt x="69769" y="89867"/>
                  <a:pt x="69769" y="88296"/>
                </a:cubicBezTo>
                <a:lnTo>
                  <a:pt x="69769" y="76721"/>
                </a:lnTo>
                <a:lnTo>
                  <a:pt x="70280" y="77213"/>
                </a:lnTo>
                <a:cubicBezTo>
                  <a:pt x="70204" y="77498"/>
                  <a:pt x="70186" y="77819"/>
                  <a:pt x="70186" y="78122"/>
                </a:cubicBezTo>
                <a:cubicBezTo>
                  <a:pt x="70204" y="79279"/>
                  <a:pt x="70679" y="80377"/>
                  <a:pt x="71512" y="81173"/>
                </a:cubicBezTo>
                <a:lnTo>
                  <a:pt x="80529" y="89925"/>
                </a:lnTo>
                <a:cubicBezTo>
                  <a:pt x="81363" y="90739"/>
                  <a:pt x="82461" y="91155"/>
                  <a:pt x="83540" y="91155"/>
                </a:cubicBezTo>
                <a:cubicBezTo>
                  <a:pt x="84677" y="91155"/>
                  <a:pt x="85814" y="90701"/>
                  <a:pt x="86667" y="89829"/>
                </a:cubicBezTo>
                <a:lnTo>
                  <a:pt x="89905" y="86477"/>
                </a:lnTo>
                <a:cubicBezTo>
                  <a:pt x="91572" y="84753"/>
                  <a:pt x="91535" y="82007"/>
                  <a:pt x="89830" y="80340"/>
                </a:cubicBezTo>
                <a:lnTo>
                  <a:pt x="80813" y="71588"/>
                </a:lnTo>
                <a:cubicBezTo>
                  <a:pt x="79997" y="70809"/>
                  <a:pt x="78928" y="70375"/>
                  <a:pt x="77800" y="70375"/>
                </a:cubicBezTo>
                <a:cubicBezTo>
                  <a:pt x="77776" y="70375"/>
                  <a:pt x="77751" y="70375"/>
                  <a:pt x="77726" y="70375"/>
                </a:cubicBezTo>
                <a:cubicBezTo>
                  <a:pt x="77592" y="70375"/>
                  <a:pt x="77479" y="70375"/>
                  <a:pt x="77365" y="70394"/>
                </a:cubicBezTo>
                <a:lnTo>
                  <a:pt x="74523" y="67610"/>
                </a:lnTo>
                <a:cubicBezTo>
                  <a:pt x="78445" y="60884"/>
                  <a:pt x="78029" y="52132"/>
                  <a:pt x="72838" y="45749"/>
                </a:cubicBezTo>
                <a:cubicBezTo>
                  <a:pt x="71909" y="44612"/>
                  <a:pt x="70886" y="43608"/>
                  <a:pt x="69769" y="42718"/>
                </a:cubicBezTo>
                <a:lnTo>
                  <a:pt x="69769" y="2842"/>
                </a:lnTo>
                <a:cubicBezTo>
                  <a:pt x="69769" y="1270"/>
                  <a:pt x="68499" y="0"/>
                  <a:pt x="66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262" name="Google Shape;14262;p61"/>
          <p:cNvPicPr preferRelativeResize="0"/>
          <p:nvPr/>
        </p:nvPicPr>
        <p:blipFill>
          <a:blip r:embed="rId4">
            <a:alphaModFix/>
          </a:blip>
          <a:stretch>
            <a:fillRect/>
          </a:stretch>
        </p:blipFill>
        <p:spPr>
          <a:xfrm>
            <a:off x="6166887" y="2768764"/>
            <a:ext cx="861575" cy="861575"/>
          </a:xfrm>
          <a:prstGeom prst="rect">
            <a:avLst/>
          </a:prstGeom>
          <a:noFill/>
          <a:ln>
            <a:noFill/>
          </a:ln>
        </p:spPr>
      </p:pic>
      <p:pic>
        <p:nvPicPr>
          <p:cNvPr id="14263" name="Google Shape;14263;p61"/>
          <p:cNvPicPr preferRelativeResize="0"/>
          <p:nvPr/>
        </p:nvPicPr>
        <p:blipFill>
          <a:blip r:embed="rId5">
            <a:alphaModFix/>
          </a:blip>
          <a:stretch>
            <a:fillRect/>
          </a:stretch>
        </p:blipFill>
        <p:spPr>
          <a:xfrm>
            <a:off x="4141213" y="1122625"/>
            <a:ext cx="861575" cy="974125"/>
          </a:xfrm>
          <a:prstGeom prst="rect">
            <a:avLst/>
          </a:prstGeom>
          <a:noFill/>
          <a:ln>
            <a:noFill/>
          </a:ln>
        </p:spPr>
      </p:pic>
      <p:pic>
        <p:nvPicPr>
          <p:cNvPr id="14264" name="Google Shape;14264;p61"/>
          <p:cNvPicPr preferRelativeResize="0"/>
          <p:nvPr/>
        </p:nvPicPr>
        <p:blipFill>
          <a:blip r:embed="rId6">
            <a:alphaModFix/>
          </a:blip>
          <a:stretch>
            <a:fillRect/>
          </a:stretch>
        </p:blipFill>
        <p:spPr>
          <a:xfrm>
            <a:off x="2500300" y="2768774"/>
            <a:ext cx="1163600" cy="1163600"/>
          </a:xfrm>
          <a:prstGeom prst="rect">
            <a:avLst/>
          </a:prstGeom>
          <a:noFill/>
          <a:ln>
            <a:noFill/>
          </a:ln>
        </p:spPr>
      </p:pic>
      <p:pic>
        <p:nvPicPr>
          <p:cNvPr id="14265" name="Google Shape;14265;p61"/>
          <p:cNvPicPr preferRelativeResize="0"/>
          <p:nvPr/>
        </p:nvPicPr>
        <p:blipFill>
          <a:blip r:embed="rId7">
            <a:alphaModFix/>
          </a:blip>
          <a:stretch>
            <a:fillRect/>
          </a:stretch>
        </p:blipFill>
        <p:spPr>
          <a:xfrm>
            <a:off x="614800" y="1119751"/>
            <a:ext cx="1425700" cy="1232875"/>
          </a:xfrm>
          <a:prstGeom prst="rect">
            <a:avLst/>
          </a:prstGeom>
          <a:noFill/>
          <a:ln>
            <a:noFill/>
          </a:ln>
        </p:spPr>
      </p:pic>
      <p:pic>
        <p:nvPicPr>
          <p:cNvPr id="14266" name="Google Shape;14266;p61"/>
          <p:cNvPicPr preferRelativeResize="0"/>
          <p:nvPr/>
        </p:nvPicPr>
        <p:blipFill>
          <a:blip r:embed="rId8">
            <a:alphaModFix/>
          </a:blip>
          <a:stretch>
            <a:fillRect/>
          </a:stretch>
        </p:blipFill>
        <p:spPr>
          <a:xfrm>
            <a:off x="7276195" y="993245"/>
            <a:ext cx="1232875" cy="1232875"/>
          </a:xfrm>
          <a:prstGeom prst="rect">
            <a:avLst/>
          </a:prstGeom>
          <a:noFill/>
          <a:ln>
            <a:noFill/>
          </a:ln>
        </p:spPr>
      </p:pic>
      <p:sp>
        <p:nvSpPr>
          <p:cNvPr id="14267" name="Google Shape;14267;p61"/>
          <p:cNvSpPr txBox="1"/>
          <p:nvPr/>
        </p:nvSpPr>
        <p:spPr>
          <a:xfrm>
            <a:off x="298775" y="2450488"/>
            <a:ext cx="1926600" cy="1233000"/>
          </a:xfrm>
          <a:prstGeom prst="rect">
            <a:avLst/>
          </a:prstGeom>
          <a:noFill/>
          <a:ln>
            <a:noFill/>
          </a:ln>
        </p:spPr>
        <p:txBody>
          <a:bodyPr anchorCtr="0" anchor="t" bIns="91425" lIns="91425" spcFirstLastPara="1" rIns="91425" wrap="square" tIns="91425">
            <a:noAutofit/>
          </a:bodyPr>
          <a:lstStyle/>
          <a:p>
            <a:pPr indent="-317500" lvl="0" marL="457200" rtl="0" algn="ctr">
              <a:spcBef>
                <a:spcPts val="0"/>
              </a:spcBef>
              <a:spcAft>
                <a:spcPts val="0"/>
              </a:spcAft>
              <a:buClr>
                <a:schemeClr val="accent2"/>
              </a:buClr>
              <a:buSzPts val="1400"/>
              <a:buFont typeface="Poppins"/>
              <a:buChar char="●"/>
            </a:pPr>
            <a:r>
              <a:rPr b="1" lang="en">
                <a:solidFill>
                  <a:schemeClr val="accent2"/>
                </a:solidFill>
                <a:latin typeface="Poppins"/>
                <a:ea typeface="Poppins"/>
                <a:cs typeface="Poppins"/>
                <a:sym typeface="Poppins"/>
              </a:rPr>
              <a:t>12V DC valve</a:t>
            </a:r>
            <a:endParaRPr b="1">
              <a:solidFill>
                <a:schemeClr val="accent2"/>
              </a:solidFill>
              <a:latin typeface="Poppins"/>
              <a:ea typeface="Poppins"/>
              <a:cs typeface="Poppins"/>
              <a:sym typeface="Poppins"/>
            </a:endParaRPr>
          </a:p>
          <a:p>
            <a:pPr indent="0" lvl="0" marL="457200" rtl="0" algn="ctr">
              <a:spcBef>
                <a:spcPts val="0"/>
              </a:spcBef>
              <a:spcAft>
                <a:spcPts val="0"/>
              </a:spcAft>
              <a:buNone/>
            </a:pPr>
            <a:r>
              <a:rPr lang="en" sz="1200">
                <a:solidFill>
                  <a:schemeClr val="accent2"/>
                </a:solidFill>
                <a:latin typeface="Poppins Light"/>
                <a:ea typeface="Poppins Light"/>
                <a:cs typeface="Poppins Light"/>
                <a:sym typeface="Poppins Light"/>
              </a:rPr>
              <a:t>Regelt vloeistof</a:t>
            </a:r>
            <a:endParaRPr sz="1200">
              <a:solidFill>
                <a:schemeClr val="accent2"/>
              </a:solidFill>
              <a:latin typeface="Poppins Light"/>
              <a:ea typeface="Poppins Light"/>
              <a:cs typeface="Poppins Light"/>
              <a:sym typeface="Poppins Light"/>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
        <p:nvSpPr>
          <p:cNvPr id="14268" name="Google Shape;14268;p61"/>
          <p:cNvSpPr txBox="1"/>
          <p:nvPr/>
        </p:nvSpPr>
        <p:spPr>
          <a:xfrm>
            <a:off x="1907800" y="3883088"/>
            <a:ext cx="2083200" cy="861600"/>
          </a:xfrm>
          <a:prstGeom prst="rect">
            <a:avLst/>
          </a:prstGeom>
          <a:noFill/>
          <a:ln>
            <a:noFill/>
          </a:ln>
        </p:spPr>
        <p:txBody>
          <a:bodyPr anchorCtr="0" anchor="t" bIns="91425" lIns="91425" spcFirstLastPara="1" rIns="91425" wrap="square" tIns="91425">
            <a:noAutofit/>
          </a:bodyPr>
          <a:lstStyle/>
          <a:p>
            <a:pPr indent="-317500" lvl="0" marL="457200" rtl="0" algn="ctr">
              <a:spcBef>
                <a:spcPts val="0"/>
              </a:spcBef>
              <a:spcAft>
                <a:spcPts val="0"/>
              </a:spcAft>
              <a:buClr>
                <a:schemeClr val="accent2"/>
              </a:buClr>
              <a:buSzPts val="1400"/>
              <a:buFont typeface="Poppins"/>
              <a:buChar char="●"/>
            </a:pPr>
            <a:r>
              <a:rPr b="1" lang="en">
                <a:solidFill>
                  <a:schemeClr val="accent2"/>
                </a:solidFill>
                <a:latin typeface="Poppins"/>
                <a:ea typeface="Poppins"/>
                <a:cs typeface="Poppins"/>
                <a:sym typeface="Poppins"/>
              </a:rPr>
              <a:t>Relay Module</a:t>
            </a:r>
            <a:endParaRPr b="1">
              <a:solidFill>
                <a:schemeClr val="accent2"/>
              </a:solidFill>
              <a:latin typeface="Poppins"/>
              <a:ea typeface="Poppins"/>
              <a:cs typeface="Poppins"/>
              <a:sym typeface="Poppins"/>
            </a:endParaRPr>
          </a:p>
          <a:p>
            <a:pPr indent="0" lvl="0" marL="457200" rtl="0" algn="ctr">
              <a:spcBef>
                <a:spcPts val="0"/>
              </a:spcBef>
              <a:spcAft>
                <a:spcPts val="0"/>
              </a:spcAft>
              <a:buNone/>
            </a:pPr>
            <a:r>
              <a:rPr lang="en" sz="1200">
                <a:solidFill>
                  <a:schemeClr val="accent2"/>
                </a:solidFill>
                <a:latin typeface="Poppins Light"/>
                <a:ea typeface="Poppins Light"/>
                <a:cs typeface="Poppins Light"/>
                <a:sym typeface="Poppins Light"/>
              </a:rPr>
              <a:t>Schakelapparaat</a:t>
            </a:r>
            <a:endParaRPr sz="1200">
              <a:solidFill>
                <a:schemeClr val="accent2"/>
              </a:solidFill>
              <a:latin typeface="Poppins Light"/>
              <a:ea typeface="Poppins Light"/>
              <a:cs typeface="Poppins Light"/>
              <a:sym typeface="Poppins Light"/>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
        <p:nvSpPr>
          <p:cNvPr id="14269" name="Google Shape;14269;p61"/>
          <p:cNvSpPr txBox="1"/>
          <p:nvPr/>
        </p:nvSpPr>
        <p:spPr>
          <a:xfrm>
            <a:off x="3340250" y="2387963"/>
            <a:ext cx="2215200" cy="1233000"/>
          </a:xfrm>
          <a:prstGeom prst="rect">
            <a:avLst/>
          </a:prstGeom>
          <a:noFill/>
          <a:ln>
            <a:noFill/>
          </a:ln>
        </p:spPr>
        <p:txBody>
          <a:bodyPr anchorCtr="0" anchor="t" bIns="91425" lIns="91425" spcFirstLastPara="1" rIns="91425" wrap="square" tIns="91425">
            <a:noAutofit/>
          </a:bodyPr>
          <a:lstStyle/>
          <a:p>
            <a:pPr indent="-317500" lvl="0" marL="457200" rtl="0" algn="ctr">
              <a:spcBef>
                <a:spcPts val="0"/>
              </a:spcBef>
              <a:spcAft>
                <a:spcPts val="0"/>
              </a:spcAft>
              <a:buClr>
                <a:schemeClr val="accent2"/>
              </a:buClr>
              <a:buSzPts val="1400"/>
              <a:buFont typeface="Poppins"/>
              <a:buChar char="●"/>
            </a:pPr>
            <a:r>
              <a:rPr b="1" lang="en">
                <a:solidFill>
                  <a:schemeClr val="accent2"/>
                </a:solidFill>
                <a:latin typeface="Poppins"/>
                <a:ea typeface="Poppins"/>
                <a:cs typeface="Poppins"/>
                <a:sym typeface="Poppins"/>
              </a:rPr>
              <a:t>16x2 LCD</a:t>
            </a:r>
            <a:endParaRPr b="1">
              <a:solidFill>
                <a:schemeClr val="accent2"/>
              </a:solidFill>
              <a:latin typeface="Poppins"/>
              <a:ea typeface="Poppins"/>
              <a:cs typeface="Poppins"/>
              <a:sym typeface="Poppins"/>
            </a:endParaRPr>
          </a:p>
          <a:p>
            <a:pPr indent="0" lvl="0" marL="457200" rtl="0" algn="ctr">
              <a:spcBef>
                <a:spcPts val="0"/>
              </a:spcBef>
              <a:spcAft>
                <a:spcPts val="0"/>
              </a:spcAft>
              <a:buNone/>
            </a:pPr>
            <a:r>
              <a:rPr lang="en" sz="1200">
                <a:solidFill>
                  <a:schemeClr val="accent2"/>
                </a:solidFill>
                <a:latin typeface="Poppins Light"/>
                <a:ea typeface="Poppins Light"/>
                <a:cs typeface="Poppins Light"/>
                <a:sym typeface="Poppins Light"/>
              </a:rPr>
              <a:t>Karakter weergave</a:t>
            </a:r>
            <a:endParaRPr sz="1200">
              <a:solidFill>
                <a:schemeClr val="accent2"/>
              </a:solidFill>
              <a:latin typeface="Poppins Light"/>
              <a:ea typeface="Poppins Light"/>
              <a:cs typeface="Poppins Light"/>
              <a:sym typeface="Poppins Light"/>
            </a:endParaRPr>
          </a:p>
          <a:p>
            <a:pPr indent="0" lvl="0" marL="457200" rtl="0" algn="ctr">
              <a:spcBef>
                <a:spcPts val="0"/>
              </a:spcBef>
              <a:spcAft>
                <a:spcPts val="0"/>
              </a:spcAft>
              <a:buNone/>
            </a:pPr>
            <a:r>
              <a:rPr lang="en" sz="1200">
                <a:solidFill>
                  <a:schemeClr val="accent2"/>
                </a:solidFill>
                <a:latin typeface="Poppins Light"/>
                <a:ea typeface="Poppins Light"/>
                <a:cs typeface="Poppins Light"/>
                <a:sym typeface="Poppins Light"/>
              </a:rPr>
              <a:t>Geen Actuator (Weergave component)</a:t>
            </a:r>
            <a:endParaRPr sz="1200">
              <a:solidFill>
                <a:schemeClr val="accent2"/>
              </a:solidFill>
              <a:latin typeface="Poppins Light"/>
              <a:ea typeface="Poppins Light"/>
              <a:cs typeface="Poppins Light"/>
              <a:sym typeface="Poppins Light"/>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
        <p:nvSpPr>
          <p:cNvPr id="14270" name="Google Shape;14270;p61"/>
          <p:cNvSpPr txBox="1"/>
          <p:nvPr/>
        </p:nvSpPr>
        <p:spPr>
          <a:xfrm>
            <a:off x="4475950" y="3781350"/>
            <a:ext cx="4113900" cy="1233000"/>
          </a:xfrm>
          <a:prstGeom prst="rect">
            <a:avLst/>
          </a:prstGeom>
          <a:noFill/>
          <a:ln>
            <a:noFill/>
          </a:ln>
        </p:spPr>
        <p:txBody>
          <a:bodyPr anchorCtr="0" anchor="t" bIns="91425" lIns="91425" spcFirstLastPara="1" rIns="91425" wrap="square" tIns="91425">
            <a:noAutofit/>
          </a:bodyPr>
          <a:lstStyle/>
          <a:p>
            <a:pPr indent="-317500" lvl="0" marL="457200" rtl="0" algn="ctr">
              <a:spcBef>
                <a:spcPts val="0"/>
              </a:spcBef>
              <a:spcAft>
                <a:spcPts val="0"/>
              </a:spcAft>
              <a:buClr>
                <a:schemeClr val="accent2"/>
              </a:buClr>
              <a:buSzPts val="1400"/>
              <a:buFont typeface="Poppins"/>
              <a:buChar char="●"/>
            </a:pPr>
            <a:r>
              <a:rPr b="1" lang="en">
                <a:solidFill>
                  <a:schemeClr val="accent2"/>
                </a:solidFill>
                <a:latin typeface="Poppins"/>
                <a:ea typeface="Poppins"/>
                <a:cs typeface="Poppins"/>
                <a:sym typeface="Poppins"/>
              </a:rPr>
              <a:t>Servo Motor</a:t>
            </a:r>
            <a:endParaRPr b="1">
              <a:solidFill>
                <a:schemeClr val="accent2"/>
              </a:solidFill>
              <a:latin typeface="Poppins"/>
              <a:ea typeface="Poppins"/>
              <a:cs typeface="Poppins"/>
              <a:sym typeface="Poppins"/>
            </a:endParaRPr>
          </a:p>
          <a:p>
            <a:pPr indent="0" lvl="0" marL="457200" rtl="0" algn="ctr">
              <a:spcBef>
                <a:spcPts val="0"/>
              </a:spcBef>
              <a:spcAft>
                <a:spcPts val="0"/>
              </a:spcAft>
              <a:buNone/>
            </a:pPr>
            <a:r>
              <a:rPr lang="en" sz="1200">
                <a:solidFill>
                  <a:schemeClr val="accent2"/>
                </a:solidFill>
                <a:latin typeface="Poppins Light"/>
                <a:ea typeface="Poppins Light"/>
                <a:cs typeface="Poppins Light"/>
                <a:sym typeface="Poppins Light"/>
              </a:rPr>
              <a:t>Elektrische energie→Mechanische energie</a:t>
            </a:r>
            <a:endParaRPr sz="1200">
              <a:solidFill>
                <a:schemeClr val="accent2"/>
              </a:solidFill>
              <a:latin typeface="Poppins Light"/>
              <a:ea typeface="Poppins Light"/>
              <a:cs typeface="Poppins Light"/>
              <a:sym typeface="Poppins Light"/>
            </a:endParaRPr>
          </a:p>
          <a:p>
            <a:pPr indent="0" lvl="0" marL="457200" rtl="0" algn="ctr">
              <a:spcBef>
                <a:spcPts val="0"/>
              </a:spcBef>
              <a:spcAft>
                <a:spcPts val="0"/>
              </a:spcAft>
              <a:buNone/>
            </a:pPr>
            <a:r>
              <a:t/>
            </a:r>
            <a:endParaRPr sz="1200">
              <a:solidFill>
                <a:schemeClr val="accent2"/>
              </a:solidFill>
              <a:latin typeface="Poppins Light"/>
              <a:ea typeface="Poppins Light"/>
              <a:cs typeface="Poppins Light"/>
              <a:sym typeface="Poppins Light"/>
            </a:endParaRPr>
          </a:p>
        </p:txBody>
      </p:sp>
      <p:sp>
        <p:nvSpPr>
          <p:cNvPr id="14271" name="Google Shape;14271;p61"/>
          <p:cNvSpPr txBox="1"/>
          <p:nvPr/>
        </p:nvSpPr>
        <p:spPr>
          <a:xfrm>
            <a:off x="5835688" y="2352625"/>
            <a:ext cx="4113900" cy="1233000"/>
          </a:xfrm>
          <a:prstGeom prst="rect">
            <a:avLst/>
          </a:prstGeom>
          <a:noFill/>
          <a:ln>
            <a:noFill/>
          </a:ln>
        </p:spPr>
        <p:txBody>
          <a:bodyPr anchorCtr="0" anchor="t" bIns="91425" lIns="91425" spcFirstLastPara="1" rIns="91425" wrap="square" tIns="91425">
            <a:noAutofit/>
          </a:bodyPr>
          <a:lstStyle/>
          <a:p>
            <a:pPr indent="-317500" lvl="0" marL="457200" rtl="0" algn="ctr">
              <a:spcBef>
                <a:spcPts val="0"/>
              </a:spcBef>
              <a:spcAft>
                <a:spcPts val="0"/>
              </a:spcAft>
              <a:buClr>
                <a:schemeClr val="accent2"/>
              </a:buClr>
              <a:buSzPts val="1400"/>
              <a:buFont typeface="Poppins"/>
              <a:buChar char="●"/>
            </a:pPr>
            <a:r>
              <a:rPr b="1" lang="en">
                <a:solidFill>
                  <a:schemeClr val="accent2"/>
                </a:solidFill>
                <a:latin typeface="Poppins"/>
                <a:ea typeface="Poppins"/>
                <a:cs typeface="Poppins"/>
                <a:sym typeface="Poppins"/>
              </a:rPr>
              <a:t>Mini DC motor</a:t>
            </a:r>
            <a:endParaRPr b="1">
              <a:solidFill>
                <a:schemeClr val="accent2"/>
              </a:solidFill>
              <a:latin typeface="Poppins"/>
              <a:ea typeface="Poppins"/>
              <a:cs typeface="Poppins"/>
              <a:sym typeface="Poppins"/>
            </a:endParaRPr>
          </a:p>
          <a:p>
            <a:pPr indent="0" lvl="0" marL="457200" rtl="0" algn="ctr">
              <a:spcBef>
                <a:spcPts val="0"/>
              </a:spcBef>
              <a:spcAft>
                <a:spcPts val="0"/>
              </a:spcAft>
              <a:buNone/>
            </a:pPr>
            <a:r>
              <a:rPr lang="en" sz="1200">
                <a:solidFill>
                  <a:schemeClr val="accent2"/>
                </a:solidFill>
                <a:latin typeface="Poppins Light"/>
                <a:ea typeface="Poppins Light"/>
                <a:cs typeface="Poppins Light"/>
                <a:sym typeface="Poppins Light"/>
              </a:rPr>
              <a:t>Elektrische energie→</a:t>
            </a:r>
            <a:endParaRPr sz="1200">
              <a:solidFill>
                <a:schemeClr val="accent2"/>
              </a:solidFill>
              <a:latin typeface="Poppins Light"/>
              <a:ea typeface="Poppins Light"/>
              <a:cs typeface="Poppins Light"/>
              <a:sym typeface="Poppins Light"/>
            </a:endParaRPr>
          </a:p>
          <a:p>
            <a:pPr indent="0" lvl="0" marL="457200" rtl="0" algn="ctr">
              <a:spcBef>
                <a:spcPts val="0"/>
              </a:spcBef>
              <a:spcAft>
                <a:spcPts val="0"/>
              </a:spcAft>
              <a:buNone/>
            </a:pPr>
            <a:r>
              <a:rPr lang="en" sz="1200">
                <a:solidFill>
                  <a:schemeClr val="accent2"/>
                </a:solidFill>
                <a:latin typeface="Poppins Light"/>
                <a:ea typeface="Poppins Light"/>
                <a:cs typeface="Poppins Light"/>
                <a:sym typeface="Poppins Light"/>
              </a:rPr>
              <a:t>Mechanische energie</a:t>
            </a:r>
            <a:endParaRPr sz="1200">
              <a:solidFill>
                <a:schemeClr val="accent2"/>
              </a:solidFill>
              <a:latin typeface="Poppins Light"/>
              <a:ea typeface="Poppins Light"/>
              <a:cs typeface="Poppins Light"/>
              <a:sym typeface="Poppins Light"/>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a:p>
            <a:pPr indent="0" lvl="0" marL="457200" rtl="0" algn="ctr">
              <a:spcBef>
                <a:spcPts val="0"/>
              </a:spcBef>
              <a:spcAft>
                <a:spcPts val="0"/>
              </a:spcAft>
              <a:buNone/>
            </a:pPr>
            <a:r>
              <a:t/>
            </a:r>
            <a:endParaRPr sz="1200">
              <a:solidFill>
                <a:schemeClr val="accent2"/>
              </a:solidFill>
              <a:latin typeface="Poppins Light"/>
              <a:ea typeface="Poppins Light"/>
              <a:cs typeface="Poppins Light"/>
              <a:sym typeface="Poppins Light"/>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
        <p:nvSpPr>
          <p:cNvPr id="14272" name="Google Shape;14272;p6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14273" name="Google Shape;14273;p61"/>
          <p:cNvSpPr txBox="1"/>
          <p:nvPr/>
        </p:nvSpPr>
        <p:spPr>
          <a:xfrm>
            <a:off x="79850" y="182600"/>
            <a:ext cx="1071900" cy="77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3500">
                <a:solidFill>
                  <a:schemeClr val="accent2"/>
                </a:solidFill>
                <a:latin typeface="Poppins"/>
                <a:ea typeface="Poppins"/>
                <a:cs typeface="Poppins"/>
                <a:sym typeface="Poppins"/>
              </a:rPr>
              <a:t>03.</a:t>
            </a:r>
            <a:endParaRPr b="1" sz="3500">
              <a:solidFill>
                <a:schemeClr val="accent2"/>
              </a:solidFill>
              <a:latin typeface="Poppins"/>
              <a:ea typeface="Poppins"/>
              <a:cs typeface="Poppins"/>
              <a:sym typeface="Poppins"/>
            </a:endParaRPr>
          </a:p>
          <a:p>
            <a:pPr indent="0" lvl="0" marL="0" rtl="0" algn="l">
              <a:spcBef>
                <a:spcPts val="0"/>
              </a:spcBef>
              <a:spcAft>
                <a:spcPts val="0"/>
              </a:spcAft>
              <a:buNone/>
            </a:pPr>
            <a:r>
              <a:t/>
            </a:r>
            <a:endParaRPr>
              <a:solidFill>
                <a:schemeClr val="accent2"/>
              </a:solidFill>
              <a:latin typeface="Poppins Light"/>
              <a:ea typeface="Poppins Light"/>
              <a:cs typeface="Poppins Light"/>
              <a:sym typeface="Poppins Light"/>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77" name="Shape 14277"/>
        <p:cNvGrpSpPr/>
        <p:nvPr/>
      </p:nvGrpSpPr>
      <p:grpSpPr>
        <a:xfrm>
          <a:off x="0" y="0"/>
          <a:ext cx="0" cy="0"/>
          <a:chOff x="0" y="0"/>
          <a:chExt cx="0" cy="0"/>
        </a:xfrm>
      </p:grpSpPr>
      <p:sp>
        <p:nvSpPr>
          <p:cNvPr id="14278" name="Google Shape;14278;p62"/>
          <p:cNvSpPr txBox="1"/>
          <p:nvPr>
            <p:ph type="title"/>
          </p:nvPr>
        </p:nvSpPr>
        <p:spPr>
          <a:xfrm>
            <a:off x="1700700" y="277327"/>
            <a:ext cx="5742600" cy="47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 benodigheden en kosten van het project</a:t>
            </a:r>
            <a:endParaRPr/>
          </a:p>
        </p:txBody>
      </p:sp>
      <p:grpSp>
        <p:nvGrpSpPr>
          <p:cNvPr id="14279" name="Google Shape;14279;p62"/>
          <p:cNvGrpSpPr/>
          <p:nvPr/>
        </p:nvGrpSpPr>
        <p:grpSpPr>
          <a:xfrm>
            <a:off x="2276704" y="675728"/>
            <a:ext cx="1490178" cy="21378"/>
            <a:chOff x="2940000" y="3484425"/>
            <a:chExt cx="876575" cy="12575"/>
          </a:xfrm>
        </p:grpSpPr>
        <p:sp>
          <p:nvSpPr>
            <p:cNvPr id="14280" name="Google Shape;14280;p62"/>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2"/>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2"/>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2"/>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2"/>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2"/>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2"/>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2"/>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2"/>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2"/>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2"/>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2"/>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62"/>
          <p:cNvGrpSpPr/>
          <p:nvPr/>
        </p:nvGrpSpPr>
        <p:grpSpPr>
          <a:xfrm>
            <a:off x="5382381" y="675728"/>
            <a:ext cx="1490178" cy="21378"/>
            <a:chOff x="2940000" y="3484425"/>
            <a:chExt cx="876575" cy="12575"/>
          </a:xfrm>
        </p:grpSpPr>
        <p:sp>
          <p:nvSpPr>
            <p:cNvPr id="14293" name="Google Shape;14293;p62"/>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2"/>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2"/>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2"/>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2"/>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2"/>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2"/>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2"/>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2"/>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2"/>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2"/>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2"/>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05" name="Google Shape;14305;p62"/>
          <p:cNvSpPr txBox="1"/>
          <p:nvPr/>
        </p:nvSpPr>
        <p:spPr>
          <a:xfrm>
            <a:off x="337300" y="1290850"/>
            <a:ext cx="2135700" cy="41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Poppins SemiBold"/>
                <a:ea typeface="Poppins SemiBold"/>
                <a:cs typeface="Poppins SemiBold"/>
                <a:sym typeface="Poppins SemiBold"/>
              </a:rPr>
              <a:t>Esp32, breadboard</a:t>
            </a:r>
            <a:endParaRPr sz="1600">
              <a:solidFill>
                <a:schemeClr val="accent2"/>
              </a:solidFill>
              <a:latin typeface="Poppins SemiBold"/>
              <a:ea typeface="Poppins SemiBold"/>
              <a:cs typeface="Poppins SemiBold"/>
              <a:sym typeface="Poppins SemiBold"/>
            </a:endParaRPr>
          </a:p>
        </p:txBody>
      </p:sp>
      <p:sp>
        <p:nvSpPr>
          <p:cNvPr id="14306" name="Google Shape;14306;p62"/>
          <p:cNvSpPr txBox="1"/>
          <p:nvPr/>
        </p:nvSpPr>
        <p:spPr>
          <a:xfrm>
            <a:off x="717175" y="1595458"/>
            <a:ext cx="1755600" cy="550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2"/>
                </a:solidFill>
                <a:latin typeface="Poppins Light"/>
                <a:ea typeface="Poppins Light"/>
                <a:cs typeface="Poppins Light"/>
                <a:sym typeface="Poppins Light"/>
              </a:rPr>
              <a:t>Van het lab. Srd 0</a:t>
            </a:r>
            <a:endParaRPr>
              <a:solidFill>
                <a:schemeClr val="accent2"/>
              </a:solidFill>
              <a:latin typeface="Poppins Light"/>
              <a:ea typeface="Poppins Light"/>
              <a:cs typeface="Poppins Light"/>
              <a:sym typeface="Poppins Light"/>
            </a:endParaRPr>
          </a:p>
        </p:txBody>
      </p:sp>
      <p:sp>
        <p:nvSpPr>
          <p:cNvPr id="14307" name="Google Shape;14307;p62"/>
          <p:cNvSpPr txBox="1"/>
          <p:nvPr/>
        </p:nvSpPr>
        <p:spPr>
          <a:xfrm>
            <a:off x="6715000" y="1290850"/>
            <a:ext cx="2135700" cy="41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Poppins SemiBold"/>
                <a:ea typeface="Poppins SemiBold"/>
                <a:cs typeface="Poppins SemiBold"/>
                <a:sym typeface="Poppins SemiBold"/>
              </a:rPr>
              <a:t>Gluesticks &amp; Glue</a:t>
            </a:r>
            <a:endParaRPr sz="1600">
              <a:solidFill>
                <a:schemeClr val="accent2"/>
              </a:solidFill>
              <a:latin typeface="Poppins SemiBold"/>
              <a:ea typeface="Poppins SemiBold"/>
              <a:cs typeface="Poppins SemiBold"/>
              <a:sym typeface="Poppins SemiBold"/>
            </a:endParaRPr>
          </a:p>
        </p:txBody>
      </p:sp>
      <p:sp>
        <p:nvSpPr>
          <p:cNvPr id="14308" name="Google Shape;14308;p62"/>
          <p:cNvSpPr txBox="1"/>
          <p:nvPr/>
        </p:nvSpPr>
        <p:spPr>
          <a:xfrm>
            <a:off x="6671025" y="1595450"/>
            <a:ext cx="2259000" cy="550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2"/>
                </a:solidFill>
                <a:latin typeface="Poppins Light"/>
                <a:ea typeface="Poppins Light"/>
                <a:cs typeface="Poppins Light"/>
                <a:sym typeface="Poppins Light"/>
              </a:rPr>
              <a:t>GlueGunsticks: 6x Srd40 Glue: 1X Srd 45, 4xSrd35</a:t>
            </a:r>
            <a:endParaRPr>
              <a:solidFill>
                <a:schemeClr val="accent2"/>
              </a:solidFill>
              <a:latin typeface="Poppins Light"/>
              <a:ea typeface="Poppins Light"/>
              <a:cs typeface="Poppins Light"/>
              <a:sym typeface="Poppins Light"/>
            </a:endParaRPr>
          </a:p>
        </p:txBody>
      </p:sp>
      <p:sp>
        <p:nvSpPr>
          <p:cNvPr id="14309" name="Google Shape;14309;p62"/>
          <p:cNvSpPr txBox="1"/>
          <p:nvPr/>
        </p:nvSpPr>
        <p:spPr>
          <a:xfrm>
            <a:off x="155350" y="1951900"/>
            <a:ext cx="2699100" cy="41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Poppins SemiBold"/>
                <a:ea typeface="Poppins SemiBold"/>
                <a:cs typeface="Poppins SemiBold"/>
                <a:sym typeface="Poppins SemiBold"/>
              </a:rPr>
              <a:t>Sensoren en </a:t>
            </a:r>
            <a:r>
              <a:rPr lang="en" sz="1600">
                <a:solidFill>
                  <a:schemeClr val="accent2"/>
                </a:solidFill>
                <a:latin typeface="Poppins SemiBold"/>
                <a:ea typeface="Poppins SemiBold"/>
                <a:cs typeface="Poppins SemiBold"/>
                <a:sym typeface="Poppins SemiBold"/>
              </a:rPr>
              <a:t>Actuatoren</a:t>
            </a:r>
            <a:r>
              <a:rPr lang="en" sz="1600">
                <a:solidFill>
                  <a:schemeClr val="accent2"/>
                </a:solidFill>
                <a:latin typeface="Poppins SemiBold"/>
                <a:ea typeface="Poppins SemiBold"/>
                <a:cs typeface="Poppins SemiBold"/>
                <a:sym typeface="Poppins SemiBold"/>
              </a:rPr>
              <a:t> </a:t>
            </a:r>
            <a:endParaRPr sz="1600">
              <a:solidFill>
                <a:schemeClr val="accent2"/>
              </a:solidFill>
              <a:latin typeface="Poppins SemiBold"/>
              <a:ea typeface="Poppins SemiBold"/>
              <a:cs typeface="Poppins SemiBold"/>
              <a:sym typeface="Poppins SemiBold"/>
            </a:endParaRPr>
          </a:p>
        </p:txBody>
      </p:sp>
      <p:sp>
        <p:nvSpPr>
          <p:cNvPr id="14310" name="Google Shape;14310;p62"/>
          <p:cNvSpPr txBox="1"/>
          <p:nvPr/>
        </p:nvSpPr>
        <p:spPr>
          <a:xfrm>
            <a:off x="717175" y="2366192"/>
            <a:ext cx="1755600" cy="550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accent2"/>
                </a:solidFill>
                <a:latin typeface="Poppins Light"/>
                <a:ea typeface="Poppins Light"/>
                <a:cs typeface="Poppins Light"/>
                <a:sym typeface="Poppins Light"/>
              </a:rPr>
              <a:t>Van het lab. Srd 0</a:t>
            </a:r>
            <a:endParaRPr>
              <a:solidFill>
                <a:schemeClr val="accent2"/>
              </a:solidFill>
              <a:latin typeface="Poppins Light"/>
              <a:ea typeface="Poppins Light"/>
              <a:cs typeface="Poppins Light"/>
              <a:sym typeface="Poppins Light"/>
            </a:endParaRPr>
          </a:p>
        </p:txBody>
      </p:sp>
      <p:sp>
        <p:nvSpPr>
          <p:cNvPr id="14311" name="Google Shape;14311;p62"/>
          <p:cNvSpPr txBox="1"/>
          <p:nvPr/>
        </p:nvSpPr>
        <p:spPr>
          <a:xfrm>
            <a:off x="6671025" y="2098637"/>
            <a:ext cx="1755600" cy="41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Poppins SemiBold"/>
                <a:ea typeface="Poppins SemiBold"/>
                <a:cs typeface="Poppins SemiBold"/>
                <a:sym typeface="Poppins SemiBold"/>
              </a:rPr>
              <a:t>Popsicle sticks </a:t>
            </a:r>
            <a:endParaRPr sz="1600">
              <a:solidFill>
                <a:schemeClr val="accent2"/>
              </a:solidFill>
              <a:latin typeface="Poppins SemiBold"/>
              <a:ea typeface="Poppins SemiBold"/>
              <a:cs typeface="Poppins SemiBold"/>
              <a:sym typeface="Poppins SemiBold"/>
            </a:endParaRPr>
          </a:p>
        </p:txBody>
      </p:sp>
      <p:sp>
        <p:nvSpPr>
          <p:cNvPr id="14312" name="Google Shape;14312;p62"/>
          <p:cNvSpPr txBox="1"/>
          <p:nvPr/>
        </p:nvSpPr>
        <p:spPr>
          <a:xfrm>
            <a:off x="6671025" y="2298892"/>
            <a:ext cx="1755600" cy="550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2"/>
                </a:solidFill>
                <a:latin typeface="Poppins Light"/>
                <a:ea typeface="Poppins Light"/>
                <a:cs typeface="Poppins Light"/>
                <a:sym typeface="Poppins Light"/>
              </a:rPr>
              <a:t>10x Srd 35</a:t>
            </a:r>
            <a:endParaRPr>
              <a:solidFill>
                <a:schemeClr val="accent2"/>
              </a:solidFill>
              <a:latin typeface="Poppins Light"/>
              <a:ea typeface="Poppins Light"/>
              <a:cs typeface="Poppins Light"/>
              <a:sym typeface="Poppins Light"/>
            </a:endParaRPr>
          </a:p>
        </p:txBody>
      </p:sp>
      <p:sp>
        <p:nvSpPr>
          <p:cNvPr id="14313" name="Google Shape;14313;p62"/>
          <p:cNvSpPr txBox="1"/>
          <p:nvPr/>
        </p:nvSpPr>
        <p:spPr>
          <a:xfrm>
            <a:off x="6671026" y="3212125"/>
            <a:ext cx="1878600" cy="41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Poppins SemiBold"/>
                <a:ea typeface="Poppins SemiBold"/>
                <a:cs typeface="Poppins SemiBold"/>
                <a:sym typeface="Poppins SemiBold"/>
              </a:rPr>
              <a:t>Spray paint</a:t>
            </a:r>
            <a:endParaRPr sz="1600">
              <a:solidFill>
                <a:schemeClr val="accent2"/>
              </a:solidFill>
              <a:latin typeface="Poppins SemiBold"/>
              <a:ea typeface="Poppins SemiBold"/>
              <a:cs typeface="Poppins SemiBold"/>
              <a:sym typeface="Poppins SemiBold"/>
            </a:endParaRPr>
          </a:p>
        </p:txBody>
      </p:sp>
      <p:sp>
        <p:nvSpPr>
          <p:cNvPr id="14314" name="Google Shape;14314;p62"/>
          <p:cNvSpPr txBox="1"/>
          <p:nvPr/>
        </p:nvSpPr>
        <p:spPr>
          <a:xfrm>
            <a:off x="6671025" y="3443150"/>
            <a:ext cx="1817100" cy="550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2"/>
                </a:solidFill>
                <a:latin typeface="Poppins Light"/>
                <a:ea typeface="Poppins Light"/>
                <a:cs typeface="Poppins Light"/>
                <a:sym typeface="Poppins Light"/>
              </a:rPr>
              <a:t>2x Srd 95</a:t>
            </a:r>
            <a:endParaRPr>
              <a:solidFill>
                <a:schemeClr val="accent2"/>
              </a:solidFill>
              <a:latin typeface="Poppins Light"/>
              <a:ea typeface="Poppins Light"/>
              <a:cs typeface="Poppins Light"/>
              <a:sym typeface="Poppins Light"/>
            </a:endParaRPr>
          </a:p>
        </p:txBody>
      </p:sp>
      <p:sp>
        <p:nvSpPr>
          <p:cNvPr id="14315" name="Google Shape;14315;p62"/>
          <p:cNvSpPr txBox="1"/>
          <p:nvPr/>
        </p:nvSpPr>
        <p:spPr>
          <a:xfrm>
            <a:off x="6671025" y="2551950"/>
            <a:ext cx="2428800" cy="41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600">
                <a:solidFill>
                  <a:schemeClr val="accent2"/>
                </a:solidFill>
                <a:latin typeface="Poppins SemiBold"/>
                <a:ea typeface="Poppins SemiBold"/>
                <a:cs typeface="Poppins SemiBold"/>
                <a:sym typeface="Poppins SemiBold"/>
              </a:rPr>
              <a:t>Bloemen &amp; gras</a:t>
            </a:r>
            <a:endParaRPr sz="1600">
              <a:solidFill>
                <a:schemeClr val="accent2"/>
              </a:solidFill>
              <a:latin typeface="Poppins SemiBold"/>
              <a:ea typeface="Poppins SemiBold"/>
              <a:cs typeface="Poppins SemiBold"/>
              <a:sym typeface="Poppins SemiBold"/>
            </a:endParaRPr>
          </a:p>
        </p:txBody>
      </p:sp>
      <p:sp>
        <p:nvSpPr>
          <p:cNvPr id="14316" name="Google Shape;14316;p62"/>
          <p:cNvSpPr txBox="1"/>
          <p:nvPr/>
        </p:nvSpPr>
        <p:spPr>
          <a:xfrm>
            <a:off x="6538550" y="2792300"/>
            <a:ext cx="2831700" cy="550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accent2"/>
                </a:solidFill>
                <a:latin typeface="Poppins Light"/>
                <a:ea typeface="Poppins Light"/>
                <a:cs typeface="Poppins Light"/>
                <a:sym typeface="Poppins Light"/>
              </a:rPr>
              <a:t>Bloemen: 2x Srd125, 1xSrd60 Gras: 1xSrd385</a:t>
            </a:r>
            <a:endParaRPr>
              <a:solidFill>
                <a:schemeClr val="accent2"/>
              </a:solidFill>
              <a:latin typeface="Poppins Light"/>
              <a:ea typeface="Poppins Light"/>
              <a:cs typeface="Poppins Light"/>
              <a:sym typeface="Poppins Light"/>
            </a:endParaRPr>
          </a:p>
        </p:txBody>
      </p:sp>
      <p:sp>
        <p:nvSpPr>
          <p:cNvPr id="14317" name="Google Shape;14317;p62"/>
          <p:cNvSpPr/>
          <p:nvPr/>
        </p:nvSpPr>
        <p:spPr>
          <a:xfrm>
            <a:off x="3991000" y="4608575"/>
            <a:ext cx="1162200" cy="534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2">
            <a:hlinkClick action="ppaction://hlinkshowjump?jump=previousslide"/>
          </p:cNvPr>
          <p:cNvSpPr/>
          <p:nvPr/>
        </p:nvSpPr>
        <p:spPr>
          <a:xfrm>
            <a:off x="4216189" y="4788507"/>
            <a:ext cx="167426" cy="165073"/>
          </a:xfrm>
          <a:custGeom>
            <a:rect b="b" l="l" r="r" t="t"/>
            <a:pathLst>
              <a:path extrusionOk="0" h="71460" w="72479">
                <a:moveTo>
                  <a:pt x="30460" y="22962"/>
                </a:moveTo>
                <a:cubicBezTo>
                  <a:pt x="32555" y="22962"/>
                  <a:pt x="34426" y="25717"/>
                  <a:pt x="32508" y="27634"/>
                </a:cubicBezTo>
                <a:lnTo>
                  <a:pt x="27488" y="32654"/>
                </a:lnTo>
                <a:lnTo>
                  <a:pt x="50693" y="32654"/>
                </a:lnTo>
                <a:cubicBezTo>
                  <a:pt x="52342" y="32654"/>
                  <a:pt x="53724" y="34036"/>
                  <a:pt x="53724" y="35685"/>
                </a:cubicBezTo>
                <a:cubicBezTo>
                  <a:pt x="53724" y="37352"/>
                  <a:pt x="52342" y="38734"/>
                  <a:pt x="50693" y="38734"/>
                </a:cubicBezTo>
                <a:lnTo>
                  <a:pt x="27375" y="38734"/>
                </a:lnTo>
                <a:lnTo>
                  <a:pt x="32280" y="43773"/>
                </a:lnTo>
                <a:cubicBezTo>
                  <a:pt x="34175" y="45712"/>
                  <a:pt x="32302" y="48425"/>
                  <a:pt x="30216" y="48425"/>
                </a:cubicBezTo>
                <a:cubicBezTo>
                  <a:pt x="29590" y="48425"/>
                  <a:pt x="28946" y="48181"/>
                  <a:pt x="28378" y="47600"/>
                </a:cubicBezTo>
                <a:lnTo>
                  <a:pt x="18623" y="37598"/>
                </a:lnTo>
                <a:cubicBezTo>
                  <a:pt x="17580" y="36537"/>
                  <a:pt x="17580" y="34814"/>
                  <a:pt x="18641" y="33753"/>
                </a:cubicBezTo>
                <a:lnTo>
                  <a:pt x="28643" y="23769"/>
                </a:lnTo>
                <a:cubicBezTo>
                  <a:pt x="29208" y="23201"/>
                  <a:pt x="29843" y="22962"/>
                  <a:pt x="30460" y="22962"/>
                </a:cubicBezTo>
                <a:close/>
                <a:moveTo>
                  <a:pt x="35864" y="0"/>
                </a:moveTo>
                <a:cubicBezTo>
                  <a:pt x="26970" y="0"/>
                  <a:pt x="18101" y="3237"/>
                  <a:pt x="11349" y="9562"/>
                </a:cubicBezTo>
                <a:cubicBezTo>
                  <a:pt x="4150" y="16287"/>
                  <a:pt x="1" y="25853"/>
                  <a:pt x="1" y="35685"/>
                </a:cubicBezTo>
                <a:cubicBezTo>
                  <a:pt x="1" y="52336"/>
                  <a:pt x="11973" y="67187"/>
                  <a:pt x="28264" y="70673"/>
                </a:cubicBezTo>
                <a:cubicBezTo>
                  <a:pt x="30724" y="71199"/>
                  <a:pt x="33231" y="71459"/>
                  <a:pt x="35734" y="71459"/>
                </a:cubicBezTo>
                <a:cubicBezTo>
                  <a:pt x="41521" y="71459"/>
                  <a:pt x="47293" y="70069"/>
                  <a:pt x="52436" y="67359"/>
                </a:cubicBezTo>
                <a:cubicBezTo>
                  <a:pt x="59521" y="63626"/>
                  <a:pt x="65262" y="57508"/>
                  <a:pt x="68500" y="50176"/>
                </a:cubicBezTo>
                <a:cubicBezTo>
                  <a:pt x="71892" y="42543"/>
                  <a:pt x="72478" y="33809"/>
                  <a:pt x="70167" y="25797"/>
                </a:cubicBezTo>
                <a:cubicBezTo>
                  <a:pt x="67952" y="18068"/>
                  <a:pt x="63064" y="11210"/>
                  <a:pt x="56528" y="6531"/>
                </a:cubicBezTo>
                <a:cubicBezTo>
                  <a:pt x="50378" y="2150"/>
                  <a:pt x="43113" y="0"/>
                  <a:pt x="3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4319" name="Google Shape;14319;p62">
            <a:hlinkClick action="ppaction://hlinkshowjump?jump=nextslide"/>
          </p:cNvPr>
          <p:cNvSpPr/>
          <p:nvPr/>
        </p:nvSpPr>
        <p:spPr>
          <a:xfrm>
            <a:off x="4760664" y="4788519"/>
            <a:ext cx="167426" cy="165073"/>
          </a:xfrm>
          <a:custGeom>
            <a:rect b="b" l="l" r="r" t="t"/>
            <a:pathLst>
              <a:path extrusionOk="0" h="71460" w="72479">
                <a:moveTo>
                  <a:pt x="42259" y="23045"/>
                </a:moveTo>
                <a:cubicBezTo>
                  <a:pt x="42886" y="23045"/>
                  <a:pt x="43532" y="23291"/>
                  <a:pt x="44101" y="23878"/>
                </a:cubicBezTo>
                <a:lnTo>
                  <a:pt x="53858" y="33862"/>
                </a:lnTo>
                <a:cubicBezTo>
                  <a:pt x="54919" y="34941"/>
                  <a:pt x="54899" y="36646"/>
                  <a:pt x="53838" y="37706"/>
                </a:cubicBezTo>
                <a:lnTo>
                  <a:pt x="43856" y="47690"/>
                </a:lnTo>
                <a:cubicBezTo>
                  <a:pt x="43286" y="48260"/>
                  <a:pt x="42645" y="48500"/>
                  <a:pt x="42024" y="48500"/>
                </a:cubicBezTo>
                <a:cubicBezTo>
                  <a:pt x="39924" y="48500"/>
                  <a:pt x="38061" y="45756"/>
                  <a:pt x="39991" y="43826"/>
                </a:cubicBezTo>
                <a:lnTo>
                  <a:pt x="44992" y="38805"/>
                </a:lnTo>
                <a:lnTo>
                  <a:pt x="21806" y="38805"/>
                </a:lnTo>
                <a:cubicBezTo>
                  <a:pt x="20139" y="38805"/>
                  <a:pt x="18755" y="37423"/>
                  <a:pt x="18755" y="35774"/>
                </a:cubicBezTo>
                <a:cubicBezTo>
                  <a:pt x="18755" y="34127"/>
                  <a:pt x="20139" y="32743"/>
                  <a:pt x="21806" y="32743"/>
                </a:cubicBezTo>
                <a:lnTo>
                  <a:pt x="45124" y="32743"/>
                </a:lnTo>
                <a:lnTo>
                  <a:pt x="40199" y="27686"/>
                </a:lnTo>
                <a:cubicBezTo>
                  <a:pt x="38305" y="25764"/>
                  <a:pt x="40175" y="23045"/>
                  <a:pt x="42259" y="23045"/>
                </a:cubicBezTo>
                <a:close/>
                <a:moveTo>
                  <a:pt x="36745" y="0"/>
                </a:moveTo>
                <a:cubicBezTo>
                  <a:pt x="30959" y="0"/>
                  <a:pt x="25187" y="1391"/>
                  <a:pt x="20043" y="4101"/>
                </a:cubicBezTo>
                <a:cubicBezTo>
                  <a:pt x="12958" y="7834"/>
                  <a:pt x="7219" y="13971"/>
                  <a:pt x="3979" y="21283"/>
                </a:cubicBezTo>
                <a:cubicBezTo>
                  <a:pt x="589" y="28917"/>
                  <a:pt x="1" y="37669"/>
                  <a:pt x="2312" y="45682"/>
                </a:cubicBezTo>
                <a:cubicBezTo>
                  <a:pt x="4529" y="53411"/>
                  <a:pt x="9417" y="60269"/>
                  <a:pt x="15951" y="64929"/>
                </a:cubicBezTo>
                <a:cubicBezTo>
                  <a:pt x="22102" y="69309"/>
                  <a:pt x="29367" y="71459"/>
                  <a:pt x="36616" y="71459"/>
                </a:cubicBezTo>
                <a:cubicBezTo>
                  <a:pt x="45510" y="71459"/>
                  <a:pt x="54379" y="68223"/>
                  <a:pt x="61132" y="61898"/>
                </a:cubicBezTo>
                <a:cubicBezTo>
                  <a:pt x="68331" y="55172"/>
                  <a:pt x="72478" y="45625"/>
                  <a:pt x="72478" y="35774"/>
                </a:cubicBezTo>
                <a:cubicBezTo>
                  <a:pt x="72478" y="19124"/>
                  <a:pt x="60506" y="4272"/>
                  <a:pt x="44215" y="787"/>
                </a:cubicBezTo>
                <a:cubicBezTo>
                  <a:pt x="41755" y="260"/>
                  <a:pt x="39249" y="0"/>
                  <a:pt x="36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4320" name="Google Shape;14320;p62">
            <a:hlinkClick action="ppaction://hlinksldjump" r:id="rId3"/>
          </p:cNvPr>
          <p:cNvSpPr/>
          <p:nvPr/>
        </p:nvSpPr>
        <p:spPr>
          <a:xfrm>
            <a:off x="4475960" y="4744707"/>
            <a:ext cx="247705" cy="246577"/>
          </a:xfrm>
          <a:custGeom>
            <a:rect b="b" l="l" r="r" t="t"/>
            <a:pathLst>
              <a:path extrusionOk="0" h="91156" w="91573">
                <a:moveTo>
                  <a:pt x="18224" y="17352"/>
                </a:moveTo>
                <a:cubicBezTo>
                  <a:pt x="16652" y="17352"/>
                  <a:pt x="15364" y="18640"/>
                  <a:pt x="15364" y="20213"/>
                </a:cubicBezTo>
                <a:cubicBezTo>
                  <a:pt x="15364" y="21785"/>
                  <a:pt x="16652" y="23055"/>
                  <a:pt x="18224" y="23055"/>
                </a:cubicBezTo>
                <a:lnTo>
                  <a:pt x="51546" y="23055"/>
                </a:lnTo>
                <a:cubicBezTo>
                  <a:pt x="53117" y="23055"/>
                  <a:pt x="54387" y="21785"/>
                  <a:pt x="54387" y="20213"/>
                </a:cubicBezTo>
                <a:cubicBezTo>
                  <a:pt x="54387" y="18640"/>
                  <a:pt x="53117" y="17352"/>
                  <a:pt x="51546" y="17352"/>
                </a:cubicBezTo>
                <a:close/>
                <a:moveTo>
                  <a:pt x="18224" y="34269"/>
                </a:moveTo>
                <a:cubicBezTo>
                  <a:pt x="16652" y="34269"/>
                  <a:pt x="15364" y="35538"/>
                  <a:pt x="15364" y="37111"/>
                </a:cubicBezTo>
                <a:cubicBezTo>
                  <a:pt x="15364" y="38682"/>
                  <a:pt x="16652" y="39970"/>
                  <a:pt x="18224" y="39970"/>
                </a:cubicBezTo>
                <a:lnTo>
                  <a:pt x="39725" y="39970"/>
                </a:lnTo>
                <a:cubicBezTo>
                  <a:pt x="41297" y="39970"/>
                  <a:pt x="42585" y="38682"/>
                  <a:pt x="42585" y="37111"/>
                </a:cubicBezTo>
                <a:cubicBezTo>
                  <a:pt x="42585" y="35538"/>
                  <a:pt x="41297" y="34269"/>
                  <a:pt x="39725" y="34269"/>
                </a:cubicBezTo>
                <a:close/>
                <a:moveTo>
                  <a:pt x="18224" y="51185"/>
                </a:moveTo>
                <a:cubicBezTo>
                  <a:pt x="16652" y="51185"/>
                  <a:pt x="15364" y="52455"/>
                  <a:pt x="15364" y="54026"/>
                </a:cubicBezTo>
                <a:cubicBezTo>
                  <a:pt x="15364" y="55600"/>
                  <a:pt x="16652" y="56888"/>
                  <a:pt x="18224" y="56888"/>
                </a:cubicBezTo>
                <a:lnTo>
                  <a:pt x="30556" y="56888"/>
                </a:lnTo>
                <a:cubicBezTo>
                  <a:pt x="32148" y="56888"/>
                  <a:pt x="33416" y="55600"/>
                  <a:pt x="33416" y="54026"/>
                </a:cubicBezTo>
                <a:cubicBezTo>
                  <a:pt x="33416" y="52455"/>
                  <a:pt x="32148" y="51185"/>
                  <a:pt x="30556" y="51185"/>
                </a:cubicBezTo>
                <a:close/>
                <a:moveTo>
                  <a:pt x="57853" y="44327"/>
                </a:moveTo>
                <a:cubicBezTo>
                  <a:pt x="58328" y="44327"/>
                  <a:pt x="58800" y="44347"/>
                  <a:pt x="59275" y="44403"/>
                </a:cubicBezTo>
                <a:cubicBezTo>
                  <a:pt x="62892" y="44764"/>
                  <a:pt x="66132" y="46525"/>
                  <a:pt x="68424" y="49328"/>
                </a:cubicBezTo>
                <a:cubicBezTo>
                  <a:pt x="73141" y="55145"/>
                  <a:pt x="72250" y="63707"/>
                  <a:pt x="66435" y="68423"/>
                </a:cubicBezTo>
                <a:cubicBezTo>
                  <a:pt x="63994" y="70420"/>
                  <a:pt x="60991" y="71468"/>
                  <a:pt x="57879" y="71468"/>
                </a:cubicBezTo>
                <a:cubicBezTo>
                  <a:pt x="57418" y="71468"/>
                  <a:pt x="56954" y="71445"/>
                  <a:pt x="56489" y="71398"/>
                </a:cubicBezTo>
                <a:cubicBezTo>
                  <a:pt x="52890" y="71019"/>
                  <a:pt x="49632" y="69257"/>
                  <a:pt x="47359" y="66453"/>
                </a:cubicBezTo>
                <a:cubicBezTo>
                  <a:pt x="45067" y="63631"/>
                  <a:pt x="44006" y="60108"/>
                  <a:pt x="44385" y="56509"/>
                </a:cubicBezTo>
                <a:cubicBezTo>
                  <a:pt x="44764" y="52890"/>
                  <a:pt x="46507" y="49651"/>
                  <a:pt x="49329" y="47358"/>
                </a:cubicBezTo>
                <a:cubicBezTo>
                  <a:pt x="51773" y="45388"/>
                  <a:pt x="54746" y="44327"/>
                  <a:pt x="57853" y="44327"/>
                </a:cubicBezTo>
                <a:close/>
                <a:moveTo>
                  <a:pt x="18224" y="68102"/>
                </a:moveTo>
                <a:cubicBezTo>
                  <a:pt x="16652" y="68102"/>
                  <a:pt x="15364" y="69371"/>
                  <a:pt x="15364" y="70944"/>
                </a:cubicBezTo>
                <a:cubicBezTo>
                  <a:pt x="15364" y="72515"/>
                  <a:pt x="16652" y="73785"/>
                  <a:pt x="18224" y="73785"/>
                </a:cubicBezTo>
                <a:lnTo>
                  <a:pt x="30556" y="73785"/>
                </a:lnTo>
                <a:cubicBezTo>
                  <a:pt x="32148" y="73785"/>
                  <a:pt x="33416" y="72515"/>
                  <a:pt x="33416" y="70944"/>
                </a:cubicBezTo>
                <a:cubicBezTo>
                  <a:pt x="33416" y="69371"/>
                  <a:pt x="32148" y="68102"/>
                  <a:pt x="30556" y="68102"/>
                </a:cubicBezTo>
                <a:close/>
                <a:moveTo>
                  <a:pt x="77820" y="76627"/>
                </a:moveTo>
                <a:lnTo>
                  <a:pt x="84886" y="83484"/>
                </a:lnTo>
                <a:lnTo>
                  <a:pt x="83522" y="84886"/>
                </a:lnTo>
                <a:lnTo>
                  <a:pt x="76437" y="78028"/>
                </a:lnTo>
                <a:lnTo>
                  <a:pt x="77820" y="76627"/>
                </a:lnTo>
                <a:close/>
                <a:moveTo>
                  <a:pt x="64086" y="5703"/>
                </a:moveTo>
                <a:lnTo>
                  <a:pt x="64086" y="39649"/>
                </a:lnTo>
                <a:cubicBezTo>
                  <a:pt x="62722" y="39195"/>
                  <a:pt x="61321" y="38872"/>
                  <a:pt x="59861" y="38740"/>
                </a:cubicBezTo>
                <a:cubicBezTo>
                  <a:pt x="59186" y="38670"/>
                  <a:pt x="58512" y="38635"/>
                  <a:pt x="57841" y="38635"/>
                </a:cubicBezTo>
                <a:cubicBezTo>
                  <a:pt x="53438" y="38635"/>
                  <a:pt x="49199" y="40133"/>
                  <a:pt x="45729" y="42945"/>
                </a:cubicBezTo>
                <a:cubicBezTo>
                  <a:pt x="41733" y="46184"/>
                  <a:pt x="39251" y="50788"/>
                  <a:pt x="38720" y="55921"/>
                </a:cubicBezTo>
                <a:cubicBezTo>
                  <a:pt x="38190" y="61035"/>
                  <a:pt x="39687" y="66056"/>
                  <a:pt x="42926" y="70053"/>
                </a:cubicBezTo>
                <a:cubicBezTo>
                  <a:pt x="46184" y="74031"/>
                  <a:pt x="50788" y="76531"/>
                  <a:pt x="55903" y="77062"/>
                </a:cubicBezTo>
                <a:cubicBezTo>
                  <a:pt x="56585" y="77119"/>
                  <a:pt x="57247" y="77157"/>
                  <a:pt x="57929" y="77157"/>
                </a:cubicBezTo>
                <a:cubicBezTo>
                  <a:pt x="60032" y="77157"/>
                  <a:pt x="62116" y="76816"/>
                  <a:pt x="64086" y="76134"/>
                </a:cubicBezTo>
                <a:lnTo>
                  <a:pt x="64086" y="85454"/>
                </a:lnTo>
                <a:lnTo>
                  <a:pt x="5683" y="85454"/>
                </a:lnTo>
                <a:lnTo>
                  <a:pt x="5683" y="5703"/>
                </a:lnTo>
                <a:close/>
                <a:moveTo>
                  <a:pt x="2842" y="0"/>
                </a:moveTo>
                <a:cubicBezTo>
                  <a:pt x="1270" y="0"/>
                  <a:pt x="0" y="1270"/>
                  <a:pt x="0" y="2842"/>
                </a:cubicBezTo>
                <a:lnTo>
                  <a:pt x="0" y="88296"/>
                </a:lnTo>
                <a:cubicBezTo>
                  <a:pt x="0" y="89867"/>
                  <a:pt x="1270" y="91155"/>
                  <a:pt x="2842" y="91155"/>
                </a:cubicBezTo>
                <a:lnTo>
                  <a:pt x="66928" y="91155"/>
                </a:lnTo>
                <a:cubicBezTo>
                  <a:pt x="68499" y="91155"/>
                  <a:pt x="69769" y="89867"/>
                  <a:pt x="69769" y="88296"/>
                </a:cubicBezTo>
                <a:lnTo>
                  <a:pt x="69769" y="76721"/>
                </a:lnTo>
                <a:lnTo>
                  <a:pt x="70280" y="77213"/>
                </a:lnTo>
                <a:cubicBezTo>
                  <a:pt x="70204" y="77498"/>
                  <a:pt x="70186" y="77819"/>
                  <a:pt x="70186" y="78122"/>
                </a:cubicBezTo>
                <a:cubicBezTo>
                  <a:pt x="70204" y="79279"/>
                  <a:pt x="70679" y="80377"/>
                  <a:pt x="71512" y="81173"/>
                </a:cubicBezTo>
                <a:lnTo>
                  <a:pt x="80529" y="89925"/>
                </a:lnTo>
                <a:cubicBezTo>
                  <a:pt x="81363" y="90739"/>
                  <a:pt x="82461" y="91155"/>
                  <a:pt x="83540" y="91155"/>
                </a:cubicBezTo>
                <a:cubicBezTo>
                  <a:pt x="84677" y="91155"/>
                  <a:pt x="85814" y="90701"/>
                  <a:pt x="86667" y="89829"/>
                </a:cubicBezTo>
                <a:lnTo>
                  <a:pt x="89905" y="86477"/>
                </a:lnTo>
                <a:cubicBezTo>
                  <a:pt x="91572" y="84753"/>
                  <a:pt x="91535" y="82007"/>
                  <a:pt x="89830" y="80340"/>
                </a:cubicBezTo>
                <a:lnTo>
                  <a:pt x="80813" y="71588"/>
                </a:lnTo>
                <a:cubicBezTo>
                  <a:pt x="79997" y="70809"/>
                  <a:pt x="78928" y="70375"/>
                  <a:pt x="77800" y="70375"/>
                </a:cubicBezTo>
                <a:cubicBezTo>
                  <a:pt x="77776" y="70375"/>
                  <a:pt x="77751" y="70375"/>
                  <a:pt x="77726" y="70375"/>
                </a:cubicBezTo>
                <a:cubicBezTo>
                  <a:pt x="77592" y="70375"/>
                  <a:pt x="77479" y="70375"/>
                  <a:pt x="77365" y="70394"/>
                </a:cubicBezTo>
                <a:lnTo>
                  <a:pt x="74523" y="67610"/>
                </a:lnTo>
                <a:cubicBezTo>
                  <a:pt x="78445" y="60884"/>
                  <a:pt x="78029" y="52132"/>
                  <a:pt x="72838" y="45749"/>
                </a:cubicBezTo>
                <a:cubicBezTo>
                  <a:pt x="71909" y="44612"/>
                  <a:pt x="70886" y="43608"/>
                  <a:pt x="69769" y="42718"/>
                </a:cubicBezTo>
                <a:lnTo>
                  <a:pt x="69769" y="2842"/>
                </a:lnTo>
                <a:cubicBezTo>
                  <a:pt x="69769" y="1270"/>
                  <a:pt x="68499" y="0"/>
                  <a:pt x="66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2"/>
          <p:cNvSpPr/>
          <p:nvPr/>
        </p:nvSpPr>
        <p:spPr>
          <a:xfrm>
            <a:off x="5807486" y="1593692"/>
            <a:ext cx="317375" cy="243450"/>
          </a:xfrm>
          <a:custGeom>
            <a:rect b="b" l="l" r="r" t="t"/>
            <a:pathLst>
              <a:path extrusionOk="0" h="9738" w="12695">
                <a:moveTo>
                  <a:pt x="6768" y="427"/>
                </a:moveTo>
                <a:lnTo>
                  <a:pt x="6768" y="843"/>
                </a:lnTo>
                <a:lnTo>
                  <a:pt x="6352" y="843"/>
                </a:lnTo>
                <a:lnTo>
                  <a:pt x="6352" y="427"/>
                </a:lnTo>
                <a:close/>
                <a:moveTo>
                  <a:pt x="7620" y="2121"/>
                </a:moveTo>
                <a:cubicBezTo>
                  <a:pt x="8241" y="2121"/>
                  <a:pt x="8765" y="2564"/>
                  <a:pt x="8871" y="3177"/>
                </a:cubicBezTo>
                <a:lnTo>
                  <a:pt x="4249" y="3177"/>
                </a:lnTo>
                <a:cubicBezTo>
                  <a:pt x="4355" y="2564"/>
                  <a:pt x="4879" y="2121"/>
                  <a:pt x="5500" y="2121"/>
                </a:cubicBezTo>
                <a:close/>
                <a:moveTo>
                  <a:pt x="8383" y="1269"/>
                </a:moveTo>
                <a:lnTo>
                  <a:pt x="9731" y="2422"/>
                </a:lnTo>
                <a:lnTo>
                  <a:pt x="9731" y="3177"/>
                </a:lnTo>
                <a:lnTo>
                  <a:pt x="9297" y="3177"/>
                </a:lnTo>
                <a:cubicBezTo>
                  <a:pt x="9191" y="2325"/>
                  <a:pt x="8472" y="1695"/>
                  <a:pt x="7620" y="1695"/>
                </a:cubicBezTo>
                <a:lnTo>
                  <a:pt x="5500" y="1695"/>
                </a:lnTo>
                <a:cubicBezTo>
                  <a:pt x="4649" y="1695"/>
                  <a:pt x="3930" y="2325"/>
                  <a:pt x="3823" y="3177"/>
                </a:cubicBezTo>
                <a:lnTo>
                  <a:pt x="3389" y="3177"/>
                </a:lnTo>
                <a:lnTo>
                  <a:pt x="3389" y="2422"/>
                </a:lnTo>
                <a:lnTo>
                  <a:pt x="4737" y="1269"/>
                </a:lnTo>
                <a:close/>
                <a:moveTo>
                  <a:pt x="8889" y="3603"/>
                </a:moveTo>
                <a:lnTo>
                  <a:pt x="8889" y="4019"/>
                </a:lnTo>
                <a:lnTo>
                  <a:pt x="4231" y="4019"/>
                </a:lnTo>
                <a:lnTo>
                  <a:pt x="4231" y="3603"/>
                </a:lnTo>
                <a:close/>
                <a:moveTo>
                  <a:pt x="3805" y="3603"/>
                </a:moveTo>
                <a:lnTo>
                  <a:pt x="3805" y="4126"/>
                </a:lnTo>
                <a:lnTo>
                  <a:pt x="3389" y="4445"/>
                </a:lnTo>
                <a:lnTo>
                  <a:pt x="3389" y="3603"/>
                </a:lnTo>
                <a:close/>
                <a:moveTo>
                  <a:pt x="9731" y="3603"/>
                </a:moveTo>
                <a:lnTo>
                  <a:pt x="9731" y="4445"/>
                </a:lnTo>
                <a:lnTo>
                  <a:pt x="9315" y="4126"/>
                </a:lnTo>
                <a:lnTo>
                  <a:pt x="9315" y="3603"/>
                </a:lnTo>
                <a:close/>
                <a:moveTo>
                  <a:pt x="11426" y="3780"/>
                </a:moveTo>
                <a:lnTo>
                  <a:pt x="11426" y="5324"/>
                </a:lnTo>
                <a:lnTo>
                  <a:pt x="11009" y="4791"/>
                </a:lnTo>
                <a:lnTo>
                  <a:pt x="11009" y="4303"/>
                </a:lnTo>
                <a:lnTo>
                  <a:pt x="11426" y="3780"/>
                </a:lnTo>
                <a:close/>
                <a:moveTo>
                  <a:pt x="12278" y="3390"/>
                </a:moveTo>
                <a:lnTo>
                  <a:pt x="12278" y="5714"/>
                </a:lnTo>
                <a:lnTo>
                  <a:pt x="11852" y="5714"/>
                </a:lnTo>
                <a:lnTo>
                  <a:pt x="11852" y="3390"/>
                </a:lnTo>
                <a:close/>
                <a:moveTo>
                  <a:pt x="2963" y="2964"/>
                </a:moveTo>
                <a:lnTo>
                  <a:pt x="2963" y="6353"/>
                </a:lnTo>
                <a:lnTo>
                  <a:pt x="426" y="6353"/>
                </a:lnTo>
                <a:lnTo>
                  <a:pt x="426" y="2964"/>
                </a:lnTo>
                <a:lnTo>
                  <a:pt x="1694" y="2964"/>
                </a:lnTo>
                <a:lnTo>
                  <a:pt x="1694" y="4871"/>
                </a:lnTo>
                <a:lnTo>
                  <a:pt x="2111" y="4871"/>
                </a:lnTo>
                <a:lnTo>
                  <a:pt x="2111" y="2964"/>
                </a:lnTo>
                <a:close/>
                <a:moveTo>
                  <a:pt x="8570" y="4445"/>
                </a:moveTo>
                <a:lnTo>
                  <a:pt x="7691" y="6566"/>
                </a:lnTo>
                <a:lnTo>
                  <a:pt x="5402" y="6566"/>
                </a:lnTo>
                <a:lnTo>
                  <a:pt x="4542" y="4445"/>
                </a:lnTo>
                <a:close/>
                <a:moveTo>
                  <a:pt x="2963" y="6769"/>
                </a:moveTo>
                <a:lnTo>
                  <a:pt x="2963" y="7266"/>
                </a:lnTo>
                <a:cubicBezTo>
                  <a:pt x="2830" y="7222"/>
                  <a:pt x="2679" y="7195"/>
                  <a:pt x="2537" y="7195"/>
                </a:cubicBezTo>
                <a:lnTo>
                  <a:pt x="2537" y="6769"/>
                </a:lnTo>
                <a:close/>
                <a:moveTo>
                  <a:pt x="10583" y="3603"/>
                </a:moveTo>
                <a:lnTo>
                  <a:pt x="10583" y="7213"/>
                </a:lnTo>
                <a:cubicBezTo>
                  <a:pt x="10433" y="7240"/>
                  <a:pt x="10291" y="7293"/>
                  <a:pt x="10157" y="7364"/>
                </a:cubicBezTo>
                <a:lnTo>
                  <a:pt x="10157" y="3603"/>
                </a:lnTo>
                <a:close/>
                <a:moveTo>
                  <a:pt x="3389" y="6335"/>
                </a:moveTo>
                <a:lnTo>
                  <a:pt x="4223" y="7408"/>
                </a:lnTo>
                <a:lnTo>
                  <a:pt x="3389" y="7408"/>
                </a:lnTo>
                <a:lnTo>
                  <a:pt x="3389" y="6335"/>
                </a:lnTo>
                <a:close/>
                <a:moveTo>
                  <a:pt x="9031" y="4445"/>
                </a:moveTo>
                <a:lnTo>
                  <a:pt x="9731" y="4977"/>
                </a:lnTo>
                <a:lnTo>
                  <a:pt x="9731" y="5643"/>
                </a:lnTo>
                <a:lnTo>
                  <a:pt x="8365" y="7408"/>
                </a:lnTo>
                <a:lnTo>
                  <a:pt x="4755" y="7408"/>
                </a:lnTo>
                <a:lnTo>
                  <a:pt x="3389" y="5643"/>
                </a:lnTo>
                <a:lnTo>
                  <a:pt x="3389" y="4977"/>
                </a:lnTo>
                <a:lnTo>
                  <a:pt x="4089" y="4445"/>
                </a:lnTo>
                <a:lnTo>
                  <a:pt x="5065" y="6849"/>
                </a:lnTo>
                <a:cubicBezTo>
                  <a:pt x="5092" y="6929"/>
                  <a:pt x="5172" y="6982"/>
                  <a:pt x="5260" y="6982"/>
                </a:cubicBezTo>
                <a:lnTo>
                  <a:pt x="7833" y="6982"/>
                </a:lnTo>
                <a:cubicBezTo>
                  <a:pt x="7913" y="6982"/>
                  <a:pt x="7993" y="6929"/>
                  <a:pt x="8028" y="6858"/>
                </a:cubicBezTo>
                <a:lnTo>
                  <a:pt x="9031" y="4445"/>
                </a:lnTo>
                <a:close/>
                <a:moveTo>
                  <a:pt x="9731" y="6335"/>
                </a:moveTo>
                <a:lnTo>
                  <a:pt x="9731" y="7408"/>
                </a:lnTo>
                <a:lnTo>
                  <a:pt x="8897" y="7408"/>
                </a:lnTo>
                <a:lnTo>
                  <a:pt x="9731" y="6335"/>
                </a:lnTo>
                <a:close/>
                <a:moveTo>
                  <a:pt x="9696" y="7834"/>
                </a:moveTo>
                <a:cubicBezTo>
                  <a:pt x="9616" y="7958"/>
                  <a:pt x="9563" y="8109"/>
                  <a:pt x="9545" y="8251"/>
                </a:cubicBezTo>
                <a:lnTo>
                  <a:pt x="3788" y="8251"/>
                </a:lnTo>
                <a:cubicBezTo>
                  <a:pt x="3761" y="8109"/>
                  <a:pt x="3717" y="7958"/>
                  <a:pt x="3637" y="7834"/>
                </a:cubicBezTo>
                <a:close/>
                <a:moveTo>
                  <a:pt x="2537" y="7621"/>
                </a:moveTo>
                <a:cubicBezTo>
                  <a:pt x="3007" y="7621"/>
                  <a:pt x="3389" y="8003"/>
                  <a:pt x="3389" y="8464"/>
                </a:cubicBezTo>
                <a:cubicBezTo>
                  <a:pt x="3389" y="8934"/>
                  <a:pt x="3007" y="9316"/>
                  <a:pt x="2537" y="9316"/>
                </a:cubicBezTo>
                <a:cubicBezTo>
                  <a:pt x="2067" y="9316"/>
                  <a:pt x="1694" y="8934"/>
                  <a:pt x="1694" y="8464"/>
                </a:cubicBezTo>
                <a:cubicBezTo>
                  <a:pt x="1694" y="8003"/>
                  <a:pt x="2067" y="7621"/>
                  <a:pt x="2537" y="7621"/>
                </a:cubicBezTo>
                <a:close/>
                <a:moveTo>
                  <a:pt x="10796" y="7621"/>
                </a:moveTo>
                <a:cubicBezTo>
                  <a:pt x="11257" y="7621"/>
                  <a:pt x="11639" y="8003"/>
                  <a:pt x="11639" y="8464"/>
                </a:cubicBezTo>
                <a:cubicBezTo>
                  <a:pt x="11639" y="8934"/>
                  <a:pt x="11257" y="9316"/>
                  <a:pt x="10796" y="9316"/>
                </a:cubicBezTo>
                <a:cubicBezTo>
                  <a:pt x="10326" y="9316"/>
                  <a:pt x="9944" y="8934"/>
                  <a:pt x="9944" y="8464"/>
                </a:cubicBezTo>
                <a:cubicBezTo>
                  <a:pt x="9944" y="8003"/>
                  <a:pt x="10326" y="7621"/>
                  <a:pt x="10796" y="7621"/>
                </a:cubicBezTo>
                <a:close/>
                <a:moveTo>
                  <a:pt x="6139" y="1"/>
                </a:moveTo>
                <a:cubicBezTo>
                  <a:pt x="6023" y="1"/>
                  <a:pt x="5926" y="98"/>
                  <a:pt x="5926" y="214"/>
                </a:cubicBezTo>
                <a:lnTo>
                  <a:pt x="5926" y="843"/>
                </a:lnTo>
                <a:lnTo>
                  <a:pt x="4657" y="843"/>
                </a:lnTo>
                <a:cubicBezTo>
                  <a:pt x="4604" y="843"/>
                  <a:pt x="4560" y="861"/>
                  <a:pt x="4515" y="897"/>
                </a:cubicBezTo>
                <a:lnTo>
                  <a:pt x="3034" y="2165"/>
                </a:lnTo>
                <a:cubicBezTo>
                  <a:pt x="2989" y="2209"/>
                  <a:pt x="2963" y="2263"/>
                  <a:pt x="2963" y="2325"/>
                </a:cubicBezTo>
                <a:lnTo>
                  <a:pt x="2963" y="2538"/>
                </a:lnTo>
                <a:lnTo>
                  <a:pt x="213" y="2538"/>
                </a:lnTo>
                <a:cubicBezTo>
                  <a:pt x="97" y="2538"/>
                  <a:pt x="0" y="2635"/>
                  <a:pt x="0" y="2751"/>
                </a:cubicBezTo>
                <a:lnTo>
                  <a:pt x="0" y="6566"/>
                </a:lnTo>
                <a:cubicBezTo>
                  <a:pt x="0" y="6680"/>
                  <a:pt x="97" y="6769"/>
                  <a:pt x="213" y="6769"/>
                </a:cubicBezTo>
                <a:lnTo>
                  <a:pt x="2111" y="6769"/>
                </a:lnTo>
                <a:lnTo>
                  <a:pt x="2111" y="7266"/>
                </a:lnTo>
                <a:cubicBezTo>
                  <a:pt x="1455" y="7506"/>
                  <a:pt x="1109" y="8224"/>
                  <a:pt x="1339" y="8890"/>
                </a:cubicBezTo>
                <a:cubicBezTo>
                  <a:pt x="1528" y="9412"/>
                  <a:pt x="2010" y="9737"/>
                  <a:pt x="2531" y="9737"/>
                </a:cubicBezTo>
                <a:cubicBezTo>
                  <a:pt x="2674" y="9737"/>
                  <a:pt x="2820" y="9713"/>
                  <a:pt x="2963" y="9661"/>
                </a:cubicBezTo>
                <a:cubicBezTo>
                  <a:pt x="3397" y="9511"/>
                  <a:pt x="3717" y="9129"/>
                  <a:pt x="3788" y="8677"/>
                </a:cubicBezTo>
                <a:lnTo>
                  <a:pt x="9545" y="8677"/>
                </a:lnTo>
                <a:cubicBezTo>
                  <a:pt x="9648" y="9294"/>
                  <a:pt x="10181" y="9734"/>
                  <a:pt x="10786" y="9734"/>
                </a:cubicBezTo>
                <a:cubicBezTo>
                  <a:pt x="10859" y="9734"/>
                  <a:pt x="10934" y="9728"/>
                  <a:pt x="11009" y="9714"/>
                </a:cubicBezTo>
                <a:cubicBezTo>
                  <a:pt x="11692" y="9599"/>
                  <a:pt x="12162" y="8943"/>
                  <a:pt x="12047" y="8251"/>
                </a:cubicBezTo>
                <a:cubicBezTo>
                  <a:pt x="11958" y="7719"/>
                  <a:pt x="11541" y="7301"/>
                  <a:pt x="11009" y="7213"/>
                </a:cubicBezTo>
                <a:lnTo>
                  <a:pt x="11009" y="5474"/>
                </a:lnTo>
                <a:lnTo>
                  <a:pt x="11470" y="6060"/>
                </a:lnTo>
                <a:cubicBezTo>
                  <a:pt x="11515" y="6113"/>
                  <a:pt x="11577" y="6140"/>
                  <a:pt x="11639" y="6140"/>
                </a:cubicBezTo>
                <a:lnTo>
                  <a:pt x="12491" y="6140"/>
                </a:lnTo>
                <a:cubicBezTo>
                  <a:pt x="12606" y="6140"/>
                  <a:pt x="12694" y="6042"/>
                  <a:pt x="12694" y="5927"/>
                </a:cubicBezTo>
                <a:lnTo>
                  <a:pt x="12694" y="3177"/>
                </a:lnTo>
                <a:cubicBezTo>
                  <a:pt x="12694" y="3061"/>
                  <a:pt x="12606" y="2964"/>
                  <a:pt x="12491" y="2964"/>
                </a:cubicBezTo>
                <a:lnTo>
                  <a:pt x="11639" y="2964"/>
                </a:lnTo>
                <a:cubicBezTo>
                  <a:pt x="11577" y="2964"/>
                  <a:pt x="11515" y="2990"/>
                  <a:pt x="11470" y="3043"/>
                </a:cubicBezTo>
                <a:lnTo>
                  <a:pt x="11009" y="3629"/>
                </a:lnTo>
                <a:lnTo>
                  <a:pt x="11009" y="3390"/>
                </a:lnTo>
                <a:cubicBezTo>
                  <a:pt x="11009" y="3265"/>
                  <a:pt x="10912" y="3177"/>
                  <a:pt x="10796" y="3177"/>
                </a:cubicBezTo>
                <a:lnTo>
                  <a:pt x="10157" y="3177"/>
                </a:lnTo>
                <a:lnTo>
                  <a:pt x="10157" y="2325"/>
                </a:lnTo>
                <a:cubicBezTo>
                  <a:pt x="10157" y="2263"/>
                  <a:pt x="10131" y="2209"/>
                  <a:pt x="10086" y="2165"/>
                </a:cubicBezTo>
                <a:lnTo>
                  <a:pt x="8605" y="897"/>
                </a:lnTo>
                <a:cubicBezTo>
                  <a:pt x="8560" y="861"/>
                  <a:pt x="8516" y="843"/>
                  <a:pt x="8463" y="843"/>
                </a:cubicBezTo>
                <a:lnTo>
                  <a:pt x="7194" y="843"/>
                </a:lnTo>
                <a:lnTo>
                  <a:pt x="7194" y="214"/>
                </a:lnTo>
                <a:cubicBezTo>
                  <a:pt x="7194" y="98"/>
                  <a:pt x="7097" y="1"/>
                  <a:pt x="69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2"/>
          <p:cNvSpPr/>
          <p:nvPr/>
        </p:nvSpPr>
        <p:spPr>
          <a:xfrm>
            <a:off x="5826770" y="3777080"/>
            <a:ext cx="296325" cy="317600"/>
          </a:xfrm>
          <a:custGeom>
            <a:rect b="b" l="l" r="r" t="t"/>
            <a:pathLst>
              <a:path extrusionOk="0" h="12704" w="11853">
                <a:moveTo>
                  <a:pt x="3176" y="426"/>
                </a:moveTo>
                <a:lnTo>
                  <a:pt x="3176" y="852"/>
                </a:lnTo>
                <a:lnTo>
                  <a:pt x="1482" y="852"/>
                </a:lnTo>
                <a:cubicBezTo>
                  <a:pt x="1446" y="852"/>
                  <a:pt x="1411" y="861"/>
                  <a:pt x="1384" y="870"/>
                </a:cubicBezTo>
                <a:lnTo>
                  <a:pt x="586" y="1269"/>
                </a:lnTo>
                <a:lnTo>
                  <a:pt x="417" y="1269"/>
                </a:lnTo>
                <a:lnTo>
                  <a:pt x="417" y="426"/>
                </a:lnTo>
                <a:close/>
                <a:moveTo>
                  <a:pt x="3593" y="435"/>
                </a:moveTo>
                <a:cubicBezTo>
                  <a:pt x="4347" y="506"/>
                  <a:pt x="5022" y="950"/>
                  <a:pt x="5376" y="1624"/>
                </a:cubicBezTo>
                <a:lnTo>
                  <a:pt x="6352" y="3442"/>
                </a:lnTo>
                <a:lnTo>
                  <a:pt x="6352" y="4542"/>
                </a:lnTo>
                <a:lnTo>
                  <a:pt x="4817" y="1704"/>
                </a:lnTo>
                <a:cubicBezTo>
                  <a:pt x="4569" y="1242"/>
                  <a:pt x="4117" y="932"/>
                  <a:pt x="3593" y="861"/>
                </a:cubicBezTo>
                <a:lnTo>
                  <a:pt x="3593" y="435"/>
                </a:lnTo>
                <a:close/>
                <a:moveTo>
                  <a:pt x="9315" y="3389"/>
                </a:moveTo>
                <a:lnTo>
                  <a:pt x="9315" y="4658"/>
                </a:lnTo>
                <a:lnTo>
                  <a:pt x="8463" y="4658"/>
                </a:lnTo>
                <a:lnTo>
                  <a:pt x="8463" y="4028"/>
                </a:lnTo>
                <a:lnTo>
                  <a:pt x="8038" y="4028"/>
                </a:lnTo>
                <a:lnTo>
                  <a:pt x="8038" y="4658"/>
                </a:lnTo>
                <a:lnTo>
                  <a:pt x="7620" y="4658"/>
                </a:lnTo>
                <a:lnTo>
                  <a:pt x="7620" y="4028"/>
                </a:lnTo>
                <a:lnTo>
                  <a:pt x="7195" y="4028"/>
                </a:lnTo>
                <a:lnTo>
                  <a:pt x="7195" y="4658"/>
                </a:lnTo>
                <a:lnTo>
                  <a:pt x="6769" y="4658"/>
                </a:lnTo>
                <a:lnTo>
                  <a:pt x="6769" y="3389"/>
                </a:lnTo>
                <a:close/>
                <a:moveTo>
                  <a:pt x="7222" y="5084"/>
                </a:moveTo>
                <a:lnTo>
                  <a:pt x="7896" y="6352"/>
                </a:lnTo>
                <a:lnTo>
                  <a:pt x="7319" y="6352"/>
                </a:lnTo>
                <a:lnTo>
                  <a:pt x="6636" y="5084"/>
                </a:lnTo>
                <a:close/>
                <a:moveTo>
                  <a:pt x="8463" y="6778"/>
                </a:moveTo>
                <a:lnTo>
                  <a:pt x="8463" y="7408"/>
                </a:lnTo>
                <a:lnTo>
                  <a:pt x="6769" y="7408"/>
                </a:lnTo>
                <a:lnTo>
                  <a:pt x="6769" y="6778"/>
                </a:lnTo>
                <a:close/>
                <a:moveTo>
                  <a:pt x="9519" y="8473"/>
                </a:moveTo>
                <a:cubicBezTo>
                  <a:pt x="9634" y="8473"/>
                  <a:pt x="9741" y="8481"/>
                  <a:pt x="9856" y="8499"/>
                </a:cubicBezTo>
                <a:cubicBezTo>
                  <a:pt x="9670" y="8712"/>
                  <a:pt x="9537" y="8960"/>
                  <a:pt x="9439" y="9226"/>
                </a:cubicBezTo>
                <a:lnTo>
                  <a:pt x="8898" y="8570"/>
                </a:lnTo>
                <a:cubicBezTo>
                  <a:pt x="9102" y="8508"/>
                  <a:pt x="9306" y="8473"/>
                  <a:pt x="9519" y="8473"/>
                </a:cubicBezTo>
                <a:close/>
                <a:moveTo>
                  <a:pt x="7904" y="9378"/>
                </a:moveTo>
                <a:lnTo>
                  <a:pt x="8410" y="10016"/>
                </a:lnTo>
                <a:cubicBezTo>
                  <a:pt x="8180" y="9918"/>
                  <a:pt x="7967" y="9776"/>
                  <a:pt x="7780" y="9599"/>
                </a:cubicBezTo>
                <a:cubicBezTo>
                  <a:pt x="7816" y="9519"/>
                  <a:pt x="7860" y="9448"/>
                  <a:pt x="7904" y="9378"/>
                </a:cubicBezTo>
                <a:close/>
                <a:moveTo>
                  <a:pt x="7727" y="7834"/>
                </a:moveTo>
                <a:lnTo>
                  <a:pt x="9688" y="10176"/>
                </a:lnTo>
                <a:cubicBezTo>
                  <a:pt x="9714" y="10220"/>
                  <a:pt x="9732" y="10265"/>
                  <a:pt x="9732" y="10318"/>
                </a:cubicBezTo>
                <a:lnTo>
                  <a:pt x="9732" y="10371"/>
                </a:lnTo>
                <a:cubicBezTo>
                  <a:pt x="9732" y="10486"/>
                  <a:pt x="9634" y="10584"/>
                  <a:pt x="9519" y="10584"/>
                </a:cubicBezTo>
                <a:cubicBezTo>
                  <a:pt x="9448" y="10584"/>
                  <a:pt x="9386" y="10557"/>
                  <a:pt x="9351" y="10504"/>
                </a:cubicBezTo>
                <a:lnTo>
                  <a:pt x="7212" y="7834"/>
                </a:lnTo>
                <a:close/>
                <a:moveTo>
                  <a:pt x="10299" y="8632"/>
                </a:moveTo>
                <a:cubicBezTo>
                  <a:pt x="10983" y="8942"/>
                  <a:pt x="11426" y="9626"/>
                  <a:pt x="11426" y="10371"/>
                </a:cubicBezTo>
                <a:cubicBezTo>
                  <a:pt x="11426" y="10486"/>
                  <a:pt x="11417" y="10592"/>
                  <a:pt x="11399" y="10699"/>
                </a:cubicBezTo>
                <a:cubicBezTo>
                  <a:pt x="11045" y="10407"/>
                  <a:pt x="10601" y="10220"/>
                  <a:pt x="10140" y="10176"/>
                </a:cubicBezTo>
                <a:cubicBezTo>
                  <a:pt x="10122" y="10078"/>
                  <a:pt x="10078" y="9981"/>
                  <a:pt x="10007" y="9910"/>
                </a:cubicBezTo>
                <a:lnTo>
                  <a:pt x="9776" y="9626"/>
                </a:lnTo>
                <a:cubicBezTo>
                  <a:pt x="9847" y="9253"/>
                  <a:pt x="10033" y="8907"/>
                  <a:pt x="10299" y="8632"/>
                </a:cubicBezTo>
                <a:close/>
                <a:moveTo>
                  <a:pt x="7647" y="10042"/>
                </a:moveTo>
                <a:cubicBezTo>
                  <a:pt x="7993" y="10326"/>
                  <a:pt x="8410" y="10513"/>
                  <a:pt x="8854" y="10566"/>
                </a:cubicBezTo>
                <a:lnTo>
                  <a:pt x="9014" y="10770"/>
                </a:lnTo>
                <a:cubicBezTo>
                  <a:pt x="9093" y="10859"/>
                  <a:pt x="9191" y="10930"/>
                  <a:pt x="9297" y="10974"/>
                </a:cubicBezTo>
                <a:cubicBezTo>
                  <a:pt x="9244" y="11400"/>
                  <a:pt x="9058" y="11808"/>
                  <a:pt x="8747" y="12110"/>
                </a:cubicBezTo>
                <a:cubicBezTo>
                  <a:pt x="8064" y="11808"/>
                  <a:pt x="7620" y="11125"/>
                  <a:pt x="7620" y="10371"/>
                </a:cubicBezTo>
                <a:cubicBezTo>
                  <a:pt x="7620" y="10265"/>
                  <a:pt x="7630" y="10149"/>
                  <a:pt x="7647" y="10042"/>
                </a:cubicBezTo>
                <a:close/>
                <a:moveTo>
                  <a:pt x="6680" y="7852"/>
                </a:moveTo>
                <a:lnTo>
                  <a:pt x="6911" y="8136"/>
                </a:lnTo>
                <a:lnTo>
                  <a:pt x="5749" y="10460"/>
                </a:lnTo>
                <a:lnTo>
                  <a:pt x="3930" y="12278"/>
                </a:lnTo>
                <a:lnTo>
                  <a:pt x="3593" y="12278"/>
                </a:lnTo>
                <a:lnTo>
                  <a:pt x="3593" y="12154"/>
                </a:lnTo>
                <a:lnTo>
                  <a:pt x="5438" y="10309"/>
                </a:lnTo>
                <a:cubicBezTo>
                  <a:pt x="5456" y="10300"/>
                  <a:pt x="5465" y="10273"/>
                  <a:pt x="5483" y="10255"/>
                </a:cubicBezTo>
                <a:lnTo>
                  <a:pt x="6680" y="7852"/>
                </a:lnTo>
                <a:close/>
                <a:moveTo>
                  <a:pt x="5899" y="10912"/>
                </a:moveTo>
                <a:lnTo>
                  <a:pt x="6769" y="12136"/>
                </a:lnTo>
                <a:lnTo>
                  <a:pt x="6769" y="12278"/>
                </a:lnTo>
                <a:lnTo>
                  <a:pt x="6654" y="12278"/>
                </a:lnTo>
                <a:lnTo>
                  <a:pt x="5678" y="11134"/>
                </a:lnTo>
                <a:lnTo>
                  <a:pt x="5899" y="10912"/>
                </a:lnTo>
                <a:close/>
                <a:moveTo>
                  <a:pt x="10114" y="10602"/>
                </a:moveTo>
                <a:cubicBezTo>
                  <a:pt x="10548" y="10646"/>
                  <a:pt x="10956" y="10841"/>
                  <a:pt x="11267" y="11152"/>
                </a:cubicBezTo>
                <a:cubicBezTo>
                  <a:pt x="10956" y="11834"/>
                  <a:pt x="10273" y="12278"/>
                  <a:pt x="9519" y="12278"/>
                </a:cubicBezTo>
                <a:cubicBezTo>
                  <a:pt x="9412" y="12278"/>
                  <a:pt x="9306" y="12269"/>
                  <a:pt x="9191" y="12252"/>
                </a:cubicBezTo>
                <a:cubicBezTo>
                  <a:pt x="9493" y="11888"/>
                  <a:pt x="9678" y="11444"/>
                  <a:pt x="9723" y="10974"/>
                </a:cubicBezTo>
                <a:cubicBezTo>
                  <a:pt x="9901" y="10912"/>
                  <a:pt x="10043" y="10779"/>
                  <a:pt x="10114" y="10602"/>
                </a:cubicBezTo>
                <a:close/>
                <a:moveTo>
                  <a:pt x="213" y="0"/>
                </a:moveTo>
                <a:cubicBezTo>
                  <a:pt x="89" y="0"/>
                  <a:pt x="1" y="98"/>
                  <a:pt x="1" y="213"/>
                </a:cubicBezTo>
                <a:lnTo>
                  <a:pt x="1" y="1482"/>
                </a:lnTo>
                <a:cubicBezTo>
                  <a:pt x="1" y="1597"/>
                  <a:pt x="89" y="1695"/>
                  <a:pt x="213" y="1695"/>
                </a:cubicBezTo>
                <a:lnTo>
                  <a:pt x="630" y="1695"/>
                </a:lnTo>
                <a:cubicBezTo>
                  <a:pt x="665" y="1695"/>
                  <a:pt x="701" y="1686"/>
                  <a:pt x="728" y="1677"/>
                </a:cubicBezTo>
                <a:lnTo>
                  <a:pt x="1526" y="1269"/>
                </a:lnTo>
                <a:lnTo>
                  <a:pt x="3389" y="1269"/>
                </a:lnTo>
                <a:cubicBezTo>
                  <a:pt x="3833" y="1269"/>
                  <a:pt x="4232" y="1518"/>
                  <a:pt x="4445" y="1908"/>
                </a:cubicBezTo>
                <a:lnTo>
                  <a:pt x="6840" y="6352"/>
                </a:lnTo>
                <a:lnTo>
                  <a:pt x="6556" y="6352"/>
                </a:lnTo>
                <a:cubicBezTo>
                  <a:pt x="6441" y="6352"/>
                  <a:pt x="6352" y="6450"/>
                  <a:pt x="6352" y="6565"/>
                </a:cubicBezTo>
                <a:lnTo>
                  <a:pt x="6352" y="7576"/>
                </a:lnTo>
                <a:lnTo>
                  <a:pt x="5119" y="10034"/>
                </a:lnTo>
                <a:lnTo>
                  <a:pt x="3238" y="11915"/>
                </a:lnTo>
                <a:cubicBezTo>
                  <a:pt x="3194" y="11959"/>
                  <a:pt x="3176" y="12012"/>
                  <a:pt x="3176" y="12065"/>
                </a:cubicBezTo>
                <a:lnTo>
                  <a:pt x="3176" y="12491"/>
                </a:lnTo>
                <a:cubicBezTo>
                  <a:pt x="3176" y="12607"/>
                  <a:pt x="3265" y="12704"/>
                  <a:pt x="3389" y="12704"/>
                </a:cubicBezTo>
                <a:lnTo>
                  <a:pt x="4019" y="12704"/>
                </a:lnTo>
                <a:cubicBezTo>
                  <a:pt x="4072" y="12704"/>
                  <a:pt x="4125" y="12678"/>
                  <a:pt x="4170" y="12642"/>
                </a:cubicBezTo>
                <a:lnTo>
                  <a:pt x="5376" y="11436"/>
                </a:lnTo>
                <a:lnTo>
                  <a:pt x="6396" y="12624"/>
                </a:lnTo>
                <a:cubicBezTo>
                  <a:pt x="6441" y="12678"/>
                  <a:pt x="6494" y="12704"/>
                  <a:pt x="6556" y="12704"/>
                </a:cubicBezTo>
                <a:lnTo>
                  <a:pt x="6982" y="12704"/>
                </a:lnTo>
                <a:cubicBezTo>
                  <a:pt x="7097" y="12704"/>
                  <a:pt x="7195" y="12607"/>
                  <a:pt x="7195" y="12491"/>
                </a:cubicBezTo>
                <a:lnTo>
                  <a:pt x="7195" y="12065"/>
                </a:lnTo>
                <a:cubicBezTo>
                  <a:pt x="7195" y="12021"/>
                  <a:pt x="7177" y="11976"/>
                  <a:pt x="7159" y="11941"/>
                </a:cubicBezTo>
                <a:lnTo>
                  <a:pt x="6175" y="10566"/>
                </a:lnTo>
                <a:lnTo>
                  <a:pt x="7204" y="8499"/>
                </a:lnTo>
                <a:lnTo>
                  <a:pt x="7620" y="9023"/>
                </a:lnTo>
                <a:cubicBezTo>
                  <a:pt x="7346" y="9422"/>
                  <a:pt x="7195" y="9892"/>
                  <a:pt x="7195" y="10371"/>
                </a:cubicBezTo>
                <a:cubicBezTo>
                  <a:pt x="7195" y="11657"/>
                  <a:pt x="8233" y="12704"/>
                  <a:pt x="9519" y="12704"/>
                </a:cubicBezTo>
                <a:cubicBezTo>
                  <a:pt x="10805" y="12704"/>
                  <a:pt x="11852" y="11657"/>
                  <a:pt x="11852" y="10371"/>
                </a:cubicBezTo>
                <a:cubicBezTo>
                  <a:pt x="11852" y="9084"/>
                  <a:pt x="10805" y="8047"/>
                  <a:pt x="9519" y="8047"/>
                </a:cubicBezTo>
                <a:cubicBezTo>
                  <a:pt x="9209" y="8047"/>
                  <a:pt x="8898" y="8109"/>
                  <a:pt x="8614" y="8233"/>
                </a:cubicBezTo>
                <a:lnTo>
                  <a:pt x="8277" y="7834"/>
                </a:lnTo>
                <a:lnTo>
                  <a:pt x="8676" y="7834"/>
                </a:lnTo>
                <a:cubicBezTo>
                  <a:pt x="8791" y="7834"/>
                  <a:pt x="8889" y="7736"/>
                  <a:pt x="8889" y="7621"/>
                </a:cubicBezTo>
                <a:lnTo>
                  <a:pt x="8889" y="6565"/>
                </a:lnTo>
                <a:cubicBezTo>
                  <a:pt x="8889" y="6450"/>
                  <a:pt x="8791" y="6352"/>
                  <a:pt x="8676" y="6352"/>
                </a:cubicBezTo>
                <a:lnTo>
                  <a:pt x="8383" y="6352"/>
                </a:lnTo>
                <a:lnTo>
                  <a:pt x="7701" y="5084"/>
                </a:lnTo>
                <a:lnTo>
                  <a:pt x="9519" y="5084"/>
                </a:lnTo>
                <a:cubicBezTo>
                  <a:pt x="9643" y="5084"/>
                  <a:pt x="9732" y="4986"/>
                  <a:pt x="9732" y="4871"/>
                </a:cubicBezTo>
                <a:lnTo>
                  <a:pt x="9732" y="3176"/>
                </a:lnTo>
                <a:cubicBezTo>
                  <a:pt x="9732" y="3061"/>
                  <a:pt x="9643" y="2963"/>
                  <a:pt x="9519" y="2963"/>
                </a:cubicBezTo>
                <a:lnTo>
                  <a:pt x="6574" y="2963"/>
                </a:lnTo>
                <a:lnTo>
                  <a:pt x="5749" y="1420"/>
                </a:lnTo>
                <a:cubicBezTo>
                  <a:pt x="5288" y="550"/>
                  <a:pt x="4374" y="0"/>
                  <a:pt x="33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3" name="Google Shape;14323;p62"/>
          <p:cNvGrpSpPr/>
          <p:nvPr/>
        </p:nvGrpSpPr>
        <p:grpSpPr>
          <a:xfrm>
            <a:off x="3287714" y="3789541"/>
            <a:ext cx="253950" cy="317600"/>
            <a:chOff x="2978225" y="4250050"/>
            <a:chExt cx="253950" cy="317600"/>
          </a:xfrm>
        </p:grpSpPr>
        <p:sp>
          <p:nvSpPr>
            <p:cNvPr id="14324" name="Google Shape;14324;p62"/>
            <p:cNvSpPr/>
            <p:nvPr/>
          </p:nvSpPr>
          <p:spPr>
            <a:xfrm>
              <a:off x="2978225" y="4250050"/>
              <a:ext cx="253950" cy="317600"/>
            </a:xfrm>
            <a:custGeom>
              <a:rect b="b" l="l" r="r" t="t"/>
              <a:pathLst>
                <a:path extrusionOk="0" h="12704" w="10158">
                  <a:moveTo>
                    <a:pt x="1899" y="639"/>
                  </a:moveTo>
                  <a:lnTo>
                    <a:pt x="1899" y="2334"/>
                  </a:lnTo>
                  <a:lnTo>
                    <a:pt x="1482" y="2015"/>
                  </a:lnTo>
                  <a:lnTo>
                    <a:pt x="1482" y="959"/>
                  </a:lnTo>
                  <a:lnTo>
                    <a:pt x="1899" y="639"/>
                  </a:lnTo>
                  <a:close/>
                  <a:moveTo>
                    <a:pt x="9306" y="639"/>
                  </a:moveTo>
                  <a:lnTo>
                    <a:pt x="9732" y="959"/>
                  </a:lnTo>
                  <a:lnTo>
                    <a:pt x="9732" y="2015"/>
                  </a:lnTo>
                  <a:lnTo>
                    <a:pt x="9306" y="2334"/>
                  </a:lnTo>
                  <a:lnTo>
                    <a:pt x="9306" y="639"/>
                  </a:lnTo>
                  <a:close/>
                  <a:moveTo>
                    <a:pt x="8889" y="426"/>
                  </a:moveTo>
                  <a:lnTo>
                    <a:pt x="8889" y="2547"/>
                  </a:lnTo>
                  <a:lnTo>
                    <a:pt x="2324" y="2547"/>
                  </a:lnTo>
                  <a:lnTo>
                    <a:pt x="2324" y="426"/>
                  </a:lnTo>
                  <a:close/>
                  <a:moveTo>
                    <a:pt x="4445" y="7621"/>
                  </a:moveTo>
                  <a:lnTo>
                    <a:pt x="4445" y="7994"/>
                  </a:lnTo>
                  <a:lnTo>
                    <a:pt x="4250" y="8375"/>
                  </a:lnTo>
                  <a:cubicBezTo>
                    <a:pt x="4241" y="8402"/>
                    <a:pt x="4232" y="8437"/>
                    <a:pt x="4232" y="8473"/>
                  </a:cubicBezTo>
                  <a:lnTo>
                    <a:pt x="4232" y="12278"/>
                  </a:lnTo>
                  <a:lnTo>
                    <a:pt x="3380" y="12278"/>
                  </a:lnTo>
                  <a:lnTo>
                    <a:pt x="3380" y="8473"/>
                  </a:lnTo>
                  <a:cubicBezTo>
                    <a:pt x="3380" y="8437"/>
                    <a:pt x="3380" y="8402"/>
                    <a:pt x="3363" y="8375"/>
                  </a:cubicBezTo>
                  <a:lnTo>
                    <a:pt x="3176" y="7994"/>
                  </a:lnTo>
                  <a:lnTo>
                    <a:pt x="3176" y="7621"/>
                  </a:lnTo>
                  <a:close/>
                  <a:moveTo>
                    <a:pt x="2111" y="0"/>
                  </a:moveTo>
                  <a:cubicBezTo>
                    <a:pt x="2067" y="0"/>
                    <a:pt x="2023" y="18"/>
                    <a:pt x="1987" y="45"/>
                  </a:cubicBezTo>
                  <a:lnTo>
                    <a:pt x="1136" y="684"/>
                  </a:lnTo>
                  <a:cubicBezTo>
                    <a:pt x="1082" y="719"/>
                    <a:pt x="1056" y="781"/>
                    <a:pt x="1056" y="852"/>
                  </a:cubicBezTo>
                  <a:lnTo>
                    <a:pt x="1056" y="1269"/>
                  </a:lnTo>
                  <a:lnTo>
                    <a:pt x="843" y="1269"/>
                  </a:lnTo>
                  <a:cubicBezTo>
                    <a:pt x="373" y="1269"/>
                    <a:pt x="0" y="1650"/>
                    <a:pt x="0" y="2121"/>
                  </a:cubicBezTo>
                  <a:lnTo>
                    <a:pt x="0" y="4046"/>
                  </a:lnTo>
                  <a:cubicBezTo>
                    <a:pt x="0" y="4374"/>
                    <a:pt x="187" y="4667"/>
                    <a:pt x="479" y="4809"/>
                  </a:cubicBezTo>
                  <a:lnTo>
                    <a:pt x="3353" y="6157"/>
                  </a:lnTo>
                  <a:cubicBezTo>
                    <a:pt x="3505" y="6228"/>
                    <a:pt x="3593" y="6379"/>
                    <a:pt x="3593" y="6547"/>
                  </a:cubicBezTo>
                  <a:lnTo>
                    <a:pt x="3593" y="7195"/>
                  </a:lnTo>
                  <a:lnTo>
                    <a:pt x="2963" y="7195"/>
                  </a:lnTo>
                  <a:cubicBezTo>
                    <a:pt x="2839" y="7195"/>
                    <a:pt x="2750" y="7292"/>
                    <a:pt x="2750" y="7408"/>
                  </a:cubicBezTo>
                  <a:lnTo>
                    <a:pt x="2750" y="8047"/>
                  </a:lnTo>
                  <a:cubicBezTo>
                    <a:pt x="2750" y="8082"/>
                    <a:pt x="2759" y="8109"/>
                    <a:pt x="2768" y="8144"/>
                  </a:cubicBezTo>
                  <a:lnTo>
                    <a:pt x="2963" y="8517"/>
                  </a:lnTo>
                  <a:lnTo>
                    <a:pt x="2963" y="12491"/>
                  </a:lnTo>
                  <a:cubicBezTo>
                    <a:pt x="2963" y="12607"/>
                    <a:pt x="3052" y="12704"/>
                    <a:pt x="3176" y="12704"/>
                  </a:cubicBezTo>
                  <a:lnTo>
                    <a:pt x="4445" y="12704"/>
                  </a:lnTo>
                  <a:cubicBezTo>
                    <a:pt x="4560" y="12704"/>
                    <a:pt x="4658" y="12607"/>
                    <a:pt x="4658" y="12491"/>
                  </a:cubicBezTo>
                  <a:lnTo>
                    <a:pt x="4658" y="8517"/>
                  </a:lnTo>
                  <a:lnTo>
                    <a:pt x="4844" y="8144"/>
                  </a:lnTo>
                  <a:cubicBezTo>
                    <a:pt x="4861" y="8109"/>
                    <a:pt x="4861" y="8082"/>
                    <a:pt x="4861" y="8047"/>
                  </a:cubicBezTo>
                  <a:lnTo>
                    <a:pt x="4861" y="7408"/>
                  </a:lnTo>
                  <a:cubicBezTo>
                    <a:pt x="4861" y="7292"/>
                    <a:pt x="4773" y="7195"/>
                    <a:pt x="4658" y="7195"/>
                  </a:cubicBezTo>
                  <a:lnTo>
                    <a:pt x="4019" y="7195"/>
                  </a:lnTo>
                  <a:lnTo>
                    <a:pt x="4019" y="6547"/>
                  </a:lnTo>
                  <a:cubicBezTo>
                    <a:pt x="4019" y="6219"/>
                    <a:pt x="3832" y="5918"/>
                    <a:pt x="3531" y="5776"/>
                  </a:cubicBezTo>
                  <a:lnTo>
                    <a:pt x="666" y="4427"/>
                  </a:lnTo>
                  <a:cubicBezTo>
                    <a:pt x="515" y="4356"/>
                    <a:pt x="417" y="4205"/>
                    <a:pt x="417" y="4046"/>
                  </a:cubicBezTo>
                  <a:lnTo>
                    <a:pt x="417" y="2121"/>
                  </a:lnTo>
                  <a:cubicBezTo>
                    <a:pt x="417" y="1881"/>
                    <a:pt x="613" y="1695"/>
                    <a:pt x="843" y="1695"/>
                  </a:cubicBezTo>
                  <a:lnTo>
                    <a:pt x="1056" y="1695"/>
                  </a:lnTo>
                  <a:lnTo>
                    <a:pt x="1056" y="2121"/>
                  </a:lnTo>
                  <a:cubicBezTo>
                    <a:pt x="1056" y="2183"/>
                    <a:pt x="1082" y="2245"/>
                    <a:pt x="1136" y="2289"/>
                  </a:cubicBezTo>
                  <a:lnTo>
                    <a:pt x="1987" y="2919"/>
                  </a:lnTo>
                  <a:cubicBezTo>
                    <a:pt x="2023" y="2955"/>
                    <a:pt x="2067" y="2963"/>
                    <a:pt x="2111" y="2963"/>
                  </a:cubicBezTo>
                  <a:lnTo>
                    <a:pt x="9102" y="2963"/>
                  </a:lnTo>
                  <a:cubicBezTo>
                    <a:pt x="9147" y="2963"/>
                    <a:pt x="9191" y="2955"/>
                    <a:pt x="9226" y="2919"/>
                  </a:cubicBezTo>
                  <a:lnTo>
                    <a:pt x="10069" y="2289"/>
                  </a:lnTo>
                  <a:cubicBezTo>
                    <a:pt x="10122" y="2245"/>
                    <a:pt x="10158" y="2183"/>
                    <a:pt x="10158" y="2121"/>
                  </a:cubicBezTo>
                  <a:lnTo>
                    <a:pt x="10158" y="852"/>
                  </a:lnTo>
                  <a:cubicBezTo>
                    <a:pt x="10158" y="781"/>
                    <a:pt x="10122" y="719"/>
                    <a:pt x="10069" y="684"/>
                  </a:cubicBezTo>
                  <a:lnTo>
                    <a:pt x="9226" y="45"/>
                  </a:lnTo>
                  <a:cubicBezTo>
                    <a:pt x="9191" y="18"/>
                    <a:pt x="9147" y="0"/>
                    <a:pt x="91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2"/>
            <p:cNvSpPr/>
            <p:nvPr/>
          </p:nvSpPr>
          <p:spPr>
            <a:xfrm>
              <a:off x="3110400" y="4334775"/>
              <a:ext cx="105825" cy="232825"/>
            </a:xfrm>
            <a:custGeom>
              <a:rect b="b" l="l" r="r" t="t"/>
              <a:pathLst>
                <a:path extrusionOk="0" h="9313" w="4233">
                  <a:moveTo>
                    <a:pt x="2750" y="426"/>
                  </a:moveTo>
                  <a:lnTo>
                    <a:pt x="2750" y="2121"/>
                  </a:lnTo>
                  <a:lnTo>
                    <a:pt x="426" y="2121"/>
                  </a:lnTo>
                  <a:lnTo>
                    <a:pt x="426" y="426"/>
                  </a:lnTo>
                  <a:lnTo>
                    <a:pt x="1056" y="426"/>
                  </a:lnTo>
                  <a:lnTo>
                    <a:pt x="1056" y="1695"/>
                  </a:lnTo>
                  <a:lnTo>
                    <a:pt x="1482" y="1695"/>
                  </a:lnTo>
                  <a:lnTo>
                    <a:pt x="1482" y="426"/>
                  </a:lnTo>
                  <a:lnTo>
                    <a:pt x="1908" y="426"/>
                  </a:lnTo>
                  <a:lnTo>
                    <a:pt x="1908" y="1695"/>
                  </a:lnTo>
                  <a:lnTo>
                    <a:pt x="2334" y="1695"/>
                  </a:lnTo>
                  <a:lnTo>
                    <a:pt x="2334" y="426"/>
                  </a:lnTo>
                  <a:close/>
                  <a:moveTo>
                    <a:pt x="3815" y="426"/>
                  </a:moveTo>
                  <a:lnTo>
                    <a:pt x="3815" y="2121"/>
                  </a:lnTo>
                  <a:lnTo>
                    <a:pt x="3176" y="2121"/>
                  </a:lnTo>
                  <a:lnTo>
                    <a:pt x="3176" y="426"/>
                  </a:lnTo>
                  <a:close/>
                  <a:moveTo>
                    <a:pt x="3815" y="2537"/>
                  </a:moveTo>
                  <a:lnTo>
                    <a:pt x="3815" y="2963"/>
                  </a:lnTo>
                  <a:lnTo>
                    <a:pt x="1269" y="2963"/>
                  </a:lnTo>
                  <a:lnTo>
                    <a:pt x="1269" y="3389"/>
                  </a:lnTo>
                  <a:lnTo>
                    <a:pt x="3815" y="3389"/>
                  </a:lnTo>
                  <a:lnTo>
                    <a:pt x="3815" y="4019"/>
                  </a:lnTo>
                  <a:lnTo>
                    <a:pt x="426" y="4019"/>
                  </a:lnTo>
                  <a:lnTo>
                    <a:pt x="426" y="2537"/>
                  </a:lnTo>
                  <a:close/>
                  <a:moveTo>
                    <a:pt x="3789" y="4445"/>
                  </a:moveTo>
                  <a:cubicBezTo>
                    <a:pt x="3735" y="4693"/>
                    <a:pt x="3584" y="4906"/>
                    <a:pt x="3381" y="5048"/>
                  </a:cubicBezTo>
                  <a:lnTo>
                    <a:pt x="2635" y="5536"/>
                  </a:lnTo>
                  <a:cubicBezTo>
                    <a:pt x="2564" y="5589"/>
                    <a:pt x="2529" y="5669"/>
                    <a:pt x="2547" y="5758"/>
                  </a:cubicBezTo>
                  <a:lnTo>
                    <a:pt x="2955" y="7780"/>
                  </a:lnTo>
                  <a:cubicBezTo>
                    <a:pt x="3008" y="8091"/>
                    <a:pt x="2875" y="8401"/>
                    <a:pt x="2600" y="8561"/>
                  </a:cubicBezTo>
                  <a:lnTo>
                    <a:pt x="2121" y="8854"/>
                  </a:lnTo>
                  <a:lnTo>
                    <a:pt x="1633" y="8561"/>
                  </a:lnTo>
                  <a:cubicBezTo>
                    <a:pt x="1366" y="8401"/>
                    <a:pt x="1225" y="8091"/>
                    <a:pt x="1287" y="7780"/>
                  </a:cubicBezTo>
                  <a:lnTo>
                    <a:pt x="1695" y="5758"/>
                  </a:lnTo>
                  <a:cubicBezTo>
                    <a:pt x="1704" y="5669"/>
                    <a:pt x="1668" y="5589"/>
                    <a:pt x="1597" y="5536"/>
                  </a:cubicBezTo>
                  <a:lnTo>
                    <a:pt x="861" y="5048"/>
                  </a:lnTo>
                  <a:cubicBezTo>
                    <a:pt x="648" y="4906"/>
                    <a:pt x="506" y="4693"/>
                    <a:pt x="444" y="4445"/>
                  </a:cubicBezTo>
                  <a:close/>
                  <a:moveTo>
                    <a:pt x="213" y="0"/>
                  </a:moveTo>
                  <a:cubicBezTo>
                    <a:pt x="98" y="0"/>
                    <a:pt x="0" y="98"/>
                    <a:pt x="0" y="213"/>
                  </a:cubicBezTo>
                  <a:lnTo>
                    <a:pt x="0" y="4232"/>
                  </a:lnTo>
                  <a:cubicBezTo>
                    <a:pt x="0" y="4702"/>
                    <a:pt x="231" y="5137"/>
                    <a:pt x="621" y="5394"/>
                  </a:cubicBezTo>
                  <a:lnTo>
                    <a:pt x="1251" y="5811"/>
                  </a:lnTo>
                  <a:lnTo>
                    <a:pt x="870" y="7700"/>
                  </a:lnTo>
                  <a:cubicBezTo>
                    <a:pt x="772" y="8179"/>
                    <a:pt x="994" y="8676"/>
                    <a:pt x="1411" y="8924"/>
                  </a:cubicBezTo>
                  <a:lnTo>
                    <a:pt x="2005" y="9279"/>
                  </a:lnTo>
                  <a:cubicBezTo>
                    <a:pt x="2041" y="9302"/>
                    <a:pt x="2078" y="9313"/>
                    <a:pt x="2116" y="9313"/>
                  </a:cubicBezTo>
                  <a:cubicBezTo>
                    <a:pt x="2154" y="9313"/>
                    <a:pt x="2192" y="9302"/>
                    <a:pt x="2227" y="9279"/>
                  </a:cubicBezTo>
                  <a:lnTo>
                    <a:pt x="2821" y="8924"/>
                  </a:lnTo>
                  <a:cubicBezTo>
                    <a:pt x="3247" y="8676"/>
                    <a:pt x="3460" y="8179"/>
                    <a:pt x="3363" y="7700"/>
                  </a:cubicBezTo>
                  <a:lnTo>
                    <a:pt x="2990" y="5811"/>
                  </a:lnTo>
                  <a:lnTo>
                    <a:pt x="3611" y="5394"/>
                  </a:lnTo>
                  <a:cubicBezTo>
                    <a:pt x="4002" y="5137"/>
                    <a:pt x="4232" y="4702"/>
                    <a:pt x="4232" y="4232"/>
                  </a:cubicBezTo>
                  <a:lnTo>
                    <a:pt x="4232" y="213"/>
                  </a:lnTo>
                  <a:cubicBezTo>
                    <a:pt x="4232" y="98"/>
                    <a:pt x="4143" y="0"/>
                    <a:pt x="40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2"/>
            <p:cNvSpPr/>
            <p:nvPr/>
          </p:nvSpPr>
          <p:spPr>
            <a:xfrm>
              <a:off x="3158075" y="4525275"/>
              <a:ext cx="10675" cy="10675"/>
            </a:xfrm>
            <a:custGeom>
              <a:rect b="b" l="l" r="r" t="t"/>
              <a:pathLst>
                <a:path extrusionOk="0" h="427" w="427">
                  <a:moveTo>
                    <a:pt x="214" y="1"/>
                  </a:moveTo>
                  <a:cubicBezTo>
                    <a:pt x="98" y="1"/>
                    <a:pt x="1" y="98"/>
                    <a:pt x="1" y="214"/>
                  </a:cubicBezTo>
                  <a:cubicBezTo>
                    <a:pt x="1" y="329"/>
                    <a:pt x="98" y="427"/>
                    <a:pt x="214" y="427"/>
                  </a:cubicBezTo>
                  <a:cubicBezTo>
                    <a:pt x="329" y="427"/>
                    <a:pt x="427" y="329"/>
                    <a:pt x="427" y="214"/>
                  </a:cubicBezTo>
                  <a:cubicBezTo>
                    <a:pt x="427" y="98"/>
                    <a:pt x="329" y="1"/>
                    <a:pt x="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7" name="Google Shape;14327;p62"/>
          <p:cNvGrpSpPr/>
          <p:nvPr/>
        </p:nvGrpSpPr>
        <p:grpSpPr>
          <a:xfrm>
            <a:off x="3008645" y="2685225"/>
            <a:ext cx="319600" cy="317525"/>
            <a:chOff x="2010175" y="4250100"/>
            <a:chExt cx="319600" cy="317525"/>
          </a:xfrm>
        </p:grpSpPr>
        <p:sp>
          <p:nvSpPr>
            <p:cNvPr id="14328" name="Google Shape;14328;p62"/>
            <p:cNvSpPr/>
            <p:nvPr/>
          </p:nvSpPr>
          <p:spPr>
            <a:xfrm>
              <a:off x="2010175" y="4250100"/>
              <a:ext cx="319600" cy="317525"/>
            </a:xfrm>
            <a:custGeom>
              <a:rect b="b" l="l" r="r" t="t"/>
              <a:pathLst>
                <a:path extrusionOk="0" h="12701" w="12784">
                  <a:moveTo>
                    <a:pt x="12059" y="422"/>
                  </a:moveTo>
                  <a:cubicBezTo>
                    <a:pt x="12120" y="422"/>
                    <a:pt x="12180" y="447"/>
                    <a:pt x="12225" y="495"/>
                  </a:cubicBezTo>
                  <a:cubicBezTo>
                    <a:pt x="12322" y="584"/>
                    <a:pt x="12322" y="735"/>
                    <a:pt x="12225" y="832"/>
                  </a:cubicBezTo>
                  <a:lnTo>
                    <a:pt x="11594" y="1463"/>
                  </a:lnTo>
                  <a:cubicBezTo>
                    <a:pt x="11497" y="1338"/>
                    <a:pt x="11391" y="1223"/>
                    <a:pt x="11257" y="1125"/>
                  </a:cubicBezTo>
                  <a:lnTo>
                    <a:pt x="11888" y="495"/>
                  </a:lnTo>
                  <a:cubicBezTo>
                    <a:pt x="11936" y="447"/>
                    <a:pt x="11998" y="422"/>
                    <a:pt x="12059" y="422"/>
                  </a:cubicBezTo>
                  <a:close/>
                  <a:moveTo>
                    <a:pt x="10388" y="1267"/>
                  </a:moveTo>
                  <a:cubicBezTo>
                    <a:pt x="10601" y="1267"/>
                    <a:pt x="10805" y="1329"/>
                    <a:pt x="10974" y="1445"/>
                  </a:cubicBezTo>
                  <a:lnTo>
                    <a:pt x="9767" y="2660"/>
                  </a:lnTo>
                  <a:cubicBezTo>
                    <a:pt x="9643" y="2589"/>
                    <a:pt x="9501" y="2545"/>
                    <a:pt x="9359" y="2545"/>
                  </a:cubicBezTo>
                  <a:cubicBezTo>
                    <a:pt x="9235" y="1968"/>
                    <a:pt x="9607" y="1409"/>
                    <a:pt x="10184" y="1294"/>
                  </a:cubicBezTo>
                  <a:cubicBezTo>
                    <a:pt x="10246" y="1276"/>
                    <a:pt x="10317" y="1267"/>
                    <a:pt x="10388" y="1267"/>
                  </a:cubicBezTo>
                  <a:close/>
                  <a:moveTo>
                    <a:pt x="11275" y="1746"/>
                  </a:moveTo>
                  <a:cubicBezTo>
                    <a:pt x="11594" y="2234"/>
                    <a:pt x="11462" y="2890"/>
                    <a:pt x="10974" y="3210"/>
                  </a:cubicBezTo>
                  <a:cubicBezTo>
                    <a:pt x="10805" y="3325"/>
                    <a:pt x="10601" y="3387"/>
                    <a:pt x="10388" y="3387"/>
                  </a:cubicBezTo>
                  <a:cubicBezTo>
                    <a:pt x="10317" y="3387"/>
                    <a:pt x="10246" y="3379"/>
                    <a:pt x="10184" y="3369"/>
                  </a:cubicBezTo>
                  <a:cubicBezTo>
                    <a:pt x="10175" y="3219"/>
                    <a:pt x="10140" y="3077"/>
                    <a:pt x="10060" y="2961"/>
                  </a:cubicBezTo>
                  <a:lnTo>
                    <a:pt x="11275" y="1746"/>
                  </a:lnTo>
                  <a:close/>
                  <a:moveTo>
                    <a:pt x="9333" y="2961"/>
                  </a:moveTo>
                  <a:cubicBezTo>
                    <a:pt x="9563" y="2961"/>
                    <a:pt x="9759" y="3157"/>
                    <a:pt x="9759" y="3387"/>
                  </a:cubicBezTo>
                  <a:cubicBezTo>
                    <a:pt x="9759" y="3618"/>
                    <a:pt x="9563" y="3813"/>
                    <a:pt x="9333" y="3813"/>
                  </a:cubicBezTo>
                  <a:cubicBezTo>
                    <a:pt x="9102" y="3813"/>
                    <a:pt x="8907" y="3618"/>
                    <a:pt x="8907" y="3387"/>
                  </a:cubicBezTo>
                  <a:cubicBezTo>
                    <a:pt x="8907" y="3157"/>
                    <a:pt x="9102" y="2961"/>
                    <a:pt x="9333" y="2961"/>
                  </a:cubicBezTo>
                  <a:close/>
                  <a:moveTo>
                    <a:pt x="7372" y="5348"/>
                  </a:moveTo>
                  <a:lnTo>
                    <a:pt x="7230" y="6040"/>
                  </a:lnTo>
                  <a:lnTo>
                    <a:pt x="6432" y="6963"/>
                  </a:lnTo>
                  <a:lnTo>
                    <a:pt x="5757" y="6288"/>
                  </a:lnTo>
                  <a:lnTo>
                    <a:pt x="6680" y="5490"/>
                  </a:lnTo>
                  <a:lnTo>
                    <a:pt x="7372" y="5348"/>
                  </a:lnTo>
                  <a:close/>
                  <a:moveTo>
                    <a:pt x="8490" y="3432"/>
                  </a:moveTo>
                  <a:cubicBezTo>
                    <a:pt x="8499" y="3565"/>
                    <a:pt x="8534" y="3698"/>
                    <a:pt x="8605" y="3813"/>
                  </a:cubicBezTo>
                  <a:lnTo>
                    <a:pt x="7541" y="4887"/>
                  </a:lnTo>
                  <a:lnTo>
                    <a:pt x="6538" y="5082"/>
                  </a:lnTo>
                  <a:cubicBezTo>
                    <a:pt x="6502" y="5090"/>
                    <a:pt x="6467" y="5108"/>
                    <a:pt x="6441" y="5135"/>
                  </a:cubicBezTo>
                  <a:lnTo>
                    <a:pt x="1260" y="9624"/>
                  </a:lnTo>
                  <a:lnTo>
                    <a:pt x="958" y="9313"/>
                  </a:lnTo>
                  <a:lnTo>
                    <a:pt x="6476" y="3795"/>
                  </a:lnTo>
                  <a:lnTo>
                    <a:pt x="8490" y="3432"/>
                  </a:lnTo>
                  <a:close/>
                  <a:moveTo>
                    <a:pt x="763" y="9721"/>
                  </a:moveTo>
                  <a:lnTo>
                    <a:pt x="941" y="9899"/>
                  </a:lnTo>
                  <a:lnTo>
                    <a:pt x="630" y="10165"/>
                  </a:lnTo>
                  <a:lnTo>
                    <a:pt x="630" y="10165"/>
                  </a:lnTo>
                  <a:lnTo>
                    <a:pt x="763" y="9721"/>
                  </a:lnTo>
                  <a:close/>
                  <a:moveTo>
                    <a:pt x="8907" y="4115"/>
                  </a:moveTo>
                  <a:cubicBezTo>
                    <a:pt x="9022" y="4186"/>
                    <a:pt x="9155" y="4230"/>
                    <a:pt x="9288" y="4230"/>
                  </a:cubicBezTo>
                  <a:lnTo>
                    <a:pt x="8925" y="6244"/>
                  </a:lnTo>
                  <a:lnTo>
                    <a:pt x="3407" y="11761"/>
                  </a:lnTo>
                  <a:lnTo>
                    <a:pt x="3096" y="11460"/>
                  </a:lnTo>
                  <a:lnTo>
                    <a:pt x="7585" y="6279"/>
                  </a:lnTo>
                  <a:cubicBezTo>
                    <a:pt x="7612" y="6253"/>
                    <a:pt x="7629" y="6217"/>
                    <a:pt x="7638" y="6182"/>
                  </a:cubicBezTo>
                  <a:lnTo>
                    <a:pt x="7833" y="5188"/>
                  </a:lnTo>
                  <a:lnTo>
                    <a:pt x="8907" y="4115"/>
                  </a:lnTo>
                  <a:close/>
                  <a:moveTo>
                    <a:pt x="2821" y="11779"/>
                  </a:moveTo>
                  <a:lnTo>
                    <a:pt x="3007" y="11957"/>
                  </a:lnTo>
                  <a:lnTo>
                    <a:pt x="2555" y="12090"/>
                  </a:lnTo>
                  <a:lnTo>
                    <a:pt x="2821" y="11779"/>
                  </a:lnTo>
                  <a:close/>
                  <a:moveTo>
                    <a:pt x="12060" y="1"/>
                  </a:moveTo>
                  <a:cubicBezTo>
                    <a:pt x="11892" y="1"/>
                    <a:pt x="11723" y="65"/>
                    <a:pt x="11594" y="194"/>
                  </a:cubicBezTo>
                  <a:lnTo>
                    <a:pt x="10859" y="921"/>
                  </a:lnTo>
                  <a:cubicBezTo>
                    <a:pt x="10704" y="870"/>
                    <a:pt x="10547" y="845"/>
                    <a:pt x="10392" y="845"/>
                  </a:cubicBezTo>
                  <a:cubicBezTo>
                    <a:pt x="9773" y="845"/>
                    <a:pt x="9193" y="1237"/>
                    <a:pt x="8986" y="1861"/>
                  </a:cubicBezTo>
                  <a:cubicBezTo>
                    <a:pt x="8907" y="2110"/>
                    <a:pt x="8889" y="2376"/>
                    <a:pt x="8942" y="2634"/>
                  </a:cubicBezTo>
                  <a:cubicBezTo>
                    <a:pt x="8791" y="2713"/>
                    <a:pt x="8676" y="2837"/>
                    <a:pt x="8596" y="2979"/>
                  </a:cubicBezTo>
                  <a:lnTo>
                    <a:pt x="6334" y="3387"/>
                  </a:lnTo>
                  <a:cubicBezTo>
                    <a:pt x="6290" y="3396"/>
                    <a:pt x="6254" y="3423"/>
                    <a:pt x="6219" y="3450"/>
                  </a:cubicBezTo>
                  <a:lnTo>
                    <a:pt x="4569" y="5100"/>
                  </a:lnTo>
                  <a:lnTo>
                    <a:pt x="3983" y="4505"/>
                  </a:lnTo>
                  <a:lnTo>
                    <a:pt x="3681" y="4807"/>
                  </a:lnTo>
                  <a:lnTo>
                    <a:pt x="4276" y="5401"/>
                  </a:lnTo>
                  <a:lnTo>
                    <a:pt x="506" y="9163"/>
                  </a:lnTo>
                  <a:cubicBezTo>
                    <a:pt x="479" y="9189"/>
                    <a:pt x="462" y="9224"/>
                    <a:pt x="452" y="9251"/>
                  </a:cubicBezTo>
                  <a:lnTo>
                    <a:pt x="27" y="10732"/>
                  </a:lnTo>
                  <a:cubicBezTo>
                    <a:pt x="0" y="10830"/>
                    <a:pt x="36" y="10919"/>
                    <a:pt x="115" y="10972"/>
                  </a:cubicBezTo>
                  <a:cubicBezTo>
                    <a:pt x="151" y="10996"/>
                    <a:pt x="191" y="11007"/>
                    <a:pt x="232" y="11007"/>
                  </a:cubicBezTo>
                  <a:cubicBezTo>
                    <a:pt x="283" y="11007"/>
                    <a:pt x="333" y="10989"/>
                    <a:pt x="373" y="10955"/>
                  </a:cubicBezTo>
                  <a:lnTo>
                    <a:pt x="5438" y="6563"/>
                  </a:lnTo>
                  <a:lnTo>
                    <a:pt x="6157" y="7282"/>
                  </a:lnTo>
                  <a:lnTo>
                    <a:pt x="1765" y="12347"/>
                  </a:lnTo>
                  <a:cubicBezTo>
                    <a:pt x="1686" y="12436"/>
                    <a:pt x="1694" y="12569"/>
                    <a:pt x="1783" y="12649"/>
                  </a:cubicBezTo>
                  <a:cubicBezTo>
                    <a:pt x="1829" y="12682"/>
                    <a:pt x="1880" y="12700"/>
                    <a:pt x="1933" y="12700"/>
                  </a:cubicBezTo>
                  <a:cubicBezTo>
                    <a:pt x="1951" y="12700"/>
                    <a:pt x="1969" y="12698"/>
                    <a:pt x="1987" y="12693"/>
                  </a:cubicBezTo>
                  <a:lnTo>
                    <a:pt x="3469" y="12267"/>
                  </a:lnTo>
                  <a:cubicBezTo>
                    <a:pt x="3504" y="12258"/>
                    <a:pt x="3531" y="12241"/>
                    <a:pt x="3557" y="12214"/>
                  </a:cubicBezTo>
                  <a:lnTo>
                    <a:pt x="7319" y="8453"/>
                  </a:lnTo>
                  <a:lnTo>
                    <a:pt x="7913" y="9038"/>
                  </a:lnTo>
                  <a:lnTo>
                    <a:pt x="8215" y="8737"/>
                  </a:lnTo>
                  <a:lnTo>
                    <a:pt x="7620" y="8151"/>
                  </a:lnTo>
                  <a:lnTo>
                    <a:pt x="9270" y="6501"/>
                  </a:lnTo>
                  <a:cubicBezTo>
                    <a:pt x="9306" y="6466"/>
                    <a:pt x="9323" y="6430"/>
                    <a:pt x="9333" y="6386"/>
                  </a:cubicBezTo>
                  <a:lnTo>
                    <a:pt x="9741" y="4132"/>
                  </a:lnTo>
                  <a:cubicBezTo>
                    <a:pt x="9891" y="4053"/>
                    <a:pt x="10007" y="3929"/>
                    <a:pt x="10086" y="3778"/>
                  </a:cubicBezTo>
                  <a:cubicBezTo>
                    <a:pt x="10190" y="3799"/>
                    <a:pt x="10294" y="3810"/>
                    <a:pt x="10396" y="3810"/>
                  </a:cubicBezTo>
                  <a:cubicBezTo>
                    <a:pt x="11080" y="3810"/>
                    <a:pt x="11697" y="3337"/>
                    <a:pt x="11843" y="2642"/>
                  </a:cubicBezTo>
                  <a:cubicBezTo>
                    <a:pt x="11896" y="2376"/>
                    <a:pt x="11878" y="2110"/>
                    <a:pt x="11799" y="1861"/>
                  </a:cubicBezTo>
                  <a:lnTo>
                    <a:pt x="12526" y="1125"/>
                  </a:lnTo>
                  <a:cubicBezTo>
                    <a:pt x="12783" y="868"/>
                    <a:pt x="12783" y="451"/>
                    <a:pt x="12526" y="194"/>
                  </a:cubicBezTo>
                  <a:cubicBezTo>
                    <a:pt x="12397" y="65"/>
                    <a:pt x="12229" y="1"/>
                    <a:pt x="120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2"/>
            <p:cNvSpPr/>
            <p:nvPr/>
          </p:nvSpPr>
          <p:spPr>
            <a:xfrm>
              <a:off x="2185375" y="4350725"/>
              <a:ext cx="10450" cy="10475"/>
            </a:xfrm>
            <a:custGeom>
              <a:rect b="b" l="l" r="r" t="t"/>
              <a:pathLst>
                <a:path extrusionOk="0" h="419" w="418">
                  <a:moveTo>
                    <a:pt x="213" y="1"/>
                  </a:moveTo>
                  <a:cubicBezTo>
                    <a:pt x="89" y="1"/>
                    <a:pt x="0" y="90"/>
                    <a:pt x="0" y="205"/>
                  </a:cubicBezTo>
                  <a:cubicBezTo>
                    <a:pt x="0" y="329"/>
                    <a:pt x="89" y="418"/>
                    <a:pt x="213" y="418"/>
                  </a:cubicBezTo>
                  <a:cubicBezTo>
                    <a:pt x="328" y="418"/>
                    <a:pt x="417" y="329"/>
                    <a:pt x="417" y="205"/>
                  </a:cubicBezTo>
                  <a:cubicBezTo>
                    <a:pt x="417" y="90"/>
                    <a:pt x="328" y="1"/>
                    <a:pt x="2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2"/>
            <p:cNvSpPr/>
            <p:nvPr/>
          </p:nvSpPr>
          <p:spPr>
            <a:xfrm>
              <a:off x="2217075" y="4377125"/>
              <a:ext cx="10675" cy="10675"/>
            </a:xfrm>
            <a:custGeom>
              <a:rect b="b" l="l" r="r" t="t"/>
              <a:pathLst>
                <a:path extrusionOk="0" h="427" w="427">
                  <a:moveTo>
                    <a:pt x="214" y="1"/>
                  </a:moveTo>
                  <a:cubicBezTo>
                    <a:pt x="99" y="1"/>
                    <a:pt x="1" y="98"/>
                    <a:pt x="1" y="214"/>
                  </a:cubicBezTo>
                  <a:cubicBezTo>
                    <a:pt x="1" y="329"/>
                    <a:pt x="99" y="427"/>
                    <a:pt x="214" y="427"/>
                  </a:cubicBezTo>
                  <a:cubicBezTo>
                    <a:pt x="329" y="427"/>
                    <a:pt x="427" y="329"/>
                    <a:pt x="427" y="214"/>
                  </a:cubicBezTo>
                  <a:cubicBezTo>
                    <a:pt x="427" y="98"/>
                    <a:pt x="329" y="1"/>
                    <a:pt x="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31" name="Google Shape;14331;p62"/>
          <p:cNvSpPr/>
          <p:nvPr/>
        </p:nvSpPr>
        <p:spPr>
          <a:xfrm>
            <a:off x="6062956" y="2675331"/>
            <a:ext cx="318050" cy="317625"/>
          </a:xfrm>
          <a:custGeom>
            <a:rect b="b" l="l" r="r" t="t"/>
            <a:pathLst>
              <a:path extrusionOk="0" h="12705" w="12722">
                <a:moveTo>
                  <a:pt x="4818" y="427"/>
                </a:moveTo>
                <a:lnTo>
                  <a:pt x="5741" y="1163"/>
                </a:lnTo>
                <a:lnTo>
                  <a:pt x="5741" y="1695"/>
                </a:lnTo>
                <a:lnTo>
                  <a:pt x="3194" y="1695"/>
                </a:lnTo>
                <a:lnTo>
                  <a:pt x="3194" y="1163"/>
                </a:lnTo>
                <a:lnTo>
                  <a:pt x="4117" y="427"/>
                </a:lnTo>
                <a:close/>
                <a:moveTo>
                  <a:pt x="8623" y="427"/>
                </a:moveTo>
                <a:lnTo>
                  <a:pt x="9546" y="1163"/>
                </a:lnTo>
                <a:lnTo>
                  <a:pt x="9546" y="1695"/>
                </a:lnTo>
                <a:lnTo>
                  <a:pt x="6157" y="1695"/>
                </a:lnTo>
                <a:lnTo>
                  <a:pt x="6157" y="1057"/>
                </a:lnTo>
                <a:cubicBezTo>
                  <a:pt x="6157" y="994"/>
                  <a:pt x="6131" y="933"/>
                  <a:pt x="6078" y="897"/>
                </a:cubicBezTo>
                <a:lnTo>
                  <a:pt x="5492" y="427"/>
                </a:lnTo>
                <a:close/>
                <a:moveTo>
                  <a:pt x="7577" y="2121"/>
                </a:moveTo>
                <a:lnTo>
                  <a:pt x="7328" y="3097"/>
                </a:lnTo>
                <a:lnTo>
                  <a:pt x="7071" y="2121"/>
                </a:lnTo>
                <a:close/>
                <a:moveTo>
                  <a:pt x="7852" y="2751"/>
                </a:moveTo>
                <a:lnTo>
                  <a:pt x="8020" y="3389"/>
                </a:lnTo>
                <a:lnTo>
                  <a:pt x="7683" y="3389"/>
                </a:lnTo>
                <a:lnTo>
                  <a:pt x="7852" y="2751"/>
                </a:lnTo>
                <a:close/>
                <a:moveTo>
                  <a:pt x="8747" y="2121"/>
                </a:moveTo>
                <a:lnTo>
                  <a:pt x="9076" y="3389"/>
                </a:lnTo>
                <a:lnTo>
                  <a:pt x="8455" y="3389"/>
                </a:lnTo>
                <a:lnTo>
                  <a:pt x="8127" y="2121"/>
                </a:lnTo>
                <a:close/>
                <a:moveTo>
                  <a:pt x="9191" y="3815"/>
                </a:moveTo>
                <a:lnTo>
                  <a:pt x="9298" y="4233"/>
                </a:lnTo>
                <a:lnTo>
                  <a:pt x="7621" y="4233"/>
                </a:lnTo>
                <a:lnTo>
                  <a:pt x="7541" y="3939"/>
                </a:lnTo>
                <a:lnTo>
                  <a:pt x="7577" y="3815"/>
                </a:lnTo>
                <a:close/>
                <a:moveTo>
                  <a:pt x="3771" y="2121"/>
                </a:moveTo>
                <a:lnTo>
                  <a:pt x="3052" y="4871"/>
                </a:lnTo>
                <a:lnTo>
                  <a:pt x="2431" y="4871"/>
                </a:lnTo>
                <a:lnTo>
                  <a:pt x="3150" y="2121"/>
                </a:lnTo>
                <a:close/>
                <a:moveTo>
                  <a:pt x="4596" y="2121"/>
                </a:moveTo>
                <a:lnTo>
                  <a:pt x="3878" y="4871"/>
                </a:lnTo>
                <a:lnTo>
                  <a:pt x="3496" y="4871"/>
                </a:lnTo>
                <a:lnTo>
                  <a:pt x="4206" y="2121"/>
                </a:lnTo>
                <a:close/>
                <a:moveTo>
                  <a:pt x="4880" y="2707"/>
                </a:moveTo>
                <a:lnTo>
                  <a:pt x="5208" y="3984"/>
                </a:lnTo>
                <a:lnTo>
                  <a:pt x="4978" y="4871"/>
                </a:lnTo>
                <a:lnTo>
                  <a:pt x="4321" y="4871"/>
                </a:lnTo>
                <a:lnTo>
                  <a:pt x="4880" y="2707"/>
                </a:lnTo>
                <a:close/>
                <a:moveTo>
                  <a:pt x="5785" y="2121"/>
                </a:moveTo>
                <a:lnTo>
                  <a:pt x="6503" y="4871"/>
                </a:lnTo>
                <a:lnTo>
                  <a:pt x="5883" y="4871"/>
                </a:lnTo>
                <a:lnTo>
                  <a:pt x="5164" y="2121"/>
                </a:lnTo>
                <a:close/>
                <a:moveTo>
                  <a:pt x="4463" y="5297"/>
                </a:moveTo>
                <a:lnTo>
                  <a:pt x="4463" y="5394"/>
                </a:lnTo>
                <a:lnTo>
                  <a:pt x="3984" y="5714"/>
                </a:lnTo>
                <a:lnTo>
                  <a:pt x="2210" y="5714"/>
                </a:lnTo>
                <a:lnTo>
                  <a:pt x="2325" y="5297"/>
                </a:lnTo>
                <a:close/>
                <a:moveTo>
                  <a:pt x="6610" y="5297"/>
                </a:moveTo>
                <a:lnTo>
                  <a:pt x="6716" y="5714"/>
                </a:lnTo>
                <a:lnTo>
                  <a:pt x="4747" y="5714"/>
                </a:lnTo>
                <a:lnTo>
                  <a:pt x="4800" y="5678"/>
                </a:lnTo>
                <a:cubicBezTo>
                  <a:pt x="4853" y="5643"/>
                  <a:pt x="4889" y="5572"/>
                  <a:pt x="4889" y="5501"/>
                </a:cubicBezTo>
                <a:lnTo>
                  <a:pt x="4889" y="5297"/>
                </a:lnTo>
                <a:close/>
                <a:moveTo>
                  <a:pt x="8349" y="4658"/>
                </a:moveTo>
                <a:lnTo>
                  <a:pt x="8677" y="5927"/>
                </a:lnTo>
                <a:lnTo>
                  <a:pt x="8056" y="5927"/>
                </a:lnTo>
                <a:lnTo>
                  <a:pt x="7728" y="4658"/>
                </a:lnTo>
                <a:close/>
                <a:moveTo>
                  <a:pt x="9413" y="4658"/>
                </a:moveTo>
                <a:lnTo>
                  <a:pt x="9741" y="5927"/>
                </a:lnTo>
                <a:lnTo>
                  <a:pt x="9120" y="5927"/>
                </a:lnTo>
                <a:lnTo>
                  <a:pt x="8792" y="4658"/>
                </a:lnTo>
                <a:close/>
                <a:moveTo>
                  <a:pt x="9848" y="6352"/>
                </a:moveTo>
                <a:lnTo>
                  <a:pt x="9963" y="6778"/>
                </a:lnTo>
                <a:lnTo>
                  <a:pt x="8278" y="6778"/>
                </a:lnTo>
                <a:lnTo>
                  <a:pt x="8171" y="6352"/>
                </a:lnTo>
                <a:close/>
                <a:moveTo>
                  <a:pt x="4649" y="6139"/>
                </a:moveTo>
                <a:lnTo>
                  <a:pt x="4046" y="8464"/>
                </a:lnTo>
                <a:lnTo>
                  <a:pt x="3381" y="8464"/>
                </a:lnTo>
                <a:lnTo>
                  <a:pt x="3984" y="6139"/>
                </a:lnTo>
                <a:close/>
                <a:moveTo>
                  <a:pt x="5714" y="6139"/>
                </a:moveTo>
                <a:lnTo>
                  <a:pt x="5102" y="8464"/>
                </a:lnTo>
                <a:lnTo>
                  <a:pt x="4481" y="8464"/>
                </a:lnTo>
                <a:lnTo>
                  <a:pt x="5093" y="6139"/>
                </a:lnTo>
                <a:close/>
                <a:moveTo>
                  <a:pt x="9014" y="7196"/>
                </a:moveTo>
                <a:lnTo>
                  <a:pt x="9342" y="8464"/>
                </a:lnTo>
                <a:lnTo>
                  <a:pt x="8721" y="8464"/>
                </a:lnTo>
                <a:lnTo>
                  <a:pt x="8393" y="7196"/>
                </a:lnTo>
                <a:close/>
                <a:moveTo>
                  <a:pt x="10070" y="7196"/>
                </a:moveTo>
                <a:lnTo>
                  <a:pt x="10398" y="8464"/>
                </a:lnTo>
                <a:lnTo>
                  <a:pt x="9777" y="8464"/>
                </a:lnTo>
                <a:lnTo>
                  <a:pt x="9449" y="7196"/>
                </a:lnTo>
                <a:close/>
                <a:moveTo>
                  <a:pt x="4995" y="8890"/>
                </a:moveTo>
                <a:lnTo>
                  <a:pt x="4880" y="9315"/>
                </a:lnTo>
                <a:lnTo>
                  <a:pt x="3159" y="9315"/>
                </a:lnTo>
                <a:lnTo>
                  <a:pt x="3274" y="8890"/>
                </a:lnTo>
                <a:close/>
                <a:moveTo>
                  <a:pt x="10513" y="8890"/>
                </a:moveTo>
                <a:lnTo>
                  <a:pt x="10620" y="9315"/>
                </a:lnTo>
                <a:lnTo>
                  <a:pt x="8943" y="9315"/>
                </a:lnTo>
                <a:lnTo>
                  <a:pt x="8828" y="8890"/>
                </a:lnTo>
                <a:close/>
                <a:moveTo>
                  <a:pt x="2724" y="6139"/>
                </a:moveTo>
                <a:lnTo>
                  <a:pt x="1518" y="10797"/>
                </a:lnTo>
                <a:lnTo>
                  <a:pt x="897" y="10797"/>
                </a:lnTo>
                <a:lnTo>
                  <a:pt x="2103" y="6139"/>
                </a:lnTo>
                <a:close/>
                <a:moveTo>
                  <a:pt x="3549" y="6139"/>
                </a:moveTo>
                <a:lnTo>
                  <a:pt x="2343" y="10797"/>
                </a:lnTo>
                <a:lnTo>
                  <a:pt x="1952" y="10797"/>
                </a:lnTo>
                <a:lnTo>
                  <a:pt x="3159" y="6139"/>
                </a:lnTo>
                <a:close/>
                <a:moveTo>
                  <a:pt x="4773" y="9741"/>
                </a:moveTo>
                <a:lnTo>
                  <a:pt x="4499" y="10797"/>
                </a:lnTo>
                <a:lnTo>
                  <a:pt x="3878" y="10797"/>
                </a:lnTo>
                <a:lnTo>
                  <a:pt x="4152" y="9741"/>
                </a:lnTo>
                <a:close/>
                <a:moveTo>
                  <a:pt x="5962" y="6858"/>
                </a:moveTo>
                <a:lnTo>
                  <a:pt x="6157" y="7604"/>
                </a:lnTo>
                <a:lnTo>
                  <a:pt x="5323" y="10797"/>
                </a:lnTo>
                <a:lnTo>
                  <a:pt x="4933" y="10797"/>
                </a:lnTo>
                <a:lnTo>
                  <a:pt x="5962" y="6858"/>
                </a:lnTo>
                <a:close/>
                <a:moveTo>
                  <a:pt x="6831" y="6139"/>
                </a:moveTo>
                <a:lnTo>
                  <a:pt x="8038" y="10797"/>
                </a:lnTo>
                <a:lnTo>
                  <a:pt x="7417" y="10797"/>
                </a:lnTo>
                <a:lnTo>
                  <a:pt x="6210" y="6139"/>
                </a:lnTo>
                <a:close/>
                <a:moveTo>
                  <a:pt x="6628" y="2121"/>
                </a:moveTo>
                <a:lnTo>
                  <a:pt x="8889" y="10797"/>
                </a:lnTo>
                <a:lnTo>
                  <a:pt x="8481" y="10797"/>
                </a:lnTo>
                <a:lnTo>
                  <a:pt x="6220" y="2121"/>
                </a:lnTo>
                <a:close/>
                <a:moveTo>
                  <a:pt x="10726" y="9741"/>
                </a:moveTo>
                <a:lnTo>
                  <a:pt x="11001" y="10797"/>
                </a:lnTo>
                <a:lnTo>
                  <a:pt x="10380" y="10797"/>
                </a:lnTo>
                <a:lnTo>
                  <a:pt x="10105" y="9741"/>
                </a:lnTo>
                <a:close/>
                <a:moveTo>
                  <a:pt x="9599" y="2121"/>
                </a:moveTo>
                <a:lnTo>
                  <a:pt x="11852" y="10797"/>
                </a:lnTo>
                <a:lnTo>
                  <a:pt x="11444" y="10797"/>
                </a:lnTo>
                <a:lnTo>
                  <a:pt x="9183" y="2121"/>
                </a:lnTo>
                <a:close/>
                <a:moveTo>
                  <a:pt x="1402" y="11223"/>
                </a:moveTo>
                <a:lnTo>
                  <a:pt x="1128" y="12278"/>
                </a:lnTo>
                <a:lnTo>
                  <a:pt x="507" y="12278"/>
                </a:lnTo>
                <a:lnTo>
                  <a:pt x="781" y="11223"/>
                </a:lnTo>
                <a:close/>
                <a:moveTo>
                  <a:pt x="2228" y="11223"/>
                </a:moveTo>
                <a:lnTo>
                  <a:pt x="1952" y="12278"/>
                </a:lnTo>
                <a:lnTo>
                  <a:pt x="1562" y="12278"/>
                </a:lnTo>
                <a:lnTo>
                  <a:pt x="1837" y="11223"/>
                </a:lnTo>
                <a:close/>
                <a:moveTo>
                  <a:pt x="4392" y="11223"/>
                </a:moveTo>
                <a:lnTo>
                  <a:pt x="4117" y="12278"/>
                </a:lnTo>
                <a:lnTo>
                  <a:pt x="3496" y="12278"/>
                </a:lnTo>
                <a:lnTo>
                  <a:pt x="3771" y="11223"/>
                </a:lnTo>
                <a:close/>
                <a:moveTo>
                  <a:pt x="5217" y="11223"/>
                </a:moveTo>
                <a:lnTo>
                  <a:pt x="4942" y="12278"/>
                </a:lnTo>
                <a:lnTo>
                  <a:pt x="4552" y="12278"/>
                </a:lnTo>
                <a:lnTo>
                  <a:pt x="4826" y="11223"/>
                </a:lnTo>
                <a:close/>
                <a:moveTo>
                  <a:pt x="8153" y="11223"/>
                </a:moveTo>
                <a:lnTo>
                  <a:pt x="8428" y="12278"/>
                </a:lnTo>
                <a:lnTo>
                  <a:pt x="7807" y="12278"/>
                </a:lnTo>
                <a:lnTo>
                  <a:pt x="7533" y="11223"/>
                </a:lnTo>
                <a:close/>
                <a:moveTo>
                  <a:pt x="8996" y="11223"/>
                </a:moveTo>
                <a:lnTo>
                  <a:pt x="9271" y="12278"/>
                </a:lnTo>
                <a:lnTo>
                  <a:pt x="8863" y="12278"/>
                </a:lnTo>
                <a:lnTo>
                  <a:pt x="8588" y="11223"/>
                </a:lnTo>
                <a:close/>
                <a:moveTo>
                  <a:pt x="11116" y="11223"/>
                </a:moveTo>
                <a:lnTo>
                  <a:pt x="11391" y="12278"/>
                </a:lnTo>
                <a:lnTo>
                  <a:pt x="10770" y="12278"/>
                </a:lnTo>
                <a:lnTo>
                  <a:pt x="10495" y="11223"/>
                </a:lnTo>
                <a:close/>
                <a:moveTo>
                  <a:pt x="11959" y="11223"/>
                </a:moveTo>
                <a:lnTo>
                  <a:pt x="12234" y="12278"/>
                </a:lnTo>
                <a:lnTo>
                  <a:pt x="11826" y="12278"/>
                </a:lnTo>
                <a:lnTo>
                  <a:pt x="11551" y="11223"/>
                </a:lnTo>
                <a:close/>
                <a:moveTo>
                  <a:pt x="4046" y="1"/>
                </a:moveTo>
                <a:cubicBezTo>
                  <a:pt x="3993" y="1"/>
                  <a:pt x="3949" y="18"/>
                  <a:pt x="3913" y="45"/>
                </a:cubicBezTo>
                <a:lnTo>
                  <a:pt x="2857" y="897"/>
                </a:lnTo>
                <a:cubicBezTo>
                  <a:pt x="2804" y="933"/>
                  <a:pt x="2778" y="994"/>
                  <a:pt x="2778" y="1057"/>
                </a:cubicBezTo>
                <a:lnTo>
                  <a:pt x="2778" y="1881"/>
                </a:lnTo>
                <a:lnTo>
                  <a:pt x="28" y="12438"/>
                </a:lnTo>
                <a:cubicBezTo>
                  <a:pt x="1" y="12554"/>
                  <a:pt x="72" y="12669"/>
                  <a:pt x="178" y="12696"/>
                </a:cubicBezTo>
                <a:cubicBezTo>
                  <a:pt x="196" y="12696"/>
                  <a:pt x="214" y="12704"/>
                  <a:pt x="231" y="12704"/>
                </a:cubicBezTo>
                <a:lnTo>
                  <a:pt x="2121" y="12704"/>
                </a:lnTo>
                <a:cubicBezTo>
                  <a:pt x="2210" y="12704"/>
                  <a:pt x="2299" y="12633"/>
                  <a:pt x="2325" y="12544"/>
                </a:cubicBezTo>
                <a:lnTo>
                  <a:pt x="3052" y="9741"/>
                </a:lnTo>
                <a:lnTo>
                  <a:pt x="3718" y="9741"/>
                </a:lnTo>
                <a:lnTo>
                  <a:pt x="3017" y="12438"/>
                </a:lnTo>
                <a:cubicBezTo>
                  <a:pt x="2981" y="12554"/>
                  <a:pt x="3052" y="12669"/>
                  <a:pt x="3168" y="12696"/>
                </a:cubicBezTo>
                <a:cubicBezTo>
                  <a:pt x="3186" y="12696"/>
                  <a:pt x="3203" y="12704"/>
                  <a:pt x="3221" y="12704"/>
                </a:cubicBezTo>
                <a:lnTo>
                  <a:pt x="5102" y="12704"/>
                </a:lnTo>
                <a:cubicBezTo>
                  <a:pt x="5199" y="12704"/>
                  <a:pt x="5279" y="12633"/>
                  <a:pt x="5306" y="12544"/>
                </a:cubicBezTo>
                <a:lnTo>
                  <a:pt x="6370" y="8446"/>
                </a:lnTo>
                <a:lnTo>
                  <a:pt x="7435" y="12544"/>
                </a:lnTo>
                <a:cubicBezTo>
                  <a:pt x="7462" y="12633"/>
                  <a:pt x="7541" y="12704"/>
                  <a:pt x="7639" y="12704"/>
                </a:cubicBezTo>
                <a:lnTo>
                  <a:pt x="9546" y="12704"/>
                </a:lnTo>
                <a:cubicBezTo>
                  <a:pt x="9662" y="12704"/>
                  <a:pt x="9759" y="12607"/>
                  <a:pt x="9759" y="12491"/>
                </a:cubicBezTo>
                <a:cubicBezTo>
                  <a:pt x="9759" y="12473"/>
                  <a:pt x="9759" y="12456"/>
                  <a:pt x="9750" y="12438"/>
                </a:cubicBezTo>
                <a:lnTo>
                  <a:pt x="9049" y="9741"/>
                </a:lnTo>
                <a:lnTo>
                  <a:pt x="9670" y="9741"/>
                </a:lnTo>
                <a:lnTo>
                  <a:pt x="10398" y="12544"/>
                </a:lnTo>
                <a:cubicBezTo>
                  <a:pt x="10424" y="12633"/>
                  <a:pt x="10513" y="12704"/>
                  <a:pt x="10602" y="12704"/>
                </a:cubicBezTo>
                <a:lnTo>
                  <a:pt x="12509" y="12704"/>
                </a:lnTo>
                <a:cubicBezTo>
                  <a:pt x="12625" y="12704"/>
                  <a:pt x="12722" y="12607"/>
                  <a:pt x="12722" y="12491"/>
                </a:cubicBezTo>
                <a:cubicBezTo>
                  <a:pt x="12722" y="12473"/>
                  <a:pt x="12722" y="12456"/>
                  <a:pt x="12713" y="12438"/>
                </a:cubicBezTo>
                <a:lnTo>
                  <a:pt x="9972" y="1881"/>
                </a:lnTo>
                <a:lnTo>
                  <a:pt x="9972" y="1057"/>
                </a:lnTo>
                <a:cubicBezTo>
                  <a:pt x="9972" y="994"/>
                  <a:pt x="9945" y="933"/>
                  <a:pt x="9892" y="897"/>
                </a:cubicBezTo>
                <a:lnTo>
                  <a:pt x="8836" y="45"/>
                </a:lnTo>
                <a:cubicBezTo>
                  <a:pt x="8792" y="18"/>
                  <a:pt x="8747" y="1"/>
                  <a:pt x="87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2"/>
          <p:cNvSpPr txBox="1"/>
          <p:nvPr/>
        </p:nvSpPr>
        <p:spPr>
          <a:xfrm>
            <a:off x="337300" y="2733713"/>
            <a:ext cx="2135700" cy="41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accent2"/>
                </a:solidFill>
                <a:latin typeface="Poppins"/>
                <a:ea typeface="Poppins"/>
                <a:cs typeface="Poppins"/>
                <a:sym typeface="Poppins"/>
              </a:rPr>
              <a:t>Telefoon Draden </a:t>
            </a:r>
            <a:endParaRPr b="1">
              <a:solidFill>
                <a:schemeClr val="accent2"/>
              </a:solidFill>
              <a:latin typeface="Poppins"/>
              <a:ea typeface="Poppins"/>
              <a:cs typeface="Poppins"/>
              <a:sym typeface="Poppins"/>
            </a:endParaRPr>
          </a:p>
        </p:txBody>
      </p:sp>
      <p:sp>
        <p:nvSpPr>
          <p:cNvPr id="14333" name="Google Shape;14333;p62"/>
          <p:cNvSpPr txBox="1"/>
          <p:nvPr/>
        </p:nvSpPr>
        <p:spPr>
          <a:xfrm>
            <a:off x="6671100" y="3768975"/>
            <a:ext cx="2259000" cy="33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accent2"/>
                </a:solidFill>
                <a:latin typeface="Poppins"/>
                <a:ea typeface="Poppins"/>
                <a:cs typeface="Poppins"/>
                <a:sym typeface="Poppins"/>
              </a:rPr>
              <a:t>Hout, Pvc Pijp, Isolatie Tape</a:t>
            </a:r>
            <a:endParaRPr b="1">
              <a:solidFill>
                <a:schemeClr val="accent2"/>
              </a:solidFill>
              <a:latin typeface="Poppins"/>
              <a:ea typeface="Poppins"/>
              <a:cs typeface="Poppins"/>
              <a:sym typeface="Poppins"/>
            </a:endParaRPr>
          </a:p>
        </p:txBody>
      </p:sp>
      <p:sp>
        <p:nvSpPr>
          <p:cNvPr id="14334" name="Google Shape;14334;p62"/>
          <p:cNvSpPr txBox="1"/>
          <p:nvPr/>
        </p:nvSpPr>
        <p:spPr>
          <a:xfrm>
            <a:off x="6707625" y="4249625"/>
            <a:ext cx="1817100" cy="41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2"/>
                </a:solidFill>
                <a:latin typeface="Poppins Light"/>
                <a:ea typeface="Poppins Light"/>
                <a:cs typeface="Poppins Light"/>
                <a:sym typeface="Poppins Light"/>
              </a:rPr>
              <a:t>Tape: 1xSrd25</a:t>
            </a:r>
            <a:endParaRPr>
              <a:solidFill>
                <a:schemeClr val="accent2"/>
              </a:solidFill>
              <a:latin typeface="Poppins Light"/>
              <a:ea typeface="Poppins Light"/>
              <a:cs typeface="Poppins Light"/>
              <a:sym typeface="Poppins Light"/>
            </a:endParaRPr>
          </a:p>
          <a:p>
            <a:pPr indent="0" lvl="0" marL="0" rtl="0" algn="ctr">
              <a:spcBef>
                <a:spcPts val="0"/>
              </a:spcBef>
              <a:spcAft>
                <a:spcPts val="0"/>
              </a:spcAft>
              <a:buNone/>
            </a:pPr>
            <a:r>
              <a:rPr lang="en">
                <a:solidFill>
                  <a:schemeClr val="accent2"/>
                </a:solidFill>
                <a:latin typeface="Poppins Light"/>
                <a:ea typeface="Poppins Light"/>
                <a:cs typeface="Poppins Light"/>
                <a:sym typeface="Poppins Light"/>
              </a:rPr>
              <a:t>De rest: Srd 75</a:t>
            </a:r>
            <a:endParaRPr>
              <a:solidFill>
                <a:schemeClr val="accent2"/>
              </a:solidFill>
              <a:latin typeface="Poppins Light"/>
              <a:ea typeface="Poppins Light"/>
              <a:cs typeface="Poppins Light"/>
              <a:sym typeface="Poppins Light"/>
            </a:endParaRPr>
          </a:p>
          <a:p>
            <a:pPr indent="0" lvl="0" marL="0" rtl="0" algn="ctr">
              <a:spcBef>
                <a:spcPts val="0"/>
              </a:spcBef>
              <a:spcAft>
                <a:spcPts val="0"/>
              </a:spcAft>
              <a:buNone/>
            </a:pPr>
            <a:r>
              <a:t/>
            </a:r>
            <a:endParaRPr>
              <a:solidFill>
                <a:schemeClr val="accent2"/>
              </a:solidFill>
              <a:latin typeface="Poppins Light"/>
              <a:ea typeface="Poppins Light"/>
              <a:cs typeface="Poppins Light"/>
              <a:sym typeface="Poppins Light"/>
            </a:endParaRPr>
          </a:p>
        </p:txBody>
      </p:sp>
      <p:sp>
        <p:nvSpPr>
          <p:cNvPr id="14335" name="Google Shape;14335;p62"/>
          <p:cNvSpPr txBox="1"/>
          <p:nvPr/>
        </p:nvSpPr>
        <p:spPr>
          <a:xfrm>
            <a:off x="4900" y="3093950"/>
            <a:ext cx="3000000" cy="4002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1600"/>
              </a:spcAft>
              <a:buNone/>
            </a:pPr>
            <a:r>
              <a:rPr lang="en">
                <a:solidFill>
                  <a:schemeClr val="accent2"/>
                </a:solidFill>
                <a:latin typeface="Poppins Light"/>
                <a:ea typeface="Poppins Light"/>
                <a:cs typeface="Poppins Light"/>
                <a:sym typeface="Poppins Light"/>
              </a:rPr>
              <a:t>Van het lab. Srd 0</a:t>
            </a:r>
            <a:endParaRPr/>
          </a:p>
        </p:txBody>
      </p:sp>
      <p:sp>
        <p:nvSpPr>
          <p:cNvPr id="14336" name="Google Shape;14336;p62"/>
          <p:cNvSpPr txBox="1"/>
          <p:nvPr/>
        </p:nvSpPr>
        <p:spPr>
          <a:xfrm>
            <a:off x="533400" y="1043350"/>
            <a:ext cx="2259000" cy="23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Poppins"/>
                <a:ea typeface="Poppins"/>
                <a:cs typeface="Poppins"/>
                <a:sym typeface="Poppins"/>
              </a:rPr>
              <a:t>Technische Kosten</a:t>
            </a:r>
            <a:endParaRPr b="1">
              <a:solidFill>
                <a:schemeClr val="accent1"/>
              </a:solidFill>
              <a:latin typeface="Poppins"/>
              <a:ea typeface="Poppins"/>
              <a:cs typeface="Poppins"/>
              <a:sym typeface="Poppins"/>
            </a:endParaRPr>
          </a:p>
        </p:txBody>
      </p:sp>
      <p:sp>
        <p:nvSpPr>
          <p:cNvPr id="14337" name="Google Shape;14337;p62"/>
          <p:cNvSpPr txBox="1"/>
          <p:nvPr/>
        </p:nvSpPr>
        <p:spPr>
          <a:xfrm>
            <a:off x="6652850" y="1104900"/>
            <a:ext cx="2356200" cy="317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accent1"/>
                </a:solidFill>
                <a:highlight>
                  <a:schemeClr val="lt1"/>
                </a:highlight>
                <a:latin typeface="Poppins"/>
                <a:ea typeface="Poppins"/>
                <a:cs typeface="Poppins"/>
                <a:sym typeface="Poppins"/>
              </a:rPr>
              <a:t>Infrastructuur Kosten</a:t>
            </a:r>
            <a:endParaRPr b="1">
              <a:solidFill>
                <a:schemeClr val="accent1"/>
              </a:solidFill>
              <a:highlight>
                <a:schemeClr val="lt1"/>
              </a:highlight>
              <a:latin typeface="Poppins"/>
              <a:ea typeface="Poppins"/>
              <a:cs typeface="Poppins"/>
              <a:sym typeface="Poppins"/>
            </a:endParaRPr>
          </a:p>
        </p:txBody>
      </p:sp>
      <p:sp>
        <p:nvSpPr>
          <p:cNvPr id="14338" name="Google Shape;14338;p62"/>
          <p:cNvSpPr txBox="1"/>
          <p:nvPr/>
        </p:nvSpPr>
        <p:spPr>
          <a:xfrm>
            <a:off x="647700" y="3742600"/>
            <a:ext cx="2259000" cy="589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1"/>
                </a:solidFill>
                <a:highlight>
                  <a:schemeClr val="lt1"/>
                </a:highlight>
                <a:latin typeface="Poppins"/>
                <a:ea typeface="Poppins"/>
                <a:cs typeface="Poppins"/>
                <a:sym typeface="Poppins"/>
              </a:rPr>
              <a:t>Totale Kosten:  Srd 1760</a:t>
            </a:r>
            <a:endParaRPr b="1" sz="2000">
              <a:solidFill>
                <a:schemeClr val="accent1"/>
              </a:solidFill>
              <a:highlight>
                <a:schemeClr val="lt1"/>
              </a:highlight>
              <a:latin typeface="Poppins"/>
              <a:ea typeface="Poppins"/>
              <a:cs typeface="Poppins"/>
              <a:sym typeface="Poppins"/>
            </a:endParaRPr>
          </a:p>
        </p:txBody>
      </p:sp>
      <p:pic>
        <p:nvPicPr>
          <p:cNvPr id="14339" name="Google Shape;14339;p62"/>
          <p:cNvPicPr preferRelativeResize="0"/>
          <p:nvPr/>
        </p:nvPicPr>
        <p:blipFill>
          <a:blip r:embed="rId4">
            <a:alphaModFix/>
          </a:blip>
          <a:stretch>
            <a:fillRect/>
          </a:stretch>
        </p:blipFill>
        <p:spPr>
          <a:xfrm>
            <a:off x="4760500" y="1104900"/>
            <a:ext cx="831493" cy="1404176"/>
          </a:xfrm>
          <a:prstGeom prst="rect">
            <a:avLst/>
          </a:prstGeom>
          <a:noFill/>
          <a:ln>
            <a:noFill/>
          </a:ln>
        </p:spPr>
      </p:pic>
      <p:pic>
        <p:nvPicPr>
          <p:cNvPr id="14340" name="Google Shape;14340;p62"/>
          <p:cNvPicPr preferRelativeResize="0"/>
          <p:nvPr/>
        </p:nvPicPr>
        <p:blipFill>
          <a:blip r:embed="rId5">
            <a:alphaModFix/>
          </a:blip>
          <a:stretch>
            <a:fillRect/>
          </a:stretch>
        </p:blipFill>
        <p:spPr>
          <a:xfrm>
            <a:off x="5592000" y="1104903"/>
            <a:ext cx="971260" cy="924500"/>
          </a:xfrm>
          <a:prstGeom prst="rect">
            <a:avLst/>
          </a:prstGeom>
          <a:noFill/>
          <a:ln>
            <a:noFill/>
          </a:ln>
          <a:effectLst>
            <a:outerShdw blurRad="57150" rotWithShape="0" algn="bl" dir="5400000" dist="19050">
              <a:srgbClr val="000000">
                <a:alpha val="50000"/>
              </a:srgbClr>
            </a:outerShdw>
          </a:effectLst>
        </p:spPr>
      </p:pic>
      <p:pic>
        <p:nvPicPr>
          <p:cNvPr id="14341" name="Google Shape;14341;p62"/>
          <p:cNvPicPr preferRelativeResize="0"/>
          <p:nvPr/>
        </p:nvPicPr>
        <p:blipFill>
          <a:blip r:embed="rId6">
            <a:alphaModFix/>
          </a:blip>
          <a:stretch>
            <a:fillRect/>
          </a:stretch>
        </p:blipFill>
        <p:spPr>
          <a:xfrm>
            <a:off x="5693363" y="2029400"/>
            <a:ext cx="876300" cy="1352550"/>
          </a:xfrm>
          <a:prstGeom prst="rect">
            <a:avLst/>
          </a:prstGeom>
          <a:noFill/>
          <a:ln>
            <a:noFill/>
          </a:ln>
        </p:spPr>
      </p:pic>
      <p:pic>
        <p:nvPicPr>
          <p:cNvPr id="14342" name="Google Shape;14342;p62"/>
          <p:cNvPicPr preferRelativeResize="0"/>
          <p:nvPr/>
        </p:nvPicPr>
        <p:blipFill>
          <a:blip r:embed="rId7">
            <a:alphaModFix/>
          </a:blip>
          <a:stretch>
            <a:fillRect/>
          </a:stretch>
        </p:blipFill>
        <p:spPr>
          <a:xfrm>
            <a:off x="4836226" y="2521250"/>
            <a:ext cx="971250" cy="964365"/>
          </a:xfrm>
          <a:prstGeom prst="rect">
            <a:avLst/>
          </a:prstGeom>
          <a:noFill/>
          <a:ln>
            <a:noFill/>
          </a:ln>
        </p:spPr>
      </p:pic>
      <p:pic>
        <p:nvPicPr>
          <p:cNvPr id="14343" name="Google Shape;14343;p62"/>
          <p:cNvPicPr preferRelativeResize="0"/>
          <p:nvPr/>
        </p:nvPicPr>
        <p:blipFill>
          <a:blip r:embed="rId8">
            <a:alphaModFix/>
          </a:blip>
          <a:stretch>
            <a:fillRect/>
          </a:stretch>
        </p:blipFill>
        <p:spPr>
          <a:xfrm>
            <a:off x="3004900" y="2785850"/>
            <a:ext cx="891825" cy="835300"/>
          </a:xfrm>
          <a:prstGeom prst="rect">
            <a:avLst/>
          </a:prstGeom>
          <a:noFill/>
          <a:ln>
            <a:noFill/>
          </a:ln>
        </p:spPr>
      </p:pic>
      <p:pic>
        <p:nvPicPr>
          <p:cNvPr id="14344" name="Google Shape;14344;p62"/>
          <p:cNvPicPr preferRelativeResize="0"/>
          <p:nvPr/>
        </p:nvPicPr>
        <p:blipFill>
          <a:blip r:embed="rId9">
            <a:alphaModFix/>
          </a:blip>
          <a:stretch>
            <a:fillRect/>
          </a:stretch>
        </p:blipFill>
        <p:spPr>
          <a:xfrm>
            <a:off x="3896713" y="2702950"/>
            <a:ext cx="1038225" cy="1847850"/>
          </a:xfrm>
          <a:prstGeom prst="rect">
            <a:avLst/>
          </a:prstGeom>
          <a:noFill/>
          <a:ln>
            <a:noFill/>
          </a:ln>
        </p:spPr>
      </p:pic>
      <p:pic>
        <p:nvPicPr>
          <p:cNvPr id="14345" name="Google Shape;14345;p62"/>
          <p:cNvPicPr preferRelativeResize="0"/>
          <p:nvPr/>
        </p:nvPicPr>
        <p:blipFill>
          <a:blip r:embed="rId10">
            <a:alphaModFix/>
          </a:blip>
          <a:stretch>
            <a:fillRect/>
          </a:stretch>
        </p:blipFill>
        <p:spPr>
          <a:xfrm rot="5400000">
            <a:off x="5280399" y="3387737"/>
            <a:ext cx="1045175" cy="1096275"/>
          </a:xfrm>
          <a:prstGeom prst="rect">
            <a:avLst/>
          </a:prstGeom>
          <a:noFill/>
          <a:ln>
            <a:noFill/>
          </a:ln>
        </p:spPr>
      </p:pic>
      <p:pic>
        <p:nvPicPr>
          <p:cNvPr id="14346" name="Google Shape;14346;p62"/>
          <p:cNvPicPr preferRelativeResize="0"/>
          <p:nvPr/>
        </p:nvPicPr>
        <p:blipFill>
          <a:blip r:embed="rId11">
            <a:alphaModFix/>
          </a:blip>
          <a:stretch>
            <a:fillRect/>
          </a:stretch>
        </p:blipFill>
        <p:spPr>
          <a:xfrm>
            <a:off x="2902675" y="3655374"/>
            <a:ext cx="1096275" cy="763640"/>
          </a:xfrm>
          <a:prstGeom prst="rect">
            <a:avLst/>
          </a:prstGeom>
          <a:noFill/>
          <a:ln>
            <a:noFill/>
          </a:ln>
        </p:spPr>
      </p:pic>
      <p:sp>
        <p:nvSpPr>
          <p:cNvPr id="14347" name="Google Shape;14347;p6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14348" name="Google Shape;14348;p62"/>
          <p:cNvSpPr txBox="1"/>
          <p:nvPr>
            <p:ph idx="4294967295" type="title"/>
          </p:nvPr>
        </p:nvSpPr>
        <p:spPr>
          <a:xfrm>
            <a:off x="356400" y="232702"/>
            <a:ext cx="1320300" cy="54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100"/>
              <a:t>04.</a:t>
            </a:r>
            <a:endParaRPr sz="3100"/>
          </a:p>
        </p:txBody>
      </p:sp>
      <p:pic>
        <p:nvPicPr>
          <p:cNvPr id="14349" name="Google Shape;14349;p62"/>
          <p:cNvPicPr preferRelativeResize="0"/>
          <p:nvPr/>
        </p:nvPicPr>
        <p:blipFill>
          <a:blip r:embed="rId12">
            <a:alphaModFix/>
          </a:blip>
          <a:stretch>
            <a:fillRect/>
          </a:stretch>
        </p:blipFill>
        <p:spPr>
          <a:xfrm>
            <a:off x="3062389" y="1025601"/>
            <a:ext cx="1490175" cy="1490175"/>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53" name="Shape 14353"/>
        <p:cNvGrpSpPr/>
        <p:nvPr/>
      </p:nvGrpSpPr>
      <p:grpSpPr>
        <a:xfrm>
          <a:off x="0" y="0"/>
          <a:ext cx="0" cy="0"/>
          <a:chOff x="0" y="0"/>
          <a:chExt cx="0" cy="0"/>
        </a:xfrm>
      </p:grpSpPr>
      <p:sp>
        <p:nvSpPr>
          <p:cNvPr id="14354" name="Google Shape;14354;p63"/>
          <p:cNvSpPr txBox="1"/>
          <p:nvPr>
            <p:ph type="title"/>
          </p:nvPr>
        </p:nvSpPr>
        <p:spPr>
          <a:xfrm>
            <a:off x="1700700" y="218902"/>
            <a:ext cx="5742600" cy="47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resultaten </a:t>
            </a:r>
            <a:endParaRPr/>
          </a:p>
        </p:txBody>
      </p:sp>
      <p:grpSp>
        <p:nvGrpSpPr>
          <p:cNvPr id="14355" name="Google Shape;14355;p63"/>
          <p:cNvGrpSpPr/>
          <p:nvPr/>
        </p:nvGrpSpPr>
        <p:grpSpPr>
          <a:xfrm>
            <a:off x="5719719" y="675728"/>
            <a:ext cx="1223788" cy="21378"/>
            <a:chOff x="3096700" y="3484425"/>
            <a:chExt cx="719875" cy="12575"/>
          </a:xfrm>
        </p:grpSpPr>
        <p:sp>
          <p:nvSpPr>
            <p:cNvPr id="14356" name="Google Shape;14356;p63"/>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3"/>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3"/>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3"/>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3"/>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3"/>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3"/>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3"/>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3"/>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3"/>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6" name="Google Shape;14366;p63"/>
          <p:cNvGrpSpPr/>
          <p:nvPr/>
        </p:nvGrpSpPr>
        <p:grpSpPr>
          <a:xfrm>
            <a:off x="2200504" y="675728"/>
            <a:ext cx="1223745" cy="21378"/>
            <a:chOff x="2940000" y="3484425"/>
            <a:chExt cx="719850" cy="12575"/>
          </a:xfrm>
        </p:grpSpPr>
        <p:sp>
          <p:nvSpPr>
            <p:cNvPr id="14367" name="Google Shape;14367;p63"/>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3"/>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3"/>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3"/>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3"/>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3"/>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3"/>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3"/>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3"/>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3"/>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77" name="Google Shape;14377;p63"/>
          <p:cNvSpPr/>
          <p:nvPr/>
        </p:nvSpPr>
        <p:spPr>
          <a:xfrm>
            <a:off x="4295475" y="4608550"/>
            <a:ext cx="1162200" cy="534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3">
            <a:hlinkClick action="ppaction://hlinkshowjump?jump=previousslide"/>
          </p:cNvPr>
          <p:cNvSpPr/>
          <p:nvPr/>
        </p:nvSpPr>
        <p:spPr>
          <a:xfrm>
            <a:off x="4520664" y="4788482"/>
            <a:ext cx="167426" cy="165073"/>
          </a:xfrm>
          <a:custGeom>
            <a:rect b="b" l="l" r="r" t="t"/>
            <a:pathLst>
              <a:path extrusionOk="0" h="71460" w="72479">
                <a:moveTo>
                  <a:pt x="30460" y="22962"/>
                </a:moveTo>
                <a:cubicBezTo>
                  <a:pt x="32555" y="22962"/>
                  <a:pt x="34426" y="25717"/>
                  <a:pt x="32508" y="27634"/>
                </a:cubicBezTo>
                <a:lnTo>
                  <a:pt x="27488" y="32654"/>
                </a:lnTo>
                <a:lnTo>
                  <a:pt x="50693" y="32654"/>
                </a:lnTo>
                <a:cubicBezTo>
                  <a:pt x="52342" y="32654"/>
                  <a:pt x="53724" y="34036"/>
                  <a:pt x="53724" y="35685"/>
                </a:cubicBezTo>
                <a:cubicBezTo>
                  <a:pt x="53724" y="37352"/>
                  <a:pt x="52342" y="38734"/>
                  <a:pt x="50693" y="38734"/>
                </a:cubicBezTo>
                <a:lnTo>
                  <a:pt x="27375" y="38734"/>
                </a:lnTo>
                <a:lnTo>
                  <a:pt x="32280" y="43773"/>
                </a:lnTo>
                <a:cubicBezTo>
                  <a:pt x="34175" y="45712"/>
                  <a:pt x="32302" y="48425"/>
                  <a:pt x="30216" y="48425"/>
                </a:cubicBezTo>
                <a:cubicBezTo>
                  <a:pt x="29590" y="48425"/>
                  <a:pt x="28946" y="48181"/>
                  <a:pt x="28378" y="47600"/>
                </a:cubicBezTo>
                <a:lnTo>
                  <a:pt x="18623" y="37598"/>
                </a:lnTo>
                <a:cubicBezTo>
                  <a:pt x="17580" y="36537"/>
                  <a:pt x="17580" y="34814"/>
                  <a:pt x="18641" y="33753"/>
                </a:cubicBezTo>
                <a:lnTo>
                  <a:pt x="28643" y="23769"/>
                </a:lnTo>
                <a:cubicBezTo>
                  <a:pt x="29208" y="23201"/>
                  <a:pt x="29843" y="22962"/>
                  <a:pt x="30460" y="22962"/>
                </a:cubicBezTo>
                <a:close/>
                <a:moveTo>
                  <a:pt x="35864" y="0"/>
                </a:moveTo>
                <a:cubicBezTo>
                  <a:pt x="26970" y="0"/>
                  <a:pt x="18101" y="3237"/>
                  <a:pt x="11349" y="9562"/>
                </a:cubicBezTo>
                <a:cubicBezTo>
                  <a:pt x="4150" y="16287"/>
                  <a:pt x="1" y="25853"/>
                  <a:pt x="1" y="35685"/>
                </a:cubicBezTo>
                <a:cubicBezTo>
                  <a:pt x="1" y="52336"/>
                  <a:pt x="11973" y="67187"/>
                  <a:pt x="28264" y="70673"/>
                </a:cubicBezTo>
                <a:cubicBezTo>
                  <a:pt x="30724" y="71199"/>
                  <a:pt x="33231" y="71459"/>
                  <a:pt x="35734" y="71459"/>
                </a:cubicBezTo>
                <a:cubicBezTo>
                  <a:pt x="41521" y="71459"/>
                  <a:pt x="47293" y="70069"/>
                  <a:pt x="52436" y="67359"/>
                </a:cubicBezTo>
                <a:cubicBezTo>
                  <a:pt x="59521" y="63626"/>
                  <a:pt x="65262" y="57508"/>
                  <a:pt x="68500" y="50176"/>
                </a:cubicBezTo>
                <a:cubicBezTo>
                  <a:pt x="71892" y="42543"/>
                  <a:pt x="72478" y="33809"/>
                  <a:pt x="70167" y="25797"/>
                </a:cubicBezTo>
                <a:cubicBezTo>
                  <a:pt x="67952" y="18068"/>
                  <a:pt x="63064" y="11210"/>
                  <a:pt x="56528" y="6531"/>
                </a:cubicBezTo>
                <a:cubicBezTo>
                  <a:pt x="50378" y="2150"/>
                  <a:pt x="43113" y="0"/>
                  <a:pt x="3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4379" name="Google Shape;14379;p63">
            <a:hlinkClick action="ppaction://hlinkshowjump?jump=nextslide"/>
          </p:cNvPr>
          <p:cNvSpPr/>
          <p:nvPr/>
        </p:nvSpPr>
        <p:spPr>
          <a:xfrm>
            <a:off x="5065139" y="4788494"/>
            <a:ext cx="167426" cy="165073"/>
          </a:xfrm>
          <a:custGeom>
            <a:rect b="b" l="l" r="r" t="t"/>
            <a:pathLst>
              <a:path extrusionOk="0" h="71460" w="72479">
                <a:moveTo>
                  <a:pt x="42259" y="23045"/>
                </a:moveTo>
                <a:cubicBezTo>
                  <a:pt x="42886" y="23045"/>
                  <a:pt x="43532" y="23291"/>
                  <a:pt x="44101" y="23878"/>
                </a:cubicBezTo>
                <a:lnTo>
                  <a:pt x="53858" y="33862"/>
                </a:lnTo>
                <a:cubicBezTo>
                  <a:pt x="54919" y="34941"/>
                  <a:pt x="54899" y="36646"/>
                  <a:pt x="53838" y="37706"/>
                </a:cubicBezTo>
                <a:lnTo>
                  <a:pt x="43856" y="47690"/>
                </a:lnTo>
                <a:cubicBezTo>
                  <a:pt x="43286" y="48260"/>
                  <a:pt x="42645" y="48500"/>
                  <a:pt x="42024" y="48500"/>
                </a:cubicBezTo>
                <a:cubicBezTo>
                  <a:pt x="39924" y="48500"/>
                  <a:pt x="38061" y="45756"/>
                  <a:pt x="39991" y="43826"/>
                </a:cubicBezTo>
                <a:lnTo>
                  <a:pt x="44992" y="38805"/>
                </a:lnTo>
                <a:lnTo>
                  <a:pt x="21806" y="38805"/>
                </a:lnTo>
                <a:cubicBezTo>
                  <a:pt x="20139" y="38805"/>
                  <a:pt x="18755" y="37423"/>
                  <a:pt x="18755" y="35774"/>
                </a:cubicBezTo>
                <a:cubicBezTo>
                  <a:pt x="18755" y="34127"/>
                  <a:pt x="20139" y="32743"/>
                  <a:pt x="21806" y="32743"/>
                </a:cubicBezTo>
                <a:lnTo>
                  <a:pt x="45124" y="32743"/>
                </a:lnTo>
                <a:lnTo>
                  <a:pt x="40199" y="27686"/>
                </a:lnTo>
                <a:cubicBezTo>
                  <a:pt x="38305" y="25764"/>
                  <a:pt x="40175" y="23045"/>
                  <a:pt x="42259" y="23045"/>
                </a:cubicBezTo>
                <a:close/>
                <a:moveTo>
                  <a:pt x="36745" y="0"/>
                </a:moveTo>
                <a:cubicBezTo>
                  <a:pt x="30959" y="0"/>
                  <a:pt x="25187" y="1391"/>
                  <a:pt x="20043" y="4101"/>
                </a:cubicBezTo>
                <a:cubicBezTo>
                  <a:pt x="12958" y="7834"/>
                  <a:pt x="7219" y="13971"/>
                  <a:pt x="3979" y="21283"/>
                </a:cubicBezTo>
                <a:cubicBezTo>
                  <a:pt x="589" y="28917"/>
                  <a:pt x="1" y="37669"/>
                  <a:pt x="2312" y="45682"/>
                </a:cubicBezTo>
                <a:cubicBezTo>
                  <a:pt x="4529" y="53411"/>
                  <a:pt x="9417" y="60269"/>
                  <a:pt x="15951" y="64929"/>
                </a:cubicBezTo>
                <a:cubicBezTo>
                  <a:pt x="22102" y="69309"/>
                  <a:pt x="29367" y="71459"/>
                  <a:pt x="36616" y="71459"/>
                </a:cubicBezTo>
                <a:cubicBezTo>
                  <a:pt x="45510" y="71459"/>
                  <a:pt x="54379" y="68223"/>
                  <a:pt x="61132" y="61898"/>
                </a:cubicBezTo>
                <a:cubicBezTo>
                  <a:pt x="68331" y="55172"/>
                  <a:pt x="72478" y="45625"/>
                  <a:pt x="72478" y="35774"/>
                </a:cubicBezTo>
                <a:cubicBezTo>
                  <a:pt x="72478" y="19124"/>
                  <a:pt x="60506" y="4272"/>
                  <a:pt x="44215" y="787"/>
                </a:cubicBezTo>
                <a:cubicBezTo>
                  <a:pt x="41755" y="260"/>
                  <a:pt x="39249" y="0"/>
                  <a:pt x="36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4380" name="Google Shape;14380;p63">
            <a:hlinkClick action="ppaction://hlinksldjump" r:id="rId3"/>
          </p:cNvPr>
          <p:cNvSpPr/>
          <p:nvPr/>
        </p:nvSpPr>
        <p:spPr>
          <a:xfrm>
            <a:off x="4780435" y="4744682"/>
            <a:ext cx="247705" cy="246577"/>
          </a:xfrm>
          <a:custGeom>
            <a:rect b="b" l="l" r="r" t="t"/>
            <a:pathLst>
              <a:path extrusionOk="0" h="91156" w="91573">
                <a:moveTo>
                  <a:pt x="18224" y="17352"/>
                </a:moveTo>
                <a:cubicBezTo>
                  <a:pt x="16652" y="17352"/>
                  <a:pt x="15364" y="18640"/>
                  <a:pt x="15364" y="20213"/>
                </a:cubicBezTo>
                <a:cubicBezTo>
                  <a:pt x="15364" y="21785"/>
                  <a:pt x="16652" y="23055"/>
                  <a:pt x="18224" y="23055"/>
                </a:cubicBezTo>
                <a:lnTo>
                  <a:pt x="51546" y="23055"/>
                </a:lnTo>
                <a:cubicBezTo>
                  <a:pt x="53117" y="23055"/>
                  <a:pt x="54387" y="21785"/>
                  <a:pt x="54387" y="20213"/>
                </a:cubicBezTo>
                <a:cubicBezTo>
                  <a:pt x="54387" y="18640"/>
                  <a:pt x="53117" y="17352"/>
                  <a:pt x="51546" y="17352"/>
                </a:cubicBezTo>
                <a:close/>
                <a:moveTo>
                  <a:pt x="18224" y="34269"/>
                </a:moveTo>
                <a:cubicBezTo>
                  <a:pt x="16652" y="34269"/>
                  <a:pt x="15364" y="35538"/>
                  <a:pt x="15364" y="37111"/>
                </a:cubicBezTo>
                <a:cubicBezTo>
                  <a:pt x="15364" y="38682"/>
                  <a:pt x="16652" y="39970"/>
                  <a:pt x="18224" y="39970"/>
                </a:cubicBezTo>
                <a:lnTo>
                  <a:pt x="39725" y="39970"/>
                </a:lnTo>
                <a:cubicBezTo>
                  <a:pt x="41297" y="39970"/>
                  <a:pt x="42585" y="38682"/>
                  <a:pt x="42585" y="37111"/>
                </a:cubicBezTo>
                <a:cubicBezTo>
                  <a:pt x="42585" y="35538"/>
                  <a:pt x="41297" y="34269"/>
                  <a:pt x="39725" y="34269"/>
                </a:cubicBezTo>
                <a:close/>
                <a:moveTo>
                  <a:pt x="18224" y="51185"/>
                </a:moveTo>
                <a:cubicBezTo>
                  <a:pt x="16652" y="51185"/>
                  <a:pt x="15364" y="52455"/>
                  <a:pt x="15364" y="54026"/>
                </a:cubicBezTo>
                <a:cubicBezTo>
                  <a:pt x="15364" y="55600"/>
                  <a:pt x="16652" y="56888"/>
                  <a:pt x="18224" y="56888"/>
                </a:cubicBezTo>
                <a:lnTo>
                  <a:pt x="30556" y="56888"/>
                </a:lnTo>
                <a:cubicBezTo>
                  <a:pt x="32148" y="56888"/>
                  <a:pt x="33416" y="55600"/>
                  <a:pt x="33416" y="54026"/>
                </a:cubicBezTo>
                <a:cubicBezTo>
                  <a:pt x="33416" y="52455"/>
                  <a:pt x="32148" y="51185"/>
                  <a:pt x="30556" y="51185"/>
                </a:cubicBezTo>
                <a:close/>
                <a:moveTo>
                  <a:pt x="57853" y="44327"/>
                </a:moveTo>
                <a:cubicBezTo>
                  <a:pt x="58328" y="44327"/>
                  <a:pt x="58800" y="44347"/>
                  <a:pt x="59275" y="44403"/>
                </a:cubicBezTo>
                <a:cubicBezTo>
                  <a:pt x="62892" y="44764"/>
                  <a:pt x="66132" y="46525"/>
                  <a:pt x="68424" y="49328"/>
                </a:cubicBezTo>
                <a:cubicBezTo>
                  <a:pt x="73141" y="55145"/>
                  <a:pt x="72250" y="63707"/>
                  <a:pt x="66435" y="68423"/>
                </a:cubicBezTo>
                <a:cubicBezTo>
                  <a:pt x="63994" y="70420"/>
                  <a:pt x="60991" y="71468"/>
                  <a:pt x="57879" y="71468"/>
                </a:cubicBezTo>
                <a:cubicBezTo>
                  <a:pt x="57418" y="71468"/>
                  <a:pt x="56954" y="71445"/>
                  <a:pt x="56489" y="71398"/>
                </a:cubicBezTo>
                <a:cubicBezTo>
                  <a:pt x="52890" y="71019"/>
                  <a:pt x="49632" y="69257"/>
                  <a:pt x="47359" y="66453"/>
                </a:cubicBezTo>
                <a:cubicBezTo>
                  <a:pt x="45067" y="63631"/>
                  <a:pt x="44006" y="60108"/>
                  <a:pt x="44385" y="56509"/>
                </a:cubicBezTo>
                <a:cubicBezTo>
                  <a:pt x="44764" y="52890"/>
                  <a:pt x="46507" y="49651"/>
                  <a:pt x="49329" y="47358"/>
                </a:cubicBezTo>
                <a:cubicBezTo>
                  <a:pt x="51773" y="45388"/>
                  <a:pt x="54746" y="44327"/>
                  <a:pt x="57853" y="44327"/>
                </a:cubicBezTo>
                <a:close/>
                <a:moveTo>
                  <a:pt x="18224" y="68102"/>
                </a:moveTo>
                <a:cubicBezTo>
                  <a:pt x="16652" y="68102"/>
                  <a:pt x="15364" y="69371"/>
                  <a:pt x="15364" y="70944"/>
                </a:cubicBezTo>
                <a:cubicBezTo>
                  <a:pt x="15364" y="72515"/>
                  <a:pt x="16652" y="73785"/>
                  <a:pt x="18224" y="73785"/>
                </a:cubicBezTo>
                <a:lnTo>
                  <a:pt x="30556" y="73785"/>
                </a:lnTo>
                <a:cubicBezTo>
                  <a:pt x="32148" y="73785"/>
                  <a:pt x="33416" y="72515"/>
                  <a:pt x="33416" y="70944"/>
                </a:cubicBezTo>
                <a:cubicBezTo>
                  <a:pt x="33416" y="69371"/>
                  <a:pt x="32148" y="68102"/>
                  <a:pt x="30556" y="68102"/>
                </a:cubicBezTo>
                <a:close/>
                <a:moveTo>
                  <a:pt x="77820" y="76627"/>
                </a:moveTo>
                <a:lnTo>
                  <a:pt x="84886" y="83484"/>
                </a:lnTo>
                <a:lnTo>
                  <a:pt x="83522" y="84886"/>
                </a:lnTo>
                <a:lnTo>
                  <a:pt x="76437" y="78028"/>
                </a:lnTo>
                <a:lnTo>
                  <a:pt x="77820" y="76627"/>
                </a:lnTo>
                <a:close/>
                <a:moveTo>
                  <a:pt x="64086" y="5703"/>
                </a:moveTo>
                <a:lnTo>
                  <a:pt x="64086" y="39649"/>
                </a:lnTo>
                <a:cubicBezTo>
                  <a:pt x="62722" y="39195"/>
                  <a:pt x="61321" y="38872"/>
                  <a:pt x="59861" y="38740"/>
                </a:cubicBezTo>
                <a:cubicBezTo>
                  <a:pt x="59186" y="38670"/>
                  <a:pt x="58512" y="38635"/>
                  <a:pt x="57841" y="38635"/>
                </a:cubicBezTo>
                <a:cubicBezTo>
                  <a:pt x="53438" y="38635"/>
                  <a:pt x="49199" y="40133"/>
                  <a:pt x="45729" y="42945"/>
                </a:cubicBezTo>
                <a:cubicBezTo>
                  <a:pt x="41733" y="46184"/>
                  <a:pt x="39251" y="50788"/>
                  <a:pt x="38720" y="55921"/>
                </a:cubicBezTo>
                <a:cubicBezTo>
                  <a:pt x="38190" y="61035"/>
                  <a:pt x="39687" y="66056"/>
                  <a:pt x="42926" y="70053"/>
                </a:cubicBezTo>
                <a:cubicBezTo>
                  <a:pt x="46184" y="74031"/>
                  <a:pt x="50788" y="76531"/>
                  <a:pt x="55903" y="77062"/>
                </a:cubicBezTo>
                <a:cubicBezTo>
                  <a:pt x="56585" y="77119"/>
                  <a:pt x="57247" y="77157"/>
                  <a:pt x="57929" y="77157"/>
                </a:cubicBezTo>
                <a:cubicBezTo>
                  <a:pt x="60032" y="77157"/>
                  <a:pt x="62116" y="76816"/>
                  <a:pt x="64086" y="76134"/>
                </a:cubicBezTo>
                <a:lnTo>
                  <a:pt x="64086" y="85454"/>
                </a:lnTo>
                <a:lnTo>
                  <a:pt x="5683" y="85454"/>
                </a:lnTo>
                <a:lnTo>
                  <a:pt x="5683" y="5703"/>
                </a:lnTo>
                <a:close/>
                <a:moveTo>
                  <a:pt x="2842" y="0"/>
                </a:moveTo>
                <a:cubicBezTo>
                  <a:pt x="1270" y="0"/>
                  <a:pt x="0" y="1270"/>
                  <a:pt x="0" y="2842"/>
                </a:cubicBezTo>
                <a:lnTo>
                  <a:pt x="0" y="88296"/>
                </a:lnTo>
                <a:cubicBezTo>
                  <a:pt x="0" y="89867"/>
                  <a:pt x="1270" y="91155"/>
                  <a:pt x="2842" y="91155"/>
                </a:cubicBezTo>
                <a:lnTo>
                  <a:pt x="66928" y="91155"/>
                </a:lnTo>
                <a:cubicBezTo>
                  <a:pt x="68499" y="91155"/>
                  <a:pt x="69769" y="89867"/>
                  <a:pt x="69769" y="88296"/>
                </a:cubicBezTo>
                <a:lnTo>
                  <a:pt x="69769" y="76721"/>
                </a:lnTo>
                <a:lnTo>
                  <a:pt x="70280" y="77213"/>
                </a:lnTo>
                <a:cubicBezTo>
                  <a:pt x="70204" y="77498"/>
                  <a:pt x="70186" y="77819"/>
                  <a:pt x="70186" y="78122"/>
                </a:cubicBezTo>
                <a:cubicBezTo>
                  <a:pt x="70204" y="79279"/>
                  <a:pt x="70679" y="80377"/>
                  <a:pt x="71512" y="81173"/>
                </a:cubicBezTo>
                <a:lnTo>
                  <a:pt x="80529" y="89925"/>
                </a:lnTo>
                <a:cubicBezTo>
                  <a:pt x="81363" y="90739"/>
                  <a:pt x="82461" y="91155"/>
                  <a:pt x="83540" y="91155"/>
                </a:cubicBezTo>
                <a:cubicBezTo>
                  <a:pt x="84677" y="91155"/>
                  <a:pt x="85814" y="90701"/>
                  <a:pt x="86667" y="89829"/>
                </a:cubicBezTo>
                <a:lnTo>
                  <a:pt x="89905" y="86477"/>
                </a:lnTo>
                <a:cubicBezTo>
                  <a:pt x="91572" y="84753"/>
                  <a:pt x="91535" y="82007"/>
                  <a:pt x="89830" y="80340"/>
                </a:cubicBezTo>
                <a:lnTo>
                  <a:pt x="80813" y="71588"/>
                </a:lnTo>
                <a:cubicBezTo>
                  <a:pt x="79997" y="70809"/>
                  <a:pt x="78928" y="70375"/>
                  <a:pt x="77800" y="70375"/>
                </a:cubicBezTo>
                <a:cubicBezTo>
                  <a:pt x="77776" y="70375"/>
                  <a:pt x="77751" y="70375"/>
                  <a:pt x="77726" y="70375"/>
                </a:cubicBezTo>
                <a:cubicBezTo>
                  <a:pt x="77592" y="70375"/>
                  <a:pt x="77479" y="70375"/>
                  <a:pt x="77365" y="70394"/>
                </a:cubicBezTo>
                <a:lnTo>
                  <a:pt x="74523" y="67610"/>
                </a:lnTo>
                <a:cubicBezTo>
                  <a:pt x="78445" y="60884"/>
                  <a:pt x="78029" y="52132"/>
                  <a:pt x="72838" y="45749"/>
                </a:cubicBezTo>
                <a:cubicBezTo>
                  <a:pt x="71909" y="44612"/>
                  <a:pt x="70886" y="43608"/>
                  <a:pt x="69769" y="42718"/>
                </a:cubicBezTo>
                <a:lnTo>
                  <a:pt x="69769" y="2842"/>
                </a:lnTo>
                <a:cubicBezTo>
                  <a:pt x="69769" y="1270"/>
                  <a:pt x="68499" y="0"/>
                  <a:pt x="66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1" name="Google Shape;14381;p63"/>
          <p:cNvGrpSpPr/>
          <p:nvPr/>
        </p:nvGrpSpPr>
        <p:grpSpPr>
          <a:xfrm>
            <a:off x="8230878" y="1426542"/>
            <a:ext cx="349968" cy="2052568"/>
            <a:chOff x="1037125" y="2236325"/>
            <a:chExt cx="149100" cy="874475"/>
          </a:xfrm>
        </p:grpSpPr>
        <p:sp>
          <p:nvSpPr>
            <p:cNvPr id="14382" name="Google Shape;14382;p63"/>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3"/>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3"/>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3"/>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3"/>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3"/>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3"/>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3"/>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3"/>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3"/>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3"/>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3"/>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3"/>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3"/>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3"/>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3"/>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3"/>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3"/>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3"/>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3"/>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3"/>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3"/>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3"/>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3"/>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3"/>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3"/>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3"/>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3"/>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3"/>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3"/>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3"/>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3"/>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3"/>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3"/>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3"/>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3"/>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18" name="Google Shape;14418;p6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a:t>
            </a:r>
            <a:fld id="{00000000-1234-1234-1234-123412341234}" type="slidenum">
              <a:rPr lang="en">
                <a:solidFill>
                  <a:schemeClr val="dk1"/>
                </a:solidFill>
              </a:rPr>
              <a:t>‹#›</a:t>
            </a:fld>
            <a:endParaRPr>
              <a:solidFill>
                <a:schemeClr val="dk1"/>
              </a:solidFill>
            </a:endParaRPr>
          </a:p>
        </p:txBody>
      </p:sp>
      <p:sp>
        <p:nvSpPr>
          <p:cNvPr id="14419" name="Google Shape;14419;p63"/>
          <p:cNvSpPr txBox="1"/>
          <p:nvPr>
            <p:ph idx="4294967295" type="title"/>
          </p:nvPr>
        </p:nvSpPr>
        <p:spPr>
          <a:xfrm>
            <a:off x="356400" y="232702"/>
            <a:ext cx="1320300" cy="54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100"/>
              <a:t>05.</a:t>
            </a:r>
            <a:endParaRPr sz="3100"/>
          </a:p>
        </p:txBody>
      </p:sp>
      <p:pic>
        <p:nvPicPr>
          <p:cNvPr id="14420" name="Google Shape;14420;p63" title="WhatsApp Image 2026-01-18 at 2.01.21 PM.jpeg"/>
          <p:cNvPicPr preferRelativeResize="0"/>
          <p:nvPr/>
        </p:nvPicPr>
        <p:blipFill>
          <a:blip r:embed="rId4">
            <a:alphaModFix/>
          </a:blip>
          <a:stretch>
            <a:fillRect/>
          </a:stretch>
        </p:blipFill>
        <p:spPr>
          <a:xfrm>
            <a:off x="501625" y="1155474"/>
            <a:ext cx="2570112" cy="2570112"/>
          </a:xfrm>
          <a:prstGeom prst="rect">
            <a:avLst/>
          </a:prstGeom>
          <a:noFill/>
          <a:ln>
            <a:noFill/>
          </a:ln>
        </p:spPr>
      </p:pic>
      <p:sp>
        <p:nvSpPr>
          <p:cNvPr id="14421" name="Google Shape;14421;p63"/>
          <p:cNvSpPr txBox="1"/>
          <p:nvPr/>
        </p:nvSpPr>
        <p:spPr>
          <a:xfrm>
            <a:off x="762523" y="3944791"/>
            <a:ext cx="1920900" cy="737700"/>
          </a:xfrm>
          <a:prstGeom prst="rect">
            <a:avLst/>
          </a:prstGeom>
          <a:noFill/>
          <a:ln>
            <a:noFill/>
          </a:ln>
        </p:spPr>
        <p:txBody>
          <a:bodyPr anchorCtr="0" anchor="t" bIns="81950" lIns="81950" spcFirstLastPara="1" rIns="81950" wrap="square" tIns="81950">
            <a:noAutofit/>
          </a:bodyPr>
          <a:lstStyle/>
          <a:p>
            <a:pPr indent="0" lvl="0" marL="0" rtl="0" algn="l">
              <a:spcBef>
                <a:spcPts val="0"/>
              </a:spcBef>
              <a:spcAft>
                <a:spcPts val="0"/>
              </a:spcAft>
              <a:buNone/>
            </a:pPr>
            <a:r>
              <a:rPr lang="en" sz="1255">
                <a:solidFill>
                  <a:schemeClr val="accent2"/>
                </a:solidFill>
                <a:latin typeface="Poppins Light"/>
                <a:ea typeface="Poppins Light"/>
                <a:cs typeface="Poppins Light"/>
                <a:sym typeface="Poppins Light"/>
              </a:rPr>
              <a:t>   Ventilatie systeem</a:t>
            </a:r>
            <a:endParaRPr sz="1255">
              <a:solidFill>
                <a:schemeClr val="accent2"/>
              </a:solidFill>
              <a:latin typeface="Poppins Light"/>
              <a:ea typeface="Poppins Light"/>
              <a:cs typeface="Poppins Light"/>
              <a:sym typeface="Poppins Light"/>
            </a:endParaRPr>
          </a:p>
        </p:txBody>
      </p:sp>
      <p:cxnSp>
        <p:nvCxnSpPr>
          <p:cNvPr id="14422" name="Google Shape;14422;p63"/>
          <p:cNvCxnSpPr/>
          <p:nvPr/>
        </p:nvCxnSpPr>
        <p:spPr>
          <a:xfrm>
            <a:off x="1701697" y="3725601"/>
            <a:ext cx="5100" cy="219300"/>
          </a:xfrm>
          <a:prstGeom prst="straightConnector1">
            <a:avLst/>
          </a:prstGeom>
          <a:noFill/>
          <a:ln cap="flat" cmpd="sng" w="8550">
            <a:solidFill>
              <a:schemeClr val="dk2"/>
            </a:solidFill>
            <a:prstDash val="solid"/>
            <a:round/>
            <a:headEnd len="med" w="med" type="none"/>
            <a:tailEnd len="med" w="med" type="triangle"/>
          </a:ln>
        </p:spPr>
      </p:cxnSp>
      <p:pic>
        <p:nvPicPr>
          <p:cNvPr id="14423" name="Google Shape;14423;p63" title="WhatsApp Image 2026-01-18 at 1.53.12 PM.jpeg"/>
          <p:cNvPicPr preferRelativeResize="0"/>
          <p:nvPr/>
        </p:nvPicPr>
        <p:blipFill>
          <a:blip r:embed="rId5">
            <a:alphaModFix/>
          </a:blip>
          <a:stretch>
            <a:fillRect/>
          </a:stretch>
        </p:blipFill>
        <p:spPr>
          <a:xfrm>
            <a:off x="3201000" y="1202300"/>
            <a:ext cx="2336875" cy="2467149"/>
          </a:xfrm>
          <a:prstGeom prst="rect">
            <a:avLst/>
          </a:prstGeom>
          <a:noFill/>
          <a:ln>
            <a:noFill/>
          </a:ln>
        </p:spPr>
      </p:pic>
      <p:sp>
        <p:nvSpPr>
          <p:cNvPr id="14424" name="Google Shape;14424;p63"/>
          <p:cNvSpPr txBox="1"/>
          <p:nvPr/>
        </p:nvSpPr>
        <p:spPr>
          <a:xfrm>
            <a:off x="3311673" y="3947803"/>
            <a:ext cx="1920900" cy="737700"/>
          </a:xfrm>
          <a:prstGeom prst="rect">
            <a:avLst/>
          </a:prstGeom>
          <a:noFill/>
          <a:ln>
            <a:noFill/>
          </a:ln>
        </p:spPr>
        <p:txBody>
          <a:bodyPr anchorCtr="0" anchor="t" bIns="81950" lIns="81950" spcFirstLastPara="1" rIns="81950" wrap="square" tIns="81950">
            <a:noAutofit/>
          </a:bodyPr>
          <a:lstStyle/>
          <a:p>
            <a:pPr indent="0" lvl="0" marL="0" rtl="0" algn="l">
              <a:spcBef>
                <a:spcPts val="0"/>
              </a:spcBef>
              <a:spcAft>
                <a:spcPts val="0"/>
              </a:spcAft>
              <a:buNone/>
            </a:pPr>
            <a:r>
              <a:rPr lang="en" sz="1255">
                <a:solidFill>
                  <a:schemeClr val="accent2"/>
                </a:solidFill>
                <a:latin typeface="Poppins Light"/>
                <a:ea typeface="Poppins Light"/>
                <a:cs typeface="Poppins Light"/>
                <a:sym typeface="Poppins Light"/>
              </a:rPr>
              <a:t>   Irrigatie systeem</a:t>
            </a:r>
            <a:endParaRPr sz="1255">
              <a:solidFill>
                <a:schemeClr val="accent2"/>
              </a:solidFill>
              <a:latin typeface="Poppins Light"/>
              <a:ea typeface="Poppins Light"/>
              <a:cs typeface="Poppins Light"/>
              <a:sym typeface="Poppins Light"/>
            </a:endParaRPr>
          </a:p>
        </p:txBody>
      </p:sp>
      <p:cxnSp>
        <p:nvCxnSpPr>
          <p:cNvPr id="14425" name="Google Shape;14425;p63"/>
          <p:cNvCxnSpPr/>
          <p:nvPr/>
        </p:nvCxnSpPr>
        <p:spPr>
          <a:xfrm>
            <a:off x="4250847" y="3728613"/>
            <a:ext cx="5100" cy="219300"/>
          </a:xfrm>
          <a:prstGeom prst="straightConnector1">
            <a:avLst/>
          </a:prstGeom>
          <a:noFill/>
          <a:ln cap="flat" cmpd="sng" w="8550">
            <a:solidFill>
              <a:schemeClr val="dk2"/>
            </a:solidFill>
            <a:prstDash val="solid"/>
            <a:round/>
            <a:headEnd len="med" w="med" type="none"/>
            <a:tailEnd len="med" w="med" type="triangle"/>
          </a:ln>
        </p:spPr>
      </p:cxnSp>
      <p:pic>
        <p:nvPicPr>
          <p:cNvPr id="14426" name="Google Shape;14426;p63" title="WhatsApp Image 2026-01-18 at 2.09.58 PM.jpeg"/>
          <p:cNvPicPr preferRelativeResize="0"/>
          <p:nvPr/>
        </p:nvPicPr>
        <p:blipFill rotWithShape="1">
          <a:blip r:embed="rId6">
            <a:alphaModFix/>
          </a:blip>
          <a:srcRect b="0" l="3522" r="3522" t="0"/>
          <a:stretch/>
        </p:blipFill>
        <p:spPr>
          <a:xfrm>
            <a:off x="5715525" y="1155475"/>
            <a:ext cx="2336874" cy="2513974"/>
          </a:xfrm>
          <a:prstGeom prst="rect">
            <a:avLst/>
          </a:prstGeom>
          <a:noFill/>
          <a:ln>
            <a:noFill/>
          </a:ln>
        </p:spPr>
      </p:pic>
      <p:sp>
        <p:nvSpPr>
          <p:cNvPr id="14427" name="Google Shape;14427;p63"/>
          <p:cNvSpPr txBox="1"/>
          <p:nvPr/>
        </p:nvSpPr>
        <p:spPr>
          <a:xfrm>
            <a:off x="5826198" y="3947803"/>
            <a:ext cx="1920900" cy="737700"/>
          </a:xfrm>
          <a:prstGeom prst="rect">
            <a:avLst/>
          </a:prstGeom>
          <a:noFill/>
          <a:ln>
            <a:noFill/>
          </a:ln>
        </p:spPr>
        <p:txBody>
          <a:bodyPr anchorCtr="0" anchor="t" bIns="81950" lIns="81950" spcFirstLastPara="1" rIns="81950" wrap="square" tIns="81950">
            <a:noAutofit/>
          </a:bodyPr>
          <a:lstStyle/>
          <a:p>
            <a:pPr indent="0" lvl="0" marL="0" rtl="0" algn="l">
              <a:spcBef>
                <a:spcPts val="0"/>
              </a:spcBef>
              <a:spcAft>
                <a:spcPts val="0"/>
              </a:spcAft>
              <a:buNone/>
            </a:pPr>
            <a:r>
              <a:rPr lang="en" sz="1255">
                <a:solidFill>
                  <a:schemeClr val="accent2"/>
                </a:solidFill>
                <a:latin typeface="Poppins Light"/>
                <a:ea typeface="Poppins Light"/>
                <a:cs typeface="Poppins Light"/>
                <a:sym typeface="Poppins Light"/>
              </a:rPr>
              <a:t>   Monitoring systeem</a:t>
            </a:r>
            <a:endParaRPr sz="1255">
              <a:solidFill>
                <a:schemeClr val="accent2"/>
              </a:solidFill>
              <a:latin typeface="Poppins Light"/>
              <a:ea typeface="Poppins Light"/>
              <a:cs typeface="Poppins Light"/>
              <a:sym typeface="Poppins Light"/>
            </a:endParaRPr>
          </a:p>
        </p:txBody>
      </p:sp>
      <p:cxnSp>
        <p:nvCxnSpPr>
          <p:cNvPr id="14428" name="Google Shape;14428;p63"/>
          <p:cNvCxnSpPr/>
          <p:nvPr/>
        </p:nvCxnSpPr>
        <p:spPr>
          <a:xfrm>
            <a:off x="6765372" y="3728613"/>
            <a:ext cx="5100" cy="219300"/>
          </a:xfrm>
          <a:prstGeom prst="straightConnector1">
            <a:avLst/>
          </a:prstGeom>
          <a:noFill/>
          <a:ln cap="flat" cmpd="sng" w="8550">
            <a:solidFill>
              <a:schemeClr val="dk2"/>
            </a:solidFill>
            <a:prstDash val="solid"/>
            <a:round/>
            <a:headEnd len="med" w="med" type="none"/>
            <a:tailEnd len="med" w="med" type="triangle"/>
          </a:ln>
        </p:spPr>
      </p:cxnSp>
      <p:grpSp>
        <p:nvGrpSpPr>
          <p:cNvPr id="14429" name="Google Shape;14429;p63"/>
          <p:cNvGrpSpPr/>
          <p:nvPr/>
        </p:nvGrpSpPr>
        <p:grpSpPr>
          <a:xfrm>
            <a:off x="60628" y="1409592"/>
            <a:ext cx="349968" cy="2052568"/>
            <a:chOff x="1037125" y="2236325"/>
            <a:chExt cx="149100" cy="874475"/>
          </a:xfrm>
        </p:grpSpPr>
        <p:sp>
          <p:nvSpPr>
            <p:cNvPr id="14430" name="Google Shape;14430;p63"/>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3"/>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3"/>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3"/>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3"/>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3"/>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3"/>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3"/>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3"/>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3"/>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3"/>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3"/>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3"/>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3"/>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3"/>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3"/>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3"/>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3"/>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3"/>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3"/>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3"/>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3"/>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3"/>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3"/>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3"/>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3"/>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3"/>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3"/>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3"/>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3"/>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3"/>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3"/>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3"/>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3"/>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3"/>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3"/>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14381"/>
                                        </p:tgtEl>
                                        <p:attrNameLst>
                                          <p:attrName>style.visibility</p:attrName>
                                        </p:attrNameLst>
                                      </p:cBhvr>
                                      <p:to>
                                        <p:strVal val="visible"/>
                                      </p:to>
                                    </p:set>
                                    <p:anim calcmode="lin" valueType="num">
                                      <p:cBhvr additive="base">
                                        <p:cTn dur="500"/>
                                        <p:tgtEl>
                                          <p:spTgt spid="14381"/>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69" name="Shape 14469"/>
        <p:cNvGrpSpPr/>
        <p:nvPr/>
      </p:nvGrpSpPr>
      <p:grpSpPr>
        <a:xfrm>
          <a:off x="0" y="0"/>
          <a:ext cx="0" cy="0"/>
          <a:chOff x="0" y="0"/>
          <a:chExt cx="0" cy="0"/>
        </a:xfrm>
      </p:grpSpPr>
      <p:sp>
        <p:nvSpPr>
          <p:cNvPr id="14470" name="Google Shape;14470;p64"/>
          <p:cNvSpPr/>
          <p:nvPr/>
        </p:nvSpPr>
        <p:spPr>
          <a:xfrm>
            <a:off x="0" y="539500"/>
            <a:ext cx="4300800" cy="4599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1" name="Google Shape;14471;p64"/>
          <p:cNvGrpSpPr/>
          <p:nvPr/>
        </p:nvGrpSpPr>
        <p:grpSpPr>
          <a:xfrm>
            <a:off x="-683712" y="452341"/>
            <a:ext cx="4421105" cy="4851251"/>
            <a:chOff x="-683712" y="452341"/>
            <a:chExt cx="4421105" cy="4851251"/>
          </a:xfrm>
        </p:grpSpPr>
        <p:sp>
          <p:nvSpPr>
            <p:cNvPr id="14472" name="Google Shape;14472;p64"/>
            <p:cNvSpPr/>
            <p:nvPr/>
          </p:nvSpPr>
          <p:spPr>
            <a:xfrm>
              <a:off x="1949648" y="1512731"/>
              <a:ext cx="1392602" cy="1392602"/>
            </a:xfrm>
            <a:custGeom>
              <a:rect b="b" l="l" r="r" t="t"/>
              <a:pathLst>
                <a:path extrusionOk="0" h="44649" w="44649">
                  <a:moveTo>
                    <a:pt x="22324" y="296"/>
                  </a:moveTo>
                  <a:lnTo>
                    <a:pt x="44353" y="22325"/>
                  </a:lnTo>
                  <a:lnTo>
                    <a:pt x="22324" y="44351"/>
                  </a:lnTo>
                  <a:lnTo>
                    <a:pt x="296" y="22325"/>
                  </a:lnTo>
                  <a:lnTo>
                    <a:pt x="22324" y="296"/>
                  </a:lnTo>
                  <a:close/>
                  <a:moveTo>
                    <a:pt x="22324" y="1"/>
                  </a:moveTo>
                  <a:lnTo>
                    <a:pt x="0" y="22325"/>
                  </a:lnTo>
                  <a:lnTo>
                    <a:pt x="22324" y="44648"/>
                  </a:lnTo>
                  <a:lnTo>
                    <a:pt x="44648" y="22325"/>
                  </a:lnTo>
                  <a:lnTo>
                    <a:pt x="223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4"/>
            <p:cNvSpPr/>
            <p:nvPr/>
          </p:nvSpPr>
          <p:spPr>
            <a:xfrm>
              <a:off x="2219886" y="1489681"/>
              <a:ext cx="1145422" cy="1424884"/>
            </a:xfrm>
            <a:custGeom>
              <a:rect b="b" l="l" r="r" t="t"/>
              <a:pathLst>
                <a:path extrusionOk="0" h="45684" w="36724">
                  <a:moveTo>
                    <a:pt x="13660" y="0"/>
                  </a:moveTo>
                  <a:lnTo>
                    <a:pt x="1" y="13659"/>
                  </a:lnTo>
                  <a:lnTo>
                    <a:pt x="888" y="14548"/>
                  </a:lnTo>
                  <a:lnTo>
                    <a:pt x="13660" y="1775"/>
                  </a:lnTo>
                  <a:lnTo>
                    <a:pt x="34947" y="23064"/>
                  </a:lnTo>
                  <a:lnTo>
                    <a:pt x="13216" y="44795"/>
                  </a:lnTo>
                  <a:lnTo>
                    <a:pt x="14104" y="45683"/>
                  </a:lnTo>
                  <a:lnTo>
                    <a:pt x="36724" y="23064"/>
                  </a:lnTo>
                  <a:lnTo>
                    <a:pt x="136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4"/>
            <p:cNvSpPr/>
            <p:nvPr/>
          </p:nvSpPr>
          <p:spPr>
            <a:xfrm>
              <a:off x="2155227" y="1718311"/>
              <a:ext cx="981456" cy="981456"/>
            </a:xfrm>
            <a:custGeom>
              <a:rect b="b" l="l" r="r" t="t"/>
              <a:pathLst>
                <a:path extrusionOk="0" h="31467" w="31467">
                  <a:moveTo>
                    <a:pt x="31362" y="105"/>
                  </a:moveTo>
                  <a:lnTo>
                    <a:pt x="31362" y="31362"/>
                  </a:lnTo>
                  <a:lnTo>
                    <a:pt x="105" y="31362"/>
                  </a:lnTo>
                  <a:lnTo>
                    <a:pt x="105" y="105"/>
                  </a:lnTo>
                  <a:close/>
                  <a:moveTo>
                    <a:pt x="0" y="1"/>
                  </a:moveTo>
                  <a:lnTo>
                    <a:pt x="0" y="31467"/>
                  </a:lnTo>
                  <a:lnTo>
                    <a:pt x="31466" y="31467"/>
                  </a:lnTo>
                  <a:lnTo>
                    <a:pt x="31466" y="1"/>
                  </a:ln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5" name="Google Shape;14475;p64"/>
            <p:cNvGrpSpPr/>
            <p:nvPr/>
          </p:nvGrpSpPr>
          <p:grpSpPr>
            <a:xfrm>
              <a:off x="2205979" y="1770191"/>
              <a:ext cx="879375" cy="877452"/>
              <a:chOff x="6378300" y="2596400"/>
              <a:chExt cx="754375" cy="752725"/>
            </a:xfrm>
          </p:grpSpPr>
          <p:sp>
            <p:nvSpPr>
              <p:cNvPr id="14476" name="Google Shape;14476;p64"/>
              <p:cNvSpPr/>
              <p:nvPr/>
            </p:nvSpPr>
            <p:spPr>
              <a:xfrm>
                <a:off x="6408850" y="2932325"/>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4"/>
              <p:cNvSpPr/>
              <p:nvPr/>
            </p:nvSpPr>
            <p:spPr>
              <a:xfrm>
                <a:off x="6469925" y="2871225"/>
                <a:ext cx="9700" cy="9700"/>
              </a:xfrm>
              <a:custGeom>
                <a:rect b="b" l="l" r="r" t="t"/>
                <a:pathLst>
                  <a:path extrusionOk="0" h="388" w="388">
                    <a:moveTo>
                      <a:pt x="193" y="0"/>
                    </a:moveTo>
                    <a:cubicBezTo>
                      <a:pt x="87" y="0"/>
                      <a:pt x="1" y="87"/>
                      <a:pt x="1" y="195"/>
                    </a:cubicBezTo>
                    <a:cubicBezTo>
                      <a:pt x="1" y="301"/>
                      <a:pt x="87" y="387"/>
                      <a:pt x="193" y="387"/>
                    </a:cubicBezTo>
                    <a:cubicBezTo>
                      <a:pt x="299" y="387"/>
                      <a:pt x="387" y="301"/>
                      <a:pt x="387" y="195"/>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4"/>
              <p:cNvSpPr/>
              <p:nvPr/>
            </p:nvSpPr>
            <p:spPr>
              <a:xfrm>
                <a:off x="6530975" y="2810175"/>
                <a:ext cx="9700" cy="9650"/>
              </a:xfrm>
              <a:custGeom>
                <a:rect b="b" l="l" r="r" t="t"/>
                <a:pathLst>
                  <a:path extrusionOk="0" h="386" w="388">
                    <a:moveTo>
                      <a:pt x="195" y="0"/>
                    </a:moveTo>
                    <a:cubicBezTo>
                      <a:pt x="87" y="0"/>
                      <a:pt x="1" y="87"/>
                      <a:pt x="1" y="193"/>
                    </a:cubicBezTo>
                    <a:cubicBezTo>
                      <a:pt x="1" y="299"/>
                      <a:pt x="87" y="385"/>
                      <a:pt x="195" y="385"/>
                    </a:cubicBezTo>
                    <a:cubicBezTo>
                      <a:pt x="301" y="385"/>
                      <a:pt x="387" y="299"/>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4"/>
              <p:cNvSpPr/>
              <p:nvPr/>
            </p:nvSpPr>
            <p:spPr>
              <a:xfrm>
                <a:off x="6622600" y="2718550"/>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4"/>
              <p:cNvSpPr/>
              <p:nvPr/>
            </p:nvSpPr>
            <p:spPr>
              <a:xfrm>
                <a:off x="6378300" y="2962850"/>
                <a:ext cx="9675" cy="9700"/>
              </a:xfrm>
              <a:custGeom>
                <a:rect b="b" l="l" r="r" t="t"/>
                <a:pathLst>
                  <a:path extrusionOk="0" h="388" w="387">
                    <a:moveTo>
                      <a:pt x="194" y="1"/>
                    </a:moveTo>
                    <a:cubicBezTo>
                      <a:pt x="87" y="1"/>
                      <a:pt x="0" y="87"/>
                      <a:pt x="0" y="193"/>
                    </a:cubicBezTo>
                    <a:cubicBezTo>
                      <a:pt x="0" y="299"/>
                      <a:pt x="87" y="387"/>
                      <a:pt x="194" y="387"/>
                    </a:cubicBezTo>
                    <a:cubicBezTo>
                      <a:pt x="300" y="387"/>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4"/>
              <p:cNvSpPr/>
              <p:nvPr/>
            </p:nvSpPr>
            <p:spPr>
              <a:xfrm>
                <a:off x="6437750" y="2901775"/>
                <a:ext cx="12950" cy="9675"/>
              </a:xfrm>
              <a:custGeom>
                <a:rect b="b" l="l" r="r" t="t"/>
                <a:pathLst>
                  <a:path extrusionOk="0" h="387" w="518">
                    <a:moveTo>
                      <a:pt x="259" y="1"/>
                    </a:moveTo>
                    <a:cubicBezTo>
                      <a:pt x="209" y="1"/>
                      <a:pt x="160" y="19"/>
                      <a:pt x="122" y="56"/>
                    </a:cubicBezTo>
                    <a:cubicBezTo>
                      <a:pt x="1" y="179"/>
                      <a:pt x="87" y="387"/>
                      <a:pt x="258" y="387"/>
                    </a:cubicBezTo>
                    <a:cubicBezTo>
                      <a:pt x="431" y="387"/>
                      <a:pt x="518" y="179"/>
                      <a:pt x="396" y="56"/>
                    </a:cubicBezTo>
                    <a:cubicBezTo>
                      <a:pt x="358" y="19"/>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4"/>
              <p:cNvSpPr/>
              <p:nvPr/>
            </p:nvSpPr>
            <p:spPr>
              <a:xfrm>
                <a:off x="6500475" y="2840675"/>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4"/>
              <p:cNvSpPr/>
              <p:nvPr/>
            </p:nvSpPr>
            <p:spPr>
              <a:xfrm>
                <a:off x="6592075" y="27490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4"/>
              <p:cNvSpPr/>
              <p:nvPr/>
            </p:nvSpPr>
            <p:spPr>
              <a:xfrm>
                <a:off x="6653150" y="2688025"/>
                <a:ext cx="9650" cy="9650"/>
              </a:xfrm>
              <a:custGeom>
                <a:rect b="b" l="l" r="r" t="t"/>
                <a:pathLst>
                  <a:path extrusionOk="0" h="386" w="386">
                    <a:moveTo>
                      <a:pt x="193" y="1"/>
                    </a:moveTo>
                    <a:cubicBezTo>
                      <a:pt x="87" y="1"/>
                      <a:pt x="1" y="87"/>
                      <a:pt x="1" y="193"/>
                    </a:cubicBezTo>
                    <a:cubicBezTo>
                      <a:pt x="1" y="300"/>
                      <a:pt x="87" y="386"/>
                      <a:pt x="193" y="386"/>
                    </a:cubicBezTo>
                    <a:cubicBezTo>
                      <a:pt x="299" y="386"/>
                      <a:pt x="386" y="300"/>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4"/>
              <p:cNvSpPr/>
              <p:nvPr/>
            </p:nvSpPr>
            <p:spPr>
              <a:xfrm>
                <a:off x="6683650" y="2657500"/>
                <a:ext cx="9700" cy="9650"/>
              </a:xfrm>
              <a:custGeom>
                <a:rect b="b" l="l" r="r" t="t"/>
                <a:pathLst>
                  <a:path extrusionOk="0" h="386" w="388">
                    <a:moveTo>
                      <a:pt x="195" y="0"/>
                    </a:moveTo>
                    <a:cubicBezTo>
                      <a:pt x="87" y="0"/>
                      <a:pt x="1" y="87"/>
                      <a:pt x="1" y="193"/>
                    </a:cubicBezTo>
                    <a:cubicBezTo>
                      <a:pt x="1" y="299"/>
                      <a:pt x="87" y="385"/>
                      <a:pt x="195" y="385"/>
                    </a:cubicBezTo>
                    <a:cubicBezTo>
                      <a:pt x="301" y="385"/>
                      <a:pt x="388" y="299"/>
                      <a:pt x="388" y="193"/>
                    </a:cubicBezTo>
                    <a:cubicBezTo>
                      <a:pt x="388"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4"/>
              <p:cNvSpPr/>
              <p:nvPr/>
            </p:nvSpPr>
            <p:spPr>
              <a:xfrm>
                <a:off x="6714200" y="2626950"/>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4"/>
              <p:cNvSpPr/>
              <p:nvPr/>
            </p:nvSpPr>
            <p:spPr>
              <a:xfrm>
                <a:off x="6744750" y="2596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4"/>
              <p:cNvSpPr/>
              <p:nvPr/>
            </p:nvSpPr>
            <p:spPr>
              <a:xfrm>
                <a:off x="6561525" y="2779625"/>
                <a:ext cx="9675" cy="9700"/>
              </a:xfrm>
              <a:custGeom>
                <a:rect b="b" l="l" r="r" t="t"/>
                <a:pathLst>
                  <a:path extrusionOk="0" h="388" w="387">
                    <a:moveTo>
                      <a:pt x="194" y="1"/>
                    </a:moveTo>
                    <a:cubicBezTo>
                      <a:pt x="87" y="1"/>
                      <a:pt x="0" y="87"/>
                      <a:pt x="0" y="193"/>
                    </a:cubicBezTo>
                    <a:cubicBezTo>
                      <a:pt x="0" y="301"/>
                      <a:pt x="87" y="387"/>
                      <a:pt x="194" y="387"/>
                    </a:cubicBezTo>
                    <a:cubicBezTo>
                      <a:pt x="301" y="387"/>
                      <a:pt x="387" y="301"/>
                      <a:pt x="387" y="193"/>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4"/>
              <p:cNvSpPr/>
              <p:nvPr/>
            </p:nvSpPr>
            <p:spPr>
              <a:xfrm>
                <a:off x="6437825" y="29612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4"/>
              <p:cNvSpPr/>
              <p:nvPr/>
            </p:nvSpPr>
            <p:spPr>
              <a:xfrm>
                <a:off x="6497250" y="2900200"/>
                <a:ext cx="12950" cy="9675"/>
              </a:xfrm>
              <a:custGeom>
                <a:rect b="b" l="l" r="r" t="t"/>
                <a:pathLst>
                  <a:path extrusionOk="0" h="387" w="518">
                    <a:moveTo>
                      <a:pt x="259" y="0"/>
                    </a:moveTo>
                    <a:cubicBezTo>
                      <a:pt x="210" y="0"/>
                      <a:pt x="160" y="19"/>
                      <a:pt x="123" y="57"/>
                    </a:cubicBezTo>
                    <a:cubicBezTo>
                      <a:pt x="1" y="178"/>
                      <a:pt x="87" y="386"/>
                      <a:pt x="260" y="386"/>
                    </a:cubicBezTo>
                    <a:cubicBezTo>
                      <a:pt x="431" y="386"/>
                      <a:pt x="517" y="178"/>
                      <a:pt x="396" y="57"/>
                    </a:cubicBezTo>
                    <a:cubicBezTo>
                      <a:pt x="358"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4"/>
              <p:cNvSpPr/>
              <p:nvPr/>
            </p:nvSpPr>
            <p:spPr>
              <a:xfrm>
                <a:off x="6559975" y="2839125"/>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4"/>
              <p:cNvSpPr/>
              <p:nvPr/>
            </p:nvSpPr>
            <p:spPr>
              <a:xfrm>
                <a:off x="6651575" y="2747525"/>
                <a:ext cx="9675" cy="9700"/>
              </a:xfrm>
              <a:custGeom>
                <a:rect b="b" l="l" r="r" t="t"/>
                <a:pathLst>
                  <a:path extrusionOk="0" h="388" w="387">
                    <a:moveTo>
                      <a:pt x="194" y="1"/>
                    </a:moveTo>
                    <a:cubicBezTo>
                      <a:pt x="86" y="1"/>
                      <a:pt x="0" y="87"/>
                      <a:pt x="0" y="193"/>
                    </a:cubicBezTo>
                    <a:cubicBezTo>
                      <a:pt x="0" y="299"/>
                      <a:pt x="86" y="387"/>
                      <a:pt x="194" y="387"/>
                    </a:cubicBezTo>
                    <a:cubicBezTo>
                      <a:pt x="300" y="387"/>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4"/>
              <p:cNvSpPr/>
              <p:nvPr/>
            </p:nvSpPr>
            <p:spPr>
              <a:xfrm>
                <a:off x="6407275" y="29918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4"/>
              <p:cNvSpPr/>
              <p:nvPr/>
            </p:nvSpPr>
            <p:spPr>
              <a:xfrm>
                <a:off x="6468325" y="2930725"/>
                <a:ext cx="9700" cy="9675"/>
              </a:xfrm>
              <a:custGeom>
                <a:rect b="b" l="l" r="r" t="t"/>
                <a:pathLst>
                  <a:path extrusionOk="0" h="387" w="388">
                    <a:moveTo>
                      <a:pt x="195" y="0"/>
                    </a:moveTo>
                    <a:cubicBezTo>
                      <a:pt x="89" y="0"/>
                      <a:pt x="1" y="88"/>
                      <a:pt x="1" y="194"/>
                    </a:cubicBezTo>
                    <a:cubicBezTo>
                      <a:pt x="1" y="301"/>
                      <a:pt x="89" y="387"/>
                      <a:pt x="195" y="387"/>
                    </a:cubicBezTo>
                    <a:cubicBezTo>
                      <a:pt x="301" y="387"/>
                      <a:pt x="387" y="301"/>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4"/>
              <p:cNvSpPr/>
              <p:nvPr/>
            </p:nvSpPr>
            <p:spPr>
              <a:xfrm>
                <a:off x="6529425" y="2869675"/>
                <a:ext cx="9675" cy="9675"/>
              </a:xfrm>
              <a:custGeom>
                <a:rect b="b" l="l" r="r" t="t"/>
                <a:pathLst>
                  <a:path extrusionOk="0" h="387" w="387">
                    <a:moveTo>
                      <a:pt x="193" y="0"/>
                    </a:moveTo>
                    <a:cubicBezTo>
                      <a:pt x="87" y="0"/>
                      <a:pt x="0" y="87"/>
                      <a:pt x="0" y="193"/>
                    </a:cubicBezTo>
                    <a:cubicBezTo>
                      <a:pt x="0" y="300"/>
                      <a:pt x="87" y="387"/>
                      <a:pt x="193" y="387"/>
                    </a:cubicBezTo>
                    <a:cubicBezTo>
                      <a:pt x="301" y="387"/>
                      <a:pt x="387" y="300"/>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4"/>
              <p:cNvSpPr/>
              <p:nvPr/>
            </p:nvSpPr>
            <p:spPr>
              <a:xfrm>
                <a:off x="6621025" y="2778075"/>
                <a:ext cx="9675" cy="9650"/>
              </a:xfrm>
              <a:custGeom>
                <a:rect b="b" l="l" r="r" t="t"/>
                <a:pathLst>
                  <a:path extrusionOk="0" h="386" w="387">
                    <a:moveTo>
                      <a:pt x="194" y="1"/>
                    </a:moveTo>
                    <a:cubicBezTo>
                      <a:pt x="88" y="1"/>
                      <a:pt x="0" y="87"/>
                      <a:pt x="0" y="193"/>
                    </a:cubicBezTo>
                    <a:cubicBezTo>
                      <a:pt x="0" y="299"/>
                      <a:pt x="88" y="386"/>
                      <a:pt x="194" y="386"/>
                    </a:cubicBezTo>
                    <a:cubicBezTo>
                      <a:pt x="300" y="386"/>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4"/>
              <p:cNvSpPr/>
              <p:nvPr/>
            </p:nvSpPr>
            <p:spPr>
              <a:xfrm>
                <a:off x="6682100" y="2717000"/>
                <a:ext cx="9700" cy="9675"/>
              </a:xfrm>
              <a:custGeom>
                <a:rect b="b" l="l" r="r" t="t"/>
                <a:pathLst>
                  <a:path extrusionOk="0" h="387" w="388">
                    <a:moveTo>
                      <a:pt x="193" y="0"/>
                    </a:moveTo>
                    <a:cubicBezTo>
                      <a:pt x="87" y="0"/>
                      <a:pt x="1" y="86"/>
                      <a:pt x="1" y="193"/>
                    </a:cubicBezTo>
                    <a:cubicBezTo>
                      <a:pt x="1" y="300"/>
                      <a:pt x="87" y="387"/>
                      <a:pt x="193" y="387"/>
                    </a:cubicBezTo>
                    <a:cubicBezTo>
                      <a:pt x="301" y="387"/>
                      <a:pt x="387" y="300"/>
                      <a:pt x="387" y="193"/>
                    </a:cubicBezTo>
                    <a:cubicBezTo>
                      <a:pt x="387" y="86"/>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4"/>
              <p:cNvSpPr/>
              <p:nvPr/>
            </p:nvSpPr>
            <p:spPr>
              <a:xfrm>
                <a:off x="6712650" y="26864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4"/>
              <p:cNvSpPr/>
              <p:nvPr/>
            </p:nvSpPr>
            <p:spPr>
              <a:xfrm>
                <a:off x="6741575" y="2655925"/>
                <a:ext cx="12900" cy="9675"/>
              </a:xfrm>
              <a:custGeom>
                <a:rect b="b" l="l" r="r" t="t"/>
                <a:pathLst>
                  <a:path extrusionOk="0" h="387" w="516">
                    <a:moveTo>
                      <a:pt x="258" y="0"/>
                    </a:moveTo>
                    <a:cubicBezTo>
                      <a:pt x="209" y="0"/>
                      <a:pt x="159" y="19"/>
                      <a:pt x="121" y="57"/>
                    </a:cubicBezTo>
                    <a:cubicBezTo>
                      <a:pt x="0" y="178"/>
                      <a:pt x="87" y="386"/>
                      <a:pt x="258" y="386"/>
                    </a:cubicBezTo>
                    <a:cubicBezTo>
                      <a:pt x="431" y="386"/>
                      <a:pt x="516" y="178"/>
                      <a:pt x="394" y="57"/>
                    </a:cubicBezTo>
                    <a:cubicBezTo>
                      <a:pt x="356" y="19"/>
                      <a:pt x="307"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4"/>
              <p:cNvSpPr/>
              <p:nvPr/>
            </p:nvSpPr>
            <p:spPr>
              <a:xfrm>
                <a:off x="6773750" y="2625350"/>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4"/>
              <p:cNvSpPr/>
              <p:nvPr/>
            </p:nvSpPr>
            <p:spPr>
              <a:xfrm>
                <a:off x="6590525" y="2808575"/>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4"/>
              <p:cNvSpPr/>
              <p:nvPr/>
            </p:nvSpPr>
            <p:spPr>
              <a:xfrm>
                <a:off x="6465150" y="2990250"/>
                <a:ext cx="12950" cy="9700"/>
              </a:xfrm>
              <a:custGeom>
                <a:rect b="b" l="l" r="r" t="t"/>
                <a:pathLst>
                  <a:path extrusionOk="0" h="388" w="518">
                    <a:moveTo>
                      <a:pt x="259" y="0"/>
                    </a:moveTo>
                    <a:cubicBezTo>
                      <a:pt x="209" y="0"/>
                      <a:pt x="160" y="19"/>
                      <a:pt x="122" y="57"/>
                    </a:cubicBezTo>
                    <a:cubicBezTo>
                      <a:pt x="1" y="178"/>
                      <a:pt x="87" y="387"/>
                      <a:pt x="260" y="387"/>
                    </a:cubicBezTo>
                    <a:cubicBezTo>
                      <a:pt x="431" y="387"/>
                      <a:pt x="517" y="178"/>
                      <a:pt x="396" y="57"/>
                    </a:cubicBezTo>
                    <a:cubicBezTo>
                      <a:pt x="358"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4"/>
              <p:cNvSpPr/>
              <p:nvPr/>
            </p:nvSpPr>
            <p:spPr>
              <a:xfrm>
                <a:off x="6527875" y="29291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4"/>
              <p:cNvSpPr/>
              <p:nvPr/>
            </p:nvSpPr>
            <p:spPr>
              <a:xfrm>
                <a:off x="6588925" y="28681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4"/>
              <p:cNvSpPr/>
              <p:nvPr/>
            </p:nvSpPr>
            <p:spPr>
              <a:xfrm>
                <a:off x="6680550" y="2776475"/>
                <a:ext cx="9700" cy="9700"/>
              </a:xfrm>
              <a:custGeom>
                <a:rect b="b" l="l" r="r" t="t"/>
                <a:pathLst>
                  <a:path extrusionOk="0" h="388" w="388">
                    <a:moveTo>
                      <a:pt x="193" y="1"/>
                    </a:moveTo>
                    <a:cubicBezTo>
                      <a:pt x="87" y="1"/>
                      <a:pt x="1" y="87"/>
                      <a:pt x="1" y="195"/>
                    </a:cubicBezTo>
                    <a:cubicBezTo>
                      <a:pt x="1" y="301"/>
                      <a:pt x="87" y="387"/>
                      <a:pt x="193" y="387"/>
                    </a:cubicBezTo>
                    <a:cubicBezTo>
                      <a:pt x="299" y="387"/>
                      <a:pt x="387" y="301"/>
                      <a:pt x="387" y="195"/>
                    </a:cubicBezTo>
                    <a:cubicBezTo>
                      <a:pt x="387"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4"/>
              <p:cNvSpPr/>
              <p:nvPr/>
            </p:nvSpPr>
            <p:spPr>
              <a:xfrm>
                <a:off x="6436225" y="3020800"/>
                <a:ext cx="9700" cy="9650"/>
              </a:xfrm>
              <a:custGeom>
                <a:rect b="b" l="l" r="r" t="t"/>
                <a:pathLst>
                  <a:path extrusionOk="0" h="386" w="388">
                    <a:moveTo>
                      <a:pt x="195" y="1"/>
                    </a:moveTo>
                    <a:cubicBezTo>
                      <a:pt x="87" y="1"/>
                      <a:pt x="1" y="87"/>
                      <a:pt x="1" y="193"/>
                    </a:cubicBezTo>
                    <a:cubicBezTo>
                      <a:pt x="1" y="299"/>
                      <a:pt x="87" y="386"/>
                      <a:pt x="195" y="386"/>
                    </a:cubicBezTo>
                    <a:cubicBezTo>
                      <a:pt x="301" y="386"/>
                      <a:pt x="388" y="299"/>
                      <a:pt x="388" y="193"/>
                    </a:cubicBezTo>
                    <a:cubicBezTo>
                      <a:pt x="388"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4"/>
              <p:cNvSpPr/>
              <p:nvPr/>
            </p:nvSpPr>
            <p:spPr>
              <a:xfrm>
                <a:off x="6497325" y="2959700"/>
                <a:ext cx="9700" cy="9700"/>
              </a:xfrm>
              <a:custGeom>
                <a:rect b="b" l="l" r="r" t="t"/>
                <a:pathLst>
                  <a:path extrusionOk="0" h="388" w="388">
                    <a:moveTo>
                      <a:pt x="193" y="1"/>
                    </a:moveTo>
                    <a:cubicBezTo>
                      <a:pt x="87" y="1"/>
                      <a:pt x="1" y="87"/>
                      <a:pt x="1" y="194"/>
                    </a:cubicBezTo>
                    <a:cubicBezTo>
                      <a:pt x="1" y="301"/>
                      <a:pt x="87" y="388"/>
                      <a:pt x="193" y="388"/>
                    </a:cubicBezTo>
                    <a:cubicBezTo>
                      <a:pt x="301" y="388"/>
                      <a:pt x="387" y="301"/>
                      <a:pt x="387" y="194"/>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4"/>
              <p:cNvSpPr/>
              <p:nvPr/>
            </p:nvSpPr>
            <p:spPr>
              <a:xfrm>
                <a:off x="6558375" y="2898625"/>
                <a:ext cx="9700" cy="9675"/>
              </a:xfrm>
              <a:custGeom>
                <a:rect b="b" l="l" r="r" t="t"/>
                <a:pathLst>
                  <a:path extrusionOk="0" h="387" w="388">
                    <a:moveTo>
                      <a:pt x="195" y="0"/>
                    </a:moveTo>
                    <a:cubicBezTo>
                      <a:pt x="88" y="0"/>
                      <a:pt x="1" y="87"/>
                      <a:pt x="1" y="194"/>
                    </a:cubicBezTo>
                    <a:cubicBezTo>
                      <a:pt x="1" y="301"/>
                      <a:pt x="88" y="387"/>
                      <a:pt x="195" y="387"/>
                    </a:cubicBezTo>
                    <a:cubicBezTo>
                      <a:pt x="301" y="387"/>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4"/>
              <p:cNvSpPr/>
              <p:nvPr/>
            </p:nvSpPr>
            <p:spPr>
              <a:xfrm>
                <a:off x="6650000" y="28070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4"/>
              <p:cNvSpPr/>
              <p:nvPr/>
            </p:nvSpPr>
            <p:spPr>
              <a:xfrm>
                <a:off x="6709425" y="2745950"/>
                <a:ext cx="12950" cy="9675"/>
              </a:xfrm>
              <a:custGeom>
                <a:rect b="b" l="l" r="r" t="t"/>
                <a:pathLst>
                  <a:path extrusionOk="0" h="387" w="518">
                    <a:moveTo>
                      <a:pt x="260" y="1"/>
                    </a:moveTo>
                    <a:cubicBezTo>
                      <a:pt x="211" y="1"/>
                      <a:pt x="161" y="20"/>
                      <a:pt x="124" y="58"/>
                    </a:cubicBezTo>
                    <a:cubicBezTo>
                      <a:pt x="1" y="179"/>
                      <a:pt x="87" y="387"/>
                      <a:pt x="260" y="387"/>
                    </a:cubicBezTo>
                    <a:cubicBezTo>
                      <a:pt x="431" y="387"/>
                      <a:pt x="518" y="179"/>
                      <a:pt x="396" y="58"/>
                    </a:cubicBezTo>
                    <a:cubicBezTo>
                      <a:pt x="359" y="20"/>
                      <a:pt x="309"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4"/>
              <p:cNvSpPr/>
              <p:nvPr/>
            </p:nvSpPr>
            <p:spPr>
              <a:xfrm>
                <a:off x="6741600" y="2715425"/>
                <a:ext cx="9700" cy="9650"/>
              </a:xfrm>
              <a:custGeom>
                <a:rect b="b" l="l" r="r" t="t"/>
                <a:pathLst>
                  <a:path extrusionOk="0" h="386" w="388">
                    <a:moveTo>
                      <a:pt x="195" y="1"/>
                    </a:moveTo>
                    <a:cubicBezTo>
                      <a:pt x="87" y="1"/>
                      <a:pt x="1" y="87"/>
                      <a:pt x="1" y="193"/>
                    </a:cubicBezTo>
                    <a:cubicBezTo>
                      <a:pt x="1" y="299"/>
                      <a:pt x="87" y="386"/>
                      <a:pt x="195" y="386"/>
                    </a:cubicBezTo>
                    <a:cubicBezTo>
                      <a:pt x="301" y="386"/>
                      <a:pt x="387" y="299"/>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4"/>
              <p:cNvSpPr/>
              <p:nvPr/>
            </p:nvSpPr>
            <p:spPr>
              <a:xfrm>
                <a:off x="6772150" y="2684900"/>
                <a:ext cx="9700" cy="9650"/>
              </a:xfrm>
              <a:custGeom>
                <a:rect b="b" l="l" r="r" t="t"/>
                <a:pathLst>
                  <a:path extrusionOk="0" h="386" w="388">
                    <a:moveTo>
                      <a:pt x="193" y="0"/>
                    </a:moveTo>
                    <a:cubicBezTo>
                      <a:pt x="87" y="0"/>
                      <a:pt x="0" y="86"/>
                      <a:pt x="0" y="193"/>
                    </a:cubicBezTo>
                    <a:cubicBezTo>
                      <a:pt x="0" y="299"/>
                      <a:pt x="87" y="385"/>
                      <a:pt x="193" y="385"/>
                    </a:cubicBezTo>
                    <a:cubicBezTo>
                      <a:pt x="301" y="385"/>
                      <a:pt x="387" y="299"/>
                      <a:pt x="387" y="193"/>
                    </a:cubicBezTo>
                    <a:cubicBezTo>
                      <a:pt x="387" y="86"/>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4"/>
              <p:cNvSpPr/>
              <p:nvPr/>
            </p:nvSpPr>
            <p:spPr>
              <a:xfrm>
                <a:off x="6802700" y="2654350"/>
                <a:ext cx="9675" cy="9675"/>
              </a:xfrm>
              <a:custGeom>
                <a:rect b="b" l="l" r="r" t="t"/>
                <a:pathLst>
                  <a:path extrusionOk="0" h="387" w="387">
                    <a:moveTo>
                      <a:pt x="193" y="0"/>
                    </a:moveTo>
                    <a:cubicBezTo>
                      <a:pt x="87" y="0"/>
                      <a:pt x="0" y="87"/>
                      <a:pt x="0" y="193"/>
                    </a:cubicBezTo>
                    <a:cubicBezTo>
                      <a:pt x="0" y="300"/>
                      <a:pt x="87" y="387"/>
                      <a:pt x="193" y="387"/>
                    </a:cubicBezTo>
                    <a:cubicBezTo>
                      <a:pt x="300" y="387"/>
                      <a:pt x="387" y="300"/>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4"/>
              <p:cNvSpPr/>
              <p:nvPr/>
            </p:nvSpPr>
            <p:spPr>
              <a:xfrm>
                <a:off x="6617825" y="2837550"/>
                <a:ext cx="12950" cy="9700"/>
              </a:xfrm>
              <a:custGeom>
                <a:rect b="b" l="l" r="r" t="t"/>
                <a:pathLst>
                  <a:path extrusionOk="0" h="388" w="518">
                    <a:moveTo>
                      <a:pt x="259" y="1"/>
                    </a:moveTo>
                    <a:cubicBezTo>
                      <a:pt x="210" y="1"/>
                      <a:pt x="160" y="20"/>
                      <a:pt x="122" y="58"/>
                    </a:cubicBezTo>
                    <a:cubicBezTo>
                      <a:pt x="1" y="179"/>
                      <a:pt x="87" y="388"/>
                      <a:pt x="260" y="388"/>
                    </a:cubicBezTo>
                    <a:cubicBezTo>
                      <a:pt x="431" y="388"/>
                      <a:pt x="518" y="179"/>
                      <a:pt x="397" y="58"/>
                    </a:cubicBezTo>
                    <a:cubicBezTo>
                      <a:pt x="359"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4"/>
              <p:cNvSpPr/>
              <p:nvPr/>
            </p:nvSpPr>
            <p:spPr>
              <a:xfrm>
                <a:off x="6495775" y="3019200"/>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4"/>
              <p:cNvSpPr/>
              <p:nvPr/>
            </p:nvSpPr>
            <p:spPr>
              <a:xfrm>
                <a:off x="6556825" y="2958150"/>
                <a:ext cx="9675" cy="9650"/>
              </a:xfrm>
              <a:custGeom>
                <a:rect b="b" l="l" r="r" t="t"/>
                <a:pathLst>
                  <a:path extrusionOk="0" h="386" w="387">
                    <a:moveTo>
                      <a:pt x="194" y="1"/>
                    </a:moveTo>
                    <a:cubicBezTo>
                      <a:pt x="87" y="1"/>
                      <a:pt x="0" y="87"/>
                      <a:pt x="0" y="193"/>
                    </a:cubicBezTo>
                    <a:cubicBezTo>
                      <a:pt x="0" y="299"/>
                      <a:pt x="87" y="386"/>
                      <a:pt x="194" y="386"/>
                    </a:cubicBezTo>
                    <a:cubicBezTo>
                      <a:pt x="301" y="386"/>
                      <a:pt x="387" y="299"/>
                      <a:pt x="387" y="193"/>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4"/>
              <p:cNvSpPr/>
              <p:nvPr/>
            </p:nvSpPr>
            <p:spPr>
              <a:xfrm>
                <a:off x="6617900" y="2897075"/>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4"/>
              <p:cNvSpPr/>
              <p:nvPr/>
            </p:nvSpPr>
            <p:spPr>
              <a:xfrm>
                <a:off x="6707875" y="2805450"/>
                <a:ext cx="12950" cy="9675"/>
              </a:xfrm>
              <a:custGeom>
                <a:rect b="b" l="l" r="r" t="t"/>
                <a:pathLst>
                  <a:path extrusionOk="0" h="387" w="518">
                    <a:moveTo>
                      <a:pt x="259" y="1"/>
                    </a:moveTo>
                    <a:cubicBezTo>
                      <a:pt x="210" y="1"/>
                      <a:pt x="161" y="20"/>
                      <a:pt x="123" y="58"/>
                    </a:cubicBezTo>
                    <a:cubicBezTo>
                      <a:pt x="1" y="179"/>
                      <a:pt x="87" y="387"/>
                      <a:pt x="260" y="387"/>
                    </a:cubicBezTo>
                    <a:cubicBezTo>
                      <a:pt x="431" y="387"/>
                      <a:pt x="518" y="179"/>
                      <a:pt x="396" y="58"/>
                    </a:cubicBezTo>
                    <a:cubicBezTo>
                      <a:pt x="358"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4"/>
              <p:cNvSpPr/>
              <p:nvPr/>
            </p:nvSpPr>
            <p:spPr>
              <a:xfrm>
                <a:off x="6465225" y="3049750"/>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4"/>
              <p:cNvSpPr/>
              <p:nvPr/>
            </p:nvSpPr>
            <p:spPr>
              <a:xfrm>
                <a:off x="6526275" y="29886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4"/>
              <p:cNvSpPr/>
              <p:nvPr/>
            </p:nvSpPr>
            <p:spPr>
              <a:xfrm>
                <a:off x="6587375" y="2927625"/>
                <a:ext cx="9675" cy="9675"/>
              </a:xfrm>
              <a:custGeom>
                <a:rect b="b" l="l" r="r" t="t"/>
                <a:pathLst>
                  <a:path extrusionOk="0" h="387" w="387">
                    <a:moveTo>
                      <a:pt x="193" y="0"/>
                    </a:moveTo>
                    <a:cubicBezTo>
                      <a:pt x="87" y="0"/>
                      <a:pt x="0" y="86"/>
                      <a:pt x="0" y="193"/>
                    </a:cubicBezTo>
                    <a:cubicBezTo>
                      <a:pt x="0" y="300"/>
                      <a:pt x="87" y="387"/>
                      <a:pt x="193" y="387"/>
                    </a:cubicBezTo>
                    <a:cubicBezTo>
                      <a:pt x="300" y="387"/>
                      <a:pt x="387" y="300"/>
                      <a:pt x="387" y="193"/>
                    </a:cubicBezTo>
                    <a:cubicBezTo>
                      <a:pt x="387" y="86"/>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4"/>
              <p:cNvSpPr/>
              <p:nvPr/>
            </p:nvSpPr>
            <p:spPr>
              <a:xfrm>
                <a:off x="6677325" y="2836000"/>
                <a:ext cx="12950" cy="9675"/>
              </a:xfrm>
              <a:custGeom>
                <a:rect b="b" l="l" r="r" t="t"/>
                <a:pathLst>
                  <a:path extrusionOk="0" h="387" w="518">
                    <a:moveTo>
                      <a:pt x="259" y="1"/>
                    </a:moveTo>
                    <a:cubicBezTo>
                      <a:pt x="210" y="1"/>
                      <a:pt x="161" y="19"/>
                      <a:pt x="124" y="57"/>
                    </a:cubicBezTo>
                    <a:cubicBezTo>
                      <a:pt x="1" y="179"/>
                      <a:pt x="87" y="386"/>
                      <a:pt x="260" y="386"/>
                    </a:cubicBezTo>
                    <a:cubicBezTo>
                      <a:pt x="431" y="386"/>
                      <a:pt x="518" y="179"/>
                      <a:pt x="396" y="57"/>
                    </a:cubicBezTo>
                    <a:cubicBezTo>
                      <a:pt x="359" y="19"/>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4"/>
              <p:cNvSpPr/>
              <p:nvPr/>
            </p:nvSpPr>
            <p:spPr>
              <a:xfrm>
                <a:off x="6740050" y="27749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4"/>
              <p:cNvSpPr/>
              <p:nvPr/>
            </p:nvSpPr>
            <p:spPr>
              <a:xfrm>
                <a:off x="6770600" y="2744375"/>
                <a:ext cx="9675" cy="9700"/>
              </a:xfrm>
              <a:custGeom>
                <a:rect b="b" l="l" r="r" t="t"/>
                <a:pathLst>
                  <a:path extrusionOk="0" h="388" w="387">
                    <a:moveTo>
                      <a:pt x="193" y="1"/>
                    </a:moveTo>
                    <a:cubicBezTo>
                      <a:pt x="87" y="1"/>
                      <a:pt x="0" y="87"/>
                      <a:pt x="0" y="193"/>
                    </a:cubicBezTo>
                    <a:cubicBezTo>
                      <a:pt x="0" y="301"/>
                      <a:pt x="87" y="388"/>
                      <a:pt x="193" y="388"/>
                    </a:cubicBezTo>
                    <a:cubicBezTo>
                      <a:pt x="299" y="388"/>
                      <a:pt x="387" y="301"/>
                      <a:pt x="387" y="193"/>
                    </a:cubicBezTo>
                    <a:cubicBezTo>
                      <a:pt x="387"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4"/>
              <p:cNvSpPr/>
              <p:nvPr/>
            </p:nvSpPr>
            <p:spPr>
              <a:xfrm>
                <a:off x="6801150" y="2713850"/>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4"/>
              <p:cNvSpPr/>
              <p:nvPr/>
            </p:nvSpPr>
            <p:spPr>
              <a:xfrm>
                <a:off x="6831650" y="2683325"/>
                <a:ext cx="9675" cy="9650"/>
              </a:xfrm>
              <a:custGeom>
                <a:rect b="b" l="l" r="r" t="t"/>
                <a:pathLst>
                  <a:path extrusionOk="0" h="386" w="387">
                    <a:moveTo>
                      <a:pt x="194" y="1"/>
                    </a:moveTo>
                    <a:cubicBezTo>
                      <a:pt x="87" y="1"/>
                      <a:pt x="0" y="87"/>
                      <a:pt x="0" y="193"/>
                    </a:cubicBezTo>
                    <a:cubicBezTo>
                      <a:pt x="0" y="300"/>
                      <a:pt x="87" y="386"/>
                      <a:pt x="194" y="386"/>
                    </a:cubicBezTo>
                    <a:cubicBezTo>
                      <a:pt x="301" y="386"/>
                      <a:pt x="387" y="300"/>
                      <a:pt x="387" y="193"/>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4"/>
              <p:cNvSpPr/>
              <p:nvPr/>
            </p:nvSpPr>
            <p:spPr>
              <a:xfrm>
                <a:off x="6648450" y="286652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4"/>
              <p:cNvSpPr/>
              <p:nvPr/>
            </p:nvSpPr>
            <p:spPr>
              <a:xfrm>
                <a:off x="6524725" y="3048200"/>
                <a:ext cx="9700" cy="9650"/>
              </a:xfrm>
              <a:custGeom>
                <a:rect b="b" l="l" r="r" t="t"/>
                <a:pathLst>
                  <a:path extrusionOk="0" h="386" w="388">
                    <a:moveTo>
                      <a:pt x="193" y="0"/>
                    </a:moveTo>
                    <a:cubicBezTo>
                      <a:pt x="87" y="0"/>
                      <a:pt x="0" y="87"/>
                      <a:pt x="0" y="193"/>
                    </a:cubicBezTo>
                    <a:cubicBezTo>
                      <a:pt x="0" y="299"/>
                      <a:pt x="87" y="386"/>
                      <a:pt x="193" y="386"/>
                    </a:cubicBezTo>
                    <a:cubicBezTo>
                      <a:pt x="301" y="386"/>
                      <a:pt x="387" y="299"/>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4"/>
              <p:cNvSpPr/>
              <p:nvPr/>
            </p:nvSpPr>
            <p:spPr>
              <a:xfrm>
                <a:off x="6585825" y="2987100"/>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4"/>
              <p:cNvSpPr/>
              <p:nvPr/>
            </p:nvSpPr>
            <p:spPr>
              <a:xfrm>
                <a:off x="6646875" y="2926050"/>
                <a:ext cx="9675" cy="9650"/>
              </a:xfrm>
              <a:custGeom>
                <a:rect b="b" l="l" r="r" t="t"/>
                <a:pathLst>
                  <a:path extrusionOk="0" h="386" w="387">
                    <a:moveTo>
                      <a:pt x="194" y="1"/>
                    </a:moveTo>
                    <a:cubicBezTo>
                      <a:pt x="86" y="1"/>
                      <a:pt x="0" y="87"/>
                      <a:pt x="0" y="193"/>
                    </a:cubicBezTo>
                    <a:cubicBezTo>
                      <a:pt x="0" y="300"/>
                      <a:pt x="86" y="386"/>
                      <a:pt x="194" y="386"/>
                    </a:cubicBezTo>
                    <a:cubicBezTo>
                      <a:pt x="300" y="386"/>
                      <a:pt x="387" y="300"/>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4"/>
              <p:cNvSpPr/>
              <p:nvPr/>
            </p:nvSpPr>
            <p:spPr>
              <a:xfrm>
                <a:off x="6736875" y="2834425"/>
                <a:ext cx="12900" cy="9700"/>
              </a:xfrm>
              <a:custGeom>
                <a:rect b="b" l="l" r="r" t="t"/>
                <a:pathLst>
                  <a:path extrusionOk="0" h="388" w="516">
                    <a:moveTo>
                      <a:pt x="258" y="1"/>
                    </a:moveTo>
                    <a:cubicBezTo>
                      <a:pt x="209" y="1"/>
                      <a:pt x="159" y="20"/>
                      <a:pt x="122" y="57"/>
                    </a:cubicBezTo>
                    <a:cubicBezTo>
                      <a:pt x="0" y="179"/>
                      <a:pt x="87" y="387"/>
                      <a:pt x="258" y="387"/>
                    </a:cubicBezTo>
                    <a:cubicBezTo>
                      <a:pt x="431" y="387"/>
                      <a:pt x="516" y="179"/>
                      <a:pt x="394" y="57"/>
                    </a:cubicBezTo>
                    <a:cubicBezTo>
                      <a:pt x="356" y="20"/>
                      <a:pt x="307" y="1"/>
                      <a:pt x="25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4"/>
              <p:cNvSpPr/>
              <p:nvPr/>
            </p:nvSpPr>
            <p:spPr>
              <a:xfrm>
                <a:off x="6494175" y="3078700"/>
                <a:ext cx="9700" cy="9700"/>
              </a:xfrm>
              <a:custGeom>
                <a:rect b="b" l="l" r="r" t="t"/>
                <a:pathLst>
                  <a:path extrusionOk="0" h="388" w="388">
                    <a:moveTo>
                      <a:pt x="195" y="1"/>
                    </a:moveTo>
                    <a:cubicBezTo>
                      <a:pt x="87" y="1"/>
                      <a:pt x="1" y="89"/>
                      <a:pt x="1" y="195"/>
                    </a:cubicBezTo>
                    <a:cubicBezTo>
                      <a:pt x="1" y="301"/>
                      <a:pt x="87" y="387"/>
                      <a:pt x="195" y="387"/>
                    </a:cubicBezTo>
                    <a:cubicBezTo>
                      <a:pt x="301" y="387"/>
                      <a:pt x="387" y="301"/>
                      <a:pt x="387" y="195"/>
                    </a:cubicBezTo>
                    <a:cubicBezTo>
                      <a:pt x="387" y="89"/>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4"/>
              <p:cNvSpPr/>
              <p:nvPr/>
            </p:nvSpPr>
            <p:spPr>
              <a:xfrm>
                <a:off x="6555275" y="3017650"/>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4"/>
              <p:cNvSpPr/>
              <p:nvPr/>
            </p:nvSpPr>
            <p:spPr>
              <a:xfrm>
                <a:off x="6616350" y="29565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4"/>
              <p:cNvSpPr/>
              <p:nvPr/>
            </p:nvSpPr>
            <p:spPr>
              <a:xfrm>
                <a:off x="6707950" y="2864975"/>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4"/>
              <p:cNvSpPr/>
              <p:nvPr/>
            </p:nvSpPr>
            <p:spPr>
              <a:xfrm>
                <a:off x="6769050" y="2803875"/>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4"/>
              <p:cNvSpPr/>
              <p:nvPr/>
            </p:nvSpPr>
            <p:spPr>
              <a:xfrm>
                <a:off x="6797925" y="2773350"/>
                <a:ext cx="12950" cy="9675"/>
              </a:xfrm>
              <a:custGeom>
                <a:rect b="b" l="l" r="r" t="t"/>
                <a:pathLst>
                  <a:path extrusionOk="0" h="387" w="518">
                    <a:moveTo>
                      <a:pt x="259" y="1"/>
                    </a:moveTo>
                    <a:cubicBezTo>
                      <a:pt x="209" y="1"/>
                      <a:pt x="160" y="20"/>
                      <a:pt x="123" y="58"/>
                    </a:cubicBezTo>
                    <a:cubicBezTo>
                      <a:pt x="0" y="179"/>
                      <a:pt x="87" y="387"/>
                      <a:pt x="259" y="387"/>
                    </a:cubicBezTo>
                    <a:cubicBezTo>
                      <a:pt x="431" y="387"/>
                      <a:pt x="517" y="179"/>
                      <a:pt x="396" y="58"/>
                    </a:cubicBezTo>
                    <a:cubicBezTo>
                      <a:pt x="358" y="20"/>
                      <a:pt x="308"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4"/>
              <p:cNvSpPr/>
              <p:nvPr/>
            </p:nvSpPr>
            <p:spPr>
              <a:xfrm>
                <a:off x="6830100" y="2742825"/>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4"/>
              <p:cNvSpPr/>
              <p:nvPr/>
            </p:nvSpPr>
            <p:spPr>
              <a:xfrm>
                <a:off x="6860650" y="2712300"/>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4"/>
              <p:cNvSpPr/>
              <p:nvPr/>
            </p:nvSpPr>
            <p:spPr>
              <a:xfrm>
                <a:off x="6677400" y="2895525"/>
                <a:ext cx="9700" cy="9675"/>
              </a:xfrm>
              <a:custGeom>
                <a:rect b="b" l="l" r="r" t="t"/>
                <a:pathLst>
                  <a:path extrusionOk="0" h="387" w="388">
                    <a:moveTo>
                      <a:pt x="193" y="0"/>
                    </a:moveTo>
                    <a:cubicBezTo>
                      <a:pt x="87" y="0"/>
                      <a:pt x="1" y="87"/>
                      <a:pt x="1" y="193"/>
                    </a:cubicBezTo>
                    <a:cubicBezTo>
                      <a:pt x="1" y="299"/>
                      <a:pt x="87" y="387"/>
                      <a:pt x="193" y="387"/>
                    </a:cubicBezTo>
                    <a:cubicBezTo>
                      <a:pt x="301" y="387"/>
                      <a:pt x="387" y="299"/>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4"/>
              <p:cNvSpPr/>
              <p:nvPr/>
            </p:nvSpPr>
            <p:spPr>
              <a:xfrm>
                <a:off x="6552050" y="3077175"/>
                <a:ext cx="12950" cy="9675"/>
              </a:xfrm>
              <a:custGeom>
                <a:rect b="b" l="l" r="r" t="t"/>
                <a:pathLst>
                  <a:path extrusionOk="0" h="387" w="518">
                    <a:moveTo>
                      <a:pt x="260" y="0"/>
                    </a:moveTo>
                    <a:cubicBezTo>
                      <a:pt x="210" y="0"/>
                      <a:pt x="161" y="19"/>
                      <a:pt x="123" y="57"/>
                    </a:cubicBezTo>
                    <a:cubicBezTo>
                      <a:pt x="0" y="178"/>
                      <a:pt x="87" y="386"/>
                      <a:pt x="260" y="386"/>
                    </a:cubicBezTo>
                    <a:cubicBezTo>
                      <a:pt x="431" y="386"/>
                      <a:pt x="517" y="178"/>
                      <a:pt x="396" y="57"/>
                    </a:cubicBezTo>
                    <a:cubicBezTo>
                      <a:pt x="358" y="19"/>
                      <a:pt x="309"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4"/>
              <p:cNvSpPr/>
              <p:nvPr/>
            </p:nvSpPr>
            <p:spPr>
              <a:xfrm>
                <a:off x="6614775" y="3016100"/>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4"/>
              <p:cNvSpPr/>
              <p:nvPr/>
            </p:nvSpPr>
            <p:spPr>
              <a:xfrm>
                <a:off x="6675850" y="2955025"/>
                <a:ext cx="9700" cy="9675"/>
              </a:xfrm>
              <a:custGeom>
                <a:rect b="b" l="l" r="r" t="t"/>
                <a:pathLst>
                  <a:path extrusionOk="0" h="387" w="388">
                    <a:moveTo>
                      <a:pt x="193" y="0"/>
                    </a:moveTo>
                    <a:cubicBezTo>
                      <a:pt x="87" y="0"/>
                      <a:pt x="1" y="86"/>
                      <a:pt x="1" y="193"/>
                    </a:cubicBezTo>
                    <a:cubicBezTo>
                      <a:pt x="1" y="300"/>
                      <a:pt x="87" y="387"/>
                      <a:pt x="193" y="387"/>
                    </a:cubicBezTo>
                    <a:cubicBezTo>
                      <a:pt x="299" y="387"/>
                      <a:pt x="387" y="300"/>
                      <a:pt x="387" y="193"/>
                    </a:cubicBezTo>
                    <a:cubicBezTo>
                      <a:pt x="387" y="86"/>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4"/>
              <p:cNvSpPr/>
              <p:nvPr/>
            </p:nvSpPr>
            <p:spPr>
              <a:xfrm>
                <a:off x="6767450" y="2863425"/>
                <a:ext cx="9700" cy="9650"/>
              </a:xfrm>
              <a:custGeom>
                <a:rect b="b" l="l" r="r" t="t"/>
                <a:pathLst>
                  <a:path extrusionOk="0" h="386" w="388">
                    <a:moveTo>
                      <a:pt x="193" y="0"/>
                    </a:moveTo>
                    <a:cubicBezTo>
                      <a:pt x="87" y="0"/>
                      <a:pt x="1" y="87"/>
                      <a:pt x="1" y="193"/>
                    </a:cubicBezTo>
                    <a:cubicBezTo>
                      <a:pt x="1" y="299"/>
                      <a:pt x="87" y="385"/>
                      <a:pt x="193" y="385"/>
                    </a:cubicBezTo>
                    <a:cubicBezTo>
                      <a:pt x="301" y="385"/>
                      <a:pt x="387" y="299"/>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4"/>
              <p:cNvSpPr/>
              <p:nvPr/>
            </p:nvSpPr>
            <p:spPr>
              <a:xfrm>
                <a:off x="6523175" y="3107700"/>
                <a:ext cx="9650" cy="9675"/>
              </a:xfrm>
              <a:custGeom>
                <a:rect b="b" l="l" r="r" t="t"/>
                <a:pathLst>
                  <a:path extrusionOk="0" h="387"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4"/>
              <p:cNvSpPr/>
              <p:nvPr/>
            </p:nvSpPr>
            <p:spPr>
              <a:xfrm>
                <a:off x="6584225" y="304660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4"/>
              <p:cNvSpPr/>
              <p:nvPr/>
            </p:nvSpPr>
            <p:spPr>
              <a:xfrm>
                <a:off x="6645300" y="298555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4"/>
              <p:cNvSpPr/>
              <p:nvPr/>
            </p:nvSpPr>
            <p:spPr>
              <a:xfrm>
                <a:off x="6736900" y="2893925"/>
                <a:ext cx="9700" cy="9700"/>
              </a:xfrm>
              <a:custGeom>
                <a:rect b="b" l="l" r="r" t="t"/>
                <a:pathLst>
                  <a:path extrusionOk="0" h="388" w="388">
                    <a:moveTo>
                      <a:pt x="195" y="0"/>
                    </a:moveTo>
                    <a:cubicBezTo>
                      <a:pt x="87" y="0"/>
                      <a:pt x="1" y="87"/>
                      <a:pt x="1" y="195"/>
                    </a:cubicBezTo>
                    <a:cubicBezTo>
                      <a:pt x="1" y="301"/>
                      <a:pt x="87" y="387"/>
                      <a:pt x="195" y="387"/>
                    </a:cubicBezTo>
                    <a:cubicBezTo>
                      <a:pt x="301" y="387"/>
                      <a:pt x="387" y="301"/>
                      <a:pt x="387" y="195"/>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4"/>
              <p:cNvSpPr/>
              <p:nvPr/>
            </p:nvSpPr>
            <p:spPr>
              <a:xfrm>
                <a:off x="6798000" y="2832875"/>
                <a:ext cx="9675" cy="9650"/>
              </a:xfrm>
              <a:custGeom>
                <a:rect b="b" l="l" r="r" t="t"/>
                <a:pathLst>
                  <a:path extrusionOk="0" h="386" w="387">
                    <a:moveTo>
                      <a:pt x="193" y="0"/>
                    </a:moveTo>
                    <a:cubicBezTo>
                      <a:pt x="87" y="0"/>
                      <a:pt x="0" y="87"/>
                      <a:pt x="0" y="193"/>
                    </a:cubicBezTo>
                    <a:cubicBezTo>
                      <a:pt x="0" y="299"/>
                      <a:pt x="87" y="385"/>
                      <a:pt x="193" y="385"/>
                    </a:cubicBezTo>
                    <a:cubicBezTo>
                      <a:pt x="300" y="385"/>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4"/>
              <p:cNvSpPr/>
              <p:nvPr/>
            </p:nvSpPr>
            <p:spPr>
              <a:xfrm>
                <a:off x="6828550" y="2802325"/>
                <a:ext cx="9675" cy="9700"/>
              </a:xfrm>
              <a:custGeom>
                <a:rect b="b" l="l" r="r" t="t"/>
                <a:pathLst>
                  <a:path extrusionOk="0" h="388" w="387">
                    <a:moveTo>
                      <a:pt x="193" y="1"/>
                    </a:moveTo>
                    <a:cubicBezTo>
                      <a:pt x="86" y="1"/>
                      <a:pt x="0" y="87"/>
                      <a:pt x="0" y="193"/>
                    </a:cubicBezTo>
                    <a:cubicBezTo>
                      <a:pt x="0" y="301"/>
                      <a:pt x="86" y="387"/>
                      <a:pt x="193" y="387"/>
                    </a:cubicBezTo>
                    <a:cubicBezTo>
                      <a:pt x="299" y="387"/>
                      <a:pt x="387" y="301"/>
                      <a:pt x="387" y="193"/>
                    </a:cubicBezTo>
                    <a:cubicBezTo>
                      <a:pt x="387"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4"/>
              <p:cNvSpPr/>
              <p:nvPr/>
            </p:nvSpPr>
            <p:spPr>
              <a:xfrm>
                <a:off x="6859075" y="277177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4"/>
              <p:cNvSpPr/>
              <p:nvPr/>
            </p:nvSpPr>
            <p:spPr>
              <a:xfrm>
                <a:off x="6887950" y="2741250"/>
                <a:ext cx="12950" cy="9675"/>
              </a:xfrm>
              <a:custGeom>
                <a:rect b="b" l="l" r="r" t="t"/>
                <a:pathLst>
                  <a:path extrusionOk="0" h="387" w="518">
                    <a:moveTo>
                      <a:pt x="260" y="1"/>
                    </a:moveTo>
                    <a:cubicBezTo>
                      <a:pt x="210" y="1"/>
                      <a:pt x="161" y="20"/>
                      <a:pt x="124" y="58"/>
                    </a:cubicBezTo>
                    <a:cubicBezTo>
                      <a:pt x="1" y="179"/>
                      <a:pt x="87" y="387"/>
                      <a:pt x="260" y="387"/>
                    </a:cubicBezTo>
                    <a:cubicBezTo>
                      <a:pt x="431" y="387"/>
                      <a:pt x="518" y="179"/>
                      <a:pt x="397" y="58"/>
                    </a:cubicBezTo>
                    <a:cubicBezTo>
                      <a:pt x="359" y="20"/>
                      <a:pt x="309"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4"/>
              <p:cNvSpPr/>
              <p:nvPr/>
            </p:nvSpPr>
            <p:spPr>
              <a:xfrm>
                <a:off x="6704775" y="2924500"/>
                <a:ext cx="12900" cy="9650"/>
              </a:xfrm>
              <a:custGeom>
                <a:rect b="b" l="l" r="r" t="t"/>
                <a:pathLst>
                  <a:path extrusionOk="0" h="386" w="516">
                    <a:moveTo>
                      <a:pt x="258" y="0"/>
                    </a:moveTo>
                    <a:cubicBezTo>
                      <a:pt x="209" y="0"/>
                      <a:pt x="159" y="19"/>
                      <a:pt x="122" y="57"/>
                    </a:cubicBezTo>
                    <a:cubicBezTo>
                      <a:pt x="0" y="178"/>
                      <a:pt x="85" y="386"/>
                      <a:pt x="258" y="386"/>
                    </a:cubicBezTo>
                    <a:cubicBezTo>
                      <a:pt x="429" y="386"/>
                      <a:pt x="516" y="178"/>
                      <a:pt x="394" y="57"/>
                    </a:cubicBezTo>
                    <a:cubicBezTo>
                      <a:pt x="357" y="19"/>
                      <a:pt x="307"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4"/>
              <p:cNvSpPr/>
              <p:nvPr/>
            </p:nvSpPr>
            <p:spPr>
              <a:xfrm>
                <a:off x="6582675" y="3106150"/>
                <a:ext cx="9675" cy="9675"/>
              </a:xfrm>
              <a:custGeom>
                <a:rect b="b" l="l" r="r" t="t"/>
                <a:pathLst>
                  <a:path extrusionOk="0" h="387" w="387">
                    <a:moveTo>
                      <a:pt x="193" y="0"/>
                    </a:moveTo>
                    <a:cubicBezTo>
                      <a:pt x="87" y="0"/>
                      <a:pt x="0" y="87"/>
                      <a:pt x="0" y="193"/>
                    </a:cubicBezTo>
                    <a:cubicBezTo>
                      <a:pt x="0" y="299"/>
                      <a:pt x="87" y="387"/>
                      <a:pt x="193" y="387"/>
                    </a:cubicBezTo>
                    <a:cubicBezTo>
                      <a:pt x="300" y="387"/>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4"/>
              <p:cNvSpPr/>
              <p:nvPr/>
            </p:nvSpPr>
            <p:spPr>
              <a:xfrm>
                <a:off x="6642125" y="3045075"/>
                <a:ext cx="12900" cy="9675"/>
              </a:xfrm>
              <a:custGeom>
                <a:rect b="b" l="l" r="r" t="t"/>
                <a:pathLst>
                  <a:path extrusionOk="0" h="387" w="516">
                    <a:moveTo>
                      <a:pt x="258" y="0"/>
                    </a:moveTo>
                    <a:cubicBezTo>
                      <a:pt x="209" y="0"/>
                      <a:pt x="160" y="19"/>
                      <a:pt x="122" y="56"/>
                    </a:cubicBezTo>
                    <a:cubicBezTo>
                      <a:pt x="1" y="179"/>
                      <a:pt x="85" y="386"/>
                      <a:pt x="258" y="386"/>
                    </a:cubicBezTo>
                    <a:cubicBezTo>
                      <a:pt x="430" y="386"/>
                      <a:pt x="516" y="179"/>
                      <a:pt x="395" y="56"/>
                    </a:cubicBezTo>
                    <a:cubicBezTo>
                      <a:pt x="357" y="19"/>
                      <a:pt x="308"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4"/>
              <p:cNvSpPr/>
              <p:nvPr/>
            </p:nvSpPr>
            <p:spPr>
              <a:xfrm>
                <a:off x="6704800" y="29839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4"/>
              <p:cNvSpPr/>
              <p:nvPr/>
            </p:nvSpPr>
            <p:spPr>
              <a:xfrm>
                <a:off x="6796450" y="28923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4"/>
              <p:cNvSpPr/>
              <p:nvPr/>
            </p:nvSpPr>
            <p:spPr>
              <a:xfrm>
                <a:off x="6552125" y="3136675"/>
                <a:ext cx="9675" cy="9675"/>
              </a:xfrm>
              <a:custGeom>
                <a:rect b="b" l="l" r="r" t="t"/>
                <a:pathLst>
                  <a:path extrusionOk="0" h="387" w="387">
                    <a:moveTo>
                      <a:pt x="194" y="1"/>
                    </a:moveTo>
                    <a:cubicBezTo>
                      <a:pt x="87" y="1"/>
                      <a:pt x="0" y="87"/>
                      <a:pt x="0" y="194"/>
                    </a:cubicBezTo>
                    <a:cubicBezTo>
                      <a:pt x="0" y="300"/>
                      <a:pt x="87" y="386"/>
                      <a:pt x="194" y="386"/>
                    </a:cubicBezTo>
                    <a:cubicBezTo>
                      <a:pt x="301" y="386"/>
                      <a:pt x="387" y="300"/>
                      <a:pt x="387" y="194"/>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4"/>
              <p:cNvSpPr/>
              <p:nvPr/>
            </p:nvSpPr>
            <p:spPr>
              <a:xfrm>
                <a:off x="6613225" y="3075600"/>
                <a:ext cx="9650" cy="9675"/>
              </a:xfrm>
              <a:custGeom>
                <a:rect b="b" l="l" r="r" t="t"/>
                <a:pathLst>
                  <a:path extrusionOk="0" h="387" w="386">
                    <a:moveTo>
                      <a:pt x="193" y="0"/>
                    </a:moveTo>
                    <a:cubicBezTo>
                      <a:pt x="86" y="0"/>
                      <a:pt x="0" y="87"/>
                      <a:pt x="0" y="193"/>
                    </a:cubicBezTo>
                    <a:cubicBezTo>
                      <a:pt x="0" y="301"/>
                      <a:pt x="86" y="387"/>
                      <a:pt x="193" y="387"/>
                    </a:cubicBezTo>
                    <a:cubicBezTo>
                      <a:pt x="299" y="387"/>
                      <a:pt x="385" y="301"/>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4"/>
              <p:cNvSpPr/>
              <p:nvPr/>
            </p:nvSpPr>
            <p:spPr>
              <a:xfrm>
                <a:off x="6672625" y="3014525"/>
                <a:ext cx="12950" cy="9675"/>
              </a:xfrm>
              <a:custGeom>
                <a:rect b="b" l="l" r="r" t="t"/>
                <a:pathLst>
                  <a:path extrusionOk="0" h="387" w="518">
                    <a:moveTo>
                      <a:pt x="260" y="1"/>
                    </a:moveTo>
                    <a:cubicBezTo>
                      <a:pt x="210" y="1"/>
                      <a:pt x="161" y="20"/>
                      <a:pt x="124" y="58"/>
                    </a:cubicBezTo>
                    <a:cubicBezTo>
                      <a:pt x="1" y="179"/>
                      <a:pt x="87" y="386"/>
                      <a:pt x="260" y="386"/>
                    </a:cubicBezTo>
                    <a:cubicBezTo>
                      <a:pt x="431" y="386"/>
                      <a:pt x="518" y="179"/>
                      <a:pt x="397" y="58"/>
                    </a:cubicBezTo>
                    <a:cubicBezTo>
                      <a:pt x="359" y="20"/>
                      <a:pt x="309"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4"/>
              <p:cNvSpPr/>
              <p:nvPr/>
            </p:nvSpPr>
            <p:spPr>
              <a:xfrm>
                <a:off x="6765900" y="2922925"/>
                <a:ext cx="9675" cy="9675"/>
              </a:xfrm>
              <a:custGeom>
                <a:rect b="b" l="l" r="r" t="t"/>
                <a:pathLst>
                  <a:path extrusionOk="0" h="387" w="387">
                    <a:moveTo>
                      <a:pt x="193" y="0"/>
                    </a:moveTo>
                    <a:cubicBezTo>
                      <a:pt x="87" y="0"/>
                      <a:pt x="0" y="87"/>
                      <a:pt x="0" y="193"/>
                    </a:cubicBezTo>
                    <a:cubicBezTo>
                      <a:pt x="0" y="300"/>
                      <a:pt x="87" y="387"/>
                      <a:pt x="193" y="387"/>
                    </a:cubicBezTo>
                    <a:cubicBezTo>
                      <a:pt x="299" y="387"/>
                      <a:pt x="387" y="300"/>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4"/>
              <p:cNvSpPr/>
              <p:nvPr/>
            </p:nvSpPr>
            <p:spPr>
              <a:xfrm>
                <a:off x="6826950" y="2861825"/>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4"/>
              <p:cNvSpPr/>
              <p:nvPr/>
            </p:nvSpPr>
            <p:spPr>
              <a:xfrm>
                <a:off x="6857500" y="28313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4"/>
              <p:cNvSpPr/>
              <p:nvPr/>
            </p:nvSpPr>
            <p:spPr>
              <a:xfrm>
                <a:off x="6888025" y="2800775"/>
                <a:ext cx="9700" cy="9650"/>
              </a:xfrm>
              <a:custGeom>
                <a:rect b="b" l="l" r="r" t="t"/>
                <a:pathLst>
                  <a:path extrusionOk="0" h="386" w="388">
                    <a:moveTo>
                      <a:pt x="193" y="1"/>
                    </a:moveTo>
                    <a:cubicBezTo>
                      <a:pt x="87" y="1"/>
                      <a:pt x="1" y="87"/>
                      <a:pt x="1" y="193"/>
                    </a:cubicBezTo>
                    <a:cubicBezTo>
                      <a:pt x="1" y="299"/>
                      <a:pt x="87" y="386"/>
                      <a:pt x="193" y="386"/>
                    </a:cubicBezTo>
                    <a:cubicBezTo>
                      <a:pt x="301" y="386"/>
                      <a:pt x="388" y="299"/>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4"/>
              <p:cNvSpPr/>
              <p:nvPr/>
            </p:nvSpPr>
            <p:spPr>
              <a:xfrm>
                <a:off x="6916950" y="2770225"/>
                <a:ext cx="12900" cy="9700"/>
              </a:xfrm>
              <a:custGeom>
                <a:rect b="b" l="l" r="r" t="t"/>
                <a:pathLst>
                  <a:path extrusionOk="0" h="388" w="516">
                    <a:moveTo>
                      <a:pt x="258" y="0"/>
                    </a:moveTo>
                    <a:cubicBezTo>
                      <a:pt x="209" y="0"/>
                      <a:pt x="160" y="19"/>
                      <a:pt x="122" y="57"/>
                    </a:cubicBezTo>
                    <a:cubicBezTo>
                      <a:pt x="1" y="178"/>
                      <a:pt x="85" y="387"/>
                      <a:pt x="258" y="387"/>
                    </a:cubicBezTo>
                    <a:cubicBezTo>
                      <a:pt x="430" y="387"/>
                      <a:pt x="516" y="178"/>
                      <a:pt x="395" y="57"/>
                    </a:cubicBezTo>
                    <a:cubicBezTo>
                      <a:pt x="357" y="19"/>
                      <a:pt x="308"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4"/>
              <p:cNvSpPr/>
              <p:nvPr/>
            </p:nvSpPr>
            <p:spPr>
              <a:xfrm>
                <a:off x="6735350" y="2953450"/>
                <a:ext cx="9700" cy="9650"/>
              </a:xfrm>
              <a:custGeom>
                <a:rect b="b" l="l" r="r" t="t"/>
                <a:pathLst>
                  <a:path extrusionOk="0" h="386" w="388">
                    <a:moveTo>
                      <a:pt x="193" y="1"/>
                    </a:moveTo>
                    <a:cubicBezTo>
                      <a:pt x="87" y="1"/>
                      <a:pt x="1" y="87"/>
                      <a:pt x="1" y="193"/>
                    </a:cubicBezTo>
                    <a:cubicBezTo>
                      <a:pt x="1" y="300"/>
                      <a:pt x="87" y="386"/>
                      <a:pt x="193" y="386"/>
                    </a:cubicBezTo>
                    <a:cubicBezTo>
                      <a:pt x="301" y="386"/>
                      <a:pt x="387" y="300"/>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4"/>
              <p:cNvSpPr/>
              <p:nvPr/>
            </p:nvSpPr>
            <p:spPr>
              <a:xfrm>
                <a:off x="6611650" y="3135100"/>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4"/>
              <p:cNvSpPr/>
              <p:nvPr/>
            </p:nvSpPr>
            <p:spPr>
              <a:xfrm>
                <a:off x="6672700" y="3074000"/>
                <a:ext cx="9700" cy="9700"/>
              </a:xfrm>
              <a:custGeom>
                <a:rect b="b" l="l" r="r" t="t"/>
                <a:pathLst>
                  <a:path extrusionOk="0" h="388" w="388">
                    <a:moveTo>
                      <a:pt x="193" y="1"/>
                    </a:moveTo>
                    <a:cubicBezTo>
                      <a:pt x="87" y="1"/>
                      <a:pt x="1" y="89"/>
                      <a:pt x="1" y="195"/>
                    </a:cubicBezTo>
                    <a:cubicBezTo>
                      <a:pt x="1" y="301"/>
                      <a:pt x="87" y="387"/>
                      <a:pt x="193" y="387"/>
                    </a:cubicBezTo>
                    <a:cubicBezTo>
                      <a:pt x="301" y="387"/>
                      <a:pt x="387" y="301"/>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4"/>
              <p:cNvSpPr/>
              <p:nvPr/>
            </p:nvSpPr>
            <p:spPr>
              <a:xfrm>
                <a:off x="6732175" y="3012975"/>
                <a:ext cx="12900" cy="9675"/>
              </a:xfrm>
              <a:custGeom>
                <a:rect b="b" l="l" r="r" t="t"/>
                <a:pathLst>
                  <a:path extrusionOk="0" h="387" w="516">
                    <a:moveTo>
                      <a:pt x="258" y="0"/>
                    </a:moveTo>
                    <a:cubicBezTo>
                      <a:pt x="209" y="0"/>
                      <a:pt x="159" y="19"/>
                      <a:pt x="122" y="56"/>
                    </a:cubicBezTo>
                    <a:cubicBezTo>
                      <a:pt x="0" y="177"/>
                      <a:pt x="87" y="386"/>
                      <a:pt x="258" y="386"/>
                    </a:cubicBezTo>
                    <a:cubicBezTo>
                      <a:pt x="431" y="386"/>
                      <a:pt x="516" y="177"/>
                      <a:pt x="394" y="56"/>
                    </a:cubicBezTo>
                    <a:cubicBezTo>
                      <a:pt x="356" y="19"/>
                      <a:pt x="307"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4"/>
              <p:cNvSpPr/>
              <p:nvPr/>
            </p:nvSpPr>
            <p:spPr>
              <a:xfrm>
                <a:off x="6825400" y="2921350"/>
                <a:ext cx="9675" cy="9650"/>
              </a:xfrm>
              <a:custGeom>
                <a:rect b="b" l="l" r="r" t="t"/>
                <a:pathLst>
                  <a:path extrusionOk="0" h="386" w="387">
                    <a:moveTo>
                      <a:pt x="194" y="1"/>
                    </a:moveTo>
                    <a:cubicBezTo>
                      <a:pt x="87" y="1"/>
                      <a:pt x="0" y="87"/>
                      <a:pt x="0" y="193"/>
                    </a:cubicBezTo>
                    <a:cubicBezTo>
                      <a:pt x="0" y="300"/>
                      <a:pt x="87" y="386"/>
                      <a:pt x="194" y="386"/>
                    </a:cubicBezTo>
                    <a:cubicBezTo>
                      <a:pt x="300" y="386"/>
                      <a:pt x="387" y="300"/>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4"/>
              <p:cNvSpPr/>
              <p:nvPr/>
            </p:nvSpPr>
            <p:spPr>
              <a:xfrm>
                <a:off x="6581125" y="3165650"/>
                <a:ext cx="9650" cy="9675"/>
              </a:xfrm>
              <a:custGeom>
                <a:rect b="b" l="l" r="r" t="t"/>
                <a:pathLst>
                  <a:path extrusionOk="0" h="387" w="386">
                    <a:moveTo>
                      <a:pt x="193" y="0"/>
                    </a:moveTo>
                    <a:cubicBezTo>
                      <a:pt x="86" y="0"/>
                      <a:pt x="0" y="86"/>
                      <a:pt x="0" y="193"/>
                    </a:cubicBezTo>
                    <a:cubicBezTo>
                      <a:pt x="0" y="300"/>
                      <a:pt x="86" y="387"/>
                      <a:pt x="193" y="387"/>
                    </a:cubicBezTo>
                    <a:cubicBezTo>
                      <a:pt x="299" y="387"/>
                      <a:pt x="385" y="300"/>
                      <a:pt x="385" y="193"/>
                    </a:cubicBezTo>
                    <a:cubicBezTo>
                      <a:pt x="385" y="86"/>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4"/>
              <p:cNvSpPr/>
              <p:nvPr/>
            </p:nvSpPr>
            <p:spPr>
              <a:xfrm>
                <a:off x="6640525" y="3104575"/>
                <a:ext cx="12950" cy="9675"/>
              </a:xfrm>
              <a:custGeom>
                <a:rect b="b" l="l" r="r" t="t"/>
                <a:pathLst>
                  <a:path extrusionOk="0" h="387" w="518">
                    <a:moveTo>
                      <a:pt x="260" y="0"/>
                    </a:moveTo>
                    <a:cubicBezTo>
                      <a:pt x="210" y="0"/>
                      <a:pt x="161" y="19"/>
                      <a:pt x="124" y="57"/>
                    </a:cubicBezTo>
                    <a:cubicBezTo>
                      <a:pt x="1" y="178"/>
                      <a:pt x="87" y="386"/>
                      <a:pt x="260" y="386"/>
                    </a:cubicBezTo>
                    <a:cubicBezTo>
                      <a:pt x="431" y="386"/>
                      <a:pt x="518" y="178"/>
                      <a:pt x="397" y="57"/>
                    </a:cubicBezTo>
                    <a:cubicBezTo>
                      <a:pt x="359" y="19"/>
                      <a:pt x="309"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4"/>
              <p:cNvSpPr/>
              <p:nvPr/>
            </p:nvSpPr>
            <p:spPr>
              <a:xfrm>
                <a:off x="6703250" y="3043500"/>
                <a:ext cx="9700" cy="9650"/>
              </a:xfrm>
              <a:custGeom>
                <a:rect b="b" l="l" r="r" t="t"/>
                <a:pathLst>
                  <a:path extrusionOk="0" h="386" w="388">
                    <a:moveTo>
                      <a:pt x="193" y="1"/>
                    </a:moveTo>
                    <a:cubicBezTo>
                      <a:pt x="87" y="1"/>
                      <a:pt x="1" y="87"/>
                      <a:pt x="1" y="193"/>
                    </a:cubicBezTo>
                    <a:cubicBezTo>
                      <a:pt x="1" y="299"/>
                      <a:pt x="87" y="386"/>
                      <a:pt x="193" y="386"/>
                    </a:cubicBezTo>
                    <a:cubicBezTo>
                      <a:pt x="301" y="386"/>
                      <a:pt x="387" y="299"/>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4"/>
              <p:cNvSpPr/>
              <p:nvPr/>
            </p:nvSpPr>
            <p:spPr>
              <a:xfrm>
                <a:off x="6794850" y="2951875"/>
                <a:ext cx="9675" cy="9675"/>
              </a:xfrm>
              <a:custGeom>
                <a:rect b="b" l="l" r="r" t="t"/>
                <a:pathLst>
                  <a:path extrusionOk="0" h="387" w="387">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4"/>
              <p:cNvSpPr/>
              <p:nvPr/>
            </p:nvSpPr>
            <p:spPr>
              <a:xfrm>
                <a:off x="6855950" y="2890825"/>
                <a:ext cx="9675" cy="9675"/>
              </a:xfrm>
              <a:custGeom>
                <a:rect b="b" l="l" r="r" t="t"/>
                <a:pathLst>
                  <a:path extrusionOk="0" h="387" w="387">
                    <a:moveTo>
                      <a:pt x="193" y="0"/>
                    </a:moveTo>
                    <a:cubicBezTo>
                      <a:pt x="86" y="0"/>
                      <a:pt x="0" y="87"/>
                      <a:pt x="0" y="193"/>
                    </a:cubicBezTo>
                    <a:cubicBezTo>
                      <a:pt x="0" y="299"/>
                      <a:pt x="86" y="387"/>
                      <a:pt x="193" y="387"/>
                    </a:cubicBezTo>
                    <a:cubicBezTo>
                      <a:pt x="300" y="387"/>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4"/>
              <p:cNvSpPr/>
              <p:nvPr/>
            </p:nvSpPr>
            <p:spPr>
              <a:xfrm>
                <a:off x="6886475" y="2860275"/>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4"/>
              <p:cNvSpPr/>
              <p:nvPr/>
            </p:nvSpPr>
            <p:spPr>
              <a:xfrm>
                <a:off x="6917000" y="2829725"/>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4"/>
              <p:cNvSpPr/>
              <p:nvPr/>
            </p:nvSpPr>
            <p:spPr>
              <a:xfrm>
                <a:off x="6947525" y="279917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4"/>
              <p:cNvSpPr/>
              <p:nvPr/>
            </p:nvSpPr>
            <p:spPr>
              <a:xfrm>
                <a:off x="6764350" y="2982400"/>
                <a:ext cx="9650" cy="9700"/>
              </a:xfrm>
              <a:custGeom>
                <a:rect b="b" l="l" r="r" t="t"/>
                <a:pathLst>
                  <a:path extrusionOk="0" h="388" w="386">
                    <a:moveTo>
                      <a:pt x="193" y="1"/>
                    </a:moveTo>
                    <a:cubicBezTo>
                      <a:pt x="87" y="1"/>
                      <a:pt x="0" y="87"/>
                      <a:pt x="0" y="193"/>
                    </a:cubicBezTo>
                    <a:cubicBezTo>
                      <a:pt x="0" y="301"/>
                      <a:pt x="87" y="388"/>
                      <a:pt x="193" y="388"/>
                    </a:cubicBezTo>
                    <a:cubicBezTo>
                      <a:pt x="299" y="388"/>
                      <a:pt x="385" y="301"/>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4"/>
              <p:cNvSpPr/>
              <p:nvPr/>
            </p:nvSpPr>
            <p:spPr>
              <a:xfrm>
                <a:off x="6640600" y="3164075"/>
                <a:ext cx="9700" cy="9650"/>
              </a:xfrm>
              <a:custGeom>
                <a:rect b="b" l="l" r="r" t="t"/>
                <a:pathLst>
                  <a:path extrusionOk="0" h="386" w="388">
                    <a:moveTo>
                      <a:pt x="193" y="1"/>
                    </a:moveTo>
                    <a:cubicBezTo>
                      <a:pt x="87" y="1"/>
                      <a:pt x="1" y="87"/>
                      <a:pt x="1" y="193"/>
                    </a:cubicBezTo>
                    <a:cubicBezTo>
                      <a:pt x="1" y="300"/>
                      <a:pt x="87" y="386"/>
                      <a:pt x="193" y="386"/>
                    </a:cubicBezTo>
                    <a:cubicBezTo>
                      <a:pt x="301" y="386"/>
                      <a:pt x="388" y="300"/>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4"/>
              <p:cNvSpPr/>
              <p:nvPr/>
            </p:nvSpPr>
            <p:spPr>
              <a:xfrm>
                <a:off x="6701700" y="3103000"/>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4"/>
              <p:cNvSpPr/>
              <p:nvPr/>
            </p:nvSpPr>
            <p:spPr>
              <a:xfrm>
                <a:off x="6762750" y="30419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4"/>
              <p:cNvSpPr/>
              <p:nvPr/>
            </p:nvSpPr>
            <p:spPr>
              <a:xfrm>
                <a:off x="6854350" y="2950325"/>
                <a:ext cx="9675" cy="9675"/>
              </a:xfrm>
              <a:custGeom>
                <a:rect b="b" l="l" r="r" t="t"/>
                <a:pathLst>
                  <a:path extrusionOk="0" h="387" w="387">
                    <a:moveTo>
                      <a:pt x="194" y="0"/>
                    </a:moveTo>
                    <a:cubicBezTo>
                      <a:pt x="88" y="0"/>
                      <a:pt x="0" y="86"/>
                      <a:pt x="0" y="193"/>
                    </a:cubicBezTo>
                    <a:cubicBezTo>
                      <a:pt x="0" y="300"/>
                      <a:pt x="88" y="387"/>
                      <a:pt x="194" y="387"/>
                    </a:cubicBezTo>
                    <a:cubicBezTo>
                      <a:pt x="301" y="387"/>
                      <a:pt x="387" y="300"/>
                      <a:pt x="387" y="193"/>
                    </a:cubicBezTo>
                    <a:cubicBezTo>
                      <a:pt x="387" y="86"/>
                      <a:pt x="301"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4"/>
              <p:cNvSpPr/>
              <p:nvPr/>
            </p:nvSpPr>
            <p:spPr>
              <a:xfrm>
                <a:off x="6608450" y="3194600"/>
                <a:ext cx="12925" cy="9675"/>
              </a:xfrm>
              <a:custGeom>
                <a:rect b="b" l="l" r="r" t="t"/>
                <a:pathLst>
                  <a:path extrusionOk="0" h="387" w="517">
                    <a:moveTo>
                      <a:pt x="258" y="1"/>
                    </a:moveTo>
                    <a:cubicBezTo>
                      <a:pt x="209" y="1"/>
                      <a:pt x="159" y="20"/>
                      <a:pt x="121" y="58"/>
                    </a:cubicBezTo>
                    <a:cubicBezTo>
                      <a:pt x="0" y="179"/>
                      <a:pt x="86" y="387"/>
                      <a:pt x="259" y="387"/>
                    </a:cubicBezTo>
                    <a:cubicBezTo>
                      <a:pt x="431" y="387"/>
                      <a:pt x="517" y="179"/>
                      <a:pt x="396" y="58"/>
                    </a:cubicBezTo>
                    <a:cubicBezTo>
                      <a:pt x="358" y="20"/>
                      <a:pt x="308" y="1"/>
                      <a:pt x="25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4"/>
              <p:cNvSpPr/>
              <p:nvPr/>
            </p:nvSpPr>
            <p:spPr>
              <a:xfrm>
                <a:off x="6671150" y="3133550"/>
                <a:ext cx="9700" cy="9675"/>
              </a:xfrm>
              <a:custGeom>
                <a:rect b="b" l="l" r="r" t="t"/>
                <a:pathLst>
                  <a:path extrusionOk="0" h="387" w="388">
                    <a:moveTo>
                      <a:pt x="193" y="0"/>
                    </a:moveTo>
                    <a:cubicBezTo>
                      <a:pt x="87" y="0"/>
                      <a:pt x="1" y="87"/>
                      <a:pt x="1" y="193"/>
                    </a:cubicBezTo>
                    <a:cubicBezTo>
                      <a:pt x="1" y="300"/>
                      <a:pt x="87" y="387"/>
                      <a:pt x="193" y="387"/>
                    </a:cubicBezTo>
                    <a:cubicBezTo>
                      <a:pt x="299" y="387"/>
                      <a:pt x="387" y="300"/>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4"/>
              <p:cNvSpPr/>
              <p:nvPr/>
            </p:nvSpPr>
            <p:spPr>
              <a:xfrm>
                <a:off x="6732200" y="30724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4"/>
              <p:cNvSpPr/>
              <p:nvPr/>
            </p:nvSpPr>
            <p:spPr>
              <a:xfrm>
                <a:off x="6822200" y="2980850"/>
                <a:ext cx="12925" cy="9700"/>
              </a:xfrm>
              <a:custGeom>
                <a:rect b="b" l="l" r="r" t="t"/>
                <a:pathLst>
                  <a:path extrusionOk="0" h="388" w="517">
                    <a:moveTo>
                      <a:pt x="259" y="0"/>
                    </a:moveTo>
                    <a:cubicBezTo>
                      <a:pt x="209" y="0"/>
                      <a:pt x="160" y="19"/>
                      <a:pt x="122" y="57"/>
                    </a:cubicBezTo>
                    <a:cubicBezTo>
                      <a:pt x="1" y="178"/>
                      <a:pt x="86" y="387"/>
                      <a:pt x="259" y="387"/>
                    </a:cubicBezTo>
                    <a:cubicBezTo>
                      <a:pt x="430" y="387"/>
                      <a:pt x="516" y="178"/>
                      <a:pt x="395" y="57"/>
                    </a:cubicBezTo>
                    <a:cubicBezTo>
                      <a:pt x="357"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4"/>
              <p:cNvSpPr/>
              <p:nvPr/>
            </p:nvSpPr>
            <p:spPr>
              <a:xfrm>
                <a:off x="6884900" y="2919775"/>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4"/>
              <p:cNvSpPr/>
              <p:nvPr/>
            </p:nvSpPr>
            <p:spPr>
              <a:xfrm>
                <a:off x="6915425" y="28892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4"/>
              <p:cNvSpPr/>
              <p:nvPr/>
            </p:nvSpPr>
            <p:spPr>
              <a:xfrm>
                <a:off x="6944350" y="2858700"/>
                <a:ext cx="12950" cy="9675"/>
              </a:xfrm>
              <a:custGeom>
                <a:rect b="b" l="l" r="r" t="t"/>
                <a:pathLst>
                  <a:path extrusionOk="0" h="387" w="518">
                    <a:moveTo>
                      <a:pt x="259" y="1"/>
                    </a:moveTo>
                    <a:cubicBezTo>
                      <a:pt x="209" y="1"/>
                      <a:pt x="160" y="19"/>
                      <a:pt x="122" y="57"/>
                    </a:cubicBezTo>
                    <a:cubicBezTo>
                      <a:pt x="1" y="179"/>
                      <a:pt x="87" y="386"/>
                      <a:pt x="258" y="386"/>
                    </a:cubicBezTo>
                    <a:cubicBezTo>
                      <a:pt x="431" y="386"/>
                      <a:pt x="517" y="179"/>
                      <a:pt x="395" y="57"/>
                    </a:cubicBezTo>
                    <a:cubicBezTo>
                      <a:pt x="358" y="19"/>
                      <a:pt x="308"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4"/>
              <p:cNvSpPr/>
              <p:nvPr/>
            </p:nvSpPr>
            <p:spPr>
              <a:xfrm>
                <a:off x="6976525" y="2828175"/>
                <a:ext cx="9650" cy="9650"/>
              </a:xfrm>
              <a:custGeom>
                <a:rect b="b" l="l" r="r" t="t"/>
                <a:pathLst>
                  <a:path extrusionOk="0" h="386" w="386">
                    <a:moveTo>
                      <a:pt x="193" y="0"/>
                    </a:moveTo>
                    <a:cubicBezTo>
                      <a:pt x="87" y="0"/>
                      <a:pt x="0" y="87"/>
                      <a:pt x="0" y="193"/>
                    </a:cubicBezTo>
                    <a:cubicBezTo>
                      <a:pt x="0" y="299"/>
                      <a:pt x="87" y="386"/>
                      <a:pt x="193" y="386"/>
                    </a:cubicBezTo>
                    <a:cubicBezTo>
                      <a:pt x="299" y="386"/>
                      <a:pt x="386" y="299"/>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4"/>
              <p:cNvSpPr/>
              <p:nvPr/>
            </p:nvSpPr>
            <p:spPr>
              <a:xfrm>
                <a:off x="6793300" y="30114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4"/>
              <p:cNvSpPr/>
              <p:nvPr/>
            </p:nvSpPr>
            <p:spPr>
              <a:xfrm>
                <a:off x="6669575" y="3193050"/>
                <a:ext cx="9675" cy="9675"/>
              </a:xfrm>
              <a:custGeom>
                <a:rect b="b" l="l" r="r" t="t"/>
                <a:pathLst>
                  <a:path extrusionOk="0" h="387" w="387">
                    <a:moveTo>
                      <a:pt x="194" y="0"/>
                    </a:moveTo>
                    <a:cubicBezTo>
                      <a:pt x="86" y="0"/>
                      <a:pt x="0" y="86"/>
                      <a:pt x="0" y="193"/>
                    </a:cubicBezTo>
                    <a:cubicBezTo>
                      <a:pt x="0" y="300"/>
                      <a:pt x="86" y="387"/>
                      <a:pt x="194" y="387"/>
                    </a:cubicBezTo>
                    <a:cubicBezTo>
                      <a:pt x="300" y="387"/>
                      <a:pt x="387" y="300"/>
                      <a:pt x="387" y="193"/>
                    </a:cubicBezTo>
                    <a:cubicBezTo>
                      <a:pt x="387" y="86"/>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4"/>
              <p:cNvSpPr/>
              <p:nvPr/>
            </p:nvSpPr>
            <p:spPr>
              <a:xfrm>
                <a:off x="6730650" y="3131950"/>
                <a:ext cx="9700" cy="9700"/>
              </a:xfrm>
              <a:custGeom>
                <a:rect b="b" l="l" r="r" t="t"/>
                <a:pathLst>
                  <a:path extrusionOk="0" h="388" w="388">
                    <a:moveTo>
                      <a:pt x="193" y="1"/>
                    </a:moveTo>
                    <a:cubicBezTo>
                      <a:pt x="87" y="1"/>
                      <a:pt x="1" y="88"/>
                      <a:pt x="1" y="195"/>
                    </a:cubicBezTo>
                    <a:cubicBezTo>
                      <a:pt x="1" y="301"/>
                      <a:pt x="87" y="387"/>
                      <a:pt x="193" y="387"/>
                    </a:cubicBezTo>
                    <a:cubicBezTo>
                      <a:pt x="301" y="387"/>
                      <a:pt x="387" y="301"/>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4"/>
              <p:cNvSpPr/>
              <p:nvPr/>
            </p:nvSpPr>
            <p:spPr>
              <a:xfrm>
                <a:off x="6791750" y="3070900"/>
                <a:ext cx="9650" cy="9700"/>
              </a:xfrm>
              <a:custGeom>
                <a:rect b="b" l="l" r="r" t="t"/>
                <a:pathLst>
                  <a:path extrusionOk="0" h="388"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4"/>
              <p:cNvSpPr/>
              <p:nvPr/>
            </p:nvSpPr>
            <p:spPr>
              <a:xfrm>
                <a:off x="6883325" y="2979275"/>
                <a:ext cx="9700" cy="9675"/>
              </a:xfrm>
              <a:custGeom>
                <a:rect b="b" l="l" r="r" t="t"/>
                <a:pathLst>
                  <a:path extrusionOk="0" h="387" w="388">
                    <a:moveTo>
                      <a:pt x="194" y="0"/>
                    </a:moveTo>
                    <a:cubicBezTo>
                      <a:pt x="87" y="0"/>
                      <a:pt x="1" y="88"/>
                      <a:pt x="1" y="194"/>
                    </a:cubicBezTo>
                    <a:cubicBezTo>
                      <a:pt x="1" y="300"/>
                      <a:pt x="87" y="387"/>
                      <a:pt x="194" y="387"/>
                    </a:cubicBezTo>
                    <a:cubicBezTo>
                      <a:pt x="301" y="387"/>
                      <a:pt x="388" y="300"/>
                      <a:pt x="388" y="194"/>
                    </a:cubicBezTo>
                    <a:cubicBezTo>
                      <a:pt x="388" y="88"/>
                      <a:pt x="301"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4"/>
              <p:cNvSpPr/>
              <p:nvPr/>
            </p:nvSpPr>
            <p:spPr>
              <a:xfrm>
                <a:off x="6639050" y="322357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4"/>
              <p:cNvSpPr/>
              <p:nvPr/>
            </p:nvSpPr>
            <p:spPr>
              <a:xfrm>
                <a:off x="6700100" y="31625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4"/>
              <p:cNvSpPr/>
              <p:nvPr/>
            </p:nvSpPr>
            <p:spPr>
              <a:xfrm>
                <a:off x="6761200" y="3101450"/>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4"/>
              <p:cNvSpPr/>
              <p:nvPr/>
            </p:nvSpPr>
            <p:spPr>
              <a:xfrm>
                <a:off x="6852800" y="300980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4"/>
              <p:cNvSpPr/>
              <p:nvPr/>
            </p:nvSpPr>
            <p:spPr>
              <a:xfrm>
                <a:off x="6912250" y="2948750"/>
                <a:ext cx="12950" cy="9650"/>
              </a:xfrm>
              <a:custGeom>
                <a:rect b="b" l="l" r="r" t="t"/>
                <a:pathLst>
                  <a:path extrusionOk="0" h="386" w="518">
                    <a:moveTo>
                      <a:pt x="259" y="0"/>
                    </a:moveTo>
                    <a:cubicBezTo>
                      <a:pt x="209" y="0"/>
                      <a:pt x="160" y="19"/>
                      <a:pt x="122" y="57"/>
                    </a:cubicBezTo>
                    <a:cubicBezTo>
                      <a:pt x="1" y="178"/>
                      <a:pt x="87" y="386"/>
                      <a:pt x="258" y="386"/>
                    </a:cubicBezTo>
                    <a:cubicBezTo>
                      <a:pt x="431" y="386"/>
                      <a:pt x="517" y="178"/>
                      <a:pt x="395" y="57"/>
                    </a:cubicBezTo>
                    <a:cubicBezTo>
                      <a:pt x="358"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4"/>
              <p:cNvSpPr/>
              <p:nvPr/>
            </p:nvSpPr>
            <p:spPr>
              <a:xfrm>
                <a:off x="6944425" y="2918225"/>
                <a:ext cx="9650" cy="9675"/>
              </a:xfrm>
              <a:custGeom>
                <a:rect b="b" l="l" r="r" t="t"/>
                <a:pathLst>
                  <a:path extrusionOk="0" h="387" w="386">
                    <a:moveTo>
                      <a:pt x="193" y="0"/>
                    </a:moveTo>
                    <a:cubicBezTo>
                      <a:pt x="87" y="0"/>
                      <a:pt x="1" y="87"/>
                      <a:pt x="1" y="193"/>
                    </a:cubicBezTo>
                    <a:cubicBezTo>
                      <a:pt x="1" y="300"/>
                      <a:pt x="87" y="387"/>
                      <a:pt x="193" y="387"/>
                    </a:cubicBezTo>
                    <a:cubicBezTo>
                      <a:pt x="299" y="387"/>
                      <a:pt x="386" y="300"/>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4"/>
              <p:cNvSpPr/>
              <p:nvPr/>
            </p:nvSpPr>
            <p:spPr>
              <a:xfrm>
                <a:off x="6974925" y="2887675"/>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4"/>
              <p:cNvSpPr/>
              <p:nvPr/>
            </p:nvSpPr>
            <p:spPr>
              <a:xfrm>
                <a:off x="7005475" y="28571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4"/>
              <p:cNvSpPr/>
              <p:nvPr/>
            </p:nvSpPr>
            <p:spPr>
              <a:xfrm>
                <a:off x="6822250" y="304035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4"/>
              <p:cNvSpPr/>
              <p:nvPr/>
            </p:nvSpPr>
            <p:spPr>
              <a:xfrm>
                <a:off x="6698550" y="3222000"/>
                <a:ext cx="9700" cy="9675"/>
              </a:xfrm>
              <a:custGeom>
                <a:rect b="b" l="l" r="r" t="t"/>
                <a:pathLst>
                  <a:path extrusionOk="0" h="387" w="388">
                    <a:moveTo>
                      <a:pt x="193" y="0"/>
                    </a:moveTo>
                    <a:cubicBezTo>
                      <a:pt x="87" y="0"/>
                      <a:pt x="1" y="88"/>
                      <a:pt x="1" y="194"/>
                    </a:cubicBezTo>
                    <a:cubicBezTo>
                      <a:pt x="1" y="300"/>
                      <a:pt x="87" y="387"/>
                      <a:pt x="193" y="387"/>
                    </a:cubicBezTo>
                    <a:cubicBezTo>
                      <a:pt x="301" y="387"/>
                      <a:pt x="387" y="300"/>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4"/>
              <p:cNvSpPr/>
              <p:nvPr/>
            </p:nvSpPr>
            <p:spPr>
              <a:xfrm>
                <a:off x="6759600" y="3160950"/>
                <a:ext cx="9700" cy="9675"/>
              </a:xfrm>
              <a:custGeom>
                <a:rect b="b" l="l" r="r" t="t"/>
                <a:pathLst>
                  <a:path extrusionOk="0" h="387" w="388">
                    <a:moveTo>
                      <a:pt x="195" y="0"/>
                    </a:moveTo>
                    <a:cubicBezTo>
                      <a:pt x="89" y="0"/>
                      <a:pt x="1" y="87"/>
                      <a:pt x="1" y="193"/>
                    </a:cubicBezTo>
                    <a:cubicBezTo>
                      <a:pt x="1" y="300"/>
                      <a:pt x="89" y="387"/>
                      <a:pt x="195" y="387"/>
                    </a:cubicBezTo>
                    <a:cubicBezTo>
                      <a:pt x="301" y="387"/>
                      <a:pt x="387" y="300"/>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4"/>
              <p:cNvSpPr/>
              <p:nvPr/>
            </p:nvSpPr>
            <p:spPr>
              <a:xfrm>
                <a:off x="6820700" y="30998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4"/>
              <p:cNvSpPr/>
              <p:nvPr/>
            </p:nvSpPr>
            <p:spPr>
              <a:xfrm>
                <a:off x="6912300" y="3008250"/>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4"/>
              <p:cNvSpPr/>
              <p:nvPr/>
            </p:nvSpPr>
            <p:spPr>
              <a:xfrm>
                <a:off x="6666375" y="3252550"/>
                <a:ext cx="12950" cy="9675"/>
              </a:xfrm>
              <a:custGeom>
                <a:rect b="b" l="l" r="r" t="t"/>
                <a:pathLst>
                  <a:path extrusionOk="0" h="387" w="518">
                    <a:moveTo>
                      <a:pt x="259" y="1"/>
                    </a:moveTo>
                    <a:cubicBezTo>
                      <a:pt x="210" y="1"/>
                      <a:pt x="160" y="20"/>
                      <a:pt x="122" y="58"/>
                    </a:cubicBezTo>
                    <a:cubicBezTo>
                      <a:pt x="1" y="179"/>
                      <a:pt x="87" y="386"/>
                      <a:pt x="258" y="386"/>
                    </a:cubicBezTo>
                    <a:cubicBezTo>
                      <a:pt x="431" y="386"/>
                      <a:pt x="518" y="179"/>
                      <a:pt x="396" y="58"/>
                    </a:cubicBezTo>
                    <a:cubicBezTo>
                      <a:pt x="358"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4"/>
              <p:cNvSpPr/>
              <p:nvPr/>
            </p:nvSpPr>
            <p:spPr>
              <a:xfrm>
                <a:off x="6729100" y="3191475"/>
                <a:ext cx="9650" cy="9650"/>
              </a:xfrm>
              <a:custGeom>
                <a:rect b="b" l="l" r="r" t="t"/>
                <a:pathLst>
                  <a:path extrusionOk="0" h="386" w="386">
                    <a:moveTo>
                      <a:pt x="193" y="1"/>
                    </a:moveTo>
                    <a:cubicBezTo>
                      <a:pt x="87" y="1"/>
                      <a:pt x="0" y="87"/>
                      <a:pt x="0" y="193"/>
                    </a:cubicBezTo>
                    <a:cubicBezTo>
                      <a:pt x="0" y="300"/>
                      <a:pt x="87" y="386"/>
                      <a:pt x="193" y="386"/>
                    </a:cubicBezTo>
                    <a:cubicBezTo>
                      <a:pt x="299" y="386"/>
                      <a:pt x="386" y="300"/>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4"/>
              <p:cNvSpPr/>
              <p:nvPr/>
            </p:nvSpPr>
            <p:spPr>
              <a:xfrm>
                <a:off x="6790150" y="3130400"/>
                <a:ext cx="9700" cy="9675"/>
              </a:xfrm>
              <a:custGeom>
                <a:rect b="b" l="l" r="r" t="t"/>
                <a:pathLst>
                  <a:path extrusionOk="0" h="387" w="388">
                    <a:moveTo>
                      <a:pt x="195" y="0"/>
                    </a:moveTo>
                    <a:cubicBezTo>
                      <a:pt x="87" y="0"/>
                      <a:pt x="1" y="87"/>
                      <a:pt x="1" y="194"/>
                    </a:cubicBezTo>
                    <a:cubicBezTo>
                      <a:pt x="1"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4"/>
              <p:cNvSpPr/>
              <p:nvPr/>
            </p:nvSpPr>
            <p:spPr>
              <a:xfrm>
                <a:off x="6880150" y="3038775"/>
                <a:ext cx="12925" cy="9675"/>
              </a:xfrm>
              <a:custGeom>
                <a:rect b="b" l="l" r="r" t="t"/>
                <a:pathLst>
                  <a:path extrusionOk="0" h="387" w="517">
                    <a:moveTo>
                      <a:pt x="258" y="1"/>
                    </a:moveTo>
                    <a:cubicBezTo>
                      <a:pt x="209" y="1"/>
                      <a:pt x="160" y="20"/>
                      <a:pt x="122" y="58"/>
                    </a:cubicBezTo>
                    <a:cubicBezTo>
                      <a:pt x="1" y="179"/>
                      <a:pt x="87" y="387"/>
                      <a:pt x="258" y="387"/>
                    </a:cubicBezTo>
                    <a:cubicBezTo>
                      <a:pt x="431" y="387"/>
                      <a:pt x="516" y="179"/>
                      <a:pt x="395" y="58"/>
                    </a:cubicBezTo>
                    <a:cubicBezTo>
                      <a:pt x="357" y="20"/>
                      <a:pt x="308" y="1"/>
                      <a:pt x="258"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4"/>
              <p:cNvSpPr/>
              <p:nvPr/>
            </p:nvSpPr>
            <p:spPr>
              <a:xfrm>
                <a:off x="6942825" y="2977725"/>
                <a:ext cx="9700" cy="9675"/>
              </a:xfrm>
              <a:custGeom>
                <a:rect b="b" l="l" r="r" t="t"/>
                <a:pathLst>
                  <a:path extrusionOk="0" h="387" w="388">
                    <a:moveTo>
                      <a:pt x="195" y="0"/>
                    </a:moveTo>
                    <a:cubicBezTo>
                      <a:pt x="87" y="0"/>
                      <a:pt x="1" y="86"/>
                      <a:pt x="1" y="193"/>
                    </a:cubicBezTo>
                    <a:cubicBezTo>
                      <a:pt x="1" y="300"/>
                      <a:pt x="87" y="387"/>
                      <a:pt x="195" y="387"/>
                    </a:cubicBezTo>
                    <a:cubicBezTo>
                      <a:pt x="301" y="387"/>
                      <a:pt x="387" y="300"/>
                      <a:pt x="387" y="193"/>
                    </a:cubicBezTo>
                    <a:cubicBezTo>
                      <a:pt x="387" y="86"/>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4"/>
              <p:cNvSpPr/>
              <p:nvPr/>
            </p:nvSpPr>
            <p:spPr>
              <a:xfrm>
                <a:off x="6973375" y="2947175"/>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4"/>
              <p:cNvSpPr/>
              <p:nvPr/>
            </p:nvSpPr>
            <p:spPr>
              <a:xfrm>
                <a:off x="7002300" y="2916650"/>
                <a:ext cx="12950" cy="9675"/>
              </a:xfrm>
              <a:custGeom>
                <a:rect b="b" l="l" r="r" t="t"/>
                <a:pathLst>
                  <a:path extrusionOk="0" h="387" w="518">
                    <a:moveTo>
                      <a:pt x="259" y="0"/>
                    </a:moveTo>
                    <a:cubicBezTo>
                      <a:pt x="209" y="0"/>
                      <a:pt x="159" y="19"/>
                      <a:pt x="122" y="57"/>
                    </a:cubicBezTo>
                    <a:cubicBezTo>
                      <a:pt x="0" y="178"/>
                      <a:pt x="87" y="386"/>
                      <a:pt x="258" y="386"/>
                    </a:cubicBezTo>
                    <a:cubicBezTo>
                      <a:pt x="431" y="386"/>
                      <a:pt x="517" y="178"/>
                      <a:pt x="394" y="57"/>
                    </a:cubicBezTo>
                    <a:cubicBezTo>
                      <a:pt x="357"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4"/>
              <p:cNvSpPr/>
              <p:nvPr/>
            </p:nvSpPr>
            <p:spPr>
              <a:xfrm>
                <a:off x="7034475" y="2886125"/>
                <a:ext cx="9675" cy="9675"/>
              </a:xfrm>
              <a:custGeom>
                <a:rect b="b" l="l" r="r" t="t"/>
                <a:pathLst>
                  <a:path extrusionOk="0" h="387" w="387">
                    <a:moveTo>
                      <a:pt x="193" y="0"/>
                    </a:moveTo>
                    <a:cubicBezTo>
                      <a:pt x="87" y="0"/>
                      <a:pt x="0" y="87"/>
                      <a:pt x="0" y="193"/>
                    </a:cubicBezTo>
                    <a:cubicBezTo>
                      <a:pt x="0" y="299"/>
                      <a:pt x="87" y="387"/>
                      <a:pt x="193" y="387"/>
                    </a:cubicBezTo>
                    <a:cubicBezTo>
                      <a:pt x="299" y="387"/>
                      <a:pt x="387" y="299"/>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4"/>
              <p:cNvSpPr/>
              <p:nvPr/>
            </p:nvSpPr>
            <p:spPr>
              <a:xfrm>
                <a:off x="6851250" y="3069350"/>
                <a:ext cx="9675" cy="9650"/>
              </a:xfrm>
              <a:custGeom>
                <a:rect b="b" l="l" r="r" t="t"/>
                <a:pathLst>
                  <a:path extrusionOk="0" h="386" w="387">
                    <a:moveTo>
                      <a:pt x="193" y="0"/>
                    </a:moveTo>
                    <a:cubicBezTo>
                      <a:pt x="86" y="0"/>
                      <a:pt x="0" y="87"/>
                      <a:pt x="0" y="193"/>
                    </a:cubicBezTo>
                    <a:cubicBezTo>
                      <a:pt x="0" y="299"/>
                      <a:pt x="86" y="385"/>
                      <a:pt x="193" y="385"/>
                    </a:cubicBezTo>
                    <a:cubicBezTo>
                      <a:pt x="300" y="385"/>
                      <a:pt x="387" y="299"/>
                      <a:pt x="387" y="193"/>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4"/>
              <p:cNvSpPr/>
              <p:nvPr/>
            </p:nvSpPr>
            <p:spPr>
              <a:xfrm>
                <a:off x="6727500" y="3250975"/>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4"/>
              <p:cNvSpPr/>
              <p:nvPr/>
            </p:nvSpPr>
            <p:spPr>
              <a:xfrm>
                <a:off x="6788600" y="31899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4"/>
              <p:cNvSpPr/>
              <p:nvPr/>
            </p:nvSpPr>
            <p:spPr>
              <a:xfrm>
                <a:off x="6848050" y="3128825"/>
                <a:ext cx="12925" cy="9700"/>
              </a:xfrm>
              <a:custGeom>
                <a:rect b="b" l="l" r="r" t="t"/>
                <a:pathLst>
                  <a:path extrusionOk="0" h="388" w="517">
                    <a:moveTo>
                      <a:pt x="258" y="0"/>
                    </a:moveTo>
                    <a:cubicBezTo>
                      <a:pt x="209" y="0"/>
                      <a:pt x="160" y="19"/>
                      <a:pt x="122" y="57"/>
                    </a:cubicBezTo>
                    <a:cubicBezTo>
                      <a:pt x="1" y="179"/>
                      <a:pt x="86" y="388"/>
                      <a:pt x="258" y="388"/>
                    </a:cubicBezTo>
                    <a:cubicBezTo>
                      <a:pt x="430" y="388"/>
                      <a:pt x="516" y="179"/>
                      <a:pt x="395" y="57"/>
                    </a:cubicBezTo>
                    <a:cubicBezTo>
                      <a:pt x="357" y="19"/>
                      <a:pt x="308" y="0"/>
                      <a:pt x="258"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4"/>
              <p:cNvSpPr/>
              <p:nvPr/>
            </p:nvSpPr>
            <p:spPr>
              <a:xfrm>
                <a:off x="6941275" y="30372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4"/>
              <p:cNvSpPr/>
              <p:nvPr/>
            </p:nvSpPr>
            <p:spPr>
              <a:xfrm>
                <a:off x="6697000" y="328152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4"/>
              <p:cNvSpPr/>
              <p:nvPr/>
            </p:nvSpPr>
            <p:spPr>
              <a:xfrm>
                <a:off x="6756425" y="3220450"/>
                <a:ext cx="12950" cy="9675"/>
              </a:xfrm>
              <a:custGeom>
                <a:rect b="b" l="l" r="r" t="t"/>
                <a:pathLst>
                  <a:path extrusionOk="0" h="387" w="518">
                    <a:moveTo>
                      <a:pt x="259" y="1"/>
                    </a:moveTo>
                    <a:cubicBezTo>
                      <a:pt x="209" y="1"/>
                      <a:pt x="160" y="20"/>
                      <a:pt x="122" y="58"/>
                    </a:cubicBezTo>
                    <a:cubicBezTo>
                      <a:pt x="0" y="179"/>
                      <a:pt x="87" y="387"/>
                      <a:pt x="260" y="387"/>
                    </a:cubicBezTo>
                    <a:cubicBezTo>
                      <a:pt x="431" y="387"/>
                      <a:pt x="517" y="179"/>
                      <a:pt x="396" y="58"/>
                    </a:cubicBezTo>
                    <a:cubicBezTo>
                      <a:pt x="358" y="20"/>
                      <a:pt x="309"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4"/>
              <p:cNvSpPr/>
              <p:nvPr/>
            </p:nvSpPr>
            <p:spPr>
              <a:xfrm>
                <a:off x="6819150" y="3159375"/>
                <a:ext cx="9650" cy="9650"/>
              </a:xfrm>
              <a:custGeom>
                <a:rect b="b" l="l" r="r" t="t"/>
                <a:pathLst>
                  <a:path extrusionOk="0" h="386" w="386">
                    <a:moveTo>
                      <a:pt x="193" y="1"/>
                    </a:moveTo>
                    <a:cubicBezTo>
                      <a:pt x="87" y="1"/>
                      <a:pt x="0" y="87"/>
                      <a:pt x="0" y="193"/>
                    </a:cubicBezTo>
                    <a:cubicBezTo>
                      <a:pt x="0" y="300"/>
                      <a:pt x="87" y="386"/>
                      <a:pt x="193" y="386"/>
                    </a:cubicBezTo>
                    <a:cubicBezTo>
                      <a:pt x="299" y="386"/>
                      <a:pt x="385" y="300"/>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4"/>
              <p:cNvSpPr/>
              <p:nvPr/>
            </p:nvSpPr>
            <p:spPr>
              <a:xfrm>
                <a:off x="6910725" y="3067750"/>
                <a:ext cx="9700" cy="9700"/>
              </a:xfrm>
              <a:custGeom>
                <a:rect b="b" l="l" r="r" t="t"/>
                <a:pathLst>
                  <a:path extrusionOk="0" h="388" w="388">
                    <a:moveTo>
                      <a:pt x="195" y="1"/>
                    </a:moveTo>
                    <a:cubicBezTo>
                      <a:pt x="87" y="1"/>
                      <a:pt x="1" y="87"/>
                      <a:pt x="1" y="195"/>
                    </a:cubicBezTo>
                    <a:cubicBezTo>
                      <a:pt x="1" y="301"/>
                      <a:pt x="87" y="387"/>
                      <a:pt x="195" y="387"/>
                    </a:cubicBezTo>
                    <a:cubicBezTo>
                      <a:pt x="301" y="387"/>
                      <a:pt x="388" y="301"/>
                      <a:pt x="388" y="195"/>
                    </a:cubicBezTo>
                    <a:cubicBezTo>
                      <a:pt x="388"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4"/>
              <p:cNvSpPr/>
              <p:nvPr/>
            </p:nvSpPr>
            <p:spPr>
              <a:xfrm>
                <a:off x="6971825" y="3006700"/>
                <a:ext cx="9650" cy="9650"/>
              </a:xfrm>
              <a:custGeom>
                <a:rect b="b" l="l" r="r" t="t"/>
                <a:pathLst>
                  <a:path extrusionOk="0" h="386" w="386">
                    <a:moveTo>
                      <a:pt x="193" y="1"/>
                    </a:moveTo>
                    <a:cubicBezTo>
                      <a:pt x="87" y="1"/>
                      <a:pt x="1" y="87"/>
                      <a:pt x="1" y="193"/>
                    </a:cubicBezTo>
                    <a:cubicBezTo>
                      <a:pt x="1" y="299"/>
                      <a:pt x="87" y="386"/>
                      <a:pt x="193" y="386"/>
                    </a:cubicBezTo>
                    <a:cubicBezTo>
                      <a:pt x="299" y="386"/>
                      <a:pt x="386" y="299"/>
                      <a:pt x="386" y="193"/>
                    </a:cubicBezTo>
                    <a:cubicBezTo>
                      <a:pt x="386"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4"/>
              <p:cNvSpPr/>
              <p:nvPr/>
            </p:nvSpPr>
            <p:spPr>
              <a:xfrm>
                <a:off x="7002325" y="2976150"/>
                <a:ext cx="9700" cy="9650"/>
              </a:xfrm>
              <a:custGeom>
                <a:rect b="b" l="l" r="r" t="t"/>
                <a:pathLst>
                  <a:path extrusionOk="0" h="386" w="388">
                    <a:moveTo>
                      <a:pt x="195" y="1"/>
                    </a:moveTo>
                    <a:cubicBezTo>
                      <a:pt x="89" y="1"/>
                      <a:pt x="1" y="87"/>
                      <a:pt x="1" y="193"/>
                    </a:cubicBezTo>
                    <a:cubicBezTo>
                      <a:pt x="1" y="299"/>
                      <a:pt x="89" y="386"/>
                      <a:pt x="195" y="386"/>
                    </a:cubicBezTo>
                    <a:cubicBezTo>
                      <a:pt x="301" y="386"/>
                      <a:pt x="387" y="299"/>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4"/>
              <p:cNvSpPr/>
              <p:nvPr/>
            </p:nvSpPr>
            <p:spPr>
              <a:xfrm>
                <a:off x="7032875" y="2945625"/>
                <a:ext cx="9700" cy="9675"/>
              </a:xfrm>
              <a:custGeom>
                <a:rect b="b" l="l" r="r" t="t"/>
                <a:pathLst>
                  <a:path extrusionOk="0" h="387" w="388">
                    <a:moveTo>
                      <a:pt x="195" y="0"/>
                    </a:moveTo>
                    <a:cubicBezTo>
                      <a:pt x="87" y="0"/>
                      <a:pt x="1" y="87"/>
                      <a:pt x="1" y="193"/>
                    </a:cubicBezTo>
                    <a:cubicBezTo>
                      <a:pt x="1" y="300"/>
                      <a:pt x="87" y="387"/>
                      <a:pt x="195" y="387"/>
                    </a:cubicBezTo>
                    <a:cubicBezTo>
                      <a:pt x="301" y="387"/>
                      <a:pt x="387" y="300"/>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4"/>
              <p:cNvSpPr/>
              <p:nvPr/>
            </p:nvSpPr>
            <p:spPr>
              <a:xfrm>
                <a:off x="7063425" y="2915075"/>
                <a:ext cx="9675" cy="9675"/>
              </a:xfrm>
              <a:custGeom>
                <a:rect b="b" l="l" r="r" t="t"/>
                <a:pathLst>
                  <a:path extrusionOk="0" h="387" w="387">
                    <a:moveTo>
                      <a:pt x="193" y="0"/>
                    </a:moveTo>
                    <a:cubicBezTo>
                      <a:pt x="87" y="0"/>
                      <a:pt x="0" y="87"/>
                      <a:pt x="0" y="194"/>
                    </a:cubicBezTo>
                    <a:cubicBezTo>
                      <a:pt x="0" y="300"/>
                      <a:pt x="87"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4"/>
              <p:cNvSpPr/>
              <p:nvPr/>
            </p:nvSpPr>
            <p:spPr>
              <a:xfrm>
                <a:off x="6880200" y="3098300"/>
                <a:ext cx="9675" cy="9675"/>
              </a:xfrm>
              <a:custGeom>
                <a:rect b="b" l="l" r="r" t="t"/>
                <a:pathLst>
                  <a:path extrusionOk="0" h="387" w="387">
                    <a:moveTo>
                      <a:pt x="194" y="0"/>
                    </a:moveTo>
                    <a:cubicBezTo>
                      <a:pt x="87" y="0"/>
                      <a:pt x="0" y="87"/>
                      <a:pt x="0" y="193"/>
                    </a:cubicBezTo>
                    <a:cubicBezTo>
                      <a:pt x="0" y="301"/>
                      <a:pt x="87" y="387"/>
                      <a:pt x="194" y="387"/>
                    </a:cubicBezTo>
                    <a:cubicBezTo>
                      <a:pt x="300" y="387"/>
                      <a:pt x="387" y="301"/>
                      <a:pt x="387" y="193"/>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4"/>
              <p:cNvSpPr/>
              <p:nvPr/>
            </p:nvSpPr>
            <p:spPr>
              <a:xfrm>
                <a:off x="6756500" y="3279975"/>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4"/>
              <p:cNvSpPr/>
              <p:nvPr/>
            </p:nvSpPr>
            <p:spPr>
              <a:xfrm>
                <a:off x="6815925" y="3218875"/>
                <a:ext cx="12950" cy="9700"/>
              </a:xfrm>
              <a:custGeom>
                <a:rect b="b" l="l" r="r" t="t"/>
                <a:pathLst>
                  <a:path extrusionOk="0" h="388" w="518">
                    <a:moveTo>
                      <a:pt x="259" y="0"/>
                    </a:moveTo>
                    <a:cubicBezTo>
                      <a:pt x="209" y="0"/>
                      <a:pt x="160" y="19"/>
                      <a:pt x="123" y="57"/>
                    </a:cubicBezTo>
                    <a:cubicBezTo>
                      <a:pt x="0" y="178"/>
                      <a:pt x="87" y="387"/>
                      <a:pt x="260" y="387"/>
                    </a:cubicBezTo>
                    <a:cubicBezTo>
                      <a:pt x="431" y="387"/>
                      <a:pt x="517" y="178"/>
                      <a:pt x="396" y="57"/>
                    </a:cubicBezTo>
                    <a:cubicBezTo>
                      <a:pt x="358"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4"/>
              <p:cNvSpPr/>
              <p:nvPr/>
            </p:nvSpPr>
            <p:spPr>
              <a:xfrm>
                <a:off x="6878650" y="31578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4"/>
              <p:cNvSpPr/>
              <p:nvPr/>
            </p:nvSpPr>
            <p:spPr>
              <a:xfrm>
                <a:off x="6970225" y="3066200"/>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4"/>
              <p:cNvSpPr/>
              <p:nvPr/>
            </p:nvSpPr>
            <p:spPr>
              <a:xfrm>
                <a:off x="6725950" y="3310475"/>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4"/>
              <p:cNvSpPr/>
              <p:nvPr/>
            </p:nvSpPr>
            <p:spPr>
              <a:xfrm>
                <a:off x="6787050" y="3249425"/>
                <a:ext cx="9650" cy="9700"/>
              </a:xfrm>
              <a:custGeom>
                <a:rect b="b" l="l" r="r" t="t"/>
                <a:pathLst>
                  <a:path extrusionOk="0" h="388" w="386">
                    <a:moveTo>
                      <a:pt x="193" y="1"/>
                    </a:moveTo>
                    <a:cubicBezTo>
                      <a:pt x="87" y="1"/>
                      <a:pt x="0" y="87"/>
                      <a:pt x="0" y="193"/>
                    </a:cubicBezTo>
                    <a:cubicBezTo>
                      <a:pt x="0" y="299"/>
                      <a:pt x="87" y="387"/>
                      <a:pt x="193" y="387"/>
                    </a:cubicBezTo>
                    <a:cubicBezTo>
                      <a:pt x="299" y="387"/>
                      <a:pt x="385" y="299"/>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4"/>
              <p:cNvSpPr/>
              <p:nvPr/>
            </p:nvSpPr>
            <p:spPr>
              <a:xfrm>
                <a:off x="6846475" y="3188350"/>
                <a:ext cx="12925" cy="9675"/>
              </a:xfrm>
              <a:custGeom>
                <a:rect b="b" l="l" r="r" t="t"/>
                <a:pathLst>
                  <a:path extrusionOk="0" h="387" w="517">
                    <a:moveTo>
                      <a:pt x="259" y="0"/>
                    </a:moveTo>
                    <a:cubicBezTo>
                      <a:pt x="209" y="0"/>
                      <a:pt x="160" y="19"/>
                      <a:pt x="123" y="56"/>
                    </a:cubicBezTo>
                    <a:cubicBezTo>
                      <a:pt x="0" y="179"/>
                      <a:pt x="86" y="387"/>
                      <a:pt x="259" y="387"/>
                    </a:cubicBezTo>
                    <a:cubicBezTo>
                      <a:pt x="431" y="387"/>
                      <a:pt x="517" y="179"/>
                      <a:pt x="396" y="56"/>
                    </a:cubicBezTo>
                    <a:cubicBezTo>
                      <a:pt x="358" y="19"/>
                      <a:pt x="308"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4"/>
              <p:cNvSpPr/>
              <p:nvPr/>
            </p:nvSpPr>
            <p:spPr>
              <a:xfrm>
                <a:off x="6939725" y="3096750"/>
                <a:ext cx="9650" cy="9650"/>
              </a:xfrm>
              <a:custGeom>
                <a:rect b="b" l="l" r="r" t="t"/>
                <a:pathLst>
                  <a:path extrusionOk="0" h="386" w="386">
                    <a:moveTo>
                      <a:pt x="193" y="0"/>
                    </a:moveTo>
                    <a:cubicBezTo>
                      <a:pt x="87" y="0"/>
                      <a:pt x="1" y="87"/>
                      <a:pt x="1" y="193"/>
                    </a:cubicBezTo>
                    <a:cubicBezTo>
                      <a:pt x="1" y="299"/>
                      <a:pt x="87" y="385"/>
                      <a:pt x="193" y="385"/>
                    </a:cubicBezTo>
                    <a:cubicBezTo>
                      <a:pt x="299" y="385"/>
                      <a:pt x="386" y="299"/>
                      <a:pt x="386" y="193"/>
                    </a:cubicBezTo>
                    <a:cubicBezTo>
                      <a:pt x="386"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4"/>
              <p:cNvSpPr/>
              <p:nvPr/>
            </p:nvSpPr>
            <p:spPr>
              <a:xfrm>
                <a:off x="7000775" y="30356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4"/>
              <p:cNvSpPr/>
              <p:nvPr/>
            </p:nvSpPr>
            <p:spPr>
              <a:xfrm>
                <a:off x="7031325" y="3005100"/>
                <a:ext cx="9675" cy="9700"/>
              </a:xfrm>
              <a:custGeom>
                <a:rect b="b" l="l" r="r" t="t"/>
                <a:pathLst>
                  <a:path extrusionOk="0" h="388" w="387">
                    <a:moveTo>
                      <a:pt x="193" y="1"/>
                    </a:moveTo>
                    <a:cubicBezTo>
                      <a:pt x="87" y="1"/>
                      <a:pt x="0" y="87"/>
                      <a:pt x="0" y="195"/>
                    </a:cubicBezTo>
                    <a:cubicBezTo>
                      <a:pt x="0" y="301"/>
                      <a:pt x="87" y="388"/>
                      <a:pt x="193" y="388"/>
                    </a:cubicBezTo>
                    <a:cubicBezTo>
                      <a:pt x="301" y="388"/>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4"/>
              <p:cNvSpPr/>
              <p:nvPr/>
            </p:nvSpPr>
            <p:spPr>
              <a:xfrm>
                <a:off x="7061875" y="29746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4"/>
              <p:cNvSpPr/>
              <p:nvPr/>
            </p:nvSpPr>
            <p:spPr>
              <a:xfrm>
                <a:off x="7092400" y="2944050"/>
                <a:ext cx="9650" cy="9650"/>
              </a:xfrm>
              <a:custGeom>
                <a:rect b="b" l="l" r="r" t="t"/>
                <a:pathLst>
                  <a:path extrusionOk="0" h="386" w="386">
                    <a:moveTo>
                      <a:pt x="193" y="1"/>
                    </a:moveTo>
                    <a:cubicBezTo>
                      <a:pt x="87" y="1"/>
                      <a:pt x="1" y="87"/>
                      <a:pt x="1" y="193"/>
                    </a:cubicBezTo>
                    <a:cubicBezTo>
                      <a:pt x="1" y="300"/>
                      <a:pt x="87" y="386"/>
                      <a:pt x="193" y="386"/>
                    </a:cubicBezTo>
                    <a:cubicBezTo>
                      <a:pt x="300" y="386"/>
                      <a:pt x="386" y="300"/>
                      <a:pt x="386" y="193"/>
                    </a:cubicBezTo>
                    <a:cubicBezTo>
                      <a:pt x="386"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4"/>
              <p:cNvSpPr/>
              <p:nvPr/>
            </p:nvSpPr>
            <p:spPr>
              <a:xfrm>
                <a:off x="6909175" y="3127250"/>
                <a:ext cx="9650" cy="9700"/>
              </a:xfrm>
              <a:custGeom>
                <a:rect b="b" l="l" r="r" t="t"/>
                <a:pathLst>
                  <a:path extrusionOk="0" h="388" w="386">
                    <a:moveTo>
                      <a:pt x="193" y="1"/>
                    </a:moveTo>
                    <a:cubicBezTo>
                      <a:pt x="87" y="1"/>
                      <a:pt x="1" y="88"/>
                      <a:pt x="1" y="195"/>
                    </a:cubicBezTo>
                    <a:cubicBezTo>
                      <a:pt x="1" y="301"/>
                      <a:pt x="87" y="387"/>
                      <a:pt x="193" y="387"/>
                    </a:cubicBezTo>
                    <a:cubicBezTo>
                      <a:pt x="299" y="387"/>
                      <a:pt x="386" y="301"/>
                      <a:pt x="386" y="195"/>
                    </a:cubicBezTo>
                    <a:cubicBezTo>
                      <a:pt x="386" y="88"/>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4"/>
              <p:cNvSpPr/>
              <p:nvPr/>
            </p:nvSpPr>
            <p:spPr>
              <a:xfrm>
                <a:off x="6783825" y="3308900"/>
                <a:ext cx="12950" cy="9725"/>
              </a:xfrm>
              <a:custGeom>
                <a:rect b="b" l="l" r="r" t="t"/>
                <a:pathLst>
                  <a:path extrusionOk="0" h="389" w="518">
                    <a:moveTo>
                      <a:pt x="259" y="1"/>
                    </a:moveTo>
                    <a:cubicBezTo>
                      <a:pt x="209" y="1"/>
                      <a:pt x="160" y="20"/>
                      <a:pt x="122" y="58"/>
                    </a:cubicBezTo>
                    <a:cubicBezTo>
                      <a:pt x="0" y="180"/>
                      <a:pt x="87" y="388"/>
                      <a:pt x="258" y="388"/>
                    </a:cubicBezTo>
                    <a:cubicBezTo>
                      <a:pt x="431" y="388"/>
                      <a:pt x="517" y="180"/>
                      <a:pt x="396" y="58"/>
                    </a:cubicBezTo>
                    <a:cubicBezTo>
                      <a:pt x="358" y="20"/>
                      <a:pt x="308"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4"/>
              <p:cNvSpPr/>
              <p:nvPr/>
            </p:nvSpPr>
            <p:spPr>
              <a:xfrm>
                <a:off x="6846550" y="3247825"/>
                <a:ext cx="9675" cy="9700"/>
              </a:xfrm>
              <a:custGeom>
                <a:rect b="b" l="l" r="r" t="t"/>
                <a:pathLst>
                  <a:path extrusionOk="0" h="388" w="387">
                    <a:moveTo>
                      <a:pt x="193" y="1"/>
                    </a:moveTo>
                    <a:cubicBezTo>
                      <a:pt x="87" y="1"/>
                      <a:pt x="0" y="87"/>
                      <a:pt x="0" y="195"/>
                    </a:cubicBezTo>
                    <a:cubicBezTo>
                      <a:pt x="0" y="301"/>
                      <a:pt x="87" y="388"/>
                      <a:pt x="193" y="388"/>
                    </a:cubicBezTo>
                    <a:cubicBezTo>
                      <a:pt x="300" y="388"/>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4"/>
              <p:cNvSpPr/>
              <p:nvPr/>
            </p:nvSpPr>
            <p:spPr>
              <a:xfrm>
                <a:off x="6907600" y="3186775"/>
                <a:ext cx="9675" cy="9650"/>
              </a:xfrm>
              <a:custGeom>
                <a:rect b="b" l="l" r="r" t="t"/>
                <a:pathLst>
                  <a:path extrusionOk="0" h="386" w="387">
                    <a:moveTo>
                      <a:pt x="194" y="1"/>
                    </a:moveTo>
                    <a:cubicBezTo>
                      <a:pt x="88" y="1"/>
                      <a:pt x="0" y="87"/>
                      <a:pt x="0" y="193"/>
                    </a:cubicBezTo>
                    <a:cubicBezTo>
                      <a:pt x="0" y="300"/>
                      <a:pt x="88" y="386"/>
                      <a:pt x="194" y="386"/>
                    </a:cubicBezTo>
                    <a:cubicBezTo>
                      <a:pt x="300" y="386"/>
                      <a:pt x="387" y="300"/>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4"/>
              <p:cNvSpPr/>
              <p:nvPr/>
            </p:nvSpPr>
            <p:spPr>
              <a:xfrm>
                <a:off x="6999225" y="30951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4"/>
              <p:cNvSpPr/>
              <p:nvPr/>
            </p:nvSpPr>
            <p:spPr>
              <a:xfrm>
                <a:off x="6754900" y="3339475"/>
                <a:ext cx="9700" cy="9650"/>
              </a:xfrm>
              <a:custGeom>
                <a:rect b="b" l="l" r="r" t="t"/>
                <a:pathLst>
                  <a:path extrusionOk="0" h="386" w="388">
                    <a:moveTo>
                      <a:pt x="195" y="0"/>
                    </a:moveTo>
                    <a:cubicBezTo>
                      <a:pt x="89" y="0"/>
                      <a:pt x="1" y="87"/>
                      <a:pt x="1" y="193"/>
                    </a:cubicBezTo>
                    <a:cubicBezTo>
                      <a:pt x="1" y="299"/>
                      <a:pt x="89" y="385"/>
                      <a:pt x="195" y="385"/>
                    </a:cubicBezTo>
                    <a:cubicBezTo>
                      <a:pt x="301" y="385"/>
                      <a:pt x="387" y="299"/>
                      <a:pt x="387" y="193"/>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4"/>
              <p:cNvSpPr/>
              <p:nvPr/>
            </p:nvSpPr>
            <p:spPr>
              <a:xfrm>
                <a:off x="6816000" y="32783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4"/>
              <p:cNvSpPr/>
              <p:nvPr/>
            </p:nvSpPr>
            <p:spPr>
              <a:xfrm>
                <a:off x="6877075" y="3217300"/>
                <a:ext cx="9650" cy="9675"/>
              </a:xfrm>
              <a:custGeom>
                <a:rect b="b" l="l" r="r" t="t"/>
                <a:pathLst>
                  <a:path extrusionOk="0" h="387" w="386">
                    <a:moveTo>
                      <a:pt x="193" y="0"/>
                    </a:moveTo>
                    <a:cubicBezTo>
                      <a:pt x="87" y="0"/>
                      <a:pt x="1" y="88"/>
                      <a:pt x="1" y="194"/>
                    </a:cubicBezTo>
                    <a:cubicBezTo>
                      <a:pt x="1" y="300"/>
                      <a:pt x="87" y="387"/>
                      <a:pt x="193" y="387"/>
                    </a:cubicBezTo>
                    <a:cubicBezTo>
                      <a:pt x="300" y="387"/>
                      <a:pt x="386" y="300"/>
                      <a:pt x="386" y="194"/>
                    </a:cubicBezTo>
                    <a:cubicBezTo>
                      <a:pt x="386"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4"/>
              <p:cNvSpPr/>
              <p:nvPr/>
            </p:nvSpPr>
            <p:spPr>
              <a:xfrm>
                <a:off x="6968675" y="3125700"/>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4"/>
              <p:cNvSpPr/>
              <p:nvPr/>
            </p:nvSpPr>
            <p:spPr>
              <a:xfrm>
                <a:off x="7029775" y="3064650"/>
                <a:ext cx="9650" cy="9650"/>
              </a:xfrm>
              <a:custGeom>
                <a:rect b="b" l="l" r="r" t="t"/>
                <a:pathLst>
                  <a:path extrusionOk="0" h="386" w="386">
                    <a:moveTo>
                      <a:pt x="193" y="0"/>
                    </a:moveTo>
                    <a:cubicBezTo>
                      <a:pt x="87" y="0"/>
                      <a:pt x="0" y="87"/>
                      <a:pt x="0" y="193"/>
                    </a:cubicBezTo>
                    <a:cubicBezTo>
                      <a:pt x="0" y="299"/>
                      <a:pt x="87" y="385"/>
                      <a:pt x="193" y="385"/>
                    </a:cubicBezTo>
                    <a:cubicBezTo>
                      <a:pt x="299" y="385"/>
                      <a:pt x="385" y="299"/>
                      <a:pt x="385" y="193"/>
                    </a:cubicBezTo>
                    <a:cubicBezTo>
                      <a:pt x="385" y="87"/>
                      <a:pt x="299"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4"/>
              <p:cNvSpPr/>
              <p:nvPr/>
            </p:nvSpPr>
            <p:spPr>
              <a:xfrm>
                <a:off x="7060325" y="3034100"/>
                <a:ext cx="9650" cy="9700"/>
              </a:xfrm>
              <a:custGeom>
                <a:rect b="b" l="l" r="r" t="t"/>
                <a:pathLst>
                  <a:path extrusionOk="0" h="388" w="386">
                    <a:moveTo>
                      <a:pt x="193" y="1"/>
                    </a:moveTo>
                    <a:cubicBezTo>
                      <a:pt x="86" y="1"/>
                      <a:pt x="0" y="87"/>
                      <a:pt x="0" y="193"/>
                    </a:cubicBezTo>
                    <a:cubicBezTo>
                      <a:pt x="0" y="299"/>
                      <a:pt x="86" y="387"/>
                      <a:pt x="193" y="387"/>
                    </a:cubicBezTo>
                    <a:cubicBezTo>
                      <a:pt x="299" y="387"/>
                      <a:pt x="385" y="299"/>
                      <a:pt x="385" y="193"/>
                    </a:cubicBezTo>
                    <a:cubicBezTo>
                      <a:pt x="385" y="87"/>
                      <a:pt x="299"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4"/>
              <p:cNvSpPr/>
              <p:nvPr/>
            </p:nvSpPr>
            <p:spPr>
              <a:xfrm>
                <a:off x="7090825" y="300355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4"/>
              <p:cNvSpPr/>
              <p:nvPr/>
            </p:nvSpPr>
            <p:spPr>
              <a:xfrm>
                <a:off x="7119725" y="2973025"/>
                <a:ext cx="12950" cy="9675"/>
              </a:xfrm>
              <a:custGeom>
                <a:rect b="b" l="l" r="r" t="t"/>
                <a:pathLst>
                  <a:path extrusionOk="0" h="387" w="518">
                    <a:moveTo>
                      <a:pt x="259" y="0"/>
                    </a:moveTo>
                    <a:cubicBezTo>
                      <a:pt x="210" y="0"/>
                      <a:pt x="160" y="19"/>
                      <a:pt x="122" y="56"/>
                    </a:cubicBezTo>
                    <a:cubicBezTo>
                      <a:pt x="1" y="179"/>
                      <a:pt x="87" y="387"/>
                      <a:pt x="259" y="387"/>
                    </a:cubicBezTo>
                    <a:cubicBezTo>
                      <a:pt x="431" y="387"/>
                      <a:pt x="518" y="179"/>
                      <a:pt x="397" y="56"/>
                    </a:cubicBezTo>
                    <a:cubicBezTo>
                      <a:pt x="359"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4"/>
              <p:cNvSpPr/>
              <p:nvPr/>
            </p:nvSpPr>
            <p:spPr>
              <a:xfrm>
                <a:off x="6936500" y="3156225"/>
                <a:ext cx="12950" cy="9700"/>
              </a:xfrm>
              <a:custGeom>
                <a:rect b="b" l="l" r="r" t="t"/>
                <a:pathLst>
                  <a:path extrusionOk="0" h="388" w="518">
                    <a:moveTo>
                      <a:pt x="259" y="0"/>
                    </a:moveTo>
                    <a:cubicBezTo>
                      <a:pt x="210" y="0"/>
                      <a:pt x="161" y="19"/>
                      <a:pt x="124" y="57"/>
                    </a:cubicBezTo>
                    <a:cubicBezTo>
                      <a:pt x="1" y="180"/>
                      <a:pt x="87" y="388"/>
                      <a:pt x="260" y="388"/>
                    </a:cubicBezTo>
                    <a:cubicBezTo>
                      <a:pt x="431" y="388"/>
                      <a:pt x="518" y="180"/>
                      <a:pt x="396" y="57"/>
                    </a:cubicBezTo>
                    <a:cubicBezTo>
                      <a:pt x="358" y="19"/>
                      <a:pt x="309"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8" name="Google Shape;14658;p64"/>
            <p:cNvSpPr/>
            <p:nvPr/>
          </p:nvSpPr>
          <p:spPr>
            <a:xfrm rot="-5400000">
              <a:off x="-111602" y="3067061"/>
              <a:ext cx="1891083" cy="1891083"/>
            </a:xfrm>
            <a:custGeom>
              <a:rect b="b" l="l" r="r" t="t"/>
              <a:pathLst>
                <a:path extrusionOk="0" h="55702" w="55702">
                  <a:moveTo>
                    <a:pt x="27851" y="210"/>
                  </a:moveTo>
                  <a:cubicBezTo>
                    <a:pt x="43093" y="210"/>
                    <a:pt x="55493" y="12609"/>
                    <a:pt x="55493" y="27851"/>
                  </a:cubicBezTo>
                  <a:cubicBezTo>
                    <a:pt x="55493" y="43093"/>
                    <a:pt x="43093" y="55493"/>
                    <a:pt x="27851" y="55493"/>
                  </a:cubicBezTo>
                  <a:cubicBezTo>
                    <a:pt x="12609" y="55493"/>
                    <a:pt x="210" y="43093"/>
                    <a:pt x="210" y="27851"/>
                  </a:cubicBezTo>
                  <a:cubicBezTo>
                    <a:pt x="210" y="12609"/>
                    <a:pt x="12609" y="210"/>
                    <a:pt x="27851" y="210"/>
                  </a:cubicBezTo>
                  <a:close/>
                  <a:moveTo>
                    <a:pt x="27851" y="1"/>
                  </a:moveTo>
                  <a:cubicBezTo>
                    <a:pt x="12494" y="1"/>
                    <a:pt x="0" y="12494"/>
                    <a:pt x="0" y="27851"/>
                  </a:cubicBezTo>
                  <a:cubicBezTo>
                    <a:pt x="0" y="43208"/>
                    <a:pt x="12494" y="55702"/>
                    <a:pt x="27851" y="55702"/>
                  </a:cubicBezTo>
                  <a:cubicBezTo>
                    <a:pt x="43208" y="55702"/>
                    <a:pt x="55702" y="43208"/>
                    <a:pt x="55702" y="27851"/>
                  </a:cubicBezTo>
                  <a:cubicBezTo>
                    <a:pt x="55702" y="12494"/>
                    <a:pt x="43208" y="1"/>
                    <a:pt x="278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4"/>
            <p:cNvSpPr/>
            <p:nvPr/>
          </p:nvSpPr>
          <p:spPr>
            <a:xfrm rot="-5400000">
              <a:off x="-175870" y="3002788"/>
              <a:ext cx="1737934" cy="1644029"/>
            </a:xfrm>
            <a:custGeom>
              <a:rect b="b" l="l" r="r" t="t"/>
              <a:pathLst>
                <a:path extrusionOk="0" h="48425" w="51191">
                  <a:moveTo>
                    <a:pt x="20064" y="1"/>
                  </a:moveTo>
                  <a:cubicBezTo>
                    <a:pt x="12798" y="1"/>
                    <a:pt x="5532" y="2766"/>
                    <a:pt x="0" y="8298"/>
                  </a:cubicBezTo>
                  <a:lnTo>
                    <a:pt x="889" y="9186"/>
                  </a:lnTo>
                  <a:cubicBezTo>
                    <a:pt x="6175" y="3899"/>
                    <a:pt x="13120" y="1256"/>
                    <a:pt x="20064" y="1256"/>
                  </a:cubicBezTo>
                  <a:cubicBezTo>
                    <a:pt x="27009" y="1256"/>
                    <a:pt x="33953" y="3899"/>
                    <a:pt x="39240" y="9186"/>
                  </a:cubicBezTo>
                  <a:cubicBezTo>
                    <a:pt x="49813" y="19759"/>
                    <a:pt x="49813" y="36964"/>
                    <a:pt x="39240" y="47537"/>
                  </a:cubicBezTo>
                  <a:lnTo>
                    <a:pt x="40128" y="48425"/>
                  </a:lnTo>
                  <a:cubicBezTo>
                    <a:pt x="51191" y="37361"/>
                    <a:pt x="51191" y="19360"/>
                    <a:pt x="40128" y="8298"/>
                  </a:cubicBezTo>
                  <a:cubicBezTo>
                    <a:pt x="34597" y="2766"/>
                    <a:pt x="27330" y="1"/>
                    <a:pt x="20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0" name="Google Shape;14660;p64"/>
            <p:cNvGrpSpPr/>
            <p:nvPr/>
          </p:nvGrpSpPr>
          <p:grpSpPr>
            <a:xfrm rot="-5400000">
              <a:off x="215619" y="3407184"/>
              <a:ext cx="1236640" cy="1210852"/>
              <a:chOff x="236475" y="527300"/>
              <a:chExt cx="1124525" cy="1101075"/>
            </a:xfrm>
          </p:grpSpPr>
          <p:sp>
            <p:nvSpPr>
              <p:cNvPr id="14661" name="Google Shape;14661;p64"/>
              <p:cNvSpPr/>
              <p:nvPr/>
            </p:nvSpPr>
            <p:spPr>
              <a:xfrm>
                <a:off x="435250" y="1482225"/>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4"/>
              <p:cNvSpPr/>
              <p:nvPr/>
            </p:nvSpPr>
            <p:spPr>
              <a:xfrm>
                <a:off x="475000"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4"/>
              <p:cNvSpPr/>
              <p:nvPr/>
            </p:nvSpPr>
            <p:spPr>
              <a:xfrm>
                <a:off x="514750" y="1482225"/>
                <a:ext cx="11350" cy="9725"/>
              </a:xfrm>
              <a:custGeom>
                <a:rect b="b" l="l" r="r" t="t"/>
                <a:pathLst>
                  <a:path extrusionOk="0" h="389" w="454">
                    <a:moveTo>
                      <a:pt x="260" y="0"/>
                    </a:moveTo>
                    <a:cubicBezTo>
                      <a:pt x="87" y="0"/>
                      <a:pt x="1" y="209"/>
                      <a:pt x="123" y="331"/>
                    </a:cubicBezTo>
                    <a:cubicBezTo>
                      <a:pt x="163" y="371"/>
                      <a:pt x="212" y="388"/>
                      <a:pt x="260"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4"/>
              <p:cNvSpPr/>
              <p:nvPr/>
            </p:nvSpPr>
            <p:spPr>
              <a:xfrm>
                <a:off x="554500" y="1482225"/>
                <a:ext cx="11375" cy="9725"/>
              </a:xfrm>
              <a:custGeom>
                <a:rect b="b" l="l" r="r" t="t"/>
                <a:pathLst>
                  <a:path extrusionOk="0" h="389" w="455">
                    <a:moveTo>
                      <a:pt x="262" y="0"/>
                    </a:moveTo>
                    <a:cubicBezTo>
                      <a:pt x="87" y="0"/>
                      <a:pt x="1" y="209"/>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4"/>
              <p:cNvSpPr/>
              <p:nvPr/>
            </p:nvSpPr>
            <p:spPr>
              <a:xfrm>
                <a:off x="594250" y="14822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4"/>
              <p:cNvSpPr/>
              <p:nvPr/>
            </p:nvSpPr>
            <p:spPr>
              <a:xfrm>
                <a:off x="63402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4"/>
              <p:cNvSpPr/>
              <p:nvPr/>
            </p:nvSpPr>
            <p:spPr>
              <a:xfrm>
                <a:off x="673775" y="14822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4"/>
              <p:cNvSpPr/>
              <p:nvPr/>
            </p:nvSpPr>
            <p:spPr>
              <a:xfrm>
                <a:off x="713525" y="1482225"/>
                <a:ext cx="11400" cy="9725"/>
              </a:xfrm>
              <a:custGeom>
                <a:rect b="b" l="l" r="r" t="t"/>
                <a:pathLst>
                  <a:path extrusionOk="0" h="389" w="456">
                    <a:moveTo>
                      <a:pt x="261" y="0"/>
                    </a:moveTo>
                    <a:cubicBezTo>
                      <a:pt x="88" y="0"/>
                      <a:pt x="0" y="209"/>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4"/>
              <p:cNvSpPr/>
              <p:nvPr/>
            </p:nvSpPr>
            <p:spPr>
              <a:xfrm>
                <a:off x="753300" y="14822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4"/>
              <p:cNvSpPr/>
              <p:nvPr/>
            </p:nvSpPr>
            <p:spPr>
              <a:xfrm>
                <a:off x="793075" y="1482225"/>
                <a:ext cx="11350" cy="9725"/>
              </a:xfrm>
              <a:custGeom>
                <a:rect b="b" l="l" r="r" t="t"/>
                <a:pathLst>
                  <a:path extrusionOk="0" h="389" w="454">
                    <a:moveTo>
                      <a:pt x="259" y="0"/>
                    </a:moveTo>
                    <a:cubicBezTo>
                      <a:pt x="87" y="0"/>
                      <a:pt x="0" y="209"/>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4"/>
              <p:cNvSpPr/>
              <p:nvPr/>
            </p:nvSpPr>
            <p:spPr>
              <a:xfrm>
                <a:off x="832825" y="14822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4"/>
              <p:cNvSpPr/>
              <p:nvPr/>
            </p:nvSpPr>
            <p:spPr>
              <a:xfrm>
                <a:off x="872575" y="1482225"/>
                <a:ext cx="11350" cy="9725"/>
              </a:xfrm>
              <a:custGeom>
                <a:rect b="b" l="l" r="r" t="t"/>
                <a:pathLst>
                  <a:path extrusionOk="0" h="389" w="454">
                    <a:moveTo>
                      <a:pt x="260" y="0"/>
                    </a:moveTo>
                    <a:cubicBezTo>
                      <a:pt x="87" y="0"/>
                      <a:pt x="0" y="209"/>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4"/>
              <p:cNvSpPr/>
              <p:nvPr/>
            </p:nvSpPr>
            <p:spPr>
              <a:xfrm>
                <a:off x="912325" y="1482225"/>
                <a:ext cx="11350" cy="9725"/>
              </a:xfrm>
              <a:custGeom>
                <a:rect b="b" l="l" r="r" t="t"/>
                <a:pathLst>
                  <a:path extrusionOk="0" h="389" w="454">
                    <a:moveTo>
                      <a:pt x="260" y="0"/>
                    </a:moveTo>
                    <a:cubicBezTo>
                      <a:pt x="87" y="0"/>
                      <a:pt x="1"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4"/>
              <p:cNvSpPr/>
              <p:nvPr/>
            </p:nvSpPr>
            <p:spPr>
              <a:xfrm>
                <a:off x="952075" y="1482225"/>
                <a:ext cx="11350" cy="9725"/>
              </a:xfrm>
              <a:custGeom>
                <a:rect b="b" l="l" r="r" t="t"/>
                <a:pathLst>
                  <a:path extrusionOk="0" h="389" w="454">
                    <a:moveTo>
                      <a:pt x="260" y="0"/>
                    </a:moveTo>
                    <a:cubicBezTo>
                      <a:pt x="87" y="0"/>
                      <a:pt x="1" y="209"/>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4"/>
              <p:cNvSpPr/>
              <p:nvPr/>
            </p:nvSpPr>
            <p:spPr>
              <a:xfrm>
                <a:off x="991825" y="14822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4"/>
              <p:cNvSpPr/>
              <p:nvPr/>
            </p:nvSpPr>
            <p:spPr>
              <a:xfrm>
                <a:off x="1031575" y="1482225"/>
                <a:ext cx="11400" cy="9725"/>
              </a:xfrm>
              <a:custGeom>
                <a:rect b="b" l="l" r="r" t="t"/>
                <a:pathLst>
                  <a:path extrusionOk="0" h="389" w="456">
                    <a:moveTo>
                      <a:pt x="262" y="0"/>
                    </a:moveTo>
                    <a:cubicBezTo>
                      <a:pt x="89" y="0"/>
                      <a:pt x="1" y="209"/>
                      <a:pt x="124" y="331"/>
                    </a:cubicBezTo>
                    <a:cubicBezTo>
                      <a:pt x="163"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4"/>
              <p:cNvSpPr/>
              <p:nvPr/>
            </p:nvSpPr>
            <p:spPr>
              <a:xfrm>
                <a:off x="1071350" y="1482225"/>
                <a:ext cx="11350" cy="9725"/>
              </a:xfrm>
              <a:custGeom>
                <a:rect b="b" l="l" r="r" t="t"/>
                <a:pathLst>
                  <a:path extrusionOk="0" h="389" w="454">
                    <a:moveTo>
                      <a:pt x="259" y="0"/>
                    </a:moveTo>
                    <a:cubicBezTo>
                      <a:pt x="86" y="0"/>
                      <a:pt x="0" y="209"/>
                      <a:pt x="123" y="331"/>
                    </a:cubicBezTo>
                    <a:cubicBezTo>
                      <a:pt x="162" y="371"/>
                      <a:pt x="211"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4"/>
              <p:cNvSpPr/>
              <p:nvPr/>
            </p:nvSpPr>
            <p:spPr>
              <a:xfrm>
                <a:off x="1111100" y="1482225"/>
                <a:ext cx="11350" cy="9725"/>
              </a:xfrm>
              <a:custGeom>
                <a:rect b="b" l="l" r="r" t="t"/>
                <a:pathLst>
                  <a:path extrusionOk="0" h="389" w="454">
                    <a:moveTo>
                      <a:pt x="259" y="0"/>
                    </a:moveTo>
                    <a:cubicBezTo>
                      <a:pt x="87" y="0"/>
                      <a:pt x="0" y="209"/>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4"/>
              <p:cNvSpPr/>
              <p:nvPr/>
            </p:nvSpPr>
            <p:spPr>
              <a:xfrm>
                <a:off x="1150850" y="1482225"/>
                <a:ext cx="11350" cy="9725"/>
              </a:xfrm>
              <a:custGeom>
                <a:rect b="b" l="l" r="r" t="t"/>
                <a:pathLst>
                  <a:path extrusionOk="0" h="389" w="454">
                    <a:moveTo>
                      <a:pt x="259" y="0"/>
                    </a:moveTo>
                    <a:cubicBezTo>
                      <a:pt x="87" y="0"/>
                      <a:pt x="0" y="209"/>
                      <a:pt x="123" y="331"/>
                    </a:cubicBezTo>
                    <a:cubicBezTo>
                      <a:pt x="163" y="371"/>
                      <a:pt x="212" y="388"/>
                      <a:pt x="259" y="388"/>
                    </a:cubicBezTo>
                    <a:cubicBezTo>
                      <a:pt x="359" y="388"/>
                      <a:pt x="454" y="311"/>
                      <a:pt x="454" y="194"/>
                    </a:cubicBezTo>
                    <a:cubicBezTo>
                      <a:pt x="454"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4"/>
              <p:cNvSpPr/>
              <p:nvPr/>
            </p:nvSpPr>
            <p:spPr>
              <a:xfrm>
                <a:off x="397125" y="1448100"/>
                <a:ext cx="9725" cy="9750"/>
              </a:xfrm>
              <a:custGeom>
                <a:rect b="b" l="l" r="r" t="t"/>
                <a:pathLst>
                  <a:path extrusionOk="0" h="390"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4"/>
              <p:cNvSpPr/>
              <p:nvPr/>
            </p:nvSpPr>
            <p:spPr>
              <a:xfrm>
                <a:off x="435250" y="1448100"/>
                <a:ext cx="11350" cy="9750"/>
              </a:xfrm>
              <a:custGeom>
                <a:rect b="b" l="l" r="r" t="t"/>
                <a:pathLst>
                  <a:path extrusionOk="0" h="390"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4"/>
              <p:cNvSpPr/>
              <p:nvPr/>
            </p:nvSpPr>
            <p:spPr>
              <a:xfrm>
                <a:off x="475000" y="1448100"/>
                <a:ext cx="11350" cy="9750"/>
              </a:xfrm>
              <a:custGeom>
                <a:rect b="b" l="l" r="r" t="t"/>
                <a:pathLst>
                  <a:path extrusionOk="0" h="390" w="454">
                    <a:moveTo>
                      <a:pt x="260" y="1"/>
                    </a:moveTo>
                    <a:cubicBezTo>
                      <a:pt x="87" y="1"/>
                      <a:pt x="1" y="210"/>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4"/>
              <p:cNvSpPr/>
              <p:nvPr/>
            </p:nvSpPr>
            <p:spPr>
              <a:xfrm>
                <a:off x="516425" y="1448100"/>
                <a:ext cx="9675" cy="9750"/>
              </a:xfrm>
              <a:custGeom>
                <a:rect b="b" l="l" r="r" t="t"/>
                <a:pathLst>
                  <a:path extrusionOk="0" h="390"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4"/>
              <p:cNvSpPr/>
              <p:nvPr/>
            </p:nvSpPr>
            <p:spPr>
              <a:xfrm>
                <a:off x="554500" y="1448100"/>
                <a:ext cx="11375" cy="9750"/>
              </a:xfrm>
              <a:custGeom>
                <a:rect b="b" l="l" r="r" t="t"/>
                <a:pathLst>
                  <a:path extrusionOk="0" h="390" w="455">
                    <a:moveTo>
                      <a:pt x="262" y="1"/>
                    </a:moveTo>
                    <a:cubicBezTo>
                      <a:pt x="87" y="1"/>
                      <a:pt x="1" y="210"/>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4"/>
              <p:cNvSpPr/>
              <p:nvPr/>
            </p:nvSpPr>
            <p:spPr>
              <a:xfrm>
                <a:off x="595925"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4"/>
              <p:cNvSpPr/>
              <p:nvPr/>
            </p:nvSpPr>
            <p:spPr>
              <a:xfrm>
                <a:off x="634025" y="1448100"/>
                <a:ext cx="11375" cy="9750"/>
              </a:xfrm>
              <a:custGeom>
                <a:rect b="b" l="l" r="r" t="t"/>
                <a:pathLst>
                  <a:path extrusionOk="0" h="390" w="455">
                    <a:moveTo>
                      <a:pt x="261" y="1"/>
                    </a:moveTo>
                    <a:cubicBezTo>
                      <a:pt x="88" y="1"/>
                      <a:pt x="0" y="210"/>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4"/>
              <p:cNvSpPr/>
              <p:nvPr/>
            </p:nvSpPr>
            <p:spPr>
              <a:xfrm>
                <a:off x="673775" y="14481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4"/>
              <p:cNvSpPr/>
              <p:nvPr/>
            </p:nvSpPr>
            <p:spPr>
              <a:xfrm>
                <a:off x="475000"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4"/>
              <p:cNvSpPr/>
              <p:nvPr/>
            </p:nvSpPr>
            <p:spPr>
              <a:xfrm>
                <a:off x="514750" y="1516325"/>
                <a:ext cx="11350" cy="9725"/>
              </a:xfrm>
              <a:custGeom>
                <a:rect b="b" l="l" r="r" t="t"/>
                <a:pathLst>
                  <a:path extrusionOk="0" h="389" w="454">
                    <a:moveTo>
                      <a:pt x="260" y="1"/>
                    </a:moveTo>
                    <a:cubicBezTo>
                      <a:pt x="87" y="1"/>
                      <a:pt x="1" y="208"/>
                      <a:pt x="123" y="331"/>
                    </a:cubicBezTo>
                    <a:cubicBezTo>
                      <a:pt x="163" y="371"/>
                      <a:pt x="212" y="389"/>
                      <a:pt x="260"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4"/>
              <p:cNvSpPr/>
              <p:nvPr/>
            </p:nvSpPr>
            <p:spPr>
              <a:xfrm>
                <a:off x="554500" y="151632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4"/>
              <p:cNvSpPr/>
              <p:nvPr/>
            </p:nvSpPr>
            <p:spPr>
              <a:xfrm>
                <a:off x="594250" y="15163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1"/>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4"/>
              <p:cNvSpPr/>
              <p:nvPr/>
            </p:nvSpPr>
            <p:spPr>
              <a:xfrm>
                <a:off x="63402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4"/>
              <p:cNvSpPr/>
              <p:nvPr/>
            </p:nvSpPr>
            <p:spPr>
              <a:xfrm>
                <a:off x="673775" y="15163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4"/>
              <p:cNvSpPr/>
              <p:nvPr/>
            </p:nvSpPr>
            <p:spPr>
              <a:xfrm>
                <a:off x="713525" y="1516325"/>
                <a:ext cx="11400" cy="9725"/>
              </a:xfrm>
              <a:custGeom>
                <a:rect b="b" l="l" r="r" t="t"/>
                <a:pathLst>
                  <a:path extrusionOk="0" h="389" w="456">
                    <a:moveTo>
                      <a:pt x="261" y="1"/>
                    </a:moveTo>
                    <a:cubicBezTo>
                      <a:pt x="88" y="1"/>
                      <a:pt x="0" y="210"/>
                      <a:pt x="123" y="331"/>
                    </a:cubicBezTo>
                    <a:cubicBezTo>
                      <a:pt x="163" y="371"/>
                      <a:pt x="212" y="389"/>
                      <a:pt x="260" y="389"/>
                    </a:cubicBezTo>
                    <a:cubicBezTo>
                      <a:pt x="360"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4"/>
              <p:cNvSpPr/>
              <p:nvPr/>
            </p:nvSpPr>
            <p:spPr>
              <a:xfrm>
                <a:off x="753300" y="15163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4"/>
              <p:cNvSpPr/>
              <p:nvPr/>
            </p:nvSpPr>
            <p:spPr>
              <a:xfrm>
                <a:off x="793075" y="1516325"/>
                <a:ext cx="11350" cy="9725"/>
              </a:xfrm>
              <a:custGeom>
                <a:rect b="b" l="l" r="r" t="t"/>
                <a:pathLst>
                  <a:path extrusionOk="0" h="389" w="454">
                    <a:moveTo>
                      <a:pt x="259" y="1"/>
                    </a:moveTo>
                    <a:cubicBezTo>
                      <a:pt x="87" y="1"/>
                      <a:pt x="0" y="210"/>
                      <a:pt x="121" y="331"/>
                    </a:cubicBezTo>
                    <a:cubicBezTo>
                      <a:pt x="161" y="371"/>
                      <a:pt x="210" y="389"/>
                      <a:pt x="258" y="389"/>
                    </a:cubicBezTo>
                    <a:cubicBezTo>
                      <a:pt x="358" y="389"/>
                      <a:pt x="453" y="311"/>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4"/>
              <p:cNvSpPr/>
              <p:nvPr/>
            </p:nvSpPr>
            <p:spPr>
              <a:xfrm>
                <a:off x="832825" y="15163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4"/>
              <p:cNvSpPr/>
              <p:nvPr/>
            </p:nvSpPr>
            <p:spPr>
              <a:xfrm>
                <a:off x="872575" y="1516325"/>
                <a:ext cx="11350" cy="9725"/>
              </a:xfrm>
              <a:custGeom>
                <a:rect b="b" l="l" r="r" t="t"/>
                <a:pathLst>
                  <a:path extrusionOk="0" h="389" w="454">
                    <a:moveTo>
                      <a:pt x="260" y="1"/>
                    </a:moveTo>
                    <a:cubicBezTo>
                      <a:pt x="87" y="1"/>
                      <a:pt x="0" y="210"/>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4"/>
              <p:cNvSpPr/>
              <p:nvPr/>
            </p:nvSpPr>
            <p:spPr>
              <a:xfrm>
                <a:off x="912325" y="1516325"/>
                <a:ext cx="11350" cy="9725"/>
              </a:xfrm>
              <a:custGeom>
                <a:rect b="b" l="l" r="r" t="t"/>
                <a:pathLst>
                  <a:path extrusionOk="0" h="389" w="454">
                    <a:moveTo>
                      <a:pt x="260" y="1"/>
                    </a:moveTo>
                    <a:cubicBezTo>
                      <a:pt x="87" y="1"/>
                      <a:pt x="1"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4"/>
              <p:cNvSpPr/>
              <p:nvPr/>
            </p:nvSpPr>
            <p:spPr>
              <a:xfrm>
                <a:off x="952075" y="151632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4"/>
              <p:cNvSpPr/>
              <p:nvPr/>
            </p:nvSpPr>
            <p:spPr>
              <a:xfrm>
                <a:off x="991825" y="15163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4"/>
              <p:cNvSpPr/>
              <p:nvPr/>
            </p:nvSpPr>
            <p:spPr>
              <a:xfrm>
                <a:off x="1031575" y="1516325"/>
                <a:ext cx="11400" cy="9725"/>
              </a:xfrm>
              <a:custGeom>
                <a:rect b="b" l="l" r="r" t="t"/>
                <a:pathLst>
                  <a:path extrusionOk="0" h="389" w="456">
                    <a:moveTo>
                      <a:pt x="262" y="1"/>
                    </a:moveTo>
                    <a:cubicBezTo>
                      <a:pt x="89" y="1"/>
                      <a:pt x="1" y="210"/>
                      <a:pt x="124" y="331"/>
                    </a:cubicBezTo>
                    <a:cubicBezTo>
                      <a:pt x="163"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4"/>
              <p:cNvSpPr/>
              <p:nvPr/>
            </p:nvSpPr>
            <p:spPr>
              <a:xfrm>
                <a:off x="1071350" y="15163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4"/>
              <p:cNvSpPr/>
              <p:nvPr/>
            </p:nvSpPr>
            <p:spPr>
              <a:xfrm>
                <a:off x="1111100" y="15163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4"/>
              <p:cNvSpPr/>
              <p:nvPr/>
            </p:nvSpPr>
            <p:spPr>
              <a:xfrm>
                <a:off x="715200" y="1448100"/>
                <a:ext cx="9725" cy="9750"/>
              </a:xfrm>
              <a:custGeom>
                <a:rect b="b" l="l" r="r" t="t"/>
                <a:pathLst>
                  <a:path extrusionOk="0" h="390"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4"/>
              <p:cNvSpPr/>
              <p:nvPr/>
            </p:nvSpPr>
            <p:spPr>
              <a:xfrm>
                <a:off x="753300" y="14481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4"/>
              <p:cNvSpPr/>
              <p:nvPr/>
            </p:nvSpPr>
            <p:spPr>
              <a:xfrm>
                <a:off x="794700" y="1448100"/>
                <a:ext cx="9725" cy="9750"/>
              </a:xfrm>
              <a:custGeom>
                <a:rect b="b" l="l" r="r" t="t"/>
                <a:pathLst>
                  <a:path extrusionOk="0" h="390"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4"/>
              <p:cNvSpPr/>
              <p:nvPr/>
            </p:nvSpPr>
            <p:spPr>
              <a:xfrm>
                <a:off x="832825" y="14481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4"/>
              <p:cNvSpPr/>
              <p:nvPr/>
            </p:nvSpPr>
            <p:spPr>
              <a:xfrm>
                <a:off x="872575" y="1448100"/>
                <a:ext cx="11350" cy="9750"/>
              </a:xfrm>
              <a:custGeom>
                <a:rect b="b" l="l" r="r" t="t"/>
                <a:pathLst>
                  <a:path extrusionOk="0" h="390" w="454">
                    <a:moveTo>
                      <a:pt x="260" y="1"/>
                    </a:moveTo>
                    <a:cubicBezTo>
                      <a:pt x="87" y="1"/>
                      <a:pt x="0" y="210"/>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4"/>
              <p:cNvSpPr/>
              <p:nvPr/>
            </p:nvSpPr>
            <p:spPr>
              <a:xfrm>
                <a:off x="913950" y="1448100"/>
                <a:ext cx="9725" cy="9750"/>
              </a:xfrm>
              <a:custGeom>
                <a:rect b="b" l="l" r="r" t="t"/>
                <a:pathLst>
                  <a:path extrusionOk="0" h="390"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4"/>
              <p:cNvSpPr/>
              <p:nvPr/>
            </p:nvSpPr>
            <p:spPr>
              <a:xfrm>
                <a:off x="953700" y="1448100"/>
                <a:ext cx="9725" cy="9750"/>
              </a:xfrm>
              <a:custGeom>
                <a:rect b="b" l="l" r="r" t="t"/>
                <a:pathLst>
                  <a:path extrusionOk="0" h="390"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4"/>
              <p:cNvSpPr/>
              <p:nvPr/>
            </p:nvSpPr>
            <p:spPr>
              <a:xfrm>
                <a:off x="993450" y="1448100"/>
                <a:ext cx="9725" cy="9750"/>
              </a:xfrm>
              <a:custGeom>
                <a:rect b="b" l="l" r="r" t="t"/>
                <a:pathLst>
                  <a:path extrusionOk="0" h="390"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4"/>
              <p:cNvSpPr/>
              <p:nvPr/>
            </p:nvSpPr>
            <p:spPr>
              <a:xfrm>
                <a:off x="10332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4"/>
              <p:cNvSpPr/>
              <p:nvPr/>
            </p:nvSpPr>
            <p:spPr>
              <a:xfrm>
                <a:off x="107297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4"/>
              <p:cNvSpPr/>
              <p:nvPr/>
            </p:nvSpPr>
            <p:spPr>
              <a:xfrm>
                <a:off x="1112725" y="1448100"/>
                <a:ext cx="9725" cy="9750"/>
              </a:xfrm>
              <a:custGeom>
                <a:rect b="b" l="l" r="r" t="t"/>
                <a:pathLst>
                  <a:path extrusionOk="0" h="390"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4"/>
              <p:cNvSpPr/>
              <p:nvPr/>
            </p:nvSpPr>
            <p:spPr>
              <a:xfrm>
                <a:off x="1152500" y="1448100"/>
                <a:ext cx="9700" cy="9750"/>
              </a:xfrm>
              <a:custGeom>
                <a:rect b="b" l="l" r="r" t="t"/>
                <a:pathLst>
                  <a:path extrusionOk="0" h="390"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4"/>
              <p:cNvSpPr/>
              <p:nvPr/>
            </p:nvSpPr>
            <p:spPr>
              <a:xfrm>
                <a:off x="1192275" y="1448100"/>
                <a:ext cx="9675" cy="9750"/>
              </a:xfrm>
              <a:custGeom>
                <a:rect b="b" l="l" r="r" t="t"/>
                <a:pathLst>
                  <a:path extrusionOk="0" h="390"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4"/>
              <p:cNvSpPr/>
              <p:nvPr/>
            </p:nvSpPr>
            <p:spPr>
              <a:xfrm>
                <a:off x="355750" y="1414000"/>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4"/>
              <p:cNvSpPr/>
              <p:nvPr/>
            </p:nvSpPr>
            <p:spPr>
              <a:xfrm>
                <a:off x="397125" y="141400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4"/>
              <p:cNvSpPr/>
              <p:nvPr/>
            </p:nvSpPr>
            <p:spPr>
              <a:xfrm>
                <a:off x="435250" y="1414000"/>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4"/>
              <p:cNvSpPr/>
              <p:nvPr/>
            </p:nvSpPr>
            <p:spPr>
              <a:xfrm>
                <a:off x="475000" y="1414000"/>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4"/>
              <p:cNvSpPr/>
              <p:nvPr/>
            </p:nvSpPr>
            <p:spPr>
              <a:xfrm>
                <a:off x="516425" y="141400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4"/>
              <p:cNvSpPr/>
              <p:nvPr/>
            </p:nvSpPr>
            <p:spPr>
              <a:xfrm>
                <a:off x="554500" y="1414000"/>
                <a:ext cx="11375" cy="9750"/>
              </a:xfrm>
              <a:custGeom>
                <a:rect b="b" l="l" r="r" t="t"/>
                <a:pathLst>
                  <a:path extrusionOk="0" h="390" w="455">
                    <a:moveTo>
                      <a:pt x="262" y="1"/>
                    </a:moveTo>
                    <a:cubicBezTo>
                      <a:pt x="87" y="1"/>
                      <a:pt x="1" y="210"/>
                      <a:pt x="124" y="333"/>
                    </a:cubicBezTo>
                    <a:cubicBezTo>
                      <a:pt x="163" y="372"/>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4"/>
              <p:cNvSpPr/>
              <p:nvPr/>
            </p:nvSpPr>
            <p:spPr>
              <a:xfrm>
                <a:off x="595925"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4"/>
              <p:cNvSpPr/>
              <p:nvPr/>
            </p:nvSpPr>
            <p:spPr>
              <a:xfrm>
                <a:off x="634025" y="1414000"/>
                <a:ext cx="11375" cy="9750"/>
              </a:xfrm>
              <a:custGeom>
                <a:rect b="b" l="l" r="r" t="t"/>
                <a:pathLst>
                  <a:path extrusionOk="0" h="390" w="455">
                    <a:moveTo>
                      <a:pt x="261" y="1"/>
                    </a:moveTo>
                    <a:cubicBezTo>
                      <a:pt x="88" y="1"/>
                      <a:pt x="0" y="210"/>
                      <a:pt x="123" y="333"/>
                    </a:cubicBezTo>
                    <a:cubicBezTo>
                      <a:pt x="162"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4"/>
              <p:cNvSpPr/>
              <p:nvPr/>
            </p:nvSpPr>
            <p:spPr>
              <a:xfrm>
                <a:off x="673775" y="1414000"/>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4"/>
              <p:cNvSpPr/>
              <p:nvPr/>
            </p:nvSpPr>
            <p:spPr>
              <a:xfrm>
                <a:off x="715200" y="141400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4"/>
              <p:cNvSpPr/>
              <p:nvPr/>
            </p:nvSpPr>
            <p:spPr>
              <a:xfrm>
                <a:off x="753300" y="1414000"/>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4"/>
              <p:cNvSpPr/>
              <p:nvPr/>
            </p:nvSpPr>
            <p:spPr>
              <a:xfrm>
                <a:off x="794700" y="141400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4"/>
              <p:cNvSpPr/>
              <p:nvPr/>
            </p:nvSpPr>
            <p:spPr>
              <a:xfrm>
                <a:off x="832825" y="1414000"/>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4"/>
              <p:cNvSpPr/>
              <p:nvPr/>
            </p:nvSpPr>
            <p:spPr>
              <a:xfrm>
                <a:off x="872575" y="1414000"/>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4"/>
              <p:cNvSpPr/>
              <p:nvPr/>
            </p:nvSpPr>
            <p:spPr>
              <a:xfrm>
                <a:off x="913950" y="141400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4"/>
              <p:cNvSpPr/>
              <p:nvPr/>
            </p:nvSpPr>
            <p:spPr>
              <a:xfrm>
                <a:off x="953700" y="141400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4"/>
              <p:cNvSpPr/>
              <p:nvPr/>
            </p:nvSpPr>
            <p:spPr>
              <a:xfrm>
                <a:off x="993450" y="141400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4"/>
              <p:cNvSpPr/>
              <p:nvPr/>
            </p:nvSpPr>
            <p:spPr>
              <a:xfrm>
                <a:off x="10332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4"/>
              <p:cNvSpPr/>
              <p:nvPr/>
            </p:nvSpPr>
            <p:spPr>
              <a:xfrm>
                <a:off x="107297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4"/>
              <p:cNvSpPr/>
              <p:nvPr/>
            </p:nvSpPr>
            <p:spPr>
              <a:xfrm>
                <a:off x="1112725" y="141400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4"/>
              <p:cNvSpPr/>
              <p:nvPr/>
            </p:nvSpPr>
            <p:spPr>
              <a:xfrm>
                <a:off x="1152500" y="141400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4"/>
              <p:cNvSpPr/>
              <p:nvPr/>
            </p:nvSpPr>
            <p:spPr>
              <a:xfrm>
                <a:off x="1192275" y="141400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4"/>
              <p:cNvSpPr/>
              <p:nvPr/>
            </p:nvSpPr>
            <p:spPr>
              <a:xfrm>
                <a:off x="1232025" y="141400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4"/>
              <p:cNvSpPr/>
              <p:nvPr/>
            </p:nvSpPr>
            <p:spPr>
              <a:xfrm>
                <a:off x="355750" y="1379900"/>
                <a:ext cx="11350" cy="9725"/>
              </a:xfrm>
              <a:custGeom>
                <a:rect b="b" l="l" r="r" t="t"/>
                <a:pathLst>
                  <a:path extrusionOk="0" h="389" w="454">
                    <a:moveTo>
                      <a:pt x="259" y="0"/>
                    </a:moveTo>
                    <a:cubicBezTo>
                      <a:pt x="87" y="0"/>
                      <a:pt x="0" y="210"/>
                      <a:pt x="123" y="331"/>
                    </a:cubicBezTo>
                    <a:cubicBezTo>
                      <a:pt x="162" y="371"/>
                      <a:pt x="211" y="389"/>
                      <a:pt x="259" y="389"/>
                    </a:cubicBezTo>
                    <a:cubicBezTo>
                      <a:pt x="358"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4"/>
              <p:cNvSpPr/>
              <p:nvPr/>
            </p:nvSpPr>
            <p:spPr>
              <a:xfrm>
                <a:off x="397125" y="1379900"/>
                <a:ext cx="9725" cy="9725"/>
              </a:xfrm>
              <a:custGeom>
                <a:rect b="b" l="l" r="r" t="t"/>
                <a:pathLst>
                  <a:path extrusionOk="0" h="389" w="389">
                    <a:moveTo>
                      <a:pt x="195" y="0"/>
                    </a:moveTo>
                    <a:cubicBezTo>
                      <a:pt x="88" y="0"/>
                      <a:pt x="1" y="87"/>
                      <a:pt x="1" y="194"/>
                    </a:cubicBezTo>
                    <a:cubicBezTo>
                      <a:pt x="1" y="302"/>
                      <a:pt x="88"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4"/>
              <p:cNvSpPr/>
              <p:nvPr/>
            </p:nvSpPr>
            <p:spPr>
              <a:xfrm>
                <a:off x="435250" y="1379900"/>
                <a:ext cx="11350" cy="9750"/>
              </a:xfrm>
              <a:custGeom>
                <a:rect b="b" l="l" r="r" t="t"/>
                <a:pathLst>
                  <a:path extrusionOk="0" h="390" w="454">
                    <a:moveTo>
                      <a:pt x="260" y="0"/>
                    </a:moveTo>
                    <a:cubicBezTo>
                      <a:pt x="87" y="0"/>
                      <a:pt x="0" y="210"/>
                      <a:pt x="123" y="332"/>
                    </a:cubicBezTo>
                    <a:cubicBezTo>
                      <a:pt x="162" y="372"/>
                      <a:pt x="211" y="389"/>
                      <a:pt x="258" y="389"/>
                    </a:cubicBezTo>
                    <a:cubicBezTo>
                      <a:pt x="358" y="389"/>
                      <a:pt x="454" y="312"/>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4"/>
              <p:cNvSpPr/>
              <p:nvPr/>
            </p:nvSpPr>
            <p:spPr>
              <a:xfrm>
                <a:off x="475000" y="1379900"/>
                <a:ext cx="11350" cy="9725"/>
              </a:xfrm>
              <a:custGeom>
                <a:rect b="b" l="l" r="r" t="t"/>
                <a:pathLst>
                  <a:path extrusionOk="0" h="389" w="454">
                    <a:moveTo>
                      <a:pt x="260" y="0"/>
                    </a:moveTo>
                    <a:cubicBezTo>
                      <a:pt x="87" y="0"/>
                      <a:pt x="1" y="210"/>
                      <a:pt x="122" y="331"/>
                    </a:cubicBezTo>
                    <a:cubicBezTo>
                      <a:pt x="162"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4"/>
              <p:cNvSpPr/>
              <p:nvPr/>
            </p:nvSpPr>
            <p:spPr>
              <a:xfrm>
                <a:off x="516425" y="1379900"/>
                <a:ext cx="9675" cy="9725"/>
              </a:xfrm>
              <a:custGeom>
                <a:rect b="b" l="l" r="r" t="t"/>
                <a:pathLst>
                  <a:path extrusionOk="0" h="389" w="387">
                    <a:moveTo>
                      <a:pt x="193" y="0"/>
                    </a:moveTo>
                    <a:cubicBezTo>
                      <a:pt x="87" y="0"/>
                      <a:pt x="0" y="87"/>
                      <a:pt x="0" y="194"/>
                    </a:cubicBezTo>
                    <a:cubicBezTo>
                      <a:pt x="0"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4"/>
              <p:cNvSpPr/>
              <p:nvPr/>
            </p:nvSpPr>
            <p:spPr>
              <a:xfrm>
                <a:off x="554500" y="1379900"/>
                <a:ext cx="11375" cy="9725"/>
              </a:xfrm>
              <a:custGeom>
                <a:rect b="b" l="l" r="r" t="t"/>
                <a:pathLst>
                  <a:path extrusionOk="0" h="389" w="455">
                    <a:moveTo>
                      <a:pt x="262" y="0"/>
                    </a:moveTo>
                    <a:cubicBezTo>
                      <a:pt x="87" y="0"/>
                      <a:pt x="1" y="210"/>
                      <a:pt x="124" y="331"/>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4"/>
              <p:cNvSpPr/>
              <p:nvPr/>
            </p:nvSpPr>
            <p:spPr>
              <a:xfrm>
                <a:off x="595925"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4"/>
              <p:cNvSpPr/>
              <p:nvPr/>
            </p:nvSpPr>
            <p:spPr>
              <a:xfrm>
                <a:off x="634025" y="1379900"/>
                <a:ext cx="11375" cy="9725"/>
              </a:xfrm>
              <a:custGeom>
                <a:rect b="b" l="l" r="r" t="t"/>
                <a:pathLst>
                  <a:path extrusionOk="0" h="389" w="455">
                    <a:moveTo>
                      <a:pt x="261" y="0"/>
                    </a:moveTo>
                    <a:cubicBezTo>
                      <a:pt x="88" y="0"/>
                      <a:pt x="0" y="210"/>
                      <a:pt x="123" y="331"/>
                    </a:cubicBezTo>
                    <a:cubicBezTo>
                      <a:pt x="163" y="371"/>
                      <a:pt x="211" y="389"/>
                      <a:pt x="259" y="389"/>
                    </a:cubicBezTo>
                    <a:cubicBezTo>
                      <a:pt x="359" y="389"/>
                      <a:pt x="454"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4"/>
              <p:cNvSpPr/>
              <p:nvPr/>
            </p:nvSpPr>
            <p:spPr>
              <a:xfrm>
                <a:off x="673775" y="1379900"/>
                <a:ext cx="11375" cy="9750"/>
              </a:xfrm>
              <a:custGeom>
                <a:rect b="b" l="l" r="r" t="t"/>
                <a:pathLst>
                  <a:path extrusionOk="0" h="390" w="455">
                    <a:moveTo>
                      <a:pt x="261" y="0"/>
                    </a:moveTo>
                    <a:cubicBezTo>
                      <a:pt x="88" y="0"/>
                      <a:pt x="0" y="210"/>
                      <a:pt x="123" y="332"/>
                    </a:cubicBezTo>
                    <a:cubicBezTo>
                      <a:pt x="163" y="372"/>
                      <a:pt x="211" y="389"/>
                      <a:pt x="259" y="389"/>
                    </a:cubicBezTo>
                    <a:cubicBezTo>
                      <a:pt x="359" y="389"/>
                      <a:pt x="455" y="312"/>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4"/>
              <p:cNvSpPr/>
              <p:nvPr/>
            </p:nvSpPr>
            <p:spPr>
              <a:xfrm>
                <a:off x="715200" y="1379900"/>
                <a:ext cx="9725" cy="9725"/>
              </a:xfrm>
              <a:custGeom>
                <a:rect b="b" l="l" r="r" t="t"/>
                <a:pathLst>
                  <a:path extrusionOk="0" h="389" w="389">
                    <a:moveTo>
                      <a:pt x="194" y="0"/>
                    </a:moveTo>
                    <a:cubicBezTo>
                      <a:pt x="86" y="0"/>
                      <a:pt x="0" y="87"/>
                      <a:pt x="0" y="194"/>
                    </a:cubicBezTo>
                    <a:cubicBezTo>
                      <a:pt x="0" y="302"/>
                      <a:pt x="86"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4"/>
              <p:cNvSpPr/>
              <p:nvPr/>
            </p:nvSpPr>
            <p:spPr>
              <a:xfrm>
                <a:off x="753300" y="1379900"/>
                <a:ext cx="11375" cy="9750"/>
              </a:xfrm>
              <a:custGeom>
                <a:rect b="b" l="l" r="r" t="t"/>
                <a:pathLst>
                  <a:path extrusionOk="0" h="390" w="455">
                    <a:moveTo>
                      <a:pt x="260" y="0"/>
                    </a:moveTo>
                    <a:cubicBezTo>
                      <a:pt x="87" y="0"/>
                      <a:pt x="1" y="210"/>
                      <a:pt x="122" y="332"/>
                    </a:cubicBezTo>
                    <a:cubicBezTo>
                      <a:pt x="162" y="372"/>
                      <a:pt x="210" y="389"/>
                      <a:pt x="258" y="389"/>
                    </a:cubicBezTo>
                    <a:cubicBezTo>
                      <a:pt x="358" y="389"/>
                      <a:pt x="454" y="312"/>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4"/>
              <p:cNvSpPr/>
              <p:nvPr/>
            </p:nvSpPr>
            <p:spPr>
              <a:xfrm>
                <a:off x="794700" y="1379900"/>
                <a:ext cx="9725" cy="9725"/>
              </a:xfrm>
              <a:custGeom>
                <a:rect b="b" l="l" r="r" t="t"/>
                <a:pathLst>
                  <a:path extrusionOk="0" h="389" w="389">
                    <a:moveTo>
                      <a:pt x="194" y="0"/>
                    </a:moveTo>
                    <a:cubicBezTo>
                      <a:pt x="87" y="0"/>
                      <a:pt x="0" y="87"/>
                      <a:pt x="0" y="194"/>
                    </a:cubicBezTo>
                    <a:cubicBezTo>
                      <a:pt x="0" y="302"/>
                      <a:pt x="87" y="389"/>
                      <a:pt x="194" y="389"/>
                    </a:cubicBezTo>
                    <a:cubicBezTo>
                      <a:pt x="300" y="389"/>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4"/>
              <p:cNvSpPr/>
              <p:nvPr/>
            </p:nvSpPr>
            <p:spPr>
              <a:xfrm>
                <a:off x="832825" y="1379900"/>
                <a:ext cx="11350" cy="9750"/>
              </a:xfrm>
              <a:custGeom>
                <a:rect b="b" l="l" r="r" t="t"/>
                <a:pathLst>
                  <a:path extrusionOk="0" h="390" w="454">
                    <a:moveTo>
                      <a:pt x="259" y="0"/>
                    </a:moveTo>
                    <a:cubicBezTo>
                      <a:pt x="87" y="0"/>
                      <a:pt x="0" y="210"/>
                      <a:pt x="122" y="332"/>
                    </a:cubicBezTo>
                    <a:cubicBezTo>
                      <a:pt x="161" y="372"/>
                      <a:pt x="210" y="389"/>
                      <a:pt x="257" y="389"/>
                    </a:cubicBezTo>
                    <a:cubicBezTo>
                      <a:pt x="357" y="389"/>
                      <a:pt x="453" y="312"/>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4"/>
              <p:cNvSpPr/>
              <p:nvPr/>
            </p:nvSpPr>
            <p:spPr>
              <a:xfrm>
                <a:off x="872575" y="1379900"/>
                <a:ext cx="11350" cy="9725"/>
              </a:xfrm>
              <a:custGeom>
                <a:rect b="b" l="l" r="r" t="t"/>
                <a:pathLst>
                  <a:path extrusionOk="0" h="389" w="454">
                    <a:moveTo>
                      <a:pt x="260" y="0"/>
                    </a:moveTo>
                    <a:cubicBezTo>
                      <a:pt x="87" y="0"/>
                      <a:pt x="0" y="210"/>
                      <a:pt x="122" y="331"/>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4"/>
              <p:cNvSpPr/>
              <p:nvPr/>
            </p:nvSpPr>
            <p:spPr>
              <a:xfrm>
                <a:off x="913950" y="1379900"/>
                <a:ext cx="9725" cy="9725"/>
              </a:xfrm>
              <a:custGeom>
                <a:rect b="b" l="l" r="r" t="t"/>
                <a:pathLst>
                  <a:path extrusionOk="0" h="389" w="389">
                    <a:moveTo>
                      <a:pt x="195" y="0"/>
                    </a:moveTo>
                    <a:cubicBezTo>
                      <a:pt x="87" y="0"/>
                      <a:pt x="1" y="87"/>
                      <a:pt x="1" y="194"/>
                    </a:cubicBezTo>
                    <a:cubicBezTo>
                      <a:pt x="1" y="302"/>
                      <a:pt x="87"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4"/>
              <p:cNvSpPr/>
              <p:nvPr/>
            </p:nvSpPr>
            <p:spPr>
              <a:xfrm>
                <a:off x="953700" y="1379900"/>
                <a:ext cx="9725" cy="9725"/>
              </a:xfrm>
              <a:custGeom>
                <a:rect b="b" l="l" r="r" t="t"/>
                <a:pathLst>
                  <a:path extrusionOk="0" h="389" w="389">
                    <a:moveTo>
                      <a:pt x="195" y="0"/>
                    </a:moveTo>
                    <a:cubicBezTo>
                      <a:pt x="89" y="0"/>
                      <a:pt x="1" y="87"/>
                      <a:pt x="1" y="194"/>
                    </a:cubicBezTo>
                    <a:cubicBezTo>
                      <a:pt x="1" y="302"/>
                      <a:pt x="89" y="389"/>
                      <a:pt x="195" y="389"/>
                    </a:cubicBezTo>
                    <a:cubicBezTo>
                      <a:pt x="302" y="389"/>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4"/>
              <p:cNvSpPr/>
              <p:nvPr/>
            </p:nvSpPr>
            <p:spPr>
              <a:xfrm>
                <a:off x="993450" y="1379900"/>
                <a:ext cx="9725" cy="9725"/>
              </a:xfrm>
              <a:custGeom>
                <a:rect b="b" l="l" r="r" t="t"/>
                <a:pathLst>
                  <a:path extrusionOk="0" h="389" w="389">
                    <a:moveTo>
                      <a:pt x="195" y="0"/>
                    </a:moveTo>
                    <a:cubicBezTo>
                      <a:pt x="89" y="0"/>
                      <a:pt x="1" y="87"/>
                      <a:pt x="1" y="194"/>
                    </a:cubicBezTo>
                    <a:cubicBezTo>
                      <a:pt x="1" y="302"/>
                      <a:pt x="89" y="389"/>
                      <a:pt x="195" y="389"/>
                    </a:cubicBezTo>
                    <a:cubicBezTo>
                      <a:pt x="303" y="389"/>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4"/>
              <p:cNvSpPr/>
              <p:nvPr/>
            </p:nvSpPr>
            <p:spPr>
              <a:xfrm>
                <a:off x="10332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4"/>
              <p:cNvSpPr/>
              <p:nvPr/>
            </p:nvSpPr>
            <p:spPr>
              <a:xfrm>
                <a:off x="107297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4"/>
              <p:cNvSpPr/>
              <p:nvPr/>
            </p:nvSpPr>
            <p:spPr>
              <a:xfrm>
                <a:off x="1112725" y="1379900"/>
                <a:ext cx="9725" cy="9725"/>
              </a:xfrm>
              <a:custGeom>
                <a:rect b="b" l="l" r="r" t="t"/>
                <a:pathLst>
                  <a:path extrusionOk="0" h="389" w="389">
                    <a:moveTo>
                      <a:pt x="194" y="0"/>
                    </a:moveTo>
                    <a:cubicBezTo>
                      <a:pt x="88" y="0"/>
                      <a:pt x="0" y="87"/>
                      <a:pt x="0" y="194"/>
                    </a:cubicBezTo>
                    <a:cubicBezTo>
                      <a:pt x="0" y="302"/>
                      <a:pt x="88" y="389"/>
                      <a:pt x="194" y="389"/>
                    </a:cubicBezTo>
                    <a:cubicBezTo>
                      <a:pt x="302" y="389"/>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4"/>
              <p:cNvSpPr/>
              <p:nvPr/>
            </p:nvSpPr>
            <p:spPr>
              <a:xfrm>
                <a:off x="1152500" y="1379900"/>
                <a:ext cx="9700" cy="9725"/>
              </a:xfrm>
              <a:custGeom>
                <a:rect b="b" l="l" r="r" t="t"/>
                <a:pathLst>
                  <a:path extrusionOk="0" h="389" w="388">
                    <a:moveTo>
                      <a:pt x="193" y="0"/>
                    </a:moveTo>
                    <a:cubicBezTo>
                      <a:pt x="87" y="0"/>
                      <a:pt x="1" y="87"/>
                      <a:pt x="1" y="194"/>
                    </a:cubicBezTo>
                    <a:cubicBezTo>
                      <a:pt x="1" y="302"/>
                      <a:pt x="87" y="389"/>
                      <a:pt x="193" y="389"/>
                    </a:cubicBezTo>
                    <a:cubicBezTo>
                      <a:pt x="301" y="389"/>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4"/>
              <p:cNvSpPr/>
              <p:nvPr/>
            </p:nvSpPr>
            <p:spPr>
              <a:xfrm>
                <a:off x="1192275" y="1379900"/>
                <a:ext cx="9675" cy="9725"/>
              </a:xfrm>
              <a:custGeom>
                <a:rect b="b" l="l" r="r" t="t"/>
                <a:pathLst>
                  <a:path extrusionOk="0" h="389" w="387">
                    <a:moveTo>
                      <a:pt x="193" y="0"/>
                    </a:moveTo>
                    <a:cubicBezTo>
                      <a:pt x="86" y="0"/>
                      <a:pt x="0" y="87"/>
                      <a:pt x="0" y="194"/>
                    </a:cubicBezTo>
                    <a:cubicBezTo>
                      <a:pt x="0" y="302"/>
                      <a:pt x="86" y="389"/>
                      <a:pt x="193" y="389"/>
                    </a:cubicBezTo>
                    <a:cubicBezTo>
                      <a:pt x="300" y="389"/>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4"/>
              <p:cNvSpPr/>
              <p:nvPr/>
            </p:nvSpPr>
            <p:spPr>
              <a:xfrm>
                <a:off x="1232025" y="1379900"/>
                <a:ext cx="9675" cy="9725"/>
              </a:xfrm>
              <a:custGeom>
                <a:rect b="b" l="l" r="r" t="t"/>
                <a:pathLst>
                  <a:path extrusionOk="0" h="389" w="387">
                    <a:moveTo>
                      <a:pt x="194" y="0"/>
                    </a:moveTo>
                    <a:cubicBezTo>
                      <a:pt x="87" y="0"/>
                      <a:pt x="0" y="87"/>
                      <a:pt x="0" y="194"/>
                    </a:cubicBezTo>
                    <a:cubicBezTo>
                      <a:pt x="0" y="302"/>
                      <a:pt x="87" y="389"/>
                      <a:pt x="194" y="389"/>
                    </a:cubicBezTo>
                    <a:cubicBezTo>
                      <a:pt x="300" y="389"/>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4"/>
              <p:cNvSpPr/>
              <p:nvPr/>
            </p:nvSpPr>
            <p:spPr>
              <a:xfrm>
                <a:off x="317625" y="134580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4"/>
              <p:cNvSpPr/>
              <p:nvPr/>
            </p:nvSpPr>
            <p:spPr>
              <a:xfrm>
                <a:off x="355750" y="134580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4"/>
              <p:cNvSpPr/>
              <p:nvPr/>
            </p:nvSpPr>
            <p:spPr>
              <a:xfrm>
                <a:off x="397125" y="134580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4"/>
              <p:cNvSpPr/>
              <p:nvPr/>
            </p:nvSpPr>
            <p:spPr>
              <a:xfrm>
                <a:off x="435250" y="1345800"/>
                <a:ext cx="11350" cy="9725"/>
              </a:xfrm>
              <a:custGeom>
                <a:rect b="b" l="l" r="r" t="t"/>
                <a:pathLst>
                  <a:path extrusionOk="0" h="389" w="454">
                    <a:moveTo>
                      <a:pt x="260" y="0"/>
                    </a:moveTo>
                    <a:cubicBezTo>
                      <a:pt x="87" y="0"/>
                      <a:pt x="0" y="209"/>
                      <a:pt x="123" y="332"/>
                    </a:cubicBezTo>
                    <a:cubicBezTo>
                      <a:pt x="162" y="371"/>
                      <a:pt x="211"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4"/>
              <p:cNvSpPr/>
              <p:nvPr/>
            </p:nvSpPr>
            <p:spPr>
              <a:xfrm>
                <a:off x="475000" y="1345800"/>
                <a:ext cx="11350" cy="9725"/>
              </a:xfrm>
              <a:custGeom>
                <a:rect b="b" l="l" r="r" t="t"/>
                <a:pathLst>
                  <a:path extrusionOk="0" h="389" w="454">
                    <a:moveTo>
                      <a:pt x="260" y="0"/>
                    </a:moveTo>
                    <a:cubicBezTo>
                      <a:pt x="87" y="0"/>
                      <a:pt x="1" y="209"/>
                      <a:pt x="122" y="332"/>
                    </a:cubicBezTo>
                    <a:cubicBezTo>
                      <a:pt x="161" y="371"/>
                      <a:pt x="210" y="389"/>
                      <a:pt x="258"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4"/>
              <p:cNvSpPr/>
              <p:nvPr/>
            </p:nvSpPr>
            <p:spPr>
              <a:xfrm>
                <a:off x="516425" y="134580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4"/>
              <p:cNvSpPr/>
              <p:nvPr/>
            </p:nvSpPr>
            <p:spPr>
              <a:xfrm>
                <a:off x="554500" y="1345800"/>
                <a:ext cx="11375" cy="9725"/>
              </a:xfrm>
              <a:custGeom>
                <a:rect b="b" l="l" r="r" t="t"/>
                <a:pathLst>
                  <a:path extrusionOk="0" h="389" w="455">
                    <a:moveTo>
                      <a:pt x="262" y="0"/>
                    </a:moveTo>
                    <a:cubicBezTo>
                      <a:pt x="87" y="0"/>
                      <a:pt x="1" y="209"/>
                      <a:pt x="124" y="332"/>
                    </a:cubicBezTo>
                    <a:cubicBezTo>
                      <a:pt x="163" y="371"/>
                      <a:pt x="212" y="389"/>
                      <a:pt x="259" y="389"/>
                    </a:cubicBezTo>
                    <a:cubicBezTo>
                      <a:pt x="359" y="389"/>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4"/>
              <p:cNvSpPr/>
              <p:nvPr/>
            </p:nvSpPr>
            <p:spPr>
              <a:xfrm>
                <a:off x="595925"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4"/>
              <p:cNvSpPr/>
              <p:nvPr/>
            </p:nvSpPr>
            <p:spPr>
              <a:xfrm>
                <a:off x="634025" y="1345800"/>
                <a:ext cx="11375" cy="9725"/>
              </a:xfrm>
              <a:custGeom>
                <a:rect b="b" l="l" r="r" t="t"/>
                <a:pathLst>
                  <a:path extrusionOk="0" h="389" w="455">
                    <a:moveTo>
                      <a:pt x="261" y="0"/>
                    </a:moveTo>
                    <a:cubicBezTo>
                      <a:pt x="88" y="0"/>
                      <a:pt x="0" y="209"/>
                      <a:pt x="123" y="332"/>
                    </a:cubicBezTo>
                    <a:cubicBezTo>
                      <a:pt x="162"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4"/>
              <p:cNvSpPr/>
              <p:nvPr/>
            </p:nvSpPr>
            <p:spPr>
              <a:xfrm>
                <a:off x="673775" y="1345800"/>
                <a:ext cx="11375" cy="9725"/>
              </a:xfrm>
              <a:custGeom>
                <a:rect b="b" l="l" r="r" t="t"/>
                <a:pathLst>
                  <a:path extrusionOk="0" h="389" w="455">
                    <a:moveTo>
                      <a:pt x="261" y="0"/>
                    </a:moveTo>
                    <a:cubicBezTo>
                      <a:pt x="88" y="0"/>
                      <a:pt x="0" y="209"/>
                      <a:pt x="123" y="332"/>
                    </a:cubicBezTo>
                    <a:cubicBezTo>
                      <a:pt x="163" y="371"/>
                      <a:pt x="211" y="389"/>
                      <a:pt x="259"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4"/>
              <p:cNvSpPr/>
              <p:nvPr/>
            </p:nvSpPr>
            <p:spPr>
              <a:xfrm>
                <a:off x="715200" y="134580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4"/>
              <p:cNvSpPr/>
              <p:nvPr/>
            </p:nvSpPr>
            <p:spPr>
              <a:xfrm>
                <a:off x="753300" y="1345800"/>
                <a:ext cx="11375" cy="9725"/>
              </a:xfrm>
              <a:custGeom>
                <a:rect b="b" l="l" r="r" t="t"/>
                <a:pathLst>
                  <a:path extrusionOk="0" h="389" w="455">
                    <a:moveTo>
                      <a:pt x="260" y="0"/>
                    </a:moveTo>
                    <a:cubicBezTo>
                      <a:pt x="87" y="0"/>
                      <a:pt x="1" y="209"/>
                      <a:pt x="122" y="332"/>
                    </a:cubicBezTo>
                    <a:cubicBezTo>
                      <a:pt x="162" y="371"/>
                      <a:pt x="210" y="389"/>
                      <a:pt x="258"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4"/>
              <p:cNvSpPr/>
              <p:nvPr/>
            </p:nvSpPr>
            <p:spPr>
              <a:xfrm>
                <a:off x="794700"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4"/>
              <p:cNvSpPr/>
              <p:nvPr/>
            </p:nvSpPr>
            <p:spPr>
              <a:xfrm>
                <a:off x="832825" y="1345800"/>
                <a:ext cx="11350" cy="9725"/>
              </a:xfrm>
              <a:custGeom>
                <a:rect b="b" l="l" r="r" t="t"/>
                <a:pathLst>
                  <a:path extrusionOk="0" h="389" w="454">
                    <a:moveTo>
                      <a:pt x="259" y="0"/>
                    </a:moveTo>
                    <a:cubicBezTo>
                      <a:pt x="87" y="0"/>
                      <a:pt x="0" y="209"/>
                      <a:pt x="122" y="332"/>
                    </a:cubicBezTo>
                    <a:cubicBezTo>
                      <a:pt x="161" y="371"/>
                      <a:pt x="210" y="389"/>
                      <a:pt x="257" y="389"/>
                    </a:cubicBezTo>
                    <a:cubicBezTo>
                      <a:pt x="357" y="389"/>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4"/>
              <p:cNvSpPr/>
              <p:nvPr/>
            </p:nvSpPr>
            <p:spPr>
              <a:xfrm>
                <a:off x="872575" y="1345800"/>
                <a:ext cx="11350" cy="9725"/>
              </a:xfrm>
              <a:custGeom>
                <a:rect b="b" l="l" r="r" t="t"/>
                <a:pathLst>
                  <a:path extrusionOk="0" h="389" w="454">
                    <a:moveTo>
                      <a:pt x="260" y="0"/>
                    </a:moveTo>
                    <a:cubicBezTo>
                      <a:pt x="87" y="0"/>
                      <a:pt x="0" y="209"/>
                      <a:pt x="122" y="332"/>
                    </a:cubicBezTo>
                    <a:cubicBezTo>
                      <a:pt x="161" y="371"/>
                      <a:pt x="210" y="389"/>
                      <a:pt x="257"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4"/>
              <p:cNvSpPr/>
              <p:nvPr/>
            </p:nvSpPr>
            <p:spPr>
              <a:xfrm>
                <a:off x="913950" y="134580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4"/>
              <p:cNvSpPr/>
              <p:nvPr/>
            </p:nvSpPr>
            <p:spPr>
              <a:xfrm>
                <a:off x="953700" y="134580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4"/>
              <p:cNvSpPr/>
              <p:nvPr/>
            </p:nvSpPr>
            <p:spPr>
              <a:xfrm>
                <a:off x="993450" y="134580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4"/>
              <p:cNvSpPr/>
              <p:nvPr/>
            </p:nvSpPr>
            <p:spPr>
              <a:xfrm>
                <a:off x="10332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4"/>
              <p:cNvSpPr/>
              <p:nvPr/>
            </p:nvSpPr>
            <p:spPr>
              <a:xfrm>
                <a:off x="107297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4"/>
              <p:cNvSpPr/>
              <p:nvPr/>
            </p:nvSpPr>
            <p:spPr>
              <a:xfrm>
                <a:off x="1112725" y="134580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4"/>
              <p:cNvSpPr/>
              <p:nvPr/>
            </p:nvSpPr>
            <p:spPr>
              <a:xfrm>
                <a:off x="1152500" y="134580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4"/>
              <p:cNvSpPr/>
              <p:nvPr/>
            </p:nvSpPr>
            <p:spPr>
              <a:xfrm>
                <a:off x="1192275" y="134580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4"/>
              <p:cNvSpPr/>
              <p:nvPr/>
            </p:nvSpPr>
            <p:spPr>
              <a:xfrm>
                <a:off x="1232025" y="134580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4"/>
              <p:cNvSpPr/>
              <p:nvPr/>
            </p:nvSpPr>
            <p:spPr>
              <a:xfrm>
                <a:off x="317625" y="1311675"/>
                <a:ext cx="9725" cy="9725"/>
              </a:xfrm>
              <a:custGeom>
                <a:rect b="b" l="l" r="r" t="t"/>
                <a:pathLst>
                  <a:path extrusionOk="0" h="389" w="389">
                    <a:moveTo>
                      <a:pt x="194" y="1"/>
                    </a:moveTo>
                    <a:cubicBezTo>
                      <a:pt x="87" y="1"/>
                      <a:pt x="0" y="89"/>
                      <a:pt x="0" y="195"/>
                    </a:cubicBezTo>
                    <a:cubicBezTo>
                      <a:pt x="0" y="303"/>
                      <a:pt x="87"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4"/>
              <p:cNvSpPr/>
              <p:nvPr/>
            </p:nvSpPr>
            <p:spPr>
              <a:xfrm>
                <a:off x="355750" y="1311675"/>
                <a:ext cx="11350" cy="9750"/>
              </a:xfrm>
              <a:custGeom>
                <a:rect b="b" l="l" r="r" t="t"/>
                <a:pathLst>
                  <a:path extrusionOk="0" h="390" w="454">
                    <a:moveTo>
                      <a:pt x="259" y="1"/>
                    </a:moveTo>
                    <a:cubicBezTo>
                      <a:pt x="87" y="1"/>
                      <a:pt x="0" y="210"/>
                      <a:pt x="123" y="333"/>
                    </a:cubicBezTo>
                    <a:cubicBezTo>
                      <a:pt x="162" y="372"/>
                      <a:pt x="210" y="390"/>
                      <a:pt x="258" y="390"/>
                    </a:cubicBezTo>
                    <a:cubicBezTo>
                      <a:pt x="357" y="390"/>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4"/>
              <p:cNvSpPr/>
              <p:nvPr/>
            </p:nvSpPr>
            <p:spPr>
              <a:xfrm>
                <a:off x="397125" y="1311675"/>
                <a:ext cx="9725" cy="9725"/>
              </a:xfrm>
              <a:custGeom>
                <a:rect b="b" l="l" r="r" t="t"/>
                <a:pathLst>
                  <a:path extrusionOk="0" h="389" w="389">
                    <a:moveTo>
                      <a:pt x="195" y="1"/>
                    </a:moveTo>
                    <a:cubicBezTo>
                      <a:pt x="88" y="1"/>
                      <a:pt x="1" y="89"/>
                      <a:pt x="1" y="195"/>
                    </a:cubicBezTo>
                    <a:cubicBezTo>
                      <a:pt x="1" y="303"/>
                      <a:pt x="88"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4"/>
              <p:cNvSpPr/>
              <p:nvPr/>
            </p:nvSpPr>
            <p:spPr>
              <a:xfrm>
                <a:off x="435250" y="1311675"/>
                <a:ext cx="11350" cy="9750"/>
              </a:xfrm>
              <a:custGeom>
                <a:rect b="b" l="l" r="r" t="t"/>
                <a:pathLst>
                  <a:path extrusionOk="0" h="390" w="454">
                    <a:moveTo>
                      <a:pt x="260" y="1"/>
                    </a:moveTo>
                    <a:cubicBezTo>
                      <a:pt x="87" y="1"/>
                      <a:pt x="0" y="210"/>
                      <a:pt x="123" y="333"/>
                    </a:cubicBezTo>
                    <a:cubicBezTo>
                      <a:pt x="162" y="372"/>
                      <a:pt x="211"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4"/>
              <p:cNvSpPr/>
              <p:nvPr/>
            </p:nvSpPr>
            <p:spPr>
              <a:xfrm>
                <a:off x="475000" y="1311675"/>
                <a:ext cx="11350" cy="9750"/>
              </a:xfrm>
              <a:custGeom>
                <a:rect b="b" l="l" r="r" t="t"/>
                <a:pathLst>
                  <a:path extrusionOk="0" h="390" w="454">
                    <a:moveTo>
                      <a:pt x="260" y="1"/>
                    </a:moveTo>
                    <a:cubicBezTo>
                      <a:pt x="87" y="1"/>
                      <a:pt x="1" y="210"/>
                      <a:pt x="122" y="333"/>
                    </a:cubicBezTo>
                    <a:cubicBezTo>
                      <a:pt x="161" y="372"/>
                      <a:pt x="210" y="390"/>
                      <a:pt x="258"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4"/>
              <p:cNvSpPr/>
              <p:nvPr/>
            </p:nvSpPr>
            <p:spPr>
              <a:xfrm>
                <a:off x="516425" y="1311675"/>
                <a:ext cx="9675" cy="9725"/>
              </a:xfrm>
              <a:custGeom>
                <a:rect b="b" l="l" r="r" t="t"/>
                <a:pathLst>
                  <a:path extrusionOk="0" h="389" w="387">
                    <a:moveTo>
                      <a:pt x="193" y="1"/>
                    </a:moveTo>
                    <a:cubicBezTo>
                      <a:pt x="87" y="1"/>
                      <a:pt x="0" y="89"/>
                      <a:pt x="0" y="195"/>
                    </a:cubicBezTo>
                    <a:cubicBezTo>
                      <a:pt x="0"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4"/>
              <p:cNvSpPr/>
              <p:nvPr/>
            </p:nvSpPr>
            <p:spPr>
              <a:xfrm>
                <a:off x="554500" y="1311675"/>
                <a:ext cx="11375" cy="9750"/>
              </a:xfrm>
              <a:custGeom>
                <a:rect b="b" l="l" r="r" t="t"/>
                <a:pathLst>
                  <a:path extrusionOk="0" h="390" w="455">
                    <a:moveTo>
                      <a:pt x="262" y="1"/>
                    </a:moveTo>
                    <a:cubicBezTo>
                      <a:pt x="87" y="1"/>
                      <a:pt x="1" y="210"/>
                      <a:pt x="124" y="333"/>
                    </a:cubicBezTo>
                    <a:cubicBezTo>
                      <a:pt x="163" y="372"/>
                      <a:pt x="212" y="390"/>
                      <a:pt x="259" y="390"/>
                    </a:cubicBezTo>
                    <a:cubicBezTo>
                      <a:pt x="359" y="390"/>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4"/>
              <p:cNvSpPr/>
              <p:nvPr/>
            </p:nvSpPr>
            <p:spPr>
              <a:xfrm>
                <a:off x="595925"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7" y="303"/>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4"/>
              <p:cNvSpPr/>
              <p:nvPr/>
            </p:nvSpPr>
            <p:spPr>
              <a:xfrm>
                <a:off x="634025" y="1311675"/>
                <a:ext cx="11375" cy="9750"/>
              </a:xfrm>
              <a:custGeom>
                <a:rect b="b" l="l" r="r" t="t"/>
                <a:pathLst>
                  <a:path extrusionOk="0" h="390" w="455">
                    <a:moveTo>
                      <a:pt x="261" y="1"/>
                    </a:moveTo>
                    <a:cubicBezTo>
                      <a:pt x="88" y="1"/>
                      <a:pt x="0" y="210"/>
                      <a:pt x="123" y="333"/>
                    </a:cubicBezTo>
                    <a:cubicBezTo>
                      <a:pt x="162"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4"/>
              <p:cNvSpPr/>
              <p:nvPr/>
            </p:nvSpPr>
            <p:spPr>
              <a:xfrm>
                <a:off x="673775" y="1311675"/>
                <a:ext cx="11375" cy="9750"/>
              </a:xfrm>
              <a:custGeom>
                <a:rect b="b" l="l" r="r" t="t"/>
                <a:pathLst>
                  <a:path extrusionOk="0" h="390" w="455">
                    <a:moveTo>
                      <a:pt x="261" y="1"/>
                    </a:moveTo>
                    <a:cubicBezTo>
                      <a:pt x="88" y="1"/>
                      <a:pt x="0" y="210"/>
                      <a:pt x="123" y="333"/>
                    </a:cubicBezTo>
                    <a:cubicBezTo>
                      <a:pt x="163" y="372"/>
                      <a:pt x="211" y="390"/>
                      <a:pt x="259" y="390"/>
                    </a:cubicBezTo>
                    <a:cubicBezTo>
                      <a:pt x="359" y="390"/>
                      <a:pt x="455" y="312"/>
                      <a:pt x="455" y="195"/>
                    </a:cubicBezTo>
                    <a:cubicBezTo>
                      <a:pt x="453"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4"/>
              <p:cNvSpPr/>
              <p:nvPr/>
            </p:nvSpPr>
            <p:spPr>
              <a:xfrm>
                <a:off x="715200" y="1311675"/>
                <a:ext cx="9725" cy="9725"/>
              </a:xfrm>
              <a:custGeom>
                <a:rect b="b" l="l" r="r" t="t"/>
                <a:pathLst>
                  <a:path extrusionOk="0" h="389" w="389">
                    <a:moveTo>
                      <a:pt x="194" y="1"/>
                    </a:moveTo>
                    <a:cubicBezTo>
                      <a:pt x="86" y="1"/>
                      <a:pt x="0" y="89"/>
                      <a:pt x="0" y="195"/>
                    </a:cubicBezTo>
                    <a:cubicBezTo>
                      <a:pt x="0" y="303"/>
                      <a:pt x="86"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4"/>
              <p:cNvSpPr/>
              <p:nvPr/>
            </p:nvSpPr>
            <p:spPr>
              <a:xfrm>
                <a:off x="753300" y="1311675"/>
                <a:ext cx="11375" cy="9750"/>
              </a:xfrm>
              <a:custGeom>
                <a:rect b="b" l="l" r="r" t="t"/>
                <a:pathLst>
                  <a:path extrusionOk="0" h="390" w="455">
                    <a:moveTo>
                      <a:pt x="260" y="1"/>
                    </a:moveTo>
                    <a:cubicBezTo>
                      <a:pt x="87" y="1"/>
                      <a:pt x="1" y="210"/>
                      <a:pt x="122" y="333"/>
                    </a:cubicBezTo>
                    <a:cubicBezTo>
                      <a:pt x="162" y="372"/>
                      <a:pt x="210" y="390"/>
                      <a:pt x="258" y="390"/>
                    </a:cubicBezTo>
                    <a:cubicBezTo>
                      <a:pt x="358" y="390"/>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4"/>
              <p:cNvSpPr/>
              <p:nvPr/>
            </p:nvSpPr>
            <p:spPr>
              <a:xfrm>
                <a:off x="794700"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4"/>
              <p:cNvSpPr/>
              <p:nvPr/>
            </p:nvSpPr>
            <p:spPr>
              <a:xfrm>
                <a:off x="832825" y="1311675"/>
                <a:ext cx="11350" cy="9750"/>
              </a:xfrm>
              <a:custGeom>
                <a:rect b="b" l="l" r="r" t="t"/>
                <a:pathLst>
                  <a:path extrusionOk="0" h="390" w="454">
                    <a:moveTo>
                      <a:pt x="259" y="1"/>
                    </a:moveTo>
                    <a:cubicBezTo>
                      <a:pt x="87" y="1"/>
                      <a:pt x="0" y="210"/>
                      <a:pt x="122" y="333"/>
                    </a:cubicBezTo>
                    <a:cubicBezTo>
                      <a:pt x="161" y="372"/>
                      <a:pt x="210" y="390"/>
                      <a:pt x="257" y="390"/>
                    </a:cubicBezTo>
                    <a:cubicBezTo>
                      <a:pt x="357" y="390"/>
                      <a:pt x="453" y="312"/>
                      <a:pt x="453" y="195"/>
                    </a:cubicBezTo>
                    <a:cubicBezTo>
                      <a:pt x="453" y="89"/>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4"/>
              <p:cNvSpPr/>
              <p:nvPr/>
            </p:nvSpPr>
            <p:spPr>
              <a:xfrm>
                <a:off x="872575" y="1311675"/>
                <a:ext cx="11350" cy="9750"/>
              </a:xfrm>
              <a:custGeom>
                <a:rect b="b" l="l" r="r" t="t"/>
                <a:pathLst>
                  <a:path extrusionOk="0" h="390" w="454">
                    <a:moveTo>
                      <a:pt x="260" y="1"/>
                    </a:moveTo>
                    <a:cubicBezTo>
                      <a:pt x="87" y="1"/>
                      <a:pt x="0" y="210"/>
                      <a:pt x="122" y="333"/>
                    </a:cubicBezTo>
                    <a:cubicBezTo>
                      <a:pt x="161" y="372"/>
                      <a:pt x="210" y="390"/>
                      <a:pt x="257" y="390"/>
                    </a:cubicBezTo>
                    <a:cubicBezTo>
                      <a:pt x="358" y="390"/>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4"/>
              <p:cNvSpPr/>
              <p:nvPr/>
            </p:nvSpPr>
            <p:spPr>
              <a:xfrm>
                <a:off x="913950" y="1311675"/>
                <a:ext cx="9725" cy="9725"/>
              </a:xfrm>
              <a:custGeom>
                <a:rect b="b" l="l" r="r" t="t"/>
                <a:pathLst>
                  <a:path extrusionOk="0" h="389" w="389">
                    <a:moveTo>
                      <a:pt x="195" y="1"/>
                    </a:moveTo>
                    <a:cubicBezTo>
                      <a:pt x="87" y="1"/>
                      <a:pt x="1" y="89"/>
                      <a:pt x="1" y="195"/>
                    </a:cubicBezTo>
                    <a:cubicBezTo>
                      <a:pt x="1" y="303"/>
                      <a:pt x="87"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4"/>
              <p:cNvSpPr/>
              <p:nvPr/>
            </p:nvSpPr>
            <p:spPr>
              <a:xfrm>
                <a:off x="953700" y="1311675"/>
                <a:ext cx="9725" cy="9725"/>
              </a:xfrm>
              <a:custGeom>
                <a:rect b="b" l="l" r="r" t="t"/>
                <a:pathLst>
                  <a:path extrusionOk="0" h="389" w="389">
                    <a:moveTo>
                      <a:pt x="195" y="1"/>
                    </a:moveTo>
                    <a:cubicBezTo>
                      <a:pt x="89" y="1"/>
                      <a:pt x="1" y="89"/>
                      <a:pt x="1" y="195"/>
                    </a:cubicBezTo>
                    <a:cubicBezTo>
                      <a:pt x="1" y="303"/>
                      <a:pt x="89" y="389"/>
                      <a:pt x="195" y="389"/>
                    </a:cubicBezTo>
                    <a:cubicBezTo>
                      <a:pt x="302" y="389"/>
                      <a:pt x="389" y="303"/>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4"/>
              <p:cNvSpPr/>
              <p:nvPr/>
            </p:nvSpPr>
            <p:spPr>
              <a:xfrm>
                <a:off x="993450" y="1311675"/>
                <a:ext cx="9725" cy="9725"/>
              </a:xfrm>
              <a:custGeom>
                <a:rect b="b" l="l" r="r" t="t"/>
                <a:pathLst>
                  <a:path extrusionOk="0" h="389" w="389">
                    <a:moveTo>
                      <a:pt x="195" y="1"/>
                    </a:moveTo>
                    <a:cubicBezTo>
                      <a:pt x="89" y="1"/>
                      <a:pt x="1" y="89"/>
                      <a:pt x="1" y="195"/>
                    </a:cubicBezTo>
                    <a:cubicBezTo>
                      <a:pt x="1" y="303"/>
                      <a:pt x="89" y="389"/>
                      <a:pt x="195" y="389"/>
                    </a:cubicBezTo>
                    <a:cubicBezTo>
                      <a:pt x="303" y="389"/>
                      <a:pt x="389" y="303"/>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4"/>
              <p:cNvSpPr/>
              <p:nvPr/>
            </p:nvSpPr>
            <p:spPr>
              <a:xfrm>
                <a:off x="10332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4"/>
              <p:cNvSpPr/>
              <p:nvPr/>
            </p:nvSpPr>
            <p:spPr>
              <a:xfrm>
                <a:off x="107297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4"/>
              <p:cNvSpPr/>
              <p:nvPr/>
            </p:nvSpPr>
            <p:spPr>
              <a:xfrm>
                <a:off x="1112725" y="1311675"/>
                <a:ext cx="9725" cy="9725"/>
              </a:xfrm>
              <a:custGeom>
                <a:rect b="b" l="l" r="r" t="t"/>
                <a:pathLst>
                  <a:path extrusionOk="0" h="389" w="389">
                    <a:moveTo>
                      <a:pt x="194" y="1"/>
                    </a:moveTo>
                    <a:cubicBezTo>
                      <a:pt x="88" y="1"/>
                      <a:pt x="0" y="89"/>
                      <a:pt x="0" y="195"/>
                    </a:cubicBezTo>
                    <a:cubicBezTo>
                      <a:pt x="0" y="303"/>
                      <a:pt x="88" y="389"/>
                      <a:pt x="194" y="389"/>
                    </a:cubicBezTo>
                    <a:cubicBezTo>
                      <a:pt x="302" y="389"/>
                      <a:pt x="388" y="303"/>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4"/>
              <p:cNvSpPr/>
              <p:nvPr/>
            </p:nvSpPr>
            <p:spPr>
              <a:xfrm>
                <a:off x="1152500" y="1311675"/>
                <a:ext cx="9700" cy="9725"/>
              </a:xfrm>
              <a:custGeom>
                <a:rect b="b" l="l" r="r" t="t"/>
                <a:pathLst>
                  <a:path extrusionOk="0" h="389" w="388">
                    <a:moveTo>
                      <a:pt x="193" y="1"/>
                    </a:moveTo>
                    <a:cubicBezTo>
                      <a:pt x="87" y="1"/>
                      <a:pt x="1" y="89"/>
                      <a:pt x="1" y="195"/>
                    </a:cubicBezTo>
                    <a:cubicBezTo>
                      <a:pt x="1" y="303"/>
                      <a:pt x="87" y="389"/>
                      <a:pt x="193" y="389"/>
                    </a:cubicBezTo>
                    <a:cubicBezTo>
                      <a:pt x="301" y="389"/>
                      <a:pt x="388" y="303"/>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4"/>
              <p:cNvSpPr/>
              <p:nvPr/>
            </p:nvSpPr>
            <p:spPr>
              <a:xfrm>
                <a:off x="1192275" y="1311675"/>
                <a:ext cx="9675" cy="9725"/>
              </a:xfrm>
              <a:custGeom>
                <a:rect b="b" l="l" r="r" t="t"/>
                <a:pathLst>
                  <a:path extrusionOk="0" h="389" w="387">
                    <a:moveTo>
                      <a:pt x="193" y="1"/>
                    </a:moveTo>
                    <a:cubicBezTo>
                      <a:pt x="86" y="1"/>
                      <a:pt x="0" y="89"/>
                      <a:pt x="0" y="195"/>
                    </a:cubicBezTo>
                    <a:cubicBezTo>
                      <a:pt x="0" y="303"/>
                      <a:pt x="86" y="389"/>
                      <a:pt x="193" y="389"/>
                    </a:cubicBezTo>
                    <a:cubicBezTo>
                      <a:pt x="300" y="389"/>
                      <a:pt x="387" y="303"/>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4"/>
              <p:cNvSpPr/>
              <p:nvPr/>
            </p:nvSpPr>
            <p:spPr>
              <a:xfrm>
                <a:off x="1232025" y="1311675"/>
                <a:ext cx="9675" cy="9725"/>
              </a:xfrm>
              <a:custGeom>
                <a:rect b="b" l="l" r="r" t="t"/>
                <a:pathLst>
                  <a:path extrusionOk="0" h="389" w="387">
                    <a:moveTo>
                      <a:pt x="194" y="1"/>
                    </a:moveTo>
                    <a:cubicBezTo>
                      <a:pt x="87" y="1"/>
                      <a:pt x="0" y="89"/>
                      <a:pt x="0" y="195"/>
                    </a:cubicBezTo>
                    <a:cubicBezTo>
                      <a:pt x="0" y="303"/>
                      <a:pt x="87" y="389"/>
                      <a:pt x="194" y="389"/>
                    </a:cubicBezTo>
                    <a:cubicBezTo>
                      <a:pt x="300" y="389"/>
                      <a:pt x="387" y="303"/>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4"/>
              <p:cNvSpPr/>
              <p:nvPr/>
            </p:nvSpPr>
            <p:spPr>
              <a:xfrm>
                <a:off x="276225" y="1277575"/>
                <a:ext cx="11375" cy="9725"/>
              </a:xfrm>
              <a:custGeom>
                <a:rect b="b" l="l" r="r" t="t"/>
                <a:pathLst>
                  <a:path extrusionOk="0" h="389" w="455">
                    <a:moveTo>
                      <a:pt x="260" y="1"/>
                    </a:moveTo>
                    <a:cubicBezTo>
                      <a:pt x="87" y="1"/>
                      <a:pt x="1" y="210"/>
                      <a:pt x="124" y="331"/>
                    </a:cubicBezTo>
                    <a:cubicBezTo>
                      <a:pt x="163" y="371"/>
                      <a:pt x="212" y="389"/>
                      <a:pt x="259" y="389"/>
                    </a:cubicBezTo>
                    <a:cubicBezTo>
                      <a:pt x="359" y="389"/>
                      <a:pt x="454" y="311"/>
                      <a:pt x="454" y="195"/>
                    </a:cubicBezTo>
                    <a:cubicBezTo>
                      <a:pt x="454" y="89"/>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4"/>
              <p:cNvSpPr/>
              <p:nvPr/>
            </p:nvSpPr>
            <p:spPr>
              <a:xfrm>
                <a:off x="317625" y="127757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4"/>
              <p:cNvSpPr/>
              <p:nvPr/>
            </p:nvSpPr>
            <p:spPr>
              <a:xfrm>
                <a:off x="355750" y="127757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4"/>
              <p:cNvSpPr/>
              <p:nvPr/>
            </p:nvSpPr>
            <p:spPr>
              <a:xfrm>
                <a:off x="397125" y="127757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4"/>
              <p:cNvSpPr/>
              <p:nvPr/>
            </p:nvSpPr>
            <p:spPr>
              <a:xfrm>
                <a:off x="435250" y="1277575"/>
                <a:ext cx="11350" cy="9750"/>
              </a:xfrm>
              <a:custGeom>
                <a:rect b="b" l="l" r="r" t="t"/>
                <a:pathLst>
                  <a:path extrusionOk="0" h="390" w="454">
                    <a:moveTo>
                      <a:pt x="260" y="1"/>
                    </a:moveTo>
                    <a:cubicBezTo>
                      <a:pt x="87" y="1"/>
                      <a:pt x="0" y="210"/>
                      <a:pt x="123" y="333"/>
                    </a:cubicBezTo>
                    <a:cubicBezTo>
                      <a:pt x="162" y="372"/>
                      <a:pt x="211"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4"/>
              <p:cNvSpPr/>
              <p:nvPr/>
            </p:nvSpPr>
            <p:spPr>
              <a:xfrm>
                <a:off x="475000" y="1277575"/>
                <a:ext cx="11350" cy="9750"/>
              </a:xfrm>
              <a:custGeom>
                <a:rect b="b" l="l" r="r" t="t"/>
                <a:pathLst>
                  <a:path extrusionOk="0" h="390" w="454">
                    <a:moveTo>
                      <a:pt x="260" y="1"/>
                    </a:moveTo>
                    <a:cubicBezTo>
                      <a:pt x="87" y="1"/>
                      <a:pt x="1" y="210"/>
                      <a:pt x="122" y="333"/>
                    </a:cubicBezTo>
                    <a:cubicBezTo>
                      <a:pt x="161" y="372"/>
                      <a:pt x="210" y="389"/>
                      <a:pt x="258"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4"/>
              <p:cNvSpPr/>
              <p:nvPr/>
            </p:nvSpPr>
            <p:spPr>
              <a:xfrm>
                <a:off x="516425" y="127757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4"/>
              <p:cNvSpPr/>
              <p:nvPr/>
            </p:nvSpPr>
            <p:spPr>
              <a:xfrm>
                <a:off x="554500" y="1277575"/>
                <a:ext cx="11375" cy="9750"/>
              </a:xfrm>
              <a:custGeom>
                <a:rect b="b" l="l" r="r" t="t"/>
                <a:pathLst>
                  <a:path extrusionOk="0" h="390" w="455">
                    <a:moveTo>
                      <a:pt x="262" y="1"/>
                    </a:moveTo>
                    <a:cubicBezTo>
                      <a:pt x="87" y="1"/>
                      <a:pt x="1" y="210"/>
                      <a:pt x="124" y="333"/>
                    </a:cubicBezTo>
                    <a:cubicBezTo>
                      <a:pt x="163" y="372"/>
                      <a:pt x="211" y="389"/>
                      <a:pt x="258" y="389"/>
                    </a:cubicBezTo>
                    <a:cubicBezTo>
                      <a:pt x="358" y="389"/>
                      <a:pt x="454" y="312"/>
                      <a:pt x="454" y="195"/>
                    </a:cubicBezTo>
                    <a:cubicBezTo>
                      <a:pt x="454" y="89"/>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4"/>
              <p:cNvSpPr/>
              <p:nvPr/>
            </p:nvSpPr>
            <p:spPr>
              <a:xfrm>
                <a:off x="595925"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4"/>
              <p:cNvSpPr/>
              <p:nvPr/>
            </p:nvSpPr>
            <p:spPr>
              <a:xfrm>
                <a:off x="634025" y="1277575"/>
                <a:ext cx="11375" cy="9750"/>
              </a:xfrm>
              <a:custGeom>
                <a:rect b="b" l="l" r="r" t="t"/>
                <a:pathLst>
                  <a:path extrusionOk="0" h="390" w="455">
                    <a:moveTo>
                      <a:pt x="261" y="1"/>
                    </a:moveTo>
                    <a:cubicBezTo>
                      <a:pt x="88" y="1"/>
                      <a:pt x="0" y="210"/>
                      <a:pt x="123" y="333"/>
                    </a:cubicBezTo>
                    <a:cubicBezTo>
                      <a:pt x="162" y="372"/>
                      <a:pt x="211" y="389"/>
                      <a:pt x="258" y="389"/>
                    </a:cubicBezTo>
                    <a:cubicBezTo>
                      <a:pt x="358" y="389"/>
                      <a:pt x="454"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4"/>
              <p:cNvSpPr/>
              <p:nvPr/>
            </p:nvSpPr>
            <p:spPr>
              <a:xfrm>
                <a:off x="673775" y="1277575"/>
                <a:ext cx="11375" cy="9750"/>
              </a:xfrm>
              <a:custGeom>
                <a:rect b="b" l="l" r="r" t="t"/>
                <a:pathLst>
                  <a:path extrusionOk="0" h="390" w="455">
                    <a:moveTo>
                      <a:pt x="261" y="1"/>
                    </a:moveTo>
                    <a:cubicBezTo>
                      <a:pt x="88" y="1"/>
                      <a:pt x="0" y="210"/>
                      <a:pt x="123" y="333"/>
                    </a:cubicBezTo>
                    <a:cubicBezTo>
                      <a:pt x="163" y="372"/>
                      <a:pt x="211" y="389"/>
                      <a:pt x="259" y="389"/>
                    </a:cubicBezTo>
                    <a:cubicBezTo>
                      <a:pt x="359" y="389"/>
                      <a:pt x="455" y="312"/>
                      <a:pt x="455" y="195"/>
                    </a:cubicBezTo>
                    <a:cubicBezTo>
                      <a:pt x="455" y="89"/>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4"/>
              <p:cNvSpPr/>
              <p:nvPr/>
            </p:nvSpPr>
            <p:spPr>
              <a:xfrm>
                <a:off x="715200" y="127757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4"/>
              <p:cNvSpPr/>
              <p:nvPr/>
            </p:nvSpPr>
            <p:spPr>
              <a:xfrm>
                <a:off x="753300" y="1277575"/>
                <a:ext cx="11375" cy="9750"/>
              </a:xfrm>
              <a:custGeom>
                <a:rect b="b" l="l" r="r" t="t"/>
                <a:pathLst>
                  <a:path extrusionOk="0" h="390" w="455">
                    <a:moveTo>
                      <a:pt x="260" y="1"/>
                    </a:moveTo>
                    <a:cubicBezTo>
                      <a:pt x="87" y="1"/>
                      <a:pt x="1" y="210"/>
                      <a:pt x="122" y="333"/>
                    </a:cubicBezTo>
                    <a:cubicBezTo>
                      <a:pt x="162" y="372"/>
                      <a:pt x="210" y="389"/>
                      <a:pt x="258" y="389"/>
                    </a:cubicBezTo>
                    <a:cubicBezTo>
                      <a:pt x="358" y="389"/>
                      <a:pt x="454" y="312"/>
                      <a:pt x="454" y="195"/>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4"/>
              <p:cNvSpPr/>
              <p:nvPr/>
            </p:nvSpPr>
            <p:spPr>
              <a:xfrm>
                <a:off x="794700"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4"/>
              <p:cNvSpPr/>
              <p:nvPr/>
            </p:nvSpPr>
            <p:spPr>
              <a:xfrm>
                <a:off x="832825" y="1277575"/>
                <a:ext cx="11350" cy="9750"/>
              </a:xfrm>
              <a:custGeom>
                <a:rect b="b" l="l" r="r" t="t"/>
                <a:pathLst>
                  <a:path extrusionOk="0" h="390" w="454">
                    <a:moveTo>
                      <a:pt x="259" y="1"/>
                    </a:moveTo>
                    <a:cubicBezTo>
                      <a:pt x="87" y="1"/>
                      <a:pt x="0" y="210"/>
                      <a:pt x="122" y="333"/>
                    </a:cubicBezTo>
                    <a:cubicBezTo>
                      <a:pt x="161" y="372"/>
                      <a:pt x="210" y="389"/>
                      <a:pt x="257" y="389"/>
                    </a:cubicBezTo>
                    <a:cubicBezTo>
                      <a:pt x="357" y="389"/>
                      <a:pt x="453" y="312"/>
                      <a:pt x="453" y="195"/>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4"/>
              <p:cNvSpPr/>
              <p:nvPr/>
            </p:nvSpPr>
            <p:spPr>
              <a:xfrm>
                <a:off x="872575" y="1277575"/>
                <a:ext cx="11350" cy="9750"/>
              </a:xfrm>
              <a:custGeom>
                <a:rect b="b" l="l" r="r" t="t"/>
                <a:pathLst>
                  <a:path extrusionOk="0" h="390" w="454">
                    <a:moveTo>
                      <a:pt x="260" y="1"/>
                    </a:moveTo>
                    <a:cubicBezTo>
                      <a:pt x="87" y="1"/>
                      <a:pt x="0" y="210"/>
                      <a:pt x="122" y="333"/>
                    </a:cubicBezTo>
                    <a:cubicBezTo>
                      <a:pt x="161" y="372"/>
                      <a:pt x="210" y="389"/>
                      <a:pt x="257" y="389"/>
                    </a:cubicBezTo>
                    <a:cubicBezTo>
                      <a:pt x="358" y="389"/>
                      <a:pt x="454" y="312"/>
                      <a:pt x="454" y="195"/>
                    </a:cubicBezTo>
                    <a:cubicBezTo>
                      <a:pt x="454" y="89"/>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4"/>
              <p:cNvSpPr/>
              <p:nvPr/>
            </p:nvSpPr>
            <p:spPr>
              <a:xfrm>
                <a:off x="913950" y="127757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4"/>
              <p:cNvSpPr/>
              <p:nvPr/>
            </p:nvSpPr>
            <p:spPr>
              <a:xfrm>
                <a:off x="953700" y="127757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4"/>
              <p:cNvSpPr/>
              <p:nvPr/>
            </p:nvSpPr>
            <p:spPr>
              <a:xfrm>
                <a:off x="993450" y="127757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4"/>
              <p:cNvSpPr/>
              <p:nvPr/>
            </p:nvSpPr>
            <p:spPr>
              <a:xfrm>
                <a:off x="10332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4"/>
              <p:cNvSpPr/>
              <p:nvPr/>
            </p:nvSpPr>
            <p:spPr>
              <a:xfrm>
                <a:off x="107297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4"/>
              <p:cNvSpPr/>
              <p:nvPr/>
            </p:nvSpPr>
            <p:spPr>
              <a:xfrm>
                <a:off x="1112725" y="127757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4"/>
              <p:cNvSpPr/>
              <p:nvPr/>
            </p:nvSpPr>
            <p:spPr>
              <a:xfrm>
                <a:off x="1152500" y="127757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4"/>
              <p:cNvSpPr/>
              <p:nvPr/>
            </p:nvSpPr>
            <p:spPr>
              <a:xfrm>
                <a:off x="1192275" y="127757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4"/>
              <p:cNvSpPr/>
              <p:nvPr/>
            </p:nvSpPr>
            <p:spPr>
              <a:xfrm>
                <a:off x="1232025" y="127757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4"/>
              <p:cNvSpPr/>
              <p:nvPr/>
            </p:nvSpPr>
            <p:spPr>
              <a:xfrm>
                <a:off x="276225" y="1243475"/>
                <a:ext cx="11375" cy="9725"/>
              </a:xfrm>
              <a:custGeom>
                <a:rect b="b" l="l" r="r" t="t"/>
                <a:pathLst>
                  <a:path extrusionOk="0" h="389" w="455">
                    <a:moveTo>
                      <a:pt x="260" y="0"/>
                    </a:moveTo>
                    <a:cubicBezTo>
                      <a:pt x="87" y="0"/>
                      <a:pt x="1" y="210"/>
                      <a:pt x="124" y="332"/>
                    </a:cubicBezTo>
                    <a:cubicBezTo>
                      <a:pt x="163" y="371"/>
                      <a:pt x="211" y="389"/>
                      <a:pt x="258" y="389"/>
                    </a:cubicBezTo>
                    <a:cubicBezTo>
                      <a:pt x="358" y="389"/>
                      <a:pt x="454" y="312"/>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4"/>
              <p:cNvSpPr/>
              <p:nvPr/>
            </p:nvSpPr>
            <p:spPr>
              <a:xfrm>
                <a:off x="317625" y="1243475"/>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4"/>
              <p:cNvSpPr/>
              <p:nvPr/>
            </p:nvSpPr>
            <p:spPr>
              <a:xfrm>
                <a:off x="355750" y="1243475"/>
                <a:ext cx="11350" cy="9725"/>
              </a:xfrm>
              <a:custGeom>
                <a:rect b="b" l="l" r="r" t="t"/>
                <a:pathLst>
                  <a:path extrusionOk="0" h="389" w="454">
                    <a:moveTo>
                      <a:pt x="259" y="0"/>
                    </a:moveTo>
                    <a:cubicBezTo>
                      <a:pt x="87" y="0"/>
                      <a:pt x="0" y="210"/>
                      <a:pt x="123" y="332"/>
                    </a:cubicBezTo>
                    <a:cubicBezTo>
                      <a:pt x="162" y="371"/>
                      <a:pt x="210" y="389"/>
                      <a:pt x="258" y="389"/>
                    </a:cubicBezTo>
                    <a:cubicBezTo>
                      <a:pt x="357" y="389"/>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4"/>
              <p:cNvSpPr/>
              <p:nvPr/>
            </p:nvSpPr>
            <p:spPr>
              <a:xfrm>
                <a:off x="397125" y="124347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4"/>
              <p:cNvSpPr/>
              <p:nvPr/>
            </p:nvSpPr>
            <p:spPr>
              <a:xfrm>
                <a:off x="435250" y="1243475"/>
                <a:ext cx="11350" cy="9750"/>
              </a:xfrm>
              <a:custGeom>
                <a:rect b="b" l="l" r="r" t="t"/>
                <a:pathLst>
                  <a:path extrusionOk="0" h="390" w="454">
                    <a:moveTo>
                      <a:pt x="260" y="0"/>
                    </a:moveTo>
                    <a:cubicBezTo>
                      <a:pt x="87" y="0"/>
                      <a:pt x="0" y="210"/>
                      <a:pt x="123" y="332"/>
                    </a:cubicBezTo>
                    <a:cubicBezTo>
                      <a:pt x="162" y="372"/>
                      <a:pt x="211"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4"/>
              <p:cNvSpPr/>
              <p:nvPr/>
            </p:nvSpPr>
            <p:spPr>
              <a:xfrm>
                <a:off x="475000" y="1243475"/>
                <a:ext cx="11350" cy="9750"/>
              </a:xfrm>
              <a:custGeom>
                <a:rect b="b" l="l" r="r" t="t"/>
                <a:pathLst>
                  <a:path extrusionOk="0" h="390" w="454">
                    <a:moveTo>
                      <a:pt x="260" y="0"/>
                    </a:moveTo>
                    <a:cubicBezTo>
                      <a:pt x="87" y="0"/>
                      <a:pt x="1" y="210"/>
                      <a:pt x="122" y="332"/>
                    </a:cubicBezTo>
                    <a:cubicBezTo>
                      <a:pt x="161" y="372"/>
                      <a:pt x="210" y="390"/>
                      <a:pt x="258"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4"/>
              <p:cNvSpPr/>
              <p:nvPr/>
            </p:nvSpPr>
            <p:spPr>
              <a:xfrm>
                <a:off x="516425" y="124347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4"/>
              <p:cNvSpPr/>
              <p:nvPr/>
            </p:nvSpPr>
            <p:spPr>
              <a:xfrm>
                <a:off x="554500" y="1243475"/>
                <a:ext cx="11375" cy="9750"/>
              </a:xfrm>
              <a:custGeom>
                <a:rect b="b" l="l" r="r" t="t"/>
                <a:pathLst>
                  <a:path extrusionOk="0" h="390" w="455">
                    <a:moveTo>
                      <a:pt x="262" y="0"/>
                    </a:moveTo>
                    <a:cubicBezTo>
                      <a:pt x="87" y="0"/>
                      <a:pt x="1" y="210"/>
                      <a:pt x="124" y="332"/>
                    </a:cubicBezTo>
                    <a:cubicBezTo>
                      <a:pt x="163" y="372"/>
                      <a:pt x="212" y="390"/>
                      <a:pt x="259" y="390"/>
                    </a:cubicBezTo>
                    <a:cubicBezTo>
                      <a:pt x="359" y="390"/>
                      <a:pt x="454" y="312"/>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4"/>
              <p:cNvSpPr/>
              <p:nvPr/>
            </p:nvSpPr>
            <p:spPr>
              <a:xfrm>
                <a:off x="595925"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4"/>
              <p:cNvSpPr/>
              <p:nvPr/>
            </p:nvSpPr>
            <p:spPr>
              <a:xfrm>
                <a:off x="634025" y="1243475"/>
                <a:ext cx="11375" cy="9750"/>
              </a:xfrm>
              <a:custGeom>
                <a:rect b="b" l="l" r="r" t="t"/>
                <a:pathLst>
                  <a:path extrusionOk="0" h="390" w="455">
                    <a:moveTo>
                      <a:pt x="261" y="0"/>
                    </a:moveTo>
                    <a:cubicBezTo>
                      <a:pt x="88" y="0"/>
                      <a:pt x="0" y="210"/>
                      <a:pt x="123" y="332"/>
                    </a:cubicBezTo>
                    <a:cubicBezTo>
                      <a:pt x="162"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4"/>
              <p:cNvSpPr/>
              <p:nvPr/>
            </p:nvSpPr>
            <p:spPr>
              <a:xfrm>
                <a:off x="673775" y="1243475"/>
                <a:ext cx="11375" cy="9750"/>
              </a:xfrm>
              <a:custGeom>
                <a:rect b="b" l="l" r="r" t="t"/>
                <a:pathLst>
                  <a:path extrusionOk="0" h="390" w="455">
                    <a:moveTo>
                      <a:pt x="261" y="0"/>
                    </a:moveTo>
                    <a:cubicBezTo>
                      <a:pt x="88" y="0"/>
                      <a:pt x="0" y="210"/>
                      <a:pt x="123" y="332"/>
                    </a:cubicBezTo>
                    <a:cubicBezTo>
                      <a:pt x="163" y="372"/>
                      <a:pt x="211" y="390"/>
                      <a:pt x="259" y="390"/>
                    </a:cubicBezTo>
                    <a:cubicBezTo>
                      <a:pt x="359" y="390"/>
                      <a:pt x="455" y="312"/>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4"/>
              <p:cNvSpPr/>
              <p:nvPr/>
            </p:nvSpPr>
            <p:spPr>
              <a:xfrm>
                <a:off x="715200" y="124347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4"/>
              <p:cNvSpPr/>
              <p:nvPr/>
            </p:nvSpPr>
            <p:spPr>
              <a:xfrm>
                <a:off x="753300" y="1243475"/>
                <a:ext cx="11375" cy="9750"/>
              </a:xfrm>
              <a:custGeom>
                <a:rect b="b" l="l" r="r" t="t"/>
                <a:pathLst>
                  <a:path extrusionOk="0" h="390" w="455">
                    <a:moveTo>
                      <a:pt x="260" y="0"/>
                    </a:moveTo>
                    <a:cubicBezTo>
                      <a:pt x="87" y="0"/>
                      <a:pt x="1" y="210"/>
                      <a:pt x="122" y="332"/>
                    </a:cubicBezTo>
                    <a:cubicBezTo>
                      <a:pt x="162" y="372"/>
                      <a:pt x="210" y="390"/>
                      <a:pt x="258" y="390"/>
                    </a:cubicBezTo>
                    <a:cubicBezTo>
                      <a:pt x="358" y="390"/>
                      <a:pt x="454" y="312"/>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4"/>
              <p:cNvSpPr/>
              <p:nvPr/>
            </p:nvSpPr>
            <p:spPr>
              <a:xfrm>
                <a:off x="794700"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4"/>
              <p:cNvSpPr/>
              <p:nvPr/>
            </p:nvSpPr>
            <p:spPr>
              <a:xfrm>
                <a:off x="832825" y="1243475"/>
                <a:ext cx="11350" cy="9750"/>
              </a:xfrm>
              <a:custGeom>
                <a:rect b="b" l="l" r="r" t="t"/>
                <a:pathLst>
                  <a:path extrusionOk="0" h="390" w="454">
                    <a:moveTo>
                      <a:pt x="259" y="0"/>
                    </a:moveTo>
                    <a:cubicBezTo>
                      <a:pt x="87" y="0"/>
                      <a:pt x="0" y="210"/>
                      <a:pt x="122" y="332"/>
                    </a:cubicBezTo>
                    <a:cubicBezTo>
                      <a:pt x="161" y="372"/>
                      <a:pt x="210" y="390"/>
                      <a:pt x="257" y="390"/>
                    </a:cubicBezTo>
                    <a:cubicBezTo>
                      <a:pt x="357" y="390"/>
                      <a:pt x="453" y="312"/>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4"/>
              <p:cNvSpPr/>
              <p:nvPr/>
            </p:nvSpPr>
            <p:spPr>
              <a:xfrm>
                <a:off x="872575" y="1243475"/>
                <a:ext cx="11350" cy="9750"/>
              </a:xfrm>
              <a:custGeom>
                <a:rect b="b" l="l" r="r" t="t"/>
                <a:pathLst>
                  <a:path extrusionOk="0" h="390" w="454">
                    <a:moveTo>
                      <a:pt x="260" y="0"/>
                    </a:moveTo>
                    <a:cubicBezTo>
                      <a:pt x="87" y="0"/>
                      <a:pt x="0" y="210"/>
                      <a:pt x="122" y="332"/>
                    </a:cubicBezTo>
                    <a:cubicBezTo>
                      <a:pt x="161" y="372"/>
                      <a:pt x="210" y="390"/>
                      <a:pt x="257" y="390"/>
                    </a:cubicBezTo>
                    <a:cubicBezTo>
                      <a:pt x="358" y="390"/>
                      <a:pt x="454" y="312"/>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4"/>
              <p:cNvSpPr/>
              <p:nvPr/>
            </p:nvSpPr>
            <p:spPr>
              <a:xfrm>
                <a:off x="913950" y="124347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4"/>
              <p:cNvSpPr/>
              <p:nvPr/>
            </p:nvSpPr>
            <p:spPr>
              <a:xfrm>
                <a:off x="953700" y="124347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4"/>
              <p:cNvSpPr/>
              <p:nvPr/>
            </p:nvSpPr>
            <p:spPr>
              <a:xfrm>
                <a:off x="993450" y="124347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4"/>
              <p:cNvSpPr/>
              <p:nvPr/>
            </p:nvSpPr>
            <p:spPr>
              <a:xfrm>
                <a:off x="10332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4"/>
              <p:cNvSpPr/>
              <p:nvPr/>
            </p:nvSpPr>
            <p:spPr>
              <a:xfrm>
                <a:off x="107297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4"/>
              <p:cNvSpPr/>
              <p:nvPr/>
            </p:nvSpPr>
            <p:spPr>
              <a:xfrm>
                <a:off x="1112725" y="124347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4"/>
              <p:cNvSpPr/>
              <p:nvPr/>
            </p:nvSpPr>
            <p:spPr>
              <a:xfrm>
                <a:off x="1152500" y="124347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4"/>
              <p:cNvSpPr/>
              <p:nvPr/>
            </p:nvSpPr>
            <p:spPr>
              <a:xfrm>
                <a:off x="1192275" y="124347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4"/>
              <p:cNvSpPr/>
              <p:nvPr/>
            </p:nvSpPr>
            <p:spPr>
              <a:xfrm>
                <a:off x="1232025" y="124347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4"/>
              <p:cNvSpPr/>
              <p:nvPr/>
            </p:nvSpPr>
            <p:spPr>
              <a:xfrm>
                <a:off x="276225" y="1209375"/>
                <a:ext cx="11375" cy="9725"/>
              </a:xfrm>
              <a:custGeom>
                <a:rect b="b" l="l" r="r" t="t"/>
                <a:pathLst>
                  <a:path extrusionOk="0" h="389" w="455">
                    <a:moveTo>
                      <a:pt x="260" y="0"/>
                    </a:moveTo>
                    <a:cubicBezTo>
                      <a:pt x="87" y="0"/>
                      <a:pt x="1" y="209"/>
                      <a:pt x="124" y="332"/>
                    </a:cubicBezTo>
                    <a:cubicBezTo>
                      <a:pt x="163" y="371"/>
                      <a:pt x="211" y="389"/>
                      <a:pt x="258" y="389"/>
                    </a:cubicBezTo>
                    <a:cubicBezTo>
                      <a:pt x="358" y="389"/>
                      <a:pt x="454" y="311"/>
                      <a:pt x="454" y="194"/>
                    </a:cubicBezTo>
                    <a:cubicBezTo>
                      <a:pt x="454" y="88"/>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4"/>
              <p:cNvSpPr/>
              <p:nvPr/>
            </p:nvSpPr>
            <p:spPr>
              <a:xfrm>
                <a:off x="317625" y="1209400"/>
                <a:ext cx="9725" cy="9700"/>
              </a:xfrm>
              <a:custGeom>
                <a:rect b="b" l="l" r="r" t="t"/>
                <a:pathLst>
                  <a:path extrusionOk="0" h="388" w="389">
                    <a:moveTo>
                      <a:pt x="194" y="1"/>
                    </a:moveTo>
                    <a:cubicBezTo>
                      <a:pt x="87" y="1"/>
                      <a:pt x="0" y="87"/>
                      <a:pt x="0" y="193"/>
                    </a:cubicBezTo>
                    <a:cubicBezTo>
                      <a:pt x="0" y="301"/>
                      <a:pt x="87"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4"/>
              <p:cNvSpPr/>
              <p:nvPr/>
            </p:nvSpPr>
            <p:spPr>
              <a:xfrm>
                <a:off x="355750" y="120937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4"/>
              <p:cNvSpPr/>
              <p:nvPr/>
            </p:nvSpPr>
            <p:spPr>
              <a:xfrm>
                <a:off x="397125" y="1209400"/>
                <a:ext cx="9725" cy="9700"/>
              </a:xfrm>
              <a:custGeom>
                <a:rect b="b" l="l" r="r" t="t"/>
                <a:pathLst>
                  <a:path extrusionOk="0" h="388" w="389">
                    <a:moveTo>
                      <a:pt x="195" y="1"/>
                    </a:moveTo>
                    <a:cubicBezTo>
                      <a:pt x="88" y="1"/>
                      <a:pt x="1" y="87"/>
                      <a:pt x="1" y="193"/>
                    </a:cubicBezTo>
                    <a:cubicBezTo>
                      <a:pt x="1" y="301"/>
                      <a:pt x="88"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4"/>
              <p:cNvSpPr/>
              <p:nvPr/>
            </p:nvSpPr>
            <p:spPr>
              <a:xfrm>
                <a:off x="435250" y="1209375"/>
                <a:ext cx="11350" cy="9750"/>
              </a:xfrm>
              <a:custGeom>
                <a:rect b="b" l="l" r="r" t="t"/>
                <a:pathLst>
                  <a:path extrusionOk="0" h="390" w="454">
                    <a:moveTo>
                      <a:pt x="260" y="0"/>
                    </a:moveTo>
                    <a:cubicBezTo>
                      <a:pt x="87" y="0"/>
                      <a:pt x="0" y="209"/>
                      <a:pt x="123" y="332"/>
                    </a:cubicBezTo>
                    <a:cubicBezTo>
                      <a:pt x="162" y="372"/>
                      <a:pt x="211"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4"/>
              <p:cNvSpPr/>
              <p:nvPr/>
            </p:nvSpPr>
            <p:spPr>
              <a:xfrm>
                <a:off x="475000" y="1209375"/>
                <a:ext cx="11350" cy="9750"/>
              </a:xfrm>
              <a:custGeom>
                <a:rect b="b" l="l" r="r" t="t"/>
                <a:pathLst>
                  <a:path extrusionOk="0" h="390" w="454">
                    <a:moveTo>
                      <a:pt x="260" y="0"/>
                    </a:moveTo>
                    <a:cubicBezTo>
                      <a:pt x="87" y="0"/>
                      <a:pt x="1" y="209"/>
                      <a:pt x="122" y="332"/>
                    </a:cubicBezTo>
                    <a:cubicBezTo>
                      <a:pt x="161" y="372"/>
                      <a:pt x="210" y="389"/>
                      <a:pt x="258"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4"/>
              <p:cNvSpPr/>
              <p:nvPr/>
            </p:nvSpPr>
            <p:spPr>
              <a:xfrm>
                <a:off x="516425" y="1209400"/>
                <a:ext cx="9675" cy="9700"/>
              </a:xfrm>
              <a:custGeom>
                <a:rect b="b" l="l" r="r" t="t"/>
                <a:pathLst>
                  <a:path extrusionOk="0" h="388" w="387">
                    <a:moveTo>
                      <a:pt x="193" y="1"/>
                    </a:moveTo>
                    <a:cubicBezTo>
                      <a:pt x="87" y="1"/>
                      <a:pt x="0" y="87"/>
                      <a:pt x="0" y="193"/>
                    </a:cubicBezTo>
                    <a:cubicBezTo>
                      <a:pt x="0"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4"/>
              <p:cNvSpPr/>
              <p:nvPr/>
            </p:nvSpPr>
            <p:spPr>
              <a:xfrm>
                <a:off x="554500" y="1209375"/>
                <a:ext cx="11375" cy="9750"/>
              </a:xfrm>
              <a:custGeom>
                <a:rect b="b" l="l" r="r" t="t"/>
                <a:pathLst>
                  <a:path extrusionOk="0" h="390" w="455">
                    <a:moveTo>
                      <a:pt x="262" y="0"/>
                    </a:moveTo>
                    <a:cubicBezTo>
                      <a:pt x="87" y="0"/>
                      <a:pt x="1" y="209"/>
                      <a:pt x="124" y="332"/>
                    </a:cubicBezTo>
                    <a:cubicBezTo>
                      <a:pt x="163" y="372"/>
                      <a:pt x="211" y="389"/>
                      <a:pt x="258" y="389"/>
                    </a:cubicBezTo>
                    <a:cubicBezTo>
                      <a:pt x="358" y="389"/>
                      <a:pt x="454" y="311"/>
                      <a:pt x="454" y="194"/>
                    </a:cubicBezTo>
                    <a:cubicBezTo>
                      <a:pt x="454"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4"/>
              <p:cNvSpPr/>
              <p:nvPr/>
            </p:nvSpPr>
            <p:spPr>
              <a:xfrm>
                <a:off x="595925"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4"/>
              <p:cNvSpPr/>
              <p:nvPr/>
            </p:nvSpPr>
            <p:spPr>
              <a:xfrm>
                <a:off x="634025" y="1209375"/>
                <a:ext cx="11375" cy="9750"/>
              </a:xfrm>
              <a:custGeom>
                <a:rect b="b" l="l" r="r" t="t"/>
                <a:pathLst>
                  <a:path extrusionOk="0" h="390" w="455">
                    <a:moveTo>
                      <a:pt x="261" y="0"/>
                    </a:moveTo>
                    <a:cubicBezTo>
                      <a:pt x="88" y="0"/>
                      <a:pt x="0" y="209"/>
                      <a:pt x="123" y="332"/>
                    </a:cubicBezTo>
                    <a:cubicBezTo>
                      <a:pt x="162" y="372"/>
                      <a:pt x="211" y="389"/>
                      <a:pt x="258" y="389"/>
                    </a:cubicBezTo>
                    <a:cubicBezTo>
                      <a:pt x="358" y="389"/>
                      <a:pt x="454"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4"/>
              <p:cNvSpPr/>
              <p:nvPr/>
            </p:nvSpPr>
            <p:spPr>
              <a:xfrm>
                <a:off x="673775" y="1209375"/>
                <a:ext cx="11375" cy="9750"/>
              </a:xfrm>
              <a:custGeom>
                <a:rect b="b" l="l" r="r" t="t"/>
                <a:pathLst>
                  <a:path extrusionOk="0" h="390" w="455">
                    <a:moveTo>
                      <a:pt x="261" y="0"/>
                    </a:moveTo>
                    <a:cubicBezTo>
                      <a:pt x="88" y="0"/>
                      <a:pt x="0" y="209"/>
                      <a:pt x="123" y="332"/>
                    </a:cubicBezTo>
                    <a:cubicBezTo>
                      <a:pt x="163" y="372"/>
                      <a:pt x="211" y="389"/>
                      <a:pt x="259" y="389"/>
                    </a:cubicBezTo>
                    <a:cubicBezTo>
                      <a:pt x="359" y="389"/>
                      <a:pt x="455" y="311"/>
                      <a:pt x="455" y="194"/>
                    </a:cubicBezTo>
                    <a:cubicBezTo>
                      <a:pt x="455" y="88"/>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4"/>
              <p:cNvSpPr/>
              <p:nvPr/>
            </p:nvSpPr>
            <p:spPr>
              <a:xfrm>
                <a:off x="715200" y="1209400"/>
                <a:ext cx="9725" cy="9700"/>
              </a:xfrm>
              <a:custGeom>
                <a:rect b="b" l="l" r="r" t="t"/>
                <a:pathLst>
                  <a:path extrusionOk="0" h="388" w="389">
                    <a:moveTo>
                      <a:pt x="194" y="1"/>
                    </a:moveTo>
                    <a:cubicBezTo>
                      <a:pt x="86" y="1"/>
                      <a:pt x="0" y="87"/>
                      <a:pt x="0" y="193"/>
                    </a:cubicBezTo>
                    <a:cubicBezTo>
                      <a:pt x="0" y="301"/>
                      <a:pt x="86"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4"/>
              <p:cNvSpPr/>
              <p:nvPr/>
            </p:nvSpPr>
            <p:spPr>
              <a:xfrm>
                <a:off x="753300" y="1209375"/>
                <a:ext cx="11375" cy="9750"/>
              </a:xfrm>
              <a:custGeom>
                <a:rect b="b" l="l" r="r" t="t"/>
                <a:pathLst>
                  <a:path extrusionOk="0" h="390" w="455">
                    <a:moveTo>
                      <a:pt x="260" y="0"/>
                    </a:moveTo>
                    <a:cubicBezTo>
                      <a:pt x="87" y="0"/>
                      <a:pt x="1" y="209"/>
                      <a:pt x="122" y="332"/>
                    </a:cubicBezTo>
                    <a:cubicBezTo>
                      <a:pt x="162" y="372"/>
                      <a:pt x="210" y="389"/>
                      <a:pt x="258" y="389"/>
                    </a:cubicBezTo>
                    <a:cubicBezTo>
                      <a:pt x="358" y="389"/>
                      <a:pt x="454" y="311"/>
                      <a:pt x="454" y="194"/>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4"/>
              <p:cNvSpPr/>
              <p:nvPr/>
            </p:nvSpPr>
            <p:spPr>
              <a:xfrm>
                <a:off x="794700"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4"/>
              <p:cNvSpPr/>
              <p:nvPr/>
            </p:nvSpPr>
            <p:spPr>
              <a:xfrm>
                <a:off x="832825" y="1209375"/>
                <a:ext cx="11350" cy="9750"/>
              </a:xfrm>
              <a:custGeom>
                <a:rect b="b" l="l" r="r" t="t"/>
                <a:pathLst>
                  <a:path extrusionOk="0" h="390" w="454">
                    <a:moveTo>
                      <a:pt x="259" y="0"/>
                    </a:moveTo>
                    <a:cubicBezTo>
                      <a:pt x="87" y="0"/>
                      <a:pt x="0" y="209"/>
                      <a:pt x="122" y="332"/>
                    </a:cubicBezTo>
                    <a:cubicBezTo>
                      <a:pt x="161" y="372"/>
                      <a:pt x="210" y="389"/>
                      <a:pt x="257" y="389"/>
                    </a:cubicBezTo>
                    <a:cubicBezTo>
                      <a:pt x="357" y="389"/>
                      <a:pt x="453" y="311"/>
                      <a:pt x="453" y="194"/>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4"/>
              <p:cNvSpPr/>
              <p:nvPr/>
            </p:nvSpPr>
            <p:spPr>
              <a:xfrm>
                <a:off x="872575" y="1209375"/>
                <a:ext cx="11350" cy="9750"/>
              </a:xfrm>
              <a:custGeom>
                <a:rect b="b" l="l" r="r" t="t"/>
                <a:pathLst>
                  <a:path extrusionOk="0" h="390" w="454">
                    <a:moveTo>
                      <a:pt x="260" y="0"/>
                    </a:moveTo>
                    <a:cubicBezTo>
                      <a:pt x="87" y="0"/>
                      <a:pt x="0" y="209"/>
                      <a:pt x="122" y="332"/>
                    </a:cubicBezTo>
                    <a:cubicBezTo>
                      <a:pt x="161" y="372"/>
                      <a:pt x="210" y="389"/>
                      <a:pt x="257" y="389"/>
                    </a:cubicBezTo>
                    <a:cubicBezTo>
                      <a:pt x="358" y="389"/>
                      <a:pt x="454" y="311"/>
                      <a:pt x="454" y="194"/>
                    </a:cubicBezTo>
                    <a:cubicBezTo>
                      <a:pt x="454" y="88"/>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4"/>
              <p:cNvSpPr/>
              <p:nvPr/>
            </p:nvSpPr>
            <p:spPr>
              <a:xfrm>
                <a:off x="913950" y="1209400"/>
                <a:ext cx="9725" cy="9700"/>
              </a:xfrm>
              <a:custGeom>
                <a:rect b="b" l="l" r="r" t="t"/>
                <a:pathLst>
                  <a:path extrusionOk="0" h="388" w="389">
                    <a:moveTo>
                      <a:pt x="195" y="1"/>
                    </a:moveTo>
                    <a:cubicBezTo>
                      <a:pt x="87" y="1"/>
                      <a:pt x="1" y="87"/>
                      <a:pt x="1" y="193"/>
                    </a:cubicBezTo>
                    <a:cubicBezTo>
                      <a:pt x="1" y="301"/>
                      <a:pt x="87"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4"/>
              <p:cNvSpPr/>
              <p:nvPr/>
            </p:nvSpPr>
            <p:spPr>
              <a:xfrm>
                <a:off x="953700" y="1209400"/>
                <a:ext cx="9725" cy="9700"/>
              </a:xfrm>
              <a:custGeom>
                <a:rect b="b" l="l" r="r" t="t"/>
                <a:pathLst>
                  <a:path extrusionOk="0" h="388" w="389">
                    <a:moveTo>
                      <a:pt x="195" y="1"/>
                    </a:moveTo>
                    <a:cubicBezTo>
                      <a:pt x="89" y="1"/>
                      <a:pt x="1" y="87"/>
                      <a:pt x="1" y="193"/>
                    </a:cubicBezTo>
                    <a:cubicBezTo>
                      <a:pt x="1" y="301"/>
                      <a:pt x="89" y="387"/>
                      <a:pt x="195" y="387"/>
                    </a:cubicBezTo>
                    <a:cubicBezTo>
                      <a:pt x="302" y="387"/>
                      <a:pt x="389" y="301"/>
                      <a:pt x="389" y="193"/>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4"/>
              <p:cNvSpPr/>
              <p:nvPr/>
            </p:nvSpPr>
            <p:spPr>
              <a:xfrm>
                <a:off x="993450" y="1209400"/>
                <a:ext cx="9725" cy="9700"/>
              </a:xfrm>
              <a:custGeom>
                <a:rect b="b" l="l" r="r" t="t"/>
                <a:pathLst>
                  <a:path extrusionOk="0" h="388" w="389">
                    <a:moveTo>
                      <a:pt x="195" y="1"/>
                    </a:moveTo>
                    <a:cubicBezTo>
                      <a:pt x="89" y="1"/>
                      <a:pt x="1" y="87"/>
                      <a:pt x="1" y="193"/>
                    </a:cubicBezTo>
                    <a:cubicBezTo>
                      <a:pt x="1" y="301"/>
                      <a:pt x="89" y="387"/>
                      <a:pt x="195" y="387"/>
                    </a:cubicBezTo>
                    <a:cubicBezTo>
                      <a:pt x="303" y="387"/>
                      <a:pt x="389" y="301"/>
                      <a:pt x="389" y="193"/>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4"/>
              <p:cNvSpPr/>
              <p:nvPr/>
            </p:nvSpPr>
            <p:spPr>
              <a:xfrm>
                <a:off x="10332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4"/>
              <p:cNvSpPr/>
              <p:nvPr/>
            </p:nvSpPr>
            <p:spPr>
              <a:xfrm>
                <a:off x="107297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4"/>
              <p:cNvSpPr/>
              <p:nvPr/>
            </p:nvSpPr>
            <p:spPr>
              <a:xfrm>
                <a:off x="1112725" y="1209400"/>
                <a:ext cx="9725" cy="9700"/>
              </a:xfrm>
              <a:custGeom>
                <a:rect b="b" l="l" r="r" t="t"/>
                <a:pathLst>
                  <a:path extrusionOk="0" h="388" w="389">
                    <a:moveTo>
                      <a:pt x="194" y="1"/>
                    </a:moveTo>
                    <a:cubicBezTo>
                      <a:pt x="88" y="1"/>
                      <a:pt x="0" y="87"/>
                      <a:pt x="0" y="193"/>
                    </a:cubicBezTo>
                    <a:cubicBezTo>
                      <a:pt x="0" y="301"/>
                      <a:pt x="88" y="387"/>
                      <a:pt x="194" y="387"/>
                    </a:cubicBezTo>
                    <a:cubicBezTo>
                      <a:pt x="302" y="387"/>
                      <a:pt x="388" y="301"/>
                      <a:pt x="388" y="193"/>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4"/>
              <p:cNvSpPr/>
              <p:nvPr/>
            </p:nvSpPr>
            <p:spPr>
              <a:xfrm>
                <a:off x="1152500" y="1209400"/>
                <a:ext cx="9700" cy="9700"/>
              </a:xfrm>
              <a:custGeom>
                <a:rect b="b" l="l" r="r" t="t"/>
                <a:pathLst>
                  <a:path extrusionOk="0" h="388" w="388">
                    <a:moveTo>
                      <a:pt x="193" y="1"/>
                    </a:moveTo>
                    <a:cubicBezTo>
                      <a:pt x="87" y="1"/>
                      <a:pt x="1" y="87"/>
                      <a:pt x="1" y="193"/>
                    </a:cubicBezTo>
                    <a:cubicBezTo>
                      <a:pt x="1" y="301"/>
                      <a:pt x="87" y="387"/>
                      <a:pt x="193" y="387"/>
                    </a:cubicBezTo>
                    <a:cubicBezTo>
                      <a:pt x="301" y="387"/>
                      <a:pt x="388" y="301"/>
                      <a:pt x="388" y="193"/>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4"/>
              <p:cNvSpPr/>
              <p:nvPr/>
            </p:nvSpPr>
            <p:spPr>
              <a:xfrm>
                <a:off x="1192275" y="1209400"/>
                <a:ext cx="9675" cy="9700"/>
              </a:xfrm>
              <a:custGeom>
                <a:rect b="b" l="l" r="r" t="t"/>
                <a:pathLst>
                  <a:path extrusionOk="0" h="388" w="387">
                    <a:moveTo>
                      <a:pt x="193" y="1"/>
                    </a:moveTo>
                    <a:cubicBezTo>
                      <a:pt x="86" y="1"/>
                      <a:pt x="0" y="87"/>
                      <a:pt x="0" y="193"/>
                    </a:cubicBezTo>
                    <a:cubicBezTo>
                      <a:pt x="0" y="301"/>
                      <a:pt x="86" y="387"/>
                      <a:pt x="193" y="387"/>
                    </a:cubicBezTo>
                    <a:cubicBezTo>
                      <a:pt x="300" y="387"/>
                      <a:pt x="387" y="301"/>
                      <a:pt x="387" y="193"/>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4"/>
              <p:cNvSpPr/>
              <p:nvPr/>
            </p:nvSpPr>
            <p:spPr>
              <a:xfrm>
                <a:off x="1232025" y="120940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4"/>
              <p:cNvSpPr/>
              <p:nvPr/>
            </p:nvSpPr>
            <p:spPr>
              <a:xfrm>
                <a:off x="276225" y="11753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8"/>
                      <a:pt x="259" y="388"/>
                    </a:cubicBezTo>
                    <a:cubicBezTo>
                      <a:pt x="358" y="388"/>
                      <a:pt x="454" y="310"/>
                      <a:pt x="454" y="194"/>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4"/>
              <p:cNvSpPr/>
              <p:nvPr/>
            </p:nvSpPr>
            <p:spPr>
              <a:xfrm>
                <a:off x="317625" y="1175300"/>
                <a:ext cx="9725" cy="9675"/>
              </a:xfrm>
              <a:custGeom>
                <a:rect b="b" l="l" r="r" t="t"/>
                <a:pathLst>
                  <a:path extrusionOk="0" h="387" w="389">
                    <a:moveTo>
                      <a:pt x="194" y="0"/>
                    </a:moveTo>
                    <a:cubicBezTo>
                      <a:pt x="87" y="0"/>
                      <a:pt x="0" y="87"/>
                      <a:pt x="0" y="194"/>
                    </a:cubicBezTo>
                    <a:cubicBezTo>
                      <a:pt x="0" y="301"/>
                      <a:pt x="87"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4"/>
              <p:cNvSpPr/>
              <p:nvPr/>
            </p:nvSpPr>
            <p:spPr>
              <a:xfrm>
                <a:off x="355750" y="1175300"/>
                <a:ext cx="11350" cy="9700"/>
              </a:xfrm>
              <a:custGeom>
                <a:rect b="b" l="l" r="r" t="t"/>
                <a:pathLst>
                  <a:path extrusionOk="0" h="388" w="454">
                    <a:moveTo>
                      <a:pt x="262" y="0"/>
                    </a:moveTo>
                    <a:cubicBezTo>
                      <a:pt x="261" y="0"/>
                      <a:pt x="260" y="0"/>
                      <a:pt x="259" y="0"/>
                    </a:cubicBezTo>
                    <a:cubicBezTo>
                      <a:pt x="87" y="0"/>
                      <a:pt x="0" y="208"/>
                      <a:pt x="123" y="331"/>
                    </a:cubicBezTo>
                    <a:cubicBezTo>
                      <a:pt x="162" y="370"/>
                      <a:pt x="210" y="388"/>
                      <a:pt x="258" y="388"/>
                    </a:cubicBezTo>
                    <a:cubicBezTo>
                      <a:pt x="357" y="388"/>
                      <a:pt x="453" y="310"/>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4"/>
              <p:cNvSpPr/>
              <p:nvPr/>
            </p:nvSpPr>
            <p:spPr>
              <a:xfrm>
                <a:off x="397125" y="1175300"/>
                <a:ext cx="9725" cy="9675"/>
              </a:xfrm>
              <a:custGeom>
                <a:rect b="b" l="l" r="r" t="t"/>
                <a:pathLst>
                  <a:path extrusionOk="0" h="387" w="389">
                    <a:moveTo>
                      <a:pt x="195" y="0"/>
                    </a:moveTo>
                    <a:cubicBezTo>
                      <a:pt x="88" y="0"/>
                      <a:pt x="1" y="87"/>
                      <a:pt x="1" y="194"/>
                    </a:cubicBezTo>
                    <a:cubicBezTo>
                      <a:pt x="1" y="301"/>
                      <a:pt x="88"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4"/>
              <p:cNvSpPr/>
              <p:nvPr/>
            </p:nvSpPr>
            <p:spPr>
              <a:xfrm>
                <a:off x="435250" y="1175300"/>
                <a:ext cx="11350" cy="9725"/>
              </a:xfrm>
              <a:custGeom>
                <a:rect b="b" l="l" r="r" t="t"/>
                <a:pathLst>
                  <a:path extrusionOk="0" h="389" w="454">
                    <a:moveTo>
                      <a:pt x="260" y="0"/>
                    </a:moveTo>
                    <a:cubicBezTo>
                      <a:pt x="87" y="0"/>
                      <a:pt x="0" y="208"/>
                      <a:pt x="123" y="331"/>
                    </a:cubicBezTo>
                    <a:cubicBezTo>
                      <a:pt x="163" y="371"/>
                      <a:pt x="211" y="389"/>
                      <a:pt x="259" y="389"/>
                    </a:cubicBezTo>
                    <a:cubicBezTo>
                      <a:pt x="358" y="389"/>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4"/>
              <p:cNvSpPr/>
              <p:nvPr/>
            </p:nvSpPr>
            <p:spPr>
              <a:xfrm>
                <a:off x="475025" y="1175300"/>
                <a:ext cx="11325" cy="9725"/>
              </a:xfrm>
              <a:custGeom>
                <a:rect b="b" l="l" r="r" t="t"/>
                <a:pathLst>
                  <a:path extrusionOk="0" h="389" w="453">
                    <a:moveTo>
                      <a:pt x="262" y="0"/>
                    </a:moveTo>
                    <a:cubicBezTo>
                      <a:pt x="261" y="0"/>
                      <a:pt x="260" y="0"/>
                      <a:pt x="259" y="0"/>
                    </a:cubicBezTo>
                    <a:cubicBezTo>
                      <a:pt x="258" y="0"/>
                      <a:pt x="258" y="0"/>
                      <a:pt x="257" y="0"/>
                    </a:cubicBezTo>
                    <a:cubicBezTo>
                      <a:pt x="85" y="0"/>
                      <a:pt x="0" y="209"/>
                      <a:pt x="121" y="331"/>
                    </a:cubicBezTo>
                    <a:cubicBezTo>
                      <a:pt x="161" y="371"/>
                      <a:pt x="210" y="389"/>
                      <a:pt x="258" y="389"/>
                    </a:cubicBezTo>
                    <a:cubicBezTo>
                      <a:pt x="357" y="389"/>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4"/>
              <p:cNvSpPr/>
              <p:nvPr/>
            </p:nvSpPr>
            <p:spPr>
              <a:xfrm>
                <a:off x="516425" y="1175300"/>
                <a:ext cx="9675" cy="9675"/>
              </a:xfrm>
              <a:custGeom>
                <a:rect b="b" l="l" r="r" t="t"/>
                <a:pathLst>
                  <a:path extrusionOk="0" h="387" w="387">
                    <a:moveTo>
                      <a:pt x="193" y="0"/>
                    </a:moveTo>
                    <a:cubicBezTo>
                      <a:pt x="87" y="0"/>
                      <a:pt x="0" y="87"/>
                      <a:pt x="0" y="194"/>
                    </a:cubicBezTo>
                    <a:cubicBezTo>
                      <a:pt x="0"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4"/>
              <p:cNvSpPr/>
              <p:nvPr/>
            </p:nvSpPr>
            <p:spPr>
              <a:xfrm>
                <a:off x="554525" y="1175300"/>
                <a:ext cx="11350" cy="9725"/>
              </a:xfrm>
              <a:custGeom>
                <a:rect b="b" l="l" r="r" t="t"/>
                <a:pathLst>
                  <a:path extrusionOk="0" h="389" w="454">
                    <a:moveTo>
                      <a:pt x="263" y="0"/>
                    </a:moveTo>
                    <a:cubicBezTo>
                      <a:pt x="262" y="0"/>
                      <a:pt x="261" y="0"/>
                      <a:pt x="261" y="0"/>
                    </a:cubicBezTo>
                    <a:cubicBezTo>
                      <a:pt x="260" y="0"/>
                      <a:pt x="259" y="0"/>
                      <a:pt x="259" y="0"/>
                    </a:cubicBezTo>
                    <a:cubicBezTo>
                      <a:pt x="86" y="0"/>
                      <a:pt x="0" y="209"/>
                      <a:pt x="123" y="331"/>
                    </a:cubicBezTo>
                    <a:cubicBezTo>
                      <a:pt x="162" y="371"/>
                      <a:pt x="211" y="389"/>
                      <a:pt x="258" y="389"/>
                    </a:cubicBezTo>
                    <a:cubicBezTo>
                      <a:pt x="358" y="389"/>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4"/>
              <p:cNvSpPr/>
              <p:nvPr/>
            </p:nvSpPr>
            <p:spPr>
              <a:xfrm>
                <a:off x="595925"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4"/>
              <p:cNvSpPr/>
              <p:nvPr/>
            </p:nvSpPr>
            <p:spPr>
              <a:xfrm>
                <a:off x="634025" y="1175300"/>
                <a:ext cx="11375" cy="9725"/>
              </a:xfrm>
              <a:custGeom>
                <a:rect b="b" l="l" r="r" t="t"/>
                <a:pathLst>
                  <a:path extrusionOk="0" h="389" w="455">
                    <a:moveTo>
                      <a:pt x="264" y="0"/>
                    </a:moveTo>
                    <a:cubicBezTo>
                      <a:pt x="263" y="0"/>
                      <a:pt x="262" y="0"/>
                      <a:pt x="261" y="0"/>
                    </a:cubicBezTo>
                    <a:cubicBezTo>
                      <a:pt x="260" y="0"/>
                      <a:pt x="260" y="0"/>
                      <a:pt x="259" y="0"/>
                    </a:cubicBezTo>
                    <a:cubicBezTo>
                      <a:pt x="87" y="0"/>
                      <a:pt x="1" y="209"/>
                      <a:pt x="123" y="331"/>
                    </a:cubicBezTo>
                    <a:cubicBezTo>
                      <a:pt x="163" y="371"/>
                      <a:pt x="211" y="389"/>
                      <a:pt x="259" y="389"/>
                    </a:cubicBezTo>
                    <a:cubicBezTo>
                      <a:pt x="359" y="389"/>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4"/>
              <p:cNvSpPr/>
              <p:nvPr/>
            </p:nvSpPr>
            <p:spPr>
              <a:xfrm>
                <a:off x="673775" y="1175300"/>
                <a:ext cx="11375" cy="9725"/>
              </a:xfrm>
              <a:custGeom>
                <a:rect b="b" l="l" r="r" t="t"/>
                <a:pathLst>
                  <a:path extrusionOk="0" h="389" w="455">
                    <a:moveTo>
                      <a:pt x="261" y="0"/>
                    </a:moveTo>
                    <a:cubicBezTo>
                      <a:pt x="88" y="0"/>
                      <a:pt x="0" y="208"/>
                      <a:pt x="123" y="331"/>
                    </a:cubicBezTo>
                    <a:cubicBezTo>
                      <a:pt x="163" y="371"/>
                      <a:pt x="212" y="389"/>
                      <a:pt x="260" y="389"/>
                    </a:cubicBezTo>
                    <a:cubicBezTo>
                      <a:pt x="359" y="389"/>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4"/>
              <p:cNvSpPr/>
              <p:nvPr/>
            </p:nvSpPr>
            <p:spPr>
              <a:xfrm>
                <a:off x="715200" y="1175300"/>
                <a:ext cx="9725" cy="9675"/>
              </a:xfrm>
              <a:custGeom>
                <a:rect b="b" l="l" r="r" t="t"/>
                <a:pathLst>
                  <a:path extrusionOk="0" h="387" w="389">
                    <a:moveTo>
                      <a:pt x="194" y="0"/>
                    </a:moveTo>
                    <a:cubicBezTo>
                      <a:pt x="86" y="0"/>
                      <a:pt x="0" y="87"/>
                      <a:pt x="0" y="194"/>
                    </a:cubicBezTo>
                    <a:cubicBezTo>
                      <a:pt x="0" y="301"/>
                      <a:pt x="86"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4"/>
              <p:cNvSpPr/>
              <p:nvPr/>
            </p:nvSpPr>
            <p:spPr>
              <a:xfrm>
                <a:off x="753300" y="1175300"/>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9"/>
                      <a:pt x="259" y="389"/>
                    </a:cubicBezTo>
                    <a:cubicBezTo>
                      <a:pt x="359" y="389"/>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4"/>
              <p:cNvSpPr/>
              <p:nvPr/>
            </p:nvSpPr>
            <p:spPr>
              <a:xfrm>
                <a:off x="794700"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4"/>
              <p:cNvSpPr/>
              <p:nvPr/>
            </p:nvSpPr>
            <p:spPr>
              <a:xfrm>
                <a:off x="832825" y="1175300"/>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9"/>
                      <a:pt x="258" y="389"/>
                    </a:cubicBezTo>
                    <a:cubicBezTo>
                      <a:pt x="358" y="389"/>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4"/>
              <p:cNvSpPr/>
              <p:nvPr/>
            </p:nvSpPr>
            <p:spPr>
              <a:xfrm>
                <a:off x="872575" y="1175300"/>
                <a:ext cx="11350" cy="9725"/>
              </a:xfrm>
              <a:custGeom>
                <a:rect b="b" l="l" r="r" t="t"/>
                <a:pathLst>
                  <a:path extrusionOk="0" h="389" w="454">
                    <a:moveTo>
                      <a:pt x="262" y="0"/>
                    </a:moveTo>
                    <a:cubicBezTo>
                      <a:pt x="261" y="0"/>
                      <a:pt x="261" y="0"/>
                      <a:pt x="260" y="0"/>
                    </a:cubicBezTo>
                    <a:cubicBezTo>
                      <a:pt x="259" y="0"/>
                      <a:pt x="258" y="0"/>
                      <a:pt x="258" y="0"/>
                    </a:cubicBezTo>
                    <a:cubicBezTo>
                      <a:pt x="86" y="0"/>
                      <a:pt x="1" y="209"/>
                      <a:pt x="122" y="331"/>
                    </a:cubicBezTo>
                    <a:cubicBezTo>
                      <a:pt x="161" y="371"/>
                      <a:pt x="210" y="389"/>
                      <a:pt x="258" y="389"/>
                    </a:cubicBezTo>
                    <a:cubicBezTo>
                      <a:pt x="358" y="389"/>
                      <a:pt x="454" y="311"/>
                      <a:pt x="454" y="194"/>
                    </a:cubicBezTo>
                    <a:cubicBezTo>
                      <a:pt x="454"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4"/>
              <p:cNvSpPr/>
              <p:nvPr/>
            </p:nvSpPr>
            <p:spPr>
              <a:xfrm>
                <a:off x="913950" y="1175300"/>
                <a:ext cx="9725" cy="9675"/>
              </a:xfrm>
              <a:custGeom>
                <a:rect b="b" l="l" r="r" t="t"/>
                <a:pathLst>
                  <a:path extrusionOk="0" h="387" w="389">
                    <a:moveTo>
                      <a:pt x="195" y="0"/>
                    </a:moveTo>
                    <a:cubicBezTo>
                      <a:pt x="87" y="0"/>
                      <a:pt x="1" y="87"/>
                      <a:pt x="1" y="194"/>
                    </a:cubicBezTo>
                    <a:cubicBezTo>
                      <a:pt x="1" y="301"/>
                      <a:pt x="87"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4"/>
              <p:cNvSpPr/>
              <p:nvPr/>
            </p:nvSpPr>
            <p:spPr>
              <a:xfrm>
                <a:off x="953700" y="1175300"/>
                <a:ext cx="9725" cy="9675"/>
              </a:xfrm>
              <a:custGeom>
                <a:rect b="b" l="l" r="r" t="t"/>
                <a:pathLst>
                  <a:path extrusionOk="0" h="387" w="389">
                    <a:moveTo>
                      <a:pt x="195" y="0"/>
                    </a:moveTo>
                    <a:cubicBezTo>
                      <a:pt x="89" y="0"/>
                      <a:pt x="1" y="87"/>
                      <a:pt x="1" y="194"/>
                    </a:cubicBezTo>
                    <a:cubicBezTo>
                      <a:pt x="1" y="301"/>
                      <a:pt x="89" y="387"/>
                      <a:pt x="195" y="387"/>
                    </a:cubicBezTo>
                    <a:cubicBezTo>
                      <a:pt x="302" y="387"/>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4"/>
              <p:cNvSpPr/>
              <p:nvPr/>
            </p:nvSpPr>
            <p:spPr>
              <a:xfrm>
                <a:off x="993450" y="1175300"/>
                <a:ext cx="9725" cy="9675"/>
              </a:xfrm>
              <a:custGeom>
                <a:rect b="b" l="l" r="r" t="t"/>
                <a:pathLst>
                  <a:path extrusionOk="0" h="387" w="389">
                    <a:moveTo>
                      <a:pt x="195" y="0"/>
                    </a:moveTo>
                    <a:cubicBezTo>
                      <a:pt x="89" y="0"/>
                      <a:pt x="1" y="87"/>
                      <a:pt x="1" y="194"/>
                    </a:cubicBezTo>
                    <a:cubicBezTo>
                      <a:pt x="1" y="301"/>
                      <a:pt x="89" y="387"/>
                      <a:pt x="195" y="387"/>
                    </a:cubicBezTo>
                    <a:cubicBezTo>
                      <a:pt x="303" y="387"/>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4"/>
              <p:cNvSpPr/>
              <p:nvPr/>
            </p:nvSpPr>
            <p:spPr>
              <a:xfrm>
                <a:off x="10332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4"/>
              <p:cNvSpPr/>
              <p:nvPr/>
            </p:nvSpPr>
            <p:spPr>
              <a:xfrm>
                <a:off x="107297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4"/>
              <p:cNvSpPr/>
              <p:nvPr/>
            </p:nvSpPr>
            <p:spPr>
              <a:xfrm>
                <a:off x="1112725" y="1175300"/>
                <a:ext cx="9725" cy="9675"/>
              </a:xfrm>
              <a:custGeom>
                <a:rect b="b" l="l" r="r" t="t"/>
                <a:pathLst>
                  <a:path extrusionOk="0" h="387" w="389">
                    <a:moveTo>
                      <a:pt x="194" y="0"/>
                    </a:moveTo>
                    <a:cubicBezTo>
                      <a:pt x="88" y="0"/>
                      <a:pt x="0" y="87"/>
                      <a:pt x="0" y="194"/>
                    </a:cubicBezTo>
                    <a:cubicBezTo>
                      <a:pt x="0" y="301"/>
                      <a:pt x="88" y="387"/>
                      <a:pt x="194" y="387"/>
                    </a:cubicBezTo>
                    <a:cubicBezTo>
                      <a:pt x="302" y="387"/>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4"/>
              <p:cNvSpPr/>
              <p:nvPr/>
            </p:nvSpPr>
            <p:spPr>
              <a:xfrm>
                <a:off x="1152500" y="1175300"/>
                <a:ext cx="9700" cy="9675"/>
              </a:xfrm>
              <a:custGeom>
                <a:rect b="b" l="l" r="r" t="t"/>
                <a:pathLst>
                  <a:path extrusionOk="0" h="387" w="388">
                    <a:moveTo>
                      <a:pt x="193" y="0"/>
                    </a:moveTo>
                    <a:cubicBezTo>
                      <a:pt x="87" y="0"/>
                      <a:pt x="1" y="87"/>
                      <a:pt x="1" y="194"/>
                    </a:cubicBezTo>
                    <a:cubicBezTo>
                      <a:pt x="1" y="301"/>
                      <a:pt x="87" y="387"/>
                      <a:pt x="193" y="387"/>
                    </a:cubicBezTo>
                    <a:cubicBezTo>
                      <a:pt x="301" y="387"/>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4"/>
              <p:cNvSpPr/>
              <p:nvPr/>
            </p:nvSpPr>
            <p:spPr>
              <a:xfrm>
                <a:off x="1192275" y="1175300"/>
                <a:ext cx="9675" cy="9675"/>
              </a:xfrm>
              <a:custGeom>
                <a:rect b="b" l="l" r="r" t="t"/>
                <a:pathLst>
                  <a:path extrusionOk="0" h="387" w="387">
                    <a:moveTo>
                      <a:pt x="193" y="0"/>
                    </a:moveTo>
                    <a:cubicBezTo>
                      <a:pt x="86" y="0"/>
                      <a:pt x="0" y="87"/>
                      <a:pt x="0" y="194"/>
                    </a:cubicBezTo>
                    <a:cubicBezTo>
                      <a:pt x="0" y="301"/>
                      <a:pt x="86" y="387"/>
                      <a:pt x="193" y="387"/>
                    </a:cubicBezTo>
                    <a:cubicBezTo>
                      <a:pt x="300" y="387"/>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4"/>
              <p:cNvSpPr/>
              <p:nvPr/>
            </p:nvSpPr>
            <p:spPr>
              <a:xfrm>
                <a:off x="1232025" y="1175300"/>
                <a:ext cx="9675" cy="9675"/>
              </a:xfrm>
              <a:custGeom>
                <a:rect b="b" l="l" r="r" t="t"/>
                <a:pathLst>
                  <a:path extrusionOk="0" h="387" w="387">
                    <a:moveTo>
                      <a:pt x="194" y="0"/>
                    </a:moveTo>
                    <a:cubicBezTo>
                      <a:pt x="87" y="0"/>
                      <a:pt x="0" y="87"/>
                      <a:pt x="0" y="194"/>
                    </a:cubicBezTo>
                    <a:cubicBezTo>
                      <a:pt x="0" y="301"/>
                      <a:pt x="87" y="387"/>
                      <a:pt x="194" y="387"/>
                    </a:cubicBezTo>
                    <a:cubicBezTo>
                      <a:pt x="300" y="387"/>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4"/>
              <p:cNvSpPr/>
              <p:nvPr/>
            </p:nvSpPr>
            <p:spPr>
              <a:xfrm>
                <a:off x="236475"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4"/>
              <p:cNvSpPr/>
              <p:nvPr/>
            </p:nvSpPr>
            <p:spPr>
              <a:xfrm>
                <a:off x="276225" y="11412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4"/>
              <p:cNvSpPr/>
              <p:nvPr/>
            </p:nvSpPr>
            <p:spPr>
              <a:xfrm>
                <a:off x="317625" y="1141200"/>
                <a:ext cx="9725" cy="9675"/>
              </a:xfrm>
              <a:custGeom>
                <a:rect b="b" l="l" r="r" t="t"/>
                <a:pathLst>
                  <a:path extrusionOk="0" h="387" w="389">
                    <a:moveTo>
                      <a:pt x="194" y="0"/>
                    </a:moveTo>
                    <a:cubicBezTo>
                      <a:pt x="87" y="0"/>
                      <a:pt x="0" y="87"/>
                      <a:pt x="0" y="194"/>
                    </a:cubicBezTo>
                    <a:cubicBezTo>
                      <a:pt x="0" y="300"/>
                      <a:pt x="87"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4"/>
              <p:cNvSpPr/>
              <p:nvPr/>
            </p:nvSpPr>
            <p:spPr>
              <a:xfrm>
                <a:off x="355750" y="1141200"/>
                <a:ext cx="11350" cy="9700"/>
              </a:xfrm>
              <a:custGeom>
                <a:rect b="b" l="l" r="r" t="t"/>
                <a:pathLst>
                  <a:path extrusionOk="0" h="388" w="454">
                    <a:moveTo>
                      <a:pt x="259" y="0"/>
                    </a:moveTo>
                    <a:cubicBezTo>
                      <a:pt x="87" y="0"/>
                      <a:pt x="0" y="208"/>
                      <a:pt x="123" y="331"/>
                    </a:cubicBezTo>
                    <a:cubicBezTo>
                      <a:pt x="162" y="370"/>
                      <a:pt x="210" y="387"/>
                      <a:pt x="258" y="387"/>
                    </a:cubicBezTo>
                    <a:cubicBezTo>
                      <a:pt x="357" y="387"/>
                      <a:pt x="453" y="310"/>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4"/>
              <p:cNvSpPr/>
              <p:nvPr/>
            </p:nvSpPr>
            <p:spPr>
              <a:xfrm>
                <a:off x="397125" y="114120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4"/>
              <p:cNvSpPr/>
              <p:nvPr/>
            </p:nvSpPr>
            <p:spPr>
              <a:xfrm>
                <a:off x="435250" y="1141200"/>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4"/>
              <p:cNvSpPr/>
              <p:nvPr/>
            </p:nvSpPr>
            <p:spPr>
              <a:xfrm>
                <a:off x="475000" y="1141200"/>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4"/>
              <p:cNvSpPr/>
              <p:nvPr/>
            </p:nvSpPr>
            <p:spPr>
              <a:xfrm>
                <a:off x="516425" y="11412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4"/>
              <p:cNvSpPr/>
              <p:nvPr/>
            </p:nvSpPr>
            <p:spPr>
              <a:xfrm>
                <a:off x="554500" y="1141200"/>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4"/>
              <p:cNvSpPr/>
              <p:nvPr/>
            </p:nvSpPr>
            <p:spPr>
              <a:xfrm>
                <a:off x="595925"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4"/>
              <p:cNvSpPr/>
              <p:nvPr/>
            </p:nvSpPr>
            <p:spPr>
              <a:xfrm>
                <a:off x="634025" y="11412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4"/>
              <p:cNvSpPr/>
              <p:nvPr/>
            </p:nvSpPr>
            <p:spPr>
              <a:xfrm>
                <a:off x="673775" y="1141200"/>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4"/>
              <p:cNvSpPr/>
              <p:nvPr/>
            </p:nvSpPr>
            <p:spPr>
              <a:xfrm>
                <a:off x="715200" y="114120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4"/>
              <p:cNvSpPr/>
              <p:nvPr/>
            </p:nvSpPr>
            <p:spPr>
              <a:xfrm>
                <a:off x="753300" y="1141200"/>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4"/>
              <p:cNvSpPr/>
              <p:nvPr/>
            </p:nvSpPr>
            <p:spPr>
              <a:xfrm>
                <a:off x="794700"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4"/>
              <p:cNvSpPr/>
              <p:nvPr/>
            </p:nvSpPr>
            <p:spPr>
              <a:xfrm>
                <a:off x="832825" y="1141200"/>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4"/>
              <p:cNvSpPr/>
              <p:nvPr/>
            </p:nvSpPr>
            <p:spPr>
              <a:xfrm>
                <a:off x="872575" y="1141200"/>
                <a:ext cx="11350" cy="9725"/>
              </a:xfrm>
              <a:custGeom>
                <a:rect b="b" l="l" r="r" t="t"/>
                <a:pathLst>
                  <a:path extrusionOk="0" h="389" w="454">
                    <a:moveTo>
                      <a:pt x="260" y="0"/>
                    </a:moveTo>
                    <a:cubicBezTo>
                      <a:pt x="87" y="0"/>
                      <a:pt x="0" y="208"/>
                      <a:pt x="122" y="331"/>
                    </a:cubicBezTo>
                    <a:cubicBezTo>
                      <a:pt x="161" y="370"/>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4"/>
              <p:cNvSpPr/>
              <p:nvPr/>
            </p:nvSpPr>
            <p:spPr>
              <a:xfrm>
                <a:off x="913950" y="114120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4"/>
              <p:cNvSpPr/>
              <p:nvPr/>
            </p:nvSpPr>
            <p:spPr>
              <a:xfrm>
                <a:off x="953700" y="114120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4"/>
              <p:cNvSpPr/>
              <p:nvPr/>
            </p:nvSpPr>
            <p:spPr>
              <a:xfrm>
                <a:off x="993450" y="114120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4"/>
              <p:cNvSpPr/>
              <p:nvPr/>
            </p:nvSpPr>
            <p:spPr>
              <a:xfrm>
                <a:off x="10332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4"/>
              <p:cNvSpPr/>
              <p:nvPr/>
            </p:nvSpPr>
            <p:spPr>
              <a:xfrm>
                <a:off x="107297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4"/>
              <p:cNvSpPr/>
              <p:nvPr/>
            </p:nvSpPr>
            <p:spPr>
              <a:xfrm>
                <a:off x="1112725" y="114120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4"/>
              <p:cNvSpPr/>
              <p:nvPr/>
            </p:nvSpPr>
            <p:spPr>
              <a:xfrm>
                <a:off x="1152500" y="114120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4"/>
              <p:cNvSpPr/>
              <p:nvPr/>
            </p:nvSpPr>
            <p:spPr>
              <a:xfrm>
                <a:off x="1192275" y="11412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4"/>
              <p:cNvSpPr/>
              <p:nvPr/>
            </p:nvSpPr>
            <p:spPr>
              <a:xfrm>
                <a:off x="1232025" y="1141200"/>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4"/>
              <p:cNvSpPr/>
              <p:nvPr/>
            </p:nvSpPr>
            <p:spPr>
              <a:xfrm>
                <a:off x="236475"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4"/>
              <p:cNvSpPr/>
              <p:nvPr/>
            </p:nvSpPr>
            <p:spPr>
              <a:xfrm>
                <a:off x="276225" y="1107075"/>
                <a:ext cx="11375" cy="9725"/>
              </a:xfrm>
              <a:custGeom>
                <a:rect b="b" l="l" r="r" t="t"/>
                <a:pathLst>
                  <a:path extrusionOk="0" h="389" w="455">
                    <a:moveTo>
                      <a:pt x="260" y="1"/>
                    </a:moveTo>
                    <a:cubicBezTo>
                      <a:pt x="87" y="1"/>
                      <a:pt x="1" y="209"/>
                      <a:pt x="124" y="331"/>
                    </a:cubicBezTo>
                    <a:cubicBezTo>
                      <a:pt x="163" y="371"/>
                      <a:pt x="212" y="388"/>
                      <a:pt x="259" y="388"/>
                    </a:cubicBezTo>
                    <a:cubicBezTo>
                      <a:pt x="359"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4"/>
              <p:cNvSpPr/>
              <p:nvPr/>
            </p:nvSpPr>
            <p:spPr>
              <a:xfrm>
                <a:off x="317625" y="11070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4"/>
              <p:cNvSpPr/>
              <p:nvPr/>
            </p:nvSpPr>
            <p:spPr>
              <a:xfrm>
                <a:off x="355750" y="1107075"/>
                <a:ext cx="11350" cy="9700"/>
              </a:xfrm>
              <a:custGeom>
                <a:rect b="b" l="l" r="r" t="t"/>
                <a:pathLst>
                  <a:path extrusionOk="0" h="388" w="454">
                    <a:moveTo>
                      <a:pt x="259" y="1"/>
                    </a:moveTo>
                    <a:cubicBezTo>
                      <a:pt x="87" y="1"/>
                      <a:pt x="0" y="209"/>
                      <a:pt x="123" y="331"/>
                    </a:cubicBezTo>
                    <a:cubicBezTo>
                      <a:pt x="162" y="370"/>
                      <a:pt x="210" y="388"/>
                      <a:pt x="258" y="388"/>
                    </a:cubicBezTo>
                    <a:cubicBezTo>
                      <a:pt x="357" y="388"/>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4"/>
              <p:cNvSpPr/>
              <p:nvPr/>
            </p:nvSpPr>
            <p:spPr>
              <a:xfrm>
                <a:off x="397125" y="11070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4"/>
              <p:cNvSpPr/>
              <p:nvPr/>
            </p:nvSpPr>
            <p:spPr>
              <a:xfrm>
                <a:off x="435250" y="1107075"/>
                <a:ext cx="11350" cy="9725"/>
              </a:xfrm>
              <a:custGeom>
                <a:rect b="b" l="l" r="r" t="t"/>
                <a:pathLst>
                  <a:path extrusionOk="0" h="389" w="454">
                    <a:moveTo>
                      <a:pt x="260" y="1"/>
                    </a:moveTo>
                    <a:cubicBezTo>
                      <a:pt x="87" y="1"/>
                      <a:pt x="0" y="209"/>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4"/>
              <p:cNvSpPr/>
              <p:nvPr/>
            </p:nvSpPr>
            <p:spPr>
              <a:xfrm>
                <a:off x="475000" y="11070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4"/>
              <p:cNvSpPr/>
              <p:nvPr/>
            </p:nvSpPr>
            <p:spPr>
              <a:xfrm>
                <a:off x="516425" y="11070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4"/>
              <p:cNvSpPr/>
              <p:nvPr/>
            </p:nvSpPr>
            <p:spPr>
              <a:xfrm>
                <a:off x="554500" y="1107075"/>
                <a:ext cx="11375" cy="9725"/>
              </a:xfrm>
              <a:custGeom>
                <a:rect b="b" l="l" r="r" t="t"/>
                <a:pathLst>
                  <a:path extrusionOk="0" h="389" w="455">
                    <a:moveTo>
                      <a:pt x="262" y="1"/>
                    </a:moveTo>
                    <a:cubicBezTo>
                      <a:pt x="87" y="1"/>
                      <a:pt x="1" y="209"/>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4"/>
              <p:cNvSpPr/>
              <p:nvPr/>
            </p:nvSpPr>
            <p:spPr>
              <a:xfrm>
                <a:off x="595925"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4"/>
              <p:cNvSpPr/>
              <p:nvPr/>
            </p:nvSpPr>
            <p:spPr>
              <a:xfrm>
                <a:off x="634025" y="1107075"/>
                <a:ext cx="11375" cy="9725"/>
              </a:xfrm>
              <a:custGeom>
                <a:rect b="b" l="l" r="r" t="t"/>
                <a:pathLst>
                  <a:path extrusionOk="0" h="389" w="455">
                    <a:moveTo>
                      <a:pt x="261" y="1"/>
                    </a:moveTo>
                    <a:cubicBezTo>
                      <a:pt x="88" y="1"/>
                      <a:pt x="0" y="209"/>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4"/>
              <p:cNvSpPr/>
              <p:nvPr/>
            </p:nvSpPr>
            <p:spPr>
              <a:xfrm>
                <a:off x="673775" y="11070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4"/>
              <p:cNvSpPr/>
              <p:nvPr/>
            </p:nvSpPr>
            <p:spPr>
              <a:xfrm>
                <a:off x="715200" y="11070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4"/>
              <p:cNvSpPr/>
              <p:nvPr/>
            </p:nvSpPr>
            <p:spPr>
              <a:xfrm>
                <a:off x="753300" y="1107075"/>
                <a:ext cx="11375" cy="9725"/>
              </a:xfrm>
              <a:custGeom>
                <a:rect b="b" l="l" r="r" t="t"/>
                <a:pathLst>
                  <a:path extrusionOk="0" h="389" w="455">
                    <a:moveTo>
                      <a:pt x="260" y="1"/>
                    </a:moveTo>
                    <a:cubicBezTo>
                      <a:pt x="87" y="1"/>
                      <a:pt x="1" y="209"/>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4"/>
              <p:cNvSpPr/>
              <p:nvPr/>
            </p:nvSpPr>
            <p:spPr>
              <a:xfrm>
                <a:off x="794700"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4"/>
              <p:cNvSpPr/>
              <p:nvPr/>
            </p:nvSpPr>
            <p:spPr>
              <a:xfrm>
                <a:off x="832825" y="1107075"/>
                <a:ext cx="11350" cy="9725"/>
              </a:xfrm>
              <a:custGeom>
                <a:rect b="b" l="l" r="r" t="t"/>
                <a:pathLst>
                  <a:path extrusionOk="0" h="389" w="454">
                    <a:moveTo>
                      <a:pt x="259" y="1"/>
                    </a:moveTo>
                    <a:cubicBezTo>
                      <a:pt x="87" y="1"/>
                      <a:pt x="0" y="209"/>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4"/>
              <p:cNvSpPr/>
              <p:nvPr/>
            </p:nvSpPr>
            <p:spPr>
              <a:xfrm>
                <a:off x="872575" y="11070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4"/>
              <p:cNvSpPr/>
              <p:nvPr/>
            </p:nvSpPr>
            <p:spPr>
              <a:xfrm>
                <a:off x="913950" y="11070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4"/>
              <p:cNvSpPr/>
              <p:nvPr/>
            </p:nvSpPr>
            <p:spPr>
              <a:xfrm>
                <a:off x="953700" y="11070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4"/>
              <p:cNvSpPr/>
              <p:nvPr/>
            </p:nvSpPr>
            <p:spPr>
              <a:xfrm>
                <a:off x="993450" y="11070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4"/>
              <p:cNvSpPr/>
              <p:nvPr/>
            </p:nvSpPr>
            <p:spPr>
              <a:xfrm>
                <a:off x="10332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4"/>
              <p:cNvSpPr/>
              <p:nvPr/>
            </p:nvSpPr>
            <p:spPr>
              <a:xfrm>
                <a:off x="107297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4"/>
              <p:cNvSpPr/>
              <p:nvPr/>
            </p:nvSpPr>
            <p:spPr>
              <a:xfrm>
                <a:off x="1112725" y="11070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4"/>
              <p:cNvSpPr/>
              <p:nvPr/>
            </p:nvSpPr>
            <p:spPr>
              <a:xfrm>
                <a:off x="1152500" y="11070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4"/>
              <p:cNvSpPr/>
              <p:nvPr/>
            </p:nvSpPr>
            <p:spPr>
              <a:xfrm>
                <a:off x="1192275" y="11070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4"/>
              <p:cNvSpPr/>
              <p:nvPr/>
            </p:nvSpPr>
            <p:spPr>
              <a:xfrm>
                <a:off x="1232025" y="11070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4"/>
              <p:cNvSpPr/>
              <p:nvPr/>
            </p:nvSpPr>
            <p:spPr>
              <a:xfrm>
                <a:off x="236475"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4"/>
              <p:cNvSpPr/>
              <p:nvPr/>
            </p:nvSpPr>
            <p:spPr>
              <a:xfrm>
                <a:off x="276225" y="1072975"/>
                <a:ext cx="11375" cy="9725"/>
              </a:xfrm>
              <a:custGeom>
                <a:rect b="b" l="l" r="r" t="t"/>
                <a:pathLst>
                  <a:path extrusionOk="0" h="389" w="455">
                    <a:moveTo>
                      <a:pt x="260" y="1"/>
                    </a:moveTo>
                    <a:cubicBezTo>
                      <a:pt x="87" y="1"/>
                      <a:pt x="1" y="208"/>
                      <a:pt x="124" y="331"/>
                    </a:cubicBezTo>
                    <a:cubicBezTo>
                      <a:pt x="163" y="371"/>
                      <a:pt x="212"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4"/>
              <p:cNvSpPr/>
              <p:nvPr/>
            </p:nvSpPr>
            <p:spPr>
              <a:xfrm>
                <a:off x="317625" y="1072975"/>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4"/>
              <p:cNvSpPr/>
              <p:nvPr/>
            </p:nvSpPr>
            <p:spPr>
              <a:xfrm>
                <a:off x="355750" y="107297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4"/>
              <p:cNvSpPr/>
              <p:nvPr/>
            </p:nvSpPr>
            <p:spPr>
              <a:xfrm>
                <a:off x="397125" y="1072975"/>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4"/>
              <p:cNvSpPr/>
              <p:nvPr/>
            </p:nvSpPr>
            <p:spPr>
              <a:xfrm>
                <a:off x="435250" y="10729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4"/>
              <p:cNvSpPr/>
              <p:nvPr/>
            </p:nvSpPr>
            <p:spPr>
              <a:xfrm>
                <a:off x="475000" y="1072975"/>
                <a:ext cx="11350" cy="9725"/>
              </a:xfrm>
              <a:custGeom>
                <a:rect b="b" l="l" r="r" t="t"/>
                <a:pathLst>
                  <a:path extrusionOk="0" h="389" w="454">
                    <a:moveTo>
                      <a:pt x="260" y="1"/>
                    </a:moveTo>
                    <a:cubicBezTo>
                      <a:pt x="87" y="1"/>
                      <a:pt x="1" y="210"/>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4"/>
              <p:cNvSpPr/>
              <p:nvPr/>
            </p:nvSpPr>
            <p:spPr>
              <a:xfrm>
                <a:off x="516425" y="1072975"/>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4"/>
              <p:cNvSpPr/>
              <p:nvPr/>
            </p:nvSpPr>
            <p:spPr>
              <a:xfrm>
                <a:off x="554500" y="1072975"/>
                <a:ext cx="11375" cy="9725"/>
              </a:xfrm>
              <a:custGeom>
                <a:rect b="b" l="l" r="r" t="t"/>
                <a:pathLst>
                  <a:path extrusionOk="0" h="389" w="455">
                    <a:moveTo>
                      <a:pt x="262" y="1"/>
                    </a:moveTo>
                    <a:cubicBezTo>
                      <a:pt x="87" y="1"/>
                      <a:pt x="1" y="210"/>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4"/>
              <p:cNvSpPr/>
              <p:nvPr/>
            </p:nvSpPr>
            <p:spPr>
              <a:xfrm>
                <a:off x="595925"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4"/>
              <p:cNvSpPr/>
              <p:nvPr/>
            </p:nvSpPr>
            <p:spPr>
              <a:xfrm>
                <a:off x="63402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4"/>
              <p:cNvSpPr/>
              <p:nvPr/>
            </p:nvSpPr>
            <p:spPr>
              <a:xfrm>
                <a:off x="673775" y="10729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4"/>
              <p:cNvSpPr/>
              <p:nvPr/>
            </p:nvSpPr>
            <p:spPr>
              <a:xfrm>
                <a:off x="715200" y="1072975"/>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4"/>
              <p:cNvSpPr/>
              <p:nvPr/>
            </p:nvSpPr>
            <p:spPr>
              <a:xfrm>
                <a:off x="753300" y="10729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4"/>
              <p:cNvSpPr/>
              <p:nvPr/>
            </p:nvSpPr>
            <p:spPr>
              <a:xfrm>
                <a:off x="794700"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4"/>
              <p:cNvSpPr/>
              <p:nvPr/>
            </p:nvSpPr>
            <p:spPr>
              <a:xfrm>
                <a:off x="832825" y="10729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4"/>
              <p:cNvSpPr/>
              <p:nvPr/>
            </p:nvSpPr>
            <p:spPr>
              <a:xfrm>
                <a:off x="872575" y="1072975"/>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9"/>
                      <a:pt x="259" y="389"/>
                    </a:cubicBezTo>
                    <a:cubicBezTo>
                      <a:pt x="358" y="389"/>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4"/>
              <p:cNvSpPr/>
              <p:nvPr/>
            </p:nvSpPr>
            <p:spPr>
              <a:xfrm>
                <a:off x="913950" y="1072975"/>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4"/>
              <p:cNvSpPr/>
              <p:nvPr/>
            </p:nvSpPr>
            <p:spPr>
              <a:xfrm>
                <a:off x="953700" y="1072975"/>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4"/>
              <p:cNvSpPr/>
              <p:nvPr/>
            </p:nvSpPr>
            <p:spPr>
              <a:xfrm>
                <a:off x="993450" y="1072975"/>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4"/>
              <p:cNvSpPr/>
              <p:nvPr/>
            </p:nvSpPr>
            <p:spPr>
              <a:xfrm>
                <a:off x="10332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4"/>
              <p:cNvSpPr/>
              <p:nvPr/>
            </p:nvSpPr>
            <p:spPr>
              <a:xfrm>
                <a:off x="107297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4"/>
              <p:cNvSpPr/>
              <p:nvPr/>
            </p:nvSpPr>
            <p:spPr>
              <a:xfrm>
                <a:off x="1112725" y="1072975"/>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4"/>
              <p:cNvSpPr/>
              <p:nvPr/>
            </p:nvSpPr>
            <p:spPr>
              <a:xfrm>
                <a:off x="1152500" y="1072975"/>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4"/>
              <p:cNvSpPr/>
              <p:nvPr/>
            </p:nvSpPr>
            <p:spPr>
              <a:xfrm>
                <a:off x="1192275" y="1072975"/>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4"/>
              <p:cNvSpPr/>
              <p:nvPr/>
            </p:nvSpPr>
            <p:spPr>
              <a:xfrm>
                <a:off x="1232025" y="1072975"/>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4"/>
              <p:cNvSpPr/>
              <p:nvPr/>
            </p:nvSpPr>
            <p:spPr>
              <a:xfrm>
                <a:off x="236475"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4"/>
              <p:cNvSpPr/>
              <p:nvPr/>
            </p:nvSpPr>
            <p:spPr>
              <a:xfrm>
                <a:off x="276225" y="1038875"/>
                <a:ext cx="11375" cy="9725"/>
              </a:xfrm>
              <a:custGeom>
                <a:rect b="b" l="l" r="r" t="t"/>
                <a:pathLst>
                  <a:path extrusionOk="0" h="389" w="455">
                    <a:moveTo>
                      <a:pt x="260" y="0"/>
                    </a:moveTo>
                    <a:cubicBezTo>
                      <a:pt x="87" y="0"/>
                      <a:pt x="1" y="210"/>
                      <a:pt x="124" y="331"/>
                    </a:cubicBezTo>
                    <a:cubicBezTo>
                      <a:pt x="163" y="371"/>
                      <a:pt x="212"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4"/>
              <p:cNvSpPr/>
              <p:nvPr/>
            </p:nvSpPr>
            <p:spPr>
              <a:xfrm>
                <a:off x="317625" y="1038875"/>
                <a:ext cx="9725" cy="9725"/>
              </a:xfrm>
              <a:custGeom>
                <a:rect b="b" l="l" r="r" t="t"/>
                <a:pathLst>
                  <a:path extrusionOk="0" h="389" w="389">
                    <a:moveTo>
                      <a:pt x="194" y="0"/>
                    </a:moveTo>
                    <a:cubicBezTo>
                      <a:pt x="87" y="0"/>
                      <a:pt x="0" y="87"/>
                      <a:pt x="0" y="194"/>
                    </a:cubicBezTo>
                    <a:cubicBezTo>
                      <a:pt x="0" y="301"/>
                      <a:pt x="87"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4"/>
              <p:cNvSpPr/>
              <p:nvPr/>
            </p:nvSpPr>
            <p:spPr>
              <a:xfrm>
                <a:off x="355750" y="1038875"/>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4"/>
              <p:cNvSpPr/>
              <p:nvPr/>
            </p:nvSpPr>
            <p:spPr>
              <a:xfrm>
                <a:off x="397125" y="1038875"/>
                <a:ext cx="9725" cy="9725"/>
              </a:xfrm>
              <a:custGeom>
                <a:rect b="b" l="l" r="r" t="t"/>
                <a:pathLst>
                  <a:path extrusionOk="0" h="389" w="389">
                    <a:moveTo>
                      <a:pt x="195" y="0"/>
                    </a:moveTo>
                    <a:cubicBezTo>
                      <a:pt x="88" y="0"/>
                      <a:pt x="1" y="87"/>
                      <a:pt x="1" y="194"/>
                    </a:cubicBezTo>
                    <a:cubicBezTo>
                      <a:pt x="1" y="301"/>
                      <a:pt x="88"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4"/>
              <p:cNvSpPr/>
              <p:nvPr/>
            </p:nvSpPr>
            <p:spPr>
              <a:xfrm>
                <a:off x="435250" y="1038875"/>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4"/>
              <p:cNvSpPr/>
              <p:nvPr/>
            </p:nvSpPr>
            <p:spPr>
              <a:xfrm>
                <a:off x="475000" y="1038875"/>
                <a:ext cx="11350" cy="9725"/>
              </a:xfrm>
              <a:custGeom>
                <a:rect b="b" l="l" r="r" t="t"/>
                <a:pathLst>
                  <a:path extrusionOk="0" h="389" w="454">
                    <a:moveTo>
                      <a:pt x="260" y="0"/>
                    </a:moveTo>
                    <a:cubicBezTo>
                      <a:pt x="87" y="0"/>
                      <a:pt x="1" y="210"/>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4"/>
              <p:cNvSpPr/>
              <p:nvPr/>
            </p:nvSpPr>
            <p:spPr>
              <a:xfrm>
                <a:off x="516425" y="1038875"/>
                <a:ext cx="9675" cy="9725"/>
              </a:xfrm>
              <a:custGeom>
                <a:rect b="b" l="l" r="r" t="t"/>
                <a:pathLst>
                  <a:path extrusionOk="0" h="389" w="387">
                    <a:moveTo>
                      <a:pt x="193" y="0"/>
                    </a:moveTo>
                    <a:cubicBezTo>
                      <a:pt x="87" y="0"/>
                      <a:pt x="0" y="87"/>
                      <a:pt x="0" y="194"/>
                    </a:cubicBezTo>
                    <a:cubicBezTo>
                      <a:pt x="0"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4"/>
              <p:cNvSpPr/>
              <p:nvPr/>
            </p:nvSpPr>
            <p:spPr>
              <a:xfrm>
                <a:off x="554500" y="1038875"/>
                <a:ext cx="11375" cy="9725"/>
              </a:xfrm>
              <a:custGeom>
                <a:rect b="b" l="l" r="r" t="t"/>
                <a:pathLst>
                  <a:path extrusionOk="0" h="389" w="455">
                    <a:moveTo>
                      <a:pt x="262" y="0"/>
                    </a:moveTo>
                    <a:cubicBezTo>
                      <a:pt x="87" y="0"/>
                      <a:pt x="1" y="210"/>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4"/>
              <p:cNvSpPr/>
              <p:nvPr/>
            </p:nvSpPr>
            <p:spPr>
              <a:xfrm>
                <a:off x="595925"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7" y="301"/>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4"/>
              <p:cNvSpPr/>
              <p:nvPr/>
            </p:nvSpPr>
            <p:spPr>
              <a:xfrm>
                <a:off x="63402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4"/>
              <p:cNvSpPr/>
              <p:nvPr/>
            </p:nvSpPr>
            <p:spPr>
              <a:xfrm>
                <a:off x="673775" y="1038875"/>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4"/>
              <p:cNvSpPr/>
              <p:nvPr/>
            </p:nvSpPr>
            <p:spPr>
              <a:xfrm>
                <a:off x="715200" y="1038875"/>
                <a:ext cx="9725" cy="9725"/>
              </a:xfrm>
              <a:custGeom>
                <a:rect b="b" l="l" r="r" t="t"/>
                <a:pathLst>
                  <a:path extrusionOk="0" h="389" w="389">
                    <a:moveTo>
                      <a:pt x="194" y="0"/>
                    </a:moveTo>
                    <a:cubicBezTo>
                      <a:pt x="86" y="0"/>
                      <a:pt x="0" y="87"/>
                      <a:pt x="0" y="194"/>
                    </a:cubicBezTo>
                    <a:cubicBezTo>
                      <a:pt x="0" y="301"/>
                      <a:pt x="86"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4"/>
              <p:cNvSpPr/>
              <p:nvPr/>
            </p:nvSpPr>
            <p:spPr>
              <a:xfrm>
                <a:off x="753300" y="1038875"/>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4"/>
              <p:cNvSpPr/>
              <p:nvPr/>
            </p:nvSpPr>
            <p:spPr>
              <a:xfrm>
                <a:off x="794700"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4"/>
              <p:cNvSpPr/>
              <p:nvPr/>
            </p:nvSpPr>
            <p:spPr>
              <a:xfrm>
                <a:off x="832825" y="1038875"/>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4"/>
              <p:cNvSpPr/>
              <p:nvPr/>
            </p:nvSpPr>
            <p:spPr>
              <a:xfrm>
                <a:off x="872575" y="1038875"/>
                <a:ext cx="11350" cy="9725"/>
              </a:xfrm>
              <a:custGeom>
                <a:rect b="b" l="l" r="r" t="t"/>
                <a:pathLst>
                  <a:path extrusionOk="0" h="389" w="454">
                    <a:moveTo>
                      <a:pt x="260" y="0"/>
                    </a:moveTo>
                    <a:cubicBezTo>
                      <a:pt x="87" y="0"/>
                      <a:pt x="0" y="210"/>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4"/>
              <p:cNvSpPr/>
              <p:nvPr/>
            </p:nvSpPr>
            <p:spPr>
              <a:xfrm>
                <a:off x="913950" y="1038875"/>
                <a:ext cx="9725" cy="9725"/>
              </a:xfrm>
              <a:custGeom>
                <a:rect b="b" l="l" r="r" t="t"/>
                <a:pathLst>
                  <a:path extrusionOk="0" h="389" w="389">
                    <a:moveTo>
                      <a:pt x="195" y="0"/>
                    </a:moveTo>
                    <a:cubicBezTo>
                      <a:pt x="87" y="0"/>
                      <a:pt x="1" y="87"/>
                      <a:pt x="1" y="194"/>
                    </a:cubicBezTo>
                    <a:cubicBezTo>
                      <a:pt x="1" y="301"/>
                      <a:pt x="87"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4"/>
              <p:cNvSpPr/>
              <p:nvPr/>
            </p:nvSpPr>
            <p:spPr>
              <a:xfrm>
                <a:off x="953700" y="1038875"/>
                <a:ext cx="9725" cy="9725"/>
              </a:xfrm>
              <a:custGeom>
                <a:rect b="b" l="l" r="r" t="t"/>
                <a:pathLst>
                  <a:path extrusionOk="0" h="389" w="389">
                    <a:moveTo>
                      <a:pt x="195" y="0"/>
                    </a:moveTo>
                    <a:cubicBezTo>
                      <a:pt x="89" y="0"/>
                      <a:pt x="1" y="87"/>
                      <a:pt x="1" y="194"/>
                    </a:cubicBezTo>
                    <a:cubicBezTo>
                      <a:pt x="1" y="301"/>
                      <a:pt x="89" y="388"/>
                      <a:pt x="195" y="388"/>
                    </a:cubicBezTo>
                    <a:cubicBezTo>
                      <a:pt x="302" y="388"/>
                      <a:pt x="389" y="301"/>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4"/>
              <p:cNvSpPr/>
              <p:nvPr/>
            </p:nvSpPr>
            <p:spPr>
              <a:xfrm>
                <a:off x="993450" y="1038875"/>
                <a:ext cx="9725" cy="9725"/>
              </a:xfrm>
              <a:custGeom>
                <a:rect b="b" l="l" r="r" t="t"/>
                <a:pathLst>
                  <a:path extrusionOk="0" h="389" w="389">
                    <a:moveTo>
                      <a:pt x="195" y="0"/>
                    </a:moveTo>
                    <a:cubicBezTo>
                      <a:pt x="89" y="0"/>
                      <a:pt x="1" y="87"/>
                      <a:pt x="1" y="194"/>
                    </a:cubicBezTo>
                    <a:cubicBezTo>
                      <a:pt x="1" y="301"/>
                      <a:pt x="89" y="388"/>
                      <a:pt x="195" y="388"/>
                    </a:cubicBezTo>
                    <a:cubicBezTo>
                      <a:pt x="303" y="388"/>
                      <a:pt x="389" y="301"/>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4"/>
              <p:cNvSpPr/>
              <p:nvPr/>
            </p:nvSpPr>
            <p:spPr>
              <a:xfrm>
                <a:off x="10332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4"/>
              <p:cNvSpPr/>
              <p:nvPr/>
            </p:nvSpPr>
            <p:spPr>
              <a:xfrm>
                <a:off x="107297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4"/>
              <p:cNvSpPr/>
              <p:nvPr/>
            </p:nvSpPr>
            <p:spPr>
              <a:xfrm>
                <a:off x="1112725" y="1038875"/>
                <a:ext cx="9725" cy="9725"/>
              </a:xfrm>
              <a:custGeom>
                <a:rect b="b" l="l" r="r" t="t"/>
                <a:pathLst>
                  <a:path extrusionOk="0" h="389" w="389">
                    <a:moveTo>
                      <a:pt x="194" y="0"/>
                    </a:moveTo>
                    <a:cubicBezTo>
                      <a:pt x="88" y="0"/>
                      <a:pt x="0" y="87"/>
                      <a:pt x="0" y="194"/>
                    </a:cubicBezTo>
                    <a:cubicBezTo>
                      <a:pt x="0" y="301"/>
                      <a:pt x="88" y="388"/>
                      <a:pt x="194" y="388"/>
                    </a:cubicBezTo>
                    <a:cubicBezTo>
                      <a:pt x="302" y="388"/>
                      <a:pt x="388" y="301"/>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4"/>
              <p:cNvSpPr/>
              <p:nvPr/>
            </p:nvSpPr>
            <p:spPr>
              <a:xfrm>
                <a:off x="1152500" y="1038875"/>
                <a:ext cx="9700" cy="9725"/>
              </a:xfrm>
              <a:custGeom>
                <a:rect b="b" l="l" r="r" t="t"/>
                <a:pathLst>
                  <a:path extrusionOk="0" h="389" w="388">
                    <a:moveTo>
                      <a:pt x="193" y="0"/>
                    </a:moveTo>
                    <a:cubicBezTo>
                      <a:pt x="87" y="0"/>
                      <a:pt x="1" y="87"/>
                      <a:pt x="1" y="194"/>
                    </a:cubicBezTo>
                    <a:cubicBezTo>
                      <a:pt x="1" y="301"/>
                      <a:pt x="87" y="388"/>
                      <a:pt x="193" y="388"/>
                    </a:cubicBezTo>
                    <a:cubicBezTo>
                      <a:pt x="301" y="388"/>
                      <a:pt x="388" y="301"/>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4"/>
              <p:cNvSpPr/>
              <p:nvPr/>
            </p:nvSpPr>
            <p:spPr>
              <a:xfrm>
                <a:off x="1192275" y="1038875"/>
                <a:ext cx="9675" cy="9725"/>
              </a:xfrm>
              <a:custGeom>
                <a:rect b="b" l="l" r="r" t="t"/>
                <a:pathLst>
                  <a:path extrusionOk="0" h="389" w="387">
                    <a:moveTo>
                      <a:pt x="193" y="0"/>
                    </a:moveTo>
                    <a:cubicBezTo>
                      <a:pt x="86" y="0"/>
                      <a:pt x="0" y="87"/>
                      <a:pt x="0" y="194"/>
                    </a:cubicBezTo>
                    <a:cubicBezTo>
                      <a:pt x="0" y="301"/>
                      <a:pt x="86" y="388"/>
                      <a:pt x="193" y="388"/>
                    </a:cubicBezTo>
                    <a:cubicBezTo>
                      <a:pt x="300" y="388"/>
                      <a:pt x="387" y="301"/>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4"/>
              <p:cNvSpPr/>
              <p:nvPr/>
            </p:nvSpPr>
            <p:spPr>
              <a:xfrm>
                <a:off x="1232025" y="1038875"/>
                <a:ext cx="9675" cy="9725"/>
              </a:xfrm>
              <a:custGeom>
                <a:rect b="b" l="l" r="r" t="t"/>
                <a:pathLst>
                  <a:path extrusionOk="0" h="389" w="387">
                    <a:moveTo>
                      <a:pt x="194" y="0"/>
                    </a:moveTo>
                    <a:cubicBezTo>
                      <a:pt x="87" y="0"/>
                      <a:pt x="0" y="87"/>
                      <a:pt x="0" y="194"/>
                    </a:cubicBezTo>
                    <a:cubicBezTo>
                      <a:pt x="0" y="301"/>
                      <a:pt x="87" y="388"/>
                      <a:pt x="194" y="388"/>
                    </a:cubicBezTo>
                    <a:cubicBezTo>
                      <a:pt x="300" y="388"/>
                      <a:pt x="387" y="301"/>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4"/>
              <p:cNvSpPr/>
              <p:nvPr/>
            </p:nvSpPr>
            <p:spPr>
              <a:xfrm>
                <a:off x="236475"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4"/>
              <p:cNvSpPr/>
              <p:nvPr/>
            </p:nvSpPr>
            <p:spPr>
              <a:xfrm>
                <a:off x="276225" y="1004800"/>
                <a:ext cx="11375" cy="9700"/>
              </a:xfrm>
              <a:custGeom>
                <a:rect b="b" l="l" r="r" t="t"/>
                <a:pathLst>
                  <a:path extrusionOk="0" h="388" w="455">
                    <a:moveTo>
                      <a:pt x="263" y="1"/>
                    </a:moveTo>
                    <a:cubicBezTo>
                      <a:pt x="262" y="1"/>
                      <a:pt x="261" y="1"/>
                      <a:pt x="260" y="1"/>
                    </a:cubicBezTo>
                    <a:cubicBezTo>
                      <a:pt x="87" y="1"/>
                      <a:pt x="1" y="208"/>
                      <a:pt x="124" y="331"/>
                    </a:cubicBezTo>
                    <a:cubicBezTo>
                      <a:pt x="163" y="370"/>
                      <a:pt x="211" y="388"/>
                      <a:pt x="259" y="388"/>
                    </a:cubicBezTo>
                    <a:cubicBezTo>
                      <a:pt x="358" y="388"/>
                      <a:pt x="454" y="311"/>
                      <a:pt x="454" y="195"/>
                    </a:cubicBezTo>
                    <a:cubicBezTo>
                      <a:pt x="454" y="88"/>
                      <a:pt x="369"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4"/>
              <p:cNvSpPr/>
              <p:nvPr/>
            </p:nvSpPr>
            <p:spPr>
              <a:xfrm>
                <a:off x="317625" y="1004775"/>
                <a:ext cx="9725" cy="9725"/>
              </a:xfrm>
              <a:custGeom>
                <a:rect b="b" l="l" r="r" t="t"/>
                <a:pathLst>
                  <a:path extrusionOk="0" h="389" w="389">
                    <a:moveTo>
                      <a:pt x="194" y="0"/>
                    </a:moveTo>
                    <a:cubicBezTo>
                      <a:pt x="87" y="0"/>
                      <a:pt x="0" y="87"/>
                      <a:pt x="0" y="194"/>
                    </a:cubicBezTo>
                    <a:cubicBezTo>
                      <a:pt x="0" y="300"/>
                      <a:pt x="87"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4"/>
              <p:cNvSpPr/>
              <p:nvPr/>
            </p:nvSpPr>
            <p:spPr>
              <a:xfrm>
                <a:off x="355750" y="1004775"/>
                <a:ext cx="11350" cy="9725"/>
              </a:xfrm>
              <a:custGeom>
                <a:rect b="b" l="l" r="r" t="t"/>
                <a:pathLst>
                  <a:path extrusionOk="0" h="389" w="454">
                    <a:moveTo>
                      <a:pt x="259" y="0"/>
                    </a:moveTo>
                    <a:cubicBezTo>
                      <a:pt x="87" y="0"/>
                      <a:pt x="0" y="208"/>
                      <a:pt x="121" y="331"/>
                    </a:cubicBezTo>
                    <a:cubicBezTo>
                      <a:pt x="161" y="370"/>
                      <a:pt x="210" y="388"/>
                      <a:pt x="258" y="388"/>
                    </a:cubicBezTo>
                    <a:cubicBezTo>
                      <a:pt x="357" y="388"/>
                      <a:pt x="452"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4"/>
              <p:cNvSpPr/>
              <p:nvPr/>
            </p:nvSpPr>
            <p:spPr>
              <a:xfrm>
                <a:off x="397125" y="1004775"/>
                <a:ext cx="9725" cy="9725"/>
              </a:xfrm>
              <a:custGeom>
                <a:rect b="b" l="l" r="r" t="t"/>
                <a:pathLst>
                  <a:path extrusionOk="0" h="389" w="389">
                    <a:moveTo>
                      <a:pt x="195" y="0"/>
                    </a:moveTo>
                    <a:cubicBezTo>
                      <a:pt x="88" y="0"/>
                      <a:pt x="1" y="87"/>
                      <a:pt x="1" y="194"/>
                    </a:cubicBezTo>
                    <a:cubicBezTo>
                      <a:pt x="1" y="300"/>
                      <a:pt x="88"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4"/>
              <p:cNvSpPr/>
              <p:nvPr/>
            </p:nvSpPr>
            <p:spPr>
              <a:xfrm>
                <a:off x="435250" y="100480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4"/>
              <p:cNvSpPr/>
              <p:nvPr/>
            </p:nvSpPr>
            <p:spPr>
              <a:xfrm>
                <a:off x="475025" y="100480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4"/>
              <p:cNvSpPr/>
              <p:nvPr/>
            </p:nvSpPr>
            <p:spPr>
              <a:xfrm>
                <a:off x="516425" y="1004775"/>
                <a:ext cx="9675" cy="9725"/>
              </a:xfrm>
              <a:custGeom>
                <a:rect b="b" l="l" r="r" t="t"/>
                <a:pathLst>
                  <a:path extrusionOk="0" h="389" w="387">
                    <a:moveTo>
                      <a:pt x="193" y="0"/>
                    </a:moveTo>
                    <a:cubicBezTo>
                      <a:pt x="87" y="0"/>
                      <a:pt x="0" y="87"/>
                      <a:pt x="0" y="194"/>
                    </a:cubicBezTo>
                    <a:cubicBezTo>
                      <a:pt x="0"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4"/>
              <p:cNvSpPr/>
              <p:nvPr/>
            </p:nvSpPr>
            <p:spPr>
              <a:xfrm>
                <a:off x="554525" y="100480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4"/>
              <p:cNvSpPr/>
              <p:nvPr/>
            </p:nvSpPr>
            <p:spPr>
              <a:xfrm>
                <a:off x="595925"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4"/>
              <p:cNvSpPr/>
              <p:nvPr/>
            </p:nvSpPr>
            <p:spPr>
              <a:xfrm>
                <a:off x="634025" y="100480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4"/>
              <p:cNvSpPr/>
              <p:nvPr/>
            </p:nvSpPr>
            <p:spPr>
              <a:xfrm>
                <a:off x="673775" y="100480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4"/>
              <p:cNvSpPr/>
              <p:nvPr/>
            </p:nvSpPr>
            <p:spPr>
              <a:xfrm>
                <a:off x="715200" y="1004775"/>
                <a:ext cx="9725" cy="9725"/>
              </a:xfrm>
              <a:custGeom>
                <a:rect b="b" l="l" r="r" t="t"/>
                <a:pathLst>
                  <a:path extrusionOk="0" h="389" w="389">
                    <a:moveTo>
                      <a:pt x="194" y="0"/>
                    </a:moveTo>
                    <a:cubicBezTo>
                      <a:pt x="86" y="0"/>
                      <a:pt x="0" y="87"/>
                      <a:pt x="0" y="194"/>
                    </a:cubicBezTo>
                    <a:cubicBezTo>
                      <a:pt x="0" y="300"/>
                      <a:pt x="86"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4"/>
              <p:cNvSpPr/>
              <p:nvPr/>
            </p:nvSpPr>
            <p:spPr>
              <a:xfrm>
                <a:off x="753300" y="100480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4"/>
              <p:cNvSpPr/>
              <p:nvPr/>
            </p:nvSpPr>
            <p:spPr>
              <a:xfrm>
                <a:off x="794700"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4"/>
              <p:cNvSpPr/>
              <p:nvPr/>
            </p:nvSpPr>
            <p:spPr>
              <a:xfrm>
                <a:off x="832825" y="100480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4"/>
              <p:cNvSpPr/>
              <p:nvPr/>
            </p:nvSpPr>
            <p:spPr>
              <a:xfrm>
                <a:off x="872575" y="1004800"/>
                <a:ext cx="11350" cy="9725"/>
              </a:xfrm>
              <a:custGeom>
                <a:rect b="b" l="l" r="r" t="t"/>
                <a:pathLst>
                  <a:path extrusionOk="0" h="389" w="454">
                    <a:moveTo>
                      <a:pt x="262" y="1"/>
                    </a:moveTo>
                    <a:cubicBezTo>
                      <a:pt x="261" y="1"/>
                      <a:pt x="261" y="1"/>
                      <a:pt x="260" y="1"/>
                    </a:cubicBezTo>
                    <a:cubicBezTo>
                      <a:pt x="259" y="1"/>
                      <a:pt x="258" y="1"/>
                      <a:pt x="258" y="1"/>
                    </a:cubicBezTo>
                    <a:cubicBezTo>
                      <a:pt x="86" y="1"/>
                      <a:pt x="1" y="209"/>
                      <a:pt x="122" y="331"/>
                    </a:cubicBezTo>
                    <a:cubicBezTo>
                      <a:pt x="161" y="371"/>
                      <a:pt x="210" y="389"/>
                      <a:pt x="258" y="389"/>
                    </a:cubicBezTo>
                    <a:cubicBezTo>
                      <a:pt x="358" y="389"/>
                      <a:pt x="454" y="311"/>
                      <a:pt x="454" y="195"/>
                    </a:cubicBezTo>
                    <a:cubicBezTo>
                      <a:pt x="454"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4"/>
              <p:cNvSpPr/>
              <p:nvPr/>
            </p:nvSpPr>
            <p:spPr>
              <a:xfrm>
                <a:off x="913950" y="1004775"/>
                <a:ext cx="9725" cy="9725"/>
              </a:xfrm>
              <a:custGeom>
                <a:rect b="b" l="l" r="r" t="t"/>
                <a:pathLst>
                  <a:path extrusionOk="0" h="389" w="389">
                    <a:moveTo>
                      <a:pt x="195" y="0"/>
                    </a:moveTo>
                    <a:cubicBezTo>
                      <a:pt x="87" y="0"/>
                      <a:pt x="1" y="87"/>
                      <a:pt x="1" y="194"/>
                    </a:cubicBezTo>
                    <a:cubicBezTo>
                      <a:pt x="1" y="300"/>
                      <a:pt x="87"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4"/>
              <p:cNvSpPr/>
              <p:nvPr/>
            </p:nvSpPr>
            <p:spPr>
              <a:xfrm>
                <a:off x="953700" y="1004775"/>
                <a:ext cx="9725" cy="9725"/>
              </a:xfrm>
              <a:custGeom>
                <a:rect b="b" l="l" r="r" t="t"/>
                <a:pathLst>
                  <a:path extrusionOk="0" h="389" w="389">
                    <a:moveTo>
                      <a:pt x="195" y="0"/>
                    </a:moveTo>
                    <a:cubicBezTo>
                      <a:pt x="89" y="0"/>
                      <a:pt x="1" y="87"/>
                      <a:pt x="1" y="194"/>
                    </a:cubicBezTo>
                    <a:cubicBezTo>
                      <a:pt x="1" y="300"/>
                      <a:pt x="89" y="388"/>
                      <a:pt x="195" y="388"/>
                    </a:cubicBezTo>
                    <a:cubicBezTo>
                      <a:pt x="302" y="388"/>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4"/>
              <p:cNvSpPr/>
              <p:nvPr/>
            </p:nvSpPr>
            <p:spPr>
              <a:xfrm>
                <a:off x="993450" y="1004775"/>
                <a:ext cx="9725" cy="9725"/>
              </a:xfrm>
              <a:custGeom>
                <a:rect b="b" l="l" r="r" t="t"/>
                <a:pathLst>
                  <a:path extrusionOk="0" h="389" w="389">
                    <a:moveTo>
                      <a:pt x="195" y="0"/>
                    </a:moveTo>
                    <a:cubicBezTo>
                      <a:pt x="89" y="0"/>
                      <a:pt x="1" y="87"/>
                      <a:pt x="1" y="194"/>
                    </a:cubicBezTo>
                    <a:cubicBezTo>
                      <a:pt x="1" y="300"/>
                      <a:pt x="89" y="388"/>
                      <a:pt x="195" y="388"/>
                    </a:cubicBezTo>
                    <a:cubicBezTo>
                      <a:pt x="303" y="388"/>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4"/>
              <p:cNvSpPr/>
              <p:nvPr/>
            </p:nvSpPr>
            <p:spPr>
              <a:xfrm>
                <a:off x="10332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4"/>
              <p:cNvSpPr/>
              <p:nvPr/>
            </p:nvSpPr>
            <p:spPr>
              <a:xfrm>
                <a:off x="107297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4"/>
              <p:cNvSpPr/>
              <p:nvPr/>
            </p:nvSpPr>
            <p:spPr>
              <a:xfrm>
                <a:off x="1112725" y="1004775"/>
                <a:ext cx="9725" cy="9725"/>
              </a:xfrm>
              <a:custGeom>
                <a:rect b="b" l="l" r="r" t="t"/>
                <a:pathLst>
                  <a:path extrusionOk="0" h="389" w="389">
                    <a:moveTo>
                      <a:pt x="194" y="0"/>
                    </a:moveTo>
                    <a:cubicBezTo>
                      <a:pt x="88" y="0"/>
                      <a:pt x="0" y="87"/>
                      <a:pt x="0" y="194"/>
                    </a:cubicBezTo>
                    <a:cubicBezTo>
                      <a:pt x="0" y="300"/>
                      <a:pt x="88" y="388"/>
                      <a:pt x="194" y="388"/>
                    </a:cubicBezTo>
                    <a:cubicBezTo>
                      <a:pt x="302" y="388"/>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4"/>
              <p:cNvSpPr/>
              <p:nvPr/>
            </p:nvSpPr>
            <p:spPr>
              <a:xfrm>
                <a:off x="1152500" y="1004775"/>
                <a:ext cx="9700" cy="9725"/>
              </a:xfrm>
              <a:custGeom>
                <a:rect b="b" l="l" r="r" t="t"/>
                <a:pathLst>
                  <a:path extrusionOk="0" h="389" w="388">
                    <a:moveTo>
                      <a:pt x="193" y="0"/>
                    </a:moveTo>
                    <a:cubicBezTo>
                      <a:pt x="87" y="0"/>
                      <a:pt x="1" y="87"/>
                      <a:pt x="1" y="194"/>
                    </a:cubicBezTo>
                    <a:cubicBezTo>
                      <a:pt x="1" y="300"/>
                      <a:pt x="87" y="388"/>
                      <a:pt x="193" y="388"/>
                    </a:cubicBezTo>
                    <a:cubicBezTo>
                      <a:pt x="301" y="388"/>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4"/>
              <p:cNvSpPr/>
              <p:nvPr/>
            </p:nvSpPr>
            <p:spPr>
              <a:xfrm>
                <a:off x="1192275" y="1004775"/>
                <a:ext cx="9675" cy="9725"/>
              </a:xfrm>
              <a:custGeom>
                <a:rect b="b" l="l" r="r" t="t"/>
                <a:pathLst>
                  <a:path extrusionOk="0" h="389" w="387">
                    <a:moveTo>
                      <a:pt x="193" y="0"/>
                    </a:moveTo>
                    <a:cubicBezTo>
                      <a:pt x="86" y="0"/>
                      <a:pt x="0" y="87"/>
                      <a:pt x="0" y="194"/>
                    </a:cubicBezTo>
                    <a:cubicBezTo>
                      <a:pt x="0" y="300"/>
                      <a:pt x="86" y="388"/>
                      <a:pt x="193" y="388"/>
                    </a:cubicBezTo>
                    <a:cubicBezTo>
                      <a:pt x="300" y="388"/>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4"/>
              <p:cNvSpPr/>
              <p:nvPr/>
            </p:nvSpPr>
            <p:spPr>
              <a:xfrm>
                <a:off x="1232025" y="1004775"/>
                <a:ext cx="9675" cy="9725"/>
              </a:xfrm>
              <a:custGeom>
                <a:rect b="b" l="l" r="r" t="t"/>
                <a:pathLst>
                  <a:path extrusionOk="0" h="389" w="387">
                    <a:moveTo>
                      <a:pt x="194" y="0"/>
                    </a:moveTo>
                    <a:cubicBezTo>
                      <a:pt x="87" y="0"/>
                      <a:pt x="0" y="87"/>
                      <a:pt x="0" y="194"/>
                    </a:cubicBezTo>
                    <a:cubicBezTo>
                      <a:pt x="0" y="300"/>
                      <a:pt x="87" y="388"/>
                      <a:pt x="194" y="388"/>
                    </a:cubicBezTo>
                    <a:cubicBezTo>
                      <a:pt x="300" y="388"/>
                      <a:pt x="387" y="300"/>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4"/>
              <p:cNvSpPr/>
              <p:nvPr/>
            </p:nvSpPr>
            <p:spPr>
              <a:xfrm>
                <a:off x="276225" y="970700"/>
                <a:ext cx="11375" cy="9700"/>
              </a:xfrm>
              <a:custGeom>
                <a:rect b="b" l="l" r="r" t="t"/>
                <a:pathLst>
                  <a:path extrusionOk="0" h="388" w="455">
                    <a:moveTo>
                      <a:pt x="260" y="0"/>
                    </a:moveTo>
                    <a:cubicBezTo>
                      <a:pt x="87" y="0"/>
                      <a:pt x="1" y="208"/>
                      <a:pt x="124" y="331"/>
                    </a:cubicBezTo>
                    <a:cubicBezTo>
                      <a:pt x="163" y="370"/>
                      <a:pt x="211" y="387"/>
                      <a:pt x="259" y="387"/>
                    </a:cubicBezTo>
                    <a:cubicBezTo>
                      <a:pt x="358" y="387"/>
                      <a:pt x="454" y="310"/>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4"/>
              <p:cNvSpPr/>
              <p:nvPr/>
            </p:nvSpPr>
            <p:spPr>
              <a:xfrm>
                <a:off x="317625" y="970650"/>
                <a:ext cx="9725" cy="9725"/>
              </a:xfrm>
              <a:custGeom>
                <a:rect b="b" l="l" r="r" t="t"/>
                <a:pathLst>
                  <a:path extrusionOk="0" h="389" w="389">
                    <a:moveTo>
                      <a:pt x="194" y="1"/>
                    </a:moveTo>
                    <a:cubicBezTo>
                      <a:pt x="87" y="1"/>
                      <a:pt x="0" y="87"/>
                      <a:pt x="0" y="195"/>
                    </a:cubicBezTo>
                    <a:cubicBezTo>
                      <a:pt x="0" y="301"/>
                      <a:pt x="87"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4"/>
              <p:cNvSpPr/>
              <p:nvPr/>
            </p:nvSpPr>
            <p:spPr>
              <a:xfrm>
                <a:off x="355750" y="970650"/>
                <a:ext cx="11350" cy="9750"/>
              </a:xfrm>
              <a:custGeom>
                <a:rect b="b" l="l" r="r" t="t"/>
                <a:pathLst>
                  <a:path extrusionOk="0" h="390"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4"/>
              <p:cNvSpPr/>
              <p:nvPr/>
            </p:nvSpPr>
            <p:spPr>
              <a:xfrm>
                <a:off x="397125" y="970650"/>
                <a:ext cx="9725" cy="9725"/>
              </a:xfrm>
              <a:custGeom>
                <a:rect b="b" l="l" r="r" t="t"/>
                <a:pathLst>
                  <a:path extrusionOk="0" h="389" w="389">
                    <a:moveTo>
                      <a:pt x="195" y="1"/>
                    </a:moveTo>
                    <a:cubicBezTo>
                      <a:pt x="88" y="1"/>
                      <a:pt x="1" y="87"/>
                      <a:pt x="1" y="195"/>
                    </a:cubicBezTo>
                    <a:cubicBezTo>
                      <a:pt x="1" y="301"/>
                      <a:pt x="88"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4"/>
              <p:cNvSpPr/>
              <p:nvPr/>
            </p:nvSpPr>
            <p:spPr>
              <a:xfrm>
                <a:off x="435250" y="970700"/>
                <a:ext cx="11350" cy="9725"/>
              </a:xfrm>
              <a:custGeom>
                <a:rect b="b" l="l" r="r" t="t"/>
                <a:pathLst>
                  <a:path extrusionOk="0" h="389" w="454">
                    <a:moveTo>
                      <a:pt x="260" y="0"/>
                    </a:moveTo>
                    <a:cubicBezTo>
                      <a:pt x="87" y="0"/>
                      <a:pt x="0" y="210"/>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4"/>
              <p:cNvSpPr/>
              <p:nvPr/>
            </p:nvSpPr>
            <p:spPr>
              <a:xfrm>
                <a:off x="475000" y="97070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4"/>
              <p:cNvSpPr/>
              <p:nvPr/>
            </p:nvSpPr>
            <p:spPr>
              <a:xfrm>
                <a:off x="516425" y="970650"/>
                <a:ext cx="9675" cy="9725"/>
              </a:xfrm>
              <a:custGeom>
                <a:rect b="b" l="l" r="r" t="t"/>
                <a:pathLst>
                  <a:path extrusionOk="0" h="389" w="387">
                    <a:moveTo>
                      <a:pt x="193" y="1"/>
                    </a:moveTo>
                    <a:cubicBezTo>
                      <a:pt x="87" y="1"/>
                      <a:pt x="0" y="87"/>
                      <a:pt x="0" y="195"/>
                    </a:cubicBezTo>
                    <a:cubicBezTo>
                      <a:pt x="0"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4"/>
              <p:cNvSpPr/>
              <p:nvPr/>
            </p:nvSpPr>
            <p:spPr>
              <a:xfrm>
                <a:off x="554500" y="97070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4"/>
              <p:cNvSpPr/>
              <p:nvPr/>
            </p:nvSpPr>
            <p:spPr>
              <a:xfrm>
                <a:off x="595925"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4"/>
              <p:cNvSpPr/>
              <p:nvPr/>
            </p:nvSpPr>
            <p:spPr>
              <a:xfrm>
                <a:off x="634025" y="97070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4"/>
              <p:cNvSpPr/>
              <p:nvPr/>
            </p:nvSpPr>
            <p:spPr>
              <a:xfrm>
                <a:off x="673775" y="970700"/>
                <a:ext cx="11375" cy="9725"/>
              </a:xfrm>
              <a:custGeom>
                <a:rect b="b" l="l" r="r" t="t"/>
                <a:pathLst>
                  <a:path extrusionOk="0" h="389" w="455">
                    <a:moveTo>
                      <a:pt x="261" y="0"/>
                    </a:moveTo>
                    <a:cubicBezTo>
                      <a:pt x="88" y="0"/>
                      <a:pt x="0" y="210"/>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4"/>
              <p:cNvSpPr/>
              <p:nvPr/>
            </p:nvSpPr>
            <p:spPr>
              <a:xfrm>
                <a:off x="715200" y="970650"/>
                <a:ext cx="9725" cy="9725"/>
              </a:xfrm>
              <a:custGeom>
                <a:rect b="b" l="l" r="r" t="t"/>
                <a:pathLst>
                  <a:path extrusionOk="0" h="389" w="389">
                    <a:moveTo>
                      <a:pt x="194" y="1"/>
                    </a:moveTo>
                    <a:cubicBezTo>
                      <a:pt x="86" y="1"/>
                      <a:pt x="0" y="87"/>
                      <a:pt x="0" y="195"/>
                    </a:cubicBezTo>
                    <a:cubicBezTo>
                      <a:pt x="0" y="301"/>
                      <a:pt x="86"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4"/>
              <p:cNvSpPr/>
              <p:nvPr/>
            </p:nvSpPr>
            <p:spPr>
              <a:xfrm>
                <a:off x="753300" y="970700"/>
                <a:ext cx="11375" cy="9725"/>
              </a:xfrm>
              <a:custGeom>
                <a:rect b="b" l="l" r="r" t="t"/>
                <a:pathLst>
                  <a:path extrusionOk="0" h="389" w="455">
                    <a:moveTo>
                      <a:pt x="260" y="0"/>
                    </a:moveTo>
                    <a:cubicBezTo>
                      <a:pt x="87" y="0"/>
                      <a:pt x="1" y="210"/>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4"/>
              <p:cNvSpPr/>
              <p:nvPr/>
            </p:nvSpPr>
            <p:spPr>
              <a:xfrm>
                <a:off x="794700"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4"/>
              <p:cNvSpPr/>
              <p:nvPr/>
            </p:nvSpPr>
            <p:spPr>
              <a:xfrm>
                <a:off x="832825" y="970700"/>
                <a:ext cx="11350" cy="9725"/>
              </a:xfrm>
              <a:custGeom>
                <a:rect b="b" l="l" r="r" t="t"/>
                <a:pathLst>
                  <a:path extrusionOk="0" h="389" w="454">
                    <a:moveTo>
                      <a:pt x="259" y="0"/>
                    </a:moveTo>
                    <a:cubicBezTo>
                      <a:pt x="87" y="0"/>
                      <a:pt x="0" y="210"/>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4"/>
              <p:cNvSpPr/>
              <p:nvPr/>
            </p:nvSpPr>
            <p:spPr>
              <a:xfrm>
                <a:off x="872575" y="970700"/>
                <a:ext cx="11350" cy="9725"/>
              </a:xfrm>
              <a:custGeom>
                <a:rect b="b" l="l" r="r" t="t"/>
                <a:pathLst>
                  <a:path extrusionOk="0" h="389" w="454">
                    <a:moveTo>
                      <a:pt x="260" y="0"/>
                    </a:moveTo>
                    <a:cubicBezTo>
                      <a:pt x="87" y="0"/>
                      <a:pt x="0" y="208"/>
                      <a:pt x="122" y="331"/>
                    </a:cubicBezTo>
                    <a:cubicBezTo>
                      <a:pt x="161" y="371"/>
                      <a:pt x="210" y="388"/>
                      <a:pt x="258"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4"/>
              <p:cNvSpPr/>
              <p:nvPr/>
            </p:nvSpPr>
            <p:spPr>
              <a:xfrm>
                <a:off x="913950" y="970650"/>
                <a:ext cx="9725" cy="9725"/>
              </a:xfrm>
              <a:custGeom>
                <a:rect b="b" l="l" r="r" t="t"/>
                <a:pathLst>
                  <a:path extrusionOk="0" h="389" w="389">
                    <a:moveTo>
                      <a:pt x="195" y="1"/>
                    </a:moveTo>
                    <a:cubicBezTo>
                      <a:pt x="87" y="1"/>
                      <a:pt x="1" y="87"/>
                      <a:pt x="1" y="195"/>
                    </a:cubicBezTo>
                    <a:cubicBezTo>
                      <a:pt x="1" y="301"/>
                      <a:pt x="87"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4"/>
              <p:cNvSpPr/>
              <p:nvPr/>
            </p:nvSpPr>
            <p:spPr>
              <a:xfrm>
                <a:off x="953700" y="970650"/>
                <a:ext cx="9725" cy="9725"/>
              </a:xfrm>
              <a:custGeom>
                <a:rect b="b" l="l" r="r" t="t"/>
                <a:pathLst>
                  <a:path extrusionOk="0" h="389" w="389">
                    <a:moveTo>
                      <a:pt x="195" y="1"/>
                    </a:moveTo>
                    <a:cubicBezTo>
                      <a:pt x="89" y="1"/>
                      <a:pt x="1" y="87"/>
                      <a:pt x="1" y="195"/>
                    </a:cubicBezTo>
                    <a:cubicBezTo>
                      <a:pt x="1" y="301"/>
                      <a:pt x="89" y="389"/>
                      <a:pt x="195" y="389"/>
                    </a:cubicBezTo>
                    <a:cubicBezTo>
                      <a:pt x="302" y="389"/>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4"/>
              <p:cNvSpPr/>
              <p:nvPr/>
            </p:nvSpPr>
            <p:spPr>
              <a:xfrm>
                <a:off x="993450" y="970650"/>
                <a:ext cx="9725" cy="9725"/>
              </a:xfrm>
              <a:custGeom>
                <a:rect b="b" l="l" r="r" t="t"/>
                <a:pathLst>
                  <a:path extrusionOk="0" h="389" w="389">
                    <a:moveTo>
                      <a:pt x="195" y="1"/>
                    </a:moveTo>
                    <a:cubicBezTo>
                      <a:pt x="89" y="1"/>
                      <a:pt x="1" y="87"/>
                      <a:pt x="1" y="195"/>
                    </a:cubicBezTo>
                    <a:cubicBezTo>
                      <a:pt x="1" y="301"/>
                      <a:pt x="89" y="389"/>
                      <a:pt x="195" y="389"/>
                    </a:cubicBezTo>
                    <a:cubicBezTo>
                      <a:pt x="303" y="389"/>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4"/>
              <p:cNvSpPr/>
              <p:nvPr/>
            </p:nvSpPr>
            <p:spPr>
              <a:xfrm>
                <a:off x="10332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4"/>
              <p:cNvSpPr/>
              <p:nvPr/>
            </p:nvSpPr>
            <p:spPr>
              <a:xfrm>
                <a:off x="107297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4"/>
              <p:cNvSpPr/>
              <p:nvPr/>
            </p:nvSpPr>
            <p:spPr>
              <a:xfrm>
                <a:off x="1112725" y="970650"/>
                <a:ext cx="9725" cy="9725"/>
              </a:xfrm>
              <a:custGeom>
                <a:rect b="b" l="l" r="r" t="t"/>
                <a:pathLst>
                  <a:path extrusionOk="0" h="389" w="389">
                    <a:moveTo>
                      <a:pt x="194" y="1"/>
                    </a:moveTo>
                    <a:cubicBezTo>
                      <a:pt x="88" y="1"/>
                      <a:pt x="0" y="87"/>
                      <a:pt x="0" y="195"/>
                    </a:cubicBezTo>
                    <a:cubicBezTo>
                      <a:pt x="0" y="301"/>
                      <a:pt x="88" y="389"/>
                      <a:pt x="194" y="389"/>
                    </a:cubicBezTo>
                    <a:cubicBezTo>
                      <a:pt x="302" y="389"/>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4"/>
              <p:cNvSpPr/>
              <p:nvPr/>
            </p:nvSpPr>
            <p:spPr>
              <a:xfrm>
                <a:off x="1152500" y="970650"/>
                <a:ext cx="9700" cy="9725"/>
              </a:xfrm>
              <a:custGeom>
                <a:rect b="b" l="l" r="r" t="t"/>
                <a:pathLst>
                  <a:path extrusionOk="0" h="389" w="388">
                    <a:moveTo>
                      <a:pt x="193" y="1"/>
                    </a:moveTo>
                    <a:cubicBezTo>
                      <a:pt x="87" y="1"/>
                      <a:pt x="1" y="87"/>
                      <a:pt x="1" y="195"/>
                    </a:cubicBezTo>
                    <a:cubicBezTo>
                      <a:pt x="1" y="301"/>
                      <a:pt x="87" y="389"/>
                      <a:pt x="193" y="389"/>
                    </a:cubicBezTo>
                    <a:cubicBezTo>
                      <a:pt x="301" y="389"/>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4"/>
              <p:cNvSpPr/>
              <p:nvPr/>
            </p:nvSpPr>
            <p:spPr>
              <a:xfrm>
                <a:off x="1192275" y="970650"/>
                <a:ext cx="9675" cy="9725"/>
              </a:xfrm>
              <a:custGeom>
                <a:rect b="b" l="l" r="r" t="t"/>
                <a:pathLst>
                  <a:path extrusionOk="0" h="389" w="387">
                    <a:moveTo>
                      <a:pt x="193" y="1"/>
                    </a:moveTo>
                    <a:cubicBezTo>
                      <a:pt x="86" y="1"/>
                      <a:pt x="0" y="87"/>
                      <a:pt x="0" y="195"/>
                    </a:cubicBezTo>
                    <a:cubicBezTo>
                      <a:pt x="0" y="301"/>
                      <a:pt x="86" y="389"/>
                      <a:pt x="193" y="389"/>
                    </a:cubicBezTo>
                    <a:cubicBezTo>
                      <a:pt x="300" y="389"/>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4"/>
              <p:cNvSpPr/>
              <p:nvPr/>
            </p:nvSpPr>
            <p:spPr>
              <a:xfrm>
                <a:off x="1232025" y="970650"/>
                <a:ext cx="9675" cy="9725"/>
              </a:xfrm>
              <a:custGeom>
                <a:rect b="b" l="l" r="r" t="t"/>
                <a:pathLst>
                  <a:path extrusionOk="0" h="389" w="387">
                    <a:moveTo>
                      <a:pt x="194" y="1"/>
                    </a:moveTo>
                    <a:cubicBezTo>
                      <a:pt x="87" y="1"/>
                      <a:pt x="0" y="87"/>
                      <a:pt x="0" y="195"/>
                    </a:cubicBezTo>
                    <a:cubicBezTo>
                      <a:pt x="0" y="301"/>
                      <a:pt x="87" y="389"/>
                      <a:pt x="194" y="389"/>
                    </a:cubicBezTo>
                    <a:cubicBezTo>
                      <a:pt x="300" y="389"/>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4"/>
              <p:cNvSpPr/>
              <p:nvPr/>
            </p:nvSpPr>
            <p:spPr>
              <a:xfrm>
                <a:off x="276225" y="936600"/>
                <a:ext cx="11375" cy="9700"/>
              </a:xfrm>
              <a:custGeom>
                <a:rect b="b" l="l" r="r" t="t"/>
                <a:pathLst>
                  <a:path extrusionOk="0" h="388" w="455">
                    <a:moveTo>
                      <a:pt x="263" y="0"/>
                    </a:moveTo>
                    <a:cubicBezTo>
                      <a:pt x="262" y="0"/>
                      <a:pt x="261" y="0"/>
                      <a:pt x="260" y="0"/>
                    </a:cubicBezTo>
                    <a:cubicBezTo>
                      <a:pt x="87" y="0"/>
                      <a:pt x="1" y="208"/>
                      <a:pt x="124" y="331"/>
                    </a:cubicBezTo>
                    <a:cubicBezTo>
                      <a:pt x="163" y="370"/>
                      <a:pt x="211" y="387"/>
                      <a:pt x="259"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4"/>
              <p:cNvSpPr/>
              <p:nvPr/>
            </p:nvSpPr>
            <p:spPr>
              <a:xfrm>
                <a:off x="317625" y="936550"/>
                <a:ext cx="9725" cy="9725"/>
              </a:xfrm>
              <a:custGeom>
                <a:rect b="b" l="l" r="r" t="t"/>
                <a:pathLst>
                  <a:path extrusionOk="0" h="389" w="389">
                    <a:moveTo>
                      <a:pt x="194" y="1"/>
                    </a:moveTo>
                    <a:cubicBezTo>
                      <a:pt x="87" y="1"/>
                      <a:pt x="0" y="87"/>
                      <a:pt x="0" y="195"/>
                    </a:cubicBezTo>
                    <a:cubicBezTo>
                      <a:pt x="0" y="302"/>
                      <a:pt x="87"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4"/>
              <p:cNvSpPr/>
              <p:nvPr/>
            </p:nvSpPr>
            <p:spPr>
              <a:xfrm>
                <a:off x="355750" y="936550"/>
                <a:ext cx="11350" cy="9725"/>
              </a:xfrm>
              <a:custGeom>
                <a:rect b="b" l="l" r="r" t="t"/>
                <a:pathLst>
                  <a:path extrusionOk="0" h="389" w="454">
                    <a:moveTo>
                      <a:pt x="259" y="1"/>
                    </a:moveTo>
                    <a:cubicBezTo>
                      <a:pt x="87" y="1"/>
                      <a:pt x="0" y="210"/>
                      <a:pt x="123" y="331"/>
                    </a:cubicBezTo>
                    <a:cubicBezTo>
                      <a:pt x="162" y="371"/>
                      <a:pt x="211" y="389"/>
                      <a:pt x="258" y="389"/>
                    </a:cubicBezTo>
                    <a:cubicBezTo>
                      <a:pt x="357" y="389"/>
                      <a:pt x="452"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4"/>
              <p:cNvSpPr/>
              <p:nvPr/>
            </p:nvSpPr>
            <p:spPr>
              <a:xfrm>
                <a:off x="397125" y="936550"/>
                <a:ext cx="9725" cy="9725"/>
              </a:xfrm>
              <a:custGeom>
                <a:rect b="b" l="l" r="r" t="t"/>
                <a:pathLst>
                  <a:path extrusionOk="0" h="389" w="389">
                    <a:moveTo>
                      <a:pt x="195" y="1"/>
                    </a:moveTo>
                    <a:cubicBezTo>
                      <a:pt x="88" y="1"/>
                      <a:pt x="1" y="87"/>
                      <a:pt x="1" y="195"/>
                    </a:cubicBezTo>
                    <a:cubicBezTo>
                      <a:pt x="1" y="302"/>
                      <a:pt x="88"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4"/>
              <p:cNvSpPr/>
              <p:nvPr/>
            </p:nvSpPr>
            <p:spPr>
              <a:xfrm>
                <a:off x="435250" y="936600"/>
                <a:ext cx="11350" cy="9725"/>
              </a:xfrm>
              <a:custGeom>
                <a:rect b="b" l="l" r="r" t="t"/>
                <a:pathLst>
                  <a:path extrusionOk="0" h="389" w="454">
                    <a:moveTo>
                      <a:pt x="260" y="0"/>
                    </a:moveTo>
                    <a:cubicBezTo>
                      <a:pt x="87" y="0"/>
                      <a:pt x="0" y="208"/>
                      <a:pt x="123" y="331"/>
                    </a:cubicBezTo>
                    <a:cubicBezTo>
                      <a:pt x="163" y="370"/>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4"/>
              <p:cNvSpPr/>
              <p:nvPr/>
            </p:nvSpPr>
            <p:spPr>
              <a:xfrm>
                <a:off x="475025" y="93660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4"/>
              <p:cNvSpPr/>
              <p:nvPr/>
            </p:nvSpPr>
            <p:spPr>
              <a:xfrm>
                <a:off x="516425" y="936550"/>
                <a:ext cx="9675" cy="9725"/>
              </a:xfrm>
              <a:custGeom>
                <a:rect b="b" l="l" r="r" t="t"/>
                <a:pathLst>
                  <a:path extrusionOk="0" h="389" w="387">
                    <a:moveTo>
                      <a:pt x="193" y="1"/>
                    </a:moveTo>
                    <a:cubicBezTo>
                      <a:pt x="87" y="1"/>
                      <a:pt x="0" y="87"/>
                      <a:pt x="0" y="195"/>
                    </a:cubicBezTo>
                    <a:cubicBezTo>
                      <a:pt x="0"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4"/>
              <p:cNvSpPr/>
              <p:nvPr/>
            </p:nvSpPr>
            <p:spPr>
              <a:xfrm>
                <a:off x="554525" y="93660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4"/>
              <p:cNvSpPr/>
              <p:nvPr/>
            </p:nvSpPr>
            <p:spPr>
              <a:xfrm>
                <a:off x="595925"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7" y="302"/>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4"/>
              <p:cNvSpPr/>
              <p:nvPr/>
            </p:nvSpPr>
            <p:spPr>
              <a:xfrm>
                <a:off x="634025" y="93660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4"/>
              <p:cNvSpPr/>
              <p:nvPr/>
            </p:nvSpPr>
            <p:spPr>
              <a:xfrm>
                <a:off x="673775" y="936600"/>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4"/>
              <p:cNvSpPr/>
              <p:nvPr/>
            </p:nvSpPr>
            <p:spPr>
              <a:xfrm>
                <a:off x="715200" y="936550"/>
                <a:ext cx="9725" cy="9725"/>
              </a:xfrm>
              <a:custGeom>
                <a:rect b="b" l="l" r="r" t="t"/>
                <a:pathLst>
                  <a:path extrusionOk="0" h="389" w="389">
                    <a:moveTo>
                      <a:pt x="194" y="1"/>
                    </a:moveTo>
                    <a:cubicBezTo>
                      <a:pt x="86" y="1"/>
                      <a:pt x="0" y="87"/>
                      <a:pt x="0" y="195"/>
                    </a:cubicBezTo>
                    <a:cubicBezTo>
                      <a:pt x="0" y="302"/>
                      <a:pt x="86"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4"/>
              <p:cNvSpPr/>
              <p:nvPr/>
            </p:nvSpPr>
            <p:spPr>
              <a:xfrm>
                <a:off x="753300" y="936600"/>
                <a:ext cx="11375" cy="9725"/>
              </a:xfrm>
              <a:custGeom>
                <a:rect b="b" l="l" r="r" t="t"/>
                <a:pathLst>
                  <a:path extrusionOk="0" h="389" w="455">
                    <a:moveTo>
                      <a:pt x="263" y="0"/>
                    </a:moveTo>
                    <a:cubicBezTo>
                      <a:pt x="262" y="0"/>
                      <a:pt x="261" y="0"/>
                      <a:pt x="260" y="0"/>
                    </a:cubicBezTo>
                    <a:cubicBezTo>
                      <a:pt x="87" y="0"/>
                      <a:pt x="1" y="208"/>
                      <a:pt x="122" y="331"/>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4"/>
              <p:cNvSpPr/>
              <p:nvPr/>
            </p:nvSpPr>
            <p:spPr>
              <a:xfrm>
                <a:off x="794700"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4"/>
              <p:cNvSpPr/>
              <p:nvPr/>
            </p:nvSpPr>
            <p:spPr>
              <a:xfrm>
                <a:off x="832825" y="936600"/>
                <a:ext cx="11350" cy="9725"/>
              </a:xfrm>
              <a:custGeom>
                <a:rect b="b" l="l" r="r" t="t"/>
                <a:pathLst>
                  <a:path extrusionOk="0" h="389" w="454">
                    <a:moveTo>
                      <a:pt x="262" y="0"/>
                    </a:moveTo>
                    <a:cubicBezTo>
                      <a:pt x="261" y="0"/>
                      <a:pt x="260" y="0"/>
                      <a:pt x="259" y="0"/>
                    </a:cubicBezTo>
                    <a:cubicBezTo>
                      <a:pt x="87" y="0"/>
                      <a:pt x="0" y="208"/>
                      <a:pt x="122" y="331"/>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4"/>
              <p:cNvSpPr/>
              <p:nvPr/>
            </p:nvSpPr>
            <p:spPr>
              <a:xfrm>
                <a:off x="872575" y="936600"/>
                <a:ext cx="11350" cy="9725"/>
              </a:xfrm>
              <a:custGeom>
                <a:rect b="b" l="l" r="r" t="t"/>
                <a:pathLst>
                  <a:path extrusionOk="0" h="389" w="454">
                    <a:moveTo>
                      <a:pt x="262" y="0"/>
                    </a:moveTo>
                    <a:cubicBezTo>
                      <a:pt x="261" y="0"/>
                      <a:pt x="261" y="0"/>
                      <a:pt x="260" y="0"/>
                    </a:cubicBezTo>
                    <a:cubicBezTo>
                      <a:pt x="259" y="0"/>
                      <a:pt x="258" y="0"/>
                      <a:pt x="258" y="0"/>
                    </a:cubicBezTo>
                    <a:cubicBezTo>
                      <a:pt x="86" y="0"/>
                      <a:pt x="1" y="208"/>
                      <a:pt x="122" y="331"/>
                    </a:cubicBezTo>
                    <a:cubicBezTo>
                      <a:pt x="161" y="370"/>
                      <a:pt x="210" y="388"/>
                      <a:pt x="258" y="388"/>
                    </a:cubicBezTo>
                    <a:cubicBezTo>
                      <a:pt x="358"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4"/>
              <p:cNvSpPr/>
              <p:nvPr/>
            </p:nvSpPr>
            <p:spPr>
              <a:xfrm>
                <a:off x="913950" y="936550"/>
                <a:ext cx="9725" cy="9725"/>
              </a:xfrm>
              <a:custGeom>
                <a:rect b="b" l="l" r="r" t="t"/>
                <a:pathLst>
                  <a:path extrusionOk="0" h="389" w="389">
                    <a:moveTo>
                      <a:pt x="195" y="1"/>
                    </a:moveTo>
                    <a:cubicBezTo>
                      <a:pt x="87" y="1"/>
                      <a:pt x="1" y="87"/>
                      <a:pt x="1" y="195"/>
                    </a:cubicBezTo>
                    <a:cubicBezTo>
                      <a:pt x="1" y="302"/>
                      <a:pt x="87"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4"/>
              <p:cNvSpPr/>
              <p:nvPr/>
            </p:nvSpPr>
            <p:spPr>
              <a:xfrm>
                <a:off x="953700" y="936550"/>
                <a:ext cx="9725" cy="9725"/>
              </a:xfrm>
              <a:custGeom>
                <a:rect b="b" l="l" r="r" t="t"/>
                <a:pathLst>
                  <a:path extrusionOk="0" h="389" w="389">
                    <a:moveTo>
                      <a:pt x="195" y="1"/>
                    </a:moveTo>
                    <a:cubicBezTo>
                      <a:pt x="89" y="1"/>
                      <a:pt x="1" y="87"/>
                      <a:pt x="1" y="195"/>
                    </a:cubicBezTo>
                    <a:cubicBezTo>
                      <a:pt x="1" y="302"/>
                      <a:pt x="89" y="389"/>
                      <a:pt x="195" y="389"/>
                    </a:cubicBezTo>
                    <a:cubicBezTo>
                      <a:pt x="302" y="389"/>
                      <a:pt x="389" y="302"/>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4"/>
              <p:cNvSpPr/>
              <p:nvPr/>
            </p:nvSpPr>
            <p:spPr>
              <a:xfrm>
                <a:off x="993450" y="936550"/>
                <a:ext cx="9725" cy="9725"/>
              </a:xfrm>
              <a:custGeom>
                <a:rect b="b" l="l" r="r" t="t"/>
                <a:pathLst>
                  <a:path extrusionOk="0" h="389" w="389">
                    <a:moveTo>
                      <a:pt x="195" y="1"/>
                    </a:moveTo>
                    <a:cubicBezTo>
                      <a:pt x="89" y="1"/>
                      <a:pt x="1" y="87"/>
                      <a:pt x="1" y="195"/>
                    </a:cubicBezTo>
                    <a:cubicBezTo>
                      <a:pt x="1" y="302"/>
                      <a:pt x="89" y="389"/>
                      <a:pt x="195" y="389"/>
                    </a:cubicBezTo>
                    <a:cubicBezTo>
                      <a:pt x="303" y="389"/>
                      <a:pt x="389" y="302"/>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4"/>
              <p:cNvSpPr/>
              <p:nvPr/>
            </p:nvSpPr>
            <p:spPr>
              <a:xfrm>
                <a:off x="10332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4"/>
              <p:cNvSpPr/>
              <p:nvPr/>
            </p:nvSpPr>
            <p:spPr>
              <a:xfrm>
                <a:off x="107297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4"/>
              <p:cNvSpPr/>
              <p:nvPr/>
            </p:nvSpPr>
            <p:spPr>
              <a:xfrm>
                <a:off x="1112725" y="936550"/>
                <a:ext cx="9725" cy="9725"/>
              </a:xfrm>
              <a:custGeom>
                <a:rect b="b" l="l" r="r" t="t"/>
                <a:pathLst>
                  <a:path extrusionOk="0" h="389" w="389">
                    <a:moveTo>
                      <a:pt x="194" y="1"/>
                    </a:moveTo>
                    <a:cubicBezTo>
                      <a:pt x="88" y="1"/>
                      <a:pt x="0" y="87"/>
                      <a:pt x="0" y="195"/>
                    </a:cubicBezTo>
                    <a:cubicBezTo>
                      <a:pt x="0" y="302"/>
                      <a:pt x="88" y="389"/>
                      <a:pt x="194" y="389"/>
                    </a:cubicBezTo>
                    <a:cubicBezTo>
                      <a:pt x="302" y="389"/>
                      <a:pt x="388" y="302"/>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4"/>
              <p:cNvSpPr/>
              <p:nvPr/>
            </p:nvSpPr>
            <p:spPr>
              <a:xfrm>
                <a:off x="1152500" y="936550"/>
                <a:ext cx="9700" cy="9725"/>
              </a:xfrm>
              <a:custGeom>
                <a:rect b="b" l="l" r="r" t="t"/>
                <a:pathLst>
                  <a:path extrusionOk="0" h="389" w="388">
                    <a:moveTo>
                      <a:pt x="193" y="1"/>
                    </a:moveTo>
                    <a:cubicBezTo>
                      <a:pt x="87" y="1"/>
                      <a:pt x="1" y="87"/>
                      <a:pt x="1" y="195"/>
                    </a:cubicBezTo>
                    <a:cubicBezTo>
                      <a:pt x="1" y="302"/>
                      <a:pt x="87" y="389"/>
                      <a:pt x="193" y="389"/>
                    </a:cubicBezTo>
                    <a:cubicBezTo>
                      <a:pt x="301" y="389"/>
                      <a:pt x="388" y="302"/>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4"/>
              <p:cNvSpPr/>
              <p:nvPr/>
            </p:nvSpPr>
            <p:spPr>
              <a:xfrm>
                <a:off x="1192275" y="936550"/>
                <a:ext cx="9675" cy="9725"/>
              </a:xfrm>
              <a:custGeom>
                <a:rect b="b" l="l" r="r" t="t"/>
                <a:pathLst>
                  <a:path extrusionOk="0" h="389" w="387">
                    <a:moveTo>
                      <a:pt x="193" y="1"/>
                    </a:moveTo>
                    <a:cubicBezTo>
                      <a:pt x="86" y="1"/>
                      <a:pt x="0" y="87"/>
                      <a:pt x="0" y="195"/>
                    </a:cubicBezTo>
                    <a:cubicBezTo>
                      <a:pt x="0" y="302"/>
                      <a:pt x="86" y="389"/>
                      <a:pt x="193" y="389"/>
                    </a:cubicBezTo>
                    <a:cubicBezTo>
                      <a:pt x="300" y="389"/>
                      <a:pt x="387" y="302"/>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4"/>
              <p:cNvSpPr/>
              <p:nvPr/>
            </p:nvSpPr>
            <p:spPr>
              <a:xfrm>
                <a:off x="1232025" y="936550"/>
                <a:ext cx="9675" cy="9725"/>
              </a:xfrm>
              <a:custGeom>
                <a:rect b="b" l="l" r="r" t="t"/>
                <a:pathLst>
                  <a:path extrusionOk="0" h="389" w="387">
                    <a:moveTo>
                      <a:pt x="194" y="1"/>
                    </a:moveTo>
                    <a:cubicBezTo>
                      <a:pt x="87" y="1"/>
                      <a:pt x="0" y="87"/>
                      <a:pt x="0" y="195"/>
                    </a:cubicBezTo>
                    <a:cubicBezTo>
                      <a:pt x="0" y="302"/>
                      <a:pt x="87" y="389"/>
                      <a:pt x="194" y="389"/>
                    </a:cubicBezTo>
                    <a:cubicBezTo>
                      <a:pt x="300" y="389"/>
                      <a:pt x="387" y="302"/>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4"/>
              <p:cNvSpPr/>
              <p:nvPr/>
            </p:nvSpPr>
            <p:spPr>
              <a:xfrm>
                <a:off x="276225" y="902475"/>
                <a:ext cx="11375" cy="9700"/>
              </a:xfrm>
              <a:custGeom>
                <a:rect b="b" l="l" r="r" t="t"/>
                <a:pathLst>
                  <a:path extrusionOk="0" h="388" w="455">
                    <a:moveTo>
                      <a:pt x="260" y="1"/>
                    </a:moveTo>
                    <a:cubicBezTo>
                      <a:pt x="87" y="1"/>
                      <a:pt x="1" y="209"/>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4"/>
              <p:cNvSpPr/>
              <p:nvPr/>
            </p:nvSpPr>
            <p:spPr>
              <a:xfrm>
                <a:off x="317625" y="902450"/>
                <a:ext cx="9725" cy="9725"/>
              </a:xfrm>
              <a:custGeom>
                <a:rect b="b" l="l" r="r" t="t"/>
                <a:pathLst>
                  <a:path extrusionOk="0" h="389" w="389">
                    <a:moveTo>
                      <a:pt x="194" y="0"/>
                    </a:moveTo>
                    <a:cubicBezTo>
                      <a:pt x="87" y="0"/>
                      <a:pt x="0" y="87"/>
                      <a:pt x="0" y="194"/>
                    </a:cubicBezTo>
                    <a:cubicBezTo>
                      <a:pt x="0" y="302"/>
                      <a:pt x="87"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4"/>
              <p:cNvSpPr/>
              <p:nvPr/>
            </p:nvSpPr>
            <p:spPr>
              <a:xfrm>
                <a:off x="355750" y="902450"/>
                <a:ext cx="11350" cy="9725"/>
              </a:xfrm>
              <a:custGeom>
                <a:rect b="b" l="l" r="r" t="t"/>
                <a:pathLst>
                  <a:path extrusionOk="0" h="389" w="454">
                    <a:moveTo>
                      <a:pt x="259" y="0"/>
                    </a:moveTo>
                    <a:cubicBezTo>
                      <a:pt x="87" y="0"/>
                      <a:pt x="0" y="210"/>
                      <a:pt x="123" y="331"/>
                    </a:cubicBezTo>
                    <a:cubicBezTo>
                      <a:pt x="162" y="371"/>
                      <a:pt x="211" y="388"/>
                      <a:pt x="259" y="388"/>
                    </a:cubicBezTo>
                    <a:cubicBezTo>
                      <a:pt x="358" y="388"/>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4"/>
              <p:cNvSpPr/>
              <p:nvPr/>
            </p:nvSpPr>
            <p:spPr>
              <a:xfrm>
                <a:off x="397125" y="902450"/>
                <a:ext cx="9725" cy="9725"/>
              </a:xfrm>
              <a:custGeom>
                <a:rect b="b" l="l" r="r" t="t"/>
                <a:pathLst>
                  <a:path extrusionOk="0" h="389" w="389">
                    <a:moveTo>
                      <a:pt x="195" y="0"/>
                    </a:moveTo>
                    <a:cubicBezTo>
                      <a:pt x="88" y="0"/>
                      <a:pt x="1" y="87"/>
                      <a:pt x="1" y="194"/>
                    </a:cubicBezTo>
                    <a:cubicBezTo>
                      <a:pt x="1" y="302"/>
                      <a:pt x="88"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4"/>
              <p:cNvSpPr/>
              <p:nvPr/>
            </p:nvSpPr>
            <p:spPr>
              <a:xfrm>
                <a:off x="435250" y="9024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4"/>
              <p:cNvSpPr/>
              <p:nvPr/>
            </p:nvSpPr>
            <p:spPr>
              <a:xfrm>
                <a:off x="475000" y="902475"/>
                <a:ext cx="11350" cy="9725"/>
              </a:xfrm>
              <a:custGeom>
                <a:rect b="b" l="l" r="r" t="t"/>
                <a:pathLst>
                  <a:path extrusionOk="0" h="389" w="454">
                    <a:moveTo>
                      <a:pt x="260" y="1"/>
                    </a:moveTo>
                    <a:cubicBezTo>
                      <a:pt x="87" y="1"/>
                      <a:pt x="1" y="209"/>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4"/>
              <p:cNvSpPr/>
              <p:nvPr/>
            </p:nvSpPr>
            <p:spPr>
              <a:xfrm>
                <a:off x="516425" y="902450"/>
                <a:ext cx="9675" cy="9725"/>
              </a:xfrm>
              <a:custGeom>
                <a:rect b="b" l="l" r="r" t="t"/>
                <a:pathLst>
                  <a:path extrusionOk="0" h="389" w="387">
                    <a:moveTo>
                      <a:pt x="193" y="0"/>
                    </a:moveTo>
                    <a:cubicBezTo>
                      <a:pt x="87" y="0"/>
                      <a:pt x="0" y="87"/>
                      <a:pt x="0" y="194"/>
                    </a:cubicBezTo>
                    <a:cubicBezTo>
                      <a:pt x="0"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4"/>
              <p:cNvSpPr/>
              <p:nvPr/>
            </p:nvSpPr>
            <p:spPr>
              <a:xfrm>
                <a:off x="554500" y="902475"/>
                <a:ext cx="11375" cy="9725"/>
              </a:xfrm>
              <a:custGeom>
                <a:rect b="b" l="l" r="r" t="t"/>
                <a:pathLst>
                  <a:path extrusionOk="0" h="389" w="455">
                    <a:moveTo>
                      <a:pt x="262" y="1"/>
                    </a:moveTo>
                    <a:cubicBezTo>
                      <a:pt x="87" y="1"/>
                      <a:pt x="1" y="209"/>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4"/>
              <p:cNvSpPr/>
              <p:nvPr/>
            </p:nvSpPr>
            <p:spPr>
              <a:xfrm>
                <a:off x="595925"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7" y="302"/>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4"/>
              <p:cNvSpPr/>
              <p:nvPr/>
            </p:nvSpPr>
            <p:spPr>
              <a:xfrm>
                <a:off x="634025" y="902475"/>
                <a:ext cx="11375" cy="9725"/>
              </a:xfrm>
              <a:custGeom>
                <a:rect b="b" l="l" r="r" t="t"/>
                <a:pathLst>
                  <a:path extrusionOk="0" h="389" w="455">
                    <a:moveTo>
                      <a:pt x="261" y="1"/>
                    </a:moveTo>
                    <a:cubicBezTo>
                      <a:pt x="88" y="1"/>
                      <a:pt x="0" y="209"/>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4"/>
              <p:cNvSpPr/>
              <p:nvPr/>
            </p:nvSpPr>
            <p:spPr>
              <a:xfrm>
                <a:off x="673775" y="9024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4"/>
              <p:cNvSpPr/>
              <p:nvPr/>
            </p:nvSpPr>
            <p:spPr>
              <a:xfrm>
                <a:off x="715200" y="902450"/>
                <a:ext cx="9725" cy="9725"/>
              </a:xfrm>
              <a:custGeom>
                <a:rect b="b" l="l" r="r" t="t"/>
                <a:pathLst>
                  <a:path extrusionOk="0" h="389" w="389">
                    <a:moveTo>
                      <a:pt x="194" y="0"/>
                    </a:moveTo>
                    <a:cubicBezTo>
                      <a:pt x="86" y="0"/>
                      <a:pt x="0" y="87"/>
                      <a:pt x="0" y="194"/>
                    </a:cubicBezTo>
                    <a:cubicBezTo>
                      <a:pt x="0" y="302"/>
                      <a:pt x="86"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4"/>
              <p:cNvSpPr/>
              <p:nvPr/>
            </p:nvSpPr>
            <p:spPr>
              <a:xfrm>
                <a:off x="753300" y="9024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4"/>
              <p:cNvSpPr/>
              <p:nvPr/>
            </p:nvSpPr>
            <p:spPr>
              <a:xfrm>
                <a:off x="794700"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4"/>
              <p:cNvSpPr/>
              <p:nvPr/>
            </p:nvSpPr>
            <p:spPr>
              <a:xfrm>
                <a:off x="832825" y="9024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4"/>
              <p:cNvSpPr/>
              <p:nvPr/>
            </p:nvSpPr>
            <p:spPr>
              <a:xfrm>
                <a:off x="872575" y="902475"/>
                <a:ext cx="11350" cy="9725"/>
              </a:xfrm>
              <a:custGeom>
                <a:rect b="b" l="l" r="r" t="t"/>
                <a:pathLst>
                  <a:path extrusionOk="0" h="389" w="454">
                    <a:moveTo>
                      <a:pt x="260" y="1"/>
                    </a:moveTo>
                    <a:cubicBezTo>
                      <a:pt x="87" y="1"/>
                      <a:pt x="0" y="209"/>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4"/>
              <p:cNvSpPr/>
              <p:nvPr/>
            </p:nvSpPr>
            <p:spPr>
              <a:xfrm>
                <a:off x="913950" y="902450"/>
                <a:ext cx="9725" cy="9725"/>
              </a:xfrm>
              <a:custGeom>
                <a:rect b="b" l="l" r="r" t="t"/>
                <a:pathLst>
                  <a:path extrusionOk="0" h="389" w="389">
                    <a:moveTo>
                      <a:pt x="195" y="0"/>
                    </a:moveTo>
                    <a:cubicBezTo>
                      <a:pt x="87" y="0"/>
                      <a:pt x="1" y="87"/>
                      <a:pt x="1" y="194"/>
                    </a:cubicBezTo>
                    <a:cubicBezTo>
                      <a:pt x="1" y="302"/>
                      <a:pt x="87"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4"/>
              <p:cNvSpPr/>
              <p:nvPr/>
            </p:nvSpPr>
            <p:spPr>
              <a:xfrm>
                <a:off x="953700" y="902450"/>
                <a:ext cx="9725" cy="9725"/>
              </a:xfrm>
              <a:custGeom>
                <a:rect b="b" l="l" r="r" t="t"/>
                <a:pathLst>
                  <a:path extrusionOk="0" h="389" w="389">
                    <a:moveTo>
                      <a:pt x="195" y="0"/>
                    </a:moveTo>
                    <a:cubicBezTo>
                      <a:pt x="89" y="0"/>
                      <a:pt x="1" y="87"/>
                      <a:pt x="1" y="194"/>
                    </a:cubicBezTo>
                    <a:cubicBezTo>
                      <a:pt x="1" y="302"/>
                      <a:pt x="89" y="388"/>
                      <a:pt x="195" y="388"/>
                    </a:cubicBezTo>
                    <a:cubicBezTo>
                      <a:pt x="302" y="388"/>
                      <a:pt x="389" y="302"/>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4"/>
              <p:cNvSpPr/>
              <p:nvPr/>
            </p:nvSpPr>
            <p:spPr>
              <a:xfrm>
                <a:off x="993450" y="902450"/>
                <a:ext cx="9725" cy="9725"/>
              </a:xfrm>
              <a:custGeom>
                <a:rect b="b" l="l" r="r" t="t"/>
                <a:pathLst>
                  <a:path extrusionOk="0" h="389" w="389">
                    <a:moveTo>
                      <a:pt x="195" y="0"/>
                    </a:moveTo>
                    <a:cubicBezTo>
                      <a:pt x="89" y="0"/>
                      <a:pt x="1" y="87"/>
                      <a:pt x="1" y="194"/>
                    </a:cubicBezTo>
                    <a:cubicBezTo>
                      <a:pt x="1" y="302"/>
                      <a:pt x="89" y="388"/>
                      <a:pt x="195" y="388"/>
                    </a:cubicBezTo>
                    <a:cubicBezTo>
                      <a:pt x="303" y="388"/>
                      <a:pt x="389" y="302"/>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4"/>
              <p:cNvSpPr/>
              <p:nvPr/>
            </p:nvSpPr>
            <p:spPr>
              <a:xfrm>
                <a:off x="10332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4"/>
              <p:cNvSpPr/>
              <p:nvPr/>
            </p:nvSpPr>
            <p:spPr>
              <a:xfrm>
                <a:off x="107297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4"/>
              <p:cNvSpPr/>
              <p:nvPr/>
            </p:nvSpPr>
            <p:spPr>
              <a:xfrm>
                <a:off x="1112725" y="902450"/>
                <a:ext cx="9725" cy="9725"/>
              </a:xfrm>
              <a:custGeom>
                <a:rect b="b" l="l" r="r" t="t"/>
                <a:pathLst>
                  <a:path extrusionOk="0" h="389" w="389">
                    <a:moveTo>
                      <a:pt x="194" y="0"/>
                    </a:moveTo>
                    <a:cubicBezTo>
                      <a:pt x="88" y="0"/>
                      <a:pt x="0" y="87"/>
                      <a:pt x="0" y="194"/>
                    </a:cubicBezTo>
                    <a:cubicBezTo>
                      <a:pt x="0" y="302"/>
                      <a:pt x="88" y="388"/>
                      <a:pt x="194" y="388"/>
                    </a:cubicBezTo>
                    <a:cubicBezTo>
                      <a:pt x="302" y="388"/>
                      <a:pt x="388" y="302"/>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4"/>
              <p:cNvSpPr/>
              <p:nvPr/>
            </p:nvSpPr>
            <p:spPr>
              <a:xfrm>
                <a:off x="1152500" y="902450"/>
                <a:ext cx="9700" cy="9725"/>
              </a:xfrm>
              <a:custGeom>
                <a:rect b="b" l="l" r="r" t="t"/>
                <a:pathLst>
                  <a:path extrusionOk="0" h="389" w="388">
                    <a:moveTo>
                      <a:pt x="193" y="0"/>
                    </a:moveTo>
                    <a:cubicBezTo>
                      <a:pt x="87" y="0"/>
                      <a:pt x="1" y="87"/>
                      <a:pt x="1" y="194"/>
                    </a:cubicBezTo>
                    <a:cubicBezTo>
                      <a:pt x="1" y="302"/>
                      <a:pt x="87" y="388"/>
                      <a:pt x="193" y="388"/>
                    </a:cubicBezTo>
                    <a:cubicBezTo>
                      <a:pt x="301" y="388"/>
                      <a:pt x="388" y="302"/>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4"/>
              <p:cNvSpPr/>
              <p:nvPr/>
            </p:nvSpPr>
            <p:spPr>
              <a:xfrm>
                <a:off x="1192275" y="902450"/>
                <a:ext cx="9675" cy="9725"/>
              </a:xfrm>
              <a:custGeom>
                <a:rect b="b" l="l" r="r" t="t"/>
                <a:pathLst>
                  <a:path extrusionOk="0" h="389" w="387">
                    <a:moveTo>
                      <a:pt x="193" y="0"/>
                    </a:moveTo>
                    <a:cubicBezTo>
                      <a:pt x="86" y="0"/>
                      <a:pt x="0" y="87"/>
                      <a:pt x="0" y="194"/>
                    </a:cubicBezTo>
                    <a:cubicBezTo>
                      <a:pt x="0" y="302"/>
                      <a:pt x="86" y="388"/>
                      <a:pt x="193" y="388"/>
                    </a:cubicBezTo>
                    <a:cubicBezTo>
                      <a:pt x="300" y="388"/>
                      <a:pt x="387" y="302"/>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4"/>
              <p:cNvSpPr/>
              <p:nvPr/>
            </p:nvSpPr>
            <p:spPr>
              <a:xfrm>
                <a:off x="1232025" y="902450"/>
                <a:ext cx="9675" cy="9725"/>
              </a:xfrm>
              <a:custGeom>
                <a:rect b="b" l="l" r="r" t="t"/>
                <a:pathLst>
                  <a:path extrusionOk="0" h="389" w="387">
                    <a:moveTo>
                      <a:pt x="194" y="0"/>
                    </a:moveTo>
                    <a:cubicBezTo>
                      <a:pt x="87" y="0"/>
                      <a:pt x="0" y="87"/>
                      <a:pt x="0" y="194"/>
                    </a:cubicBezTo>
                    <a:cubicBezTo>
                      <a:pt x="0" y="302"/>
                      <a:pt x="87" y="388"/>
                      <a:pt x="194" y="388"/>
                    </a:cubicBezTo>
                    <a:cubicBezTo>
                      <a:pt x="300" y="388"/>
                      <a:pt x="387" y="302"/>
                      <a:pt x="387" y="194"/>
                    </a:cubicBezTo>
                    <a:cubicBezTo>
                      <a:pt x="387"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4"/>
              <p:cNvSpPr/>
              <p:nvPr/>
            </p:nvSpPr>
            <p:spPr>
              <a:xfrm>
                <a:off x="276225" y="868375"/>
                <a:ext cx="11375" cy="9700"/>
              </a:xfrm>
              <a:custGeom>
                <a:rect b="b" l="l" r="r" t="t"/>
                <a:pathLst>
                  <a:path extrusionOk="0" h="388" w="455">
                    <a:moveTo>
                      <a:pt x="260" y="1"/>
                    </a:moveTo>
                    <a:cubicBezTo>
                      <a:pt x="87" y="1"/>
                      <a:pt x="1" y="208"/>
                      <a:pt x="124" y="331"/>
                    </a:cubicBezTo>
                    <a:cubicBezTo>
                      <a:pt x="163" y="370"/>
                      <a:pt x="211" y="388"/>
                      <a:pt x="259" y="388"/>
                    </a:cubicBezTo>
                    <a:cubicBezTo>
                      <a:pt x="358"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4"/>
              <p:cNvSpPr/>
              <p:nvPr/>
            </p:nvSpPr>
            <p:spPr>
              <a:xfrm>
                <a:off x="317625" y="868350"/>
                <a:ext cx="9725" cy="9725"/>
              </a:xfrm>
              <a:custGeom>
                <a:rect b="b" l="l" r="r" t="t"/>
                <a:pathLst>
                  <a:path extrusionOk="0" h="389" w="389">
                    <a:moveTo>
                      <a:pt x="194" y="0"/>
                    </a:moveTo>
                    <a:cubicBezTo>
                      <a:pt x="87" y="0"/>
                      <a:pt x="0" y="88"/>
                      <a:pt x="0" y="194"/>
                    </a:cubicBezTo>
                    <a:cubicBezTo>
                      <a:pt x="0" y="302"/>
                      <a:pt x="87"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4"/>
              <p:cNvSpPr/>
              <p:nvPr/>
            </p:nvSpPr>
            <p:spPr>
              <a:xfrm>
                <a:off x="355750" y="868350"/>
                <a:ext cx="11350" cy="9725"/>
              </a:xfrm>
              <a:custGeom>
                <a:rect b="b" l="l" r="r" t="t"/>
                <a:pathLst>
                  <a:path extrusionOk="0" h="389" w="454">
                    <a:moveTo>
                      <a:pt x="259" y="0"/>
                    </a:moveTo>
                    <a:cubicBezTo>
                      <a:pt x="87" y="0"/>
                      <a:pt x="0" y="209"/>
                      <a:pt x="123" y="331"/>
                    </a:cubicBezTo>
                    <a:cubicBezTo>
                      <a:pt x="162" y="370"/>
                      <a:pt x="211" y="388"/>
                      <a:pt x="259" y="388"/>
                    </a:cubicBezTo>
                    <a:cubicBezTo>
                      <a:pt x="358" y="388"/>
                      <a:pt x="453" y="311"/>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4"/>
              <p:cNvSpPr/>
              <p:nvPr/>
            </p:nvSpPr>
            <p:spPr>
              <a:xfrm>
                <a:off x="397125" y="868350"/>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4"/>
              <p:cNvSpPr/>
              <p:nvPr/>
            </p:nvSpPr>
            <p:spPr>
              <a:xfrm>
                <a:off x="435250" y="868375"/>
                <a:ext cx="11350" cy="9725"/>
              </a:xfrm>
              <a:custGeom>
                <a:rect b="b" l="l" r="r" t="t"/>
                <a:pathLst>
                  <a:path extrusionOk="0" h="389" w="454">
                    <a:moveTo>
                      <a:pt x="260" y="1"/>
                    </a:moveTo>
                    <a:cubicBezTo>
                      <a:pt x="87" y="1"/>
                      <a:pt x="0" y="210"/>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4"/>
              <p:cNvSpPr/>
              <p:nvPr/>
            </p:nvSpPr>
            <p:spPr>
              <a:xfrm>
                <a:off x="475000" y="86837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4"/>
              <p:cNvSpPr/>
              <p:nvPr/>
            </p:nvSpPr>
            <p:spPr>
              <a:xfrm>
                <a:off x="516425" y="868350"/>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4"/>
              <p:cNvSpPr/>
              <p:nvPr/>
            </p:nvSpPr>
            <p:spPr>
              <a:xfrm>
                <a:off x="554500" y="86837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1"/>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4"/>
              <p:cNvSpPr/>
              <p:nvPr/>
            </p:nvSpPr>
            <p:spPr>
              <a:xfrm>
                <a:off x="595925"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4"/>
              <p:cNvSpPr/>
              <p:nvPr/>
            </p:nvSpPr>
            <p:spPr>
              <a:xfrm>
                <a:off x="634025" y="86837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4"/>
              <p:cNvSpPr/>
              <p:nvPr/>
            </p:nvSpPr>
            <p:spPr>
              <a:xfrm>
                <a:off x="673775" y="86837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1"/>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4"/>
              <p:cNvSpPr/>
              <p:nvPr/>
            </p:nvSpPr>
            <p:spPr>
              <a:xfrm>
                <a:off x="715200" y="868350"/>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4"/>
              <p:cNvSpPr/>
              <p:nvPr/>
            </p:nvSpPr>
            <p:spPr>
              <a:xfrm>
                <a:off x="753300" y="86837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1"/>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4"/>
              <p:cNvSpPr/>
              <p:nvPr/>
            </p:nvSpPr>
            <p:spPr>
              <a:xfrm>
                <a:off x="794700"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4"/>
              <p:cNvSpPr/>
              <p:nvPr/>
            </p:nvSpPr>
            <p:spPr>
              <a:xfrm>
                <a:off x="832825" y="86837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1"/>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4"/>
              <p:cNvSpPr/>
              <p:nvPr/>
            </p:nvSpPr>
            <p:spPr>
              <a:xfrm>
                <a:off x="872575" y="86837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4"/>
              <p:cNvSpPr/>
              <p:nvPr/>
            </p:nvSpPr>
            <p:spPr>
              <a:xfrm>
                <a:off x="913950" y="868350"/>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4"/>
              <p:cNvSpPr/>
              <p:nvPr/>
            </p:nvSpPr>
            <p:spPr>
              <a:xfrm>
                <a:off x="953700" y="868350"/>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4"/>
              <p:cNvSpPr/>
              <p:nvPr/>
            </p:nvSpPr>
            <p:spPr>
              <a:xfrm>
                <a:off x="993450" y="868350"/>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4"/>
              <p:cNvSpPr/>
              <p:nvPr/>
            </p:nvSpPr>
            <p:spPr>
              <a:xfrm>
                <a:off x="10332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4"/>
              <p:cNvSpPr/>
              <p:nvPr/>
            </p:nvSpPr>
            <p:spPr>
              <a:xfrm>
                <a:off x="107297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4"/>
              <p:cNvSpPr/>
              <p:nvPr/>
            </p:nvSpPr>
            <p:spPr>
              <a:xfrm>
                <a:off x="1112725" y="868350"/>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4"/>
              <p:cNvSpPr/>
              <p:nvPr/>
            </p:nvSpPr>
            <p:spPr>
              <a:xfrm>
                <a:off x="1152500" y="868350"/>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4"/>
              <p:cNvSpPr/>
              <p:nvPr/>
            </p:nvSpPr>
            <p:spPr>
              <a:xfrm>
                <a:off x="1192275" y="868350"/>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4"/>
              <p:cNvSpPr/>
              <p:nvPr/>
            </p:nvSpPr>
            <p:spPr>
              <a:xfrm>
                <a:off x="1232025" y="868350"/>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4"/>
              <p:cNvSpPr/>
              <p:nvPr/>
            </p:nvSpPr>
            <p:spPr>
              <a:xfrm>
                <a:off x="317625" y="834225"/>
                <a:ext cx="9725" cy="9725"/>
              </a:xfrm>
              <a:custGeom>
                <a:rect b="b" l="l" r="r" t="t"/>
                <a:pathLst>
                  <a:path extrusionOk="0" h="389" w="389">
                    <a:moveTo>
                      <a:pt x="194" y="1"/>
                    </a:moveTo>
                    <a:cubicBezTo>
                      <a:pt x="87" y="1"/>
                      <a:pt x="0" y="89"/>
                      <a:pt x="0" y="195"/>
                    </a:cubicBezTo>
                    <a:cubicBezTo>
                      <a:pt x="0" y="302"/>
                      <a:pt x="87"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4"/>
              <p:cNvSpPr/>
              <p:nvPr/>
            </p:nvSpPr>
            <p:spPr>
              <a:xfrm>
                <a:off x="355750" y="834225"/>
                <a:ext cx="11350" cy="9725"/>
              </a:xfrm>
              <a:custGeom>
                <a:rect b="b" l="l" r="r" t="t"/>
                <a:pathLst>
                  <a:path extrusionOk="0" h="389" w="454">
                    <a:moveTo>
                      <a:pt x="259" y="1"/>
                    </a:moveTo>
                    <a:cubicBezTo>
                      <a:pt x="87" y="1"/>
                      <a:pt x="0" y="210"/>
                      <a:pt x="123" y="331"/>
                    </a:cubicBezTo>
                    <a:cubicBezTo>
                      <a:pt x="162" y="371"/>
                      <a:pt x="211" y="389"/>
                      <a:pt x="259" y="389"/>
                    </a:cubicBezTo>
                    <a:cubicBezTo>
                      <a:pt x="358" y="389"/>
                      <a:pt x="453" y="312"/>
                      <a:pt x="453" y="196"/>
                    </a:cubicBezTo>
                    <a:cubicBezTo>
                      <a:pt x="453" y="89"/>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4"/>
              <p:cNvSpPr/>
              <p:nvPr/>
            </p:nvSpPr>
            <p:spPr>
              <a:xfrm>
                <a:off x="397125" y="834225"/>
                <a:ext cx="9725" cy="9725"/>
              </a:xfrm>
              <a:custGeom>
                <a:rect b="b" l="l" r="r" t="t"/>
                <a:pathLst>
                  <a:path extrusionOk="0" h="389" w="389">
                    <a:moveTo>
                      <a:pt x="195" y="1"/>
                    </a:moveTo>
                    <a:cubicBezTo>
                      <a:pt x="88" y="1"/>
                      <a:pt x="1" y="89"/>
                      <a:pt x="1" y="195"/>
                    </a:cubicBezTo>
                    <a:cubicBezTo>
                      <a:pt x="1" y="302"/>
                      <a:pt x="88"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4"/>
              <p:cNvSpPr/>
              <p:nvPr/>
            </p:nvSpPr>
            <p:spPr>
              <a:xfrm>
                <a:off x="435250" y="834275"/>
                <a:ext cx="11350" cy="9725"/>
              </a:xfrm>
              <a:custGeom>
                <a:rect b="b" l="l" r="r" t="t"/>
                <a:pathLst>
                  <a:path extrusionOk="0" h="389" w="454">
                    <a:moveTo>
                      <a:pt x="260" y="0"/>
                    </a:moveTo>
                    <a:cubicBezTo>
                      <a:pt x="87" y="0"/>
                      <a:pt x="0" y="208"/>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4"/>
              <p:cNvSpPr/>
              <p:nvPr/>
            </p:nvSpPr>
            <p:spPr>
              <a:xfrm>
                <a:off x="475025" y="834275"/>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1"/>
                    </a:cubicBezTo>
                    <a:cubicBezTo>
                      <a:pt x="161" y="371"/>
                      <a:pt x="210" y="388"/>
                      <a:pt x="258" y="388"/>
                    </a:cubicBezTo>
                    <a:cubicBezTo>
                      <a:pt x="357"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4"/>
              <p:cNvSpPr/>
              <p:nvPr/>
            </p:nvSpPr>
            <p:spPr>
              <a:xfrm>
                <a:off x="516425" y="834225"/>
                <a:ext cx="9675" cy="9725"/>
              </a:xfrm>
              <a:custGeom>
                <a:rect b="b" l="l" r="r" t="t"/>
                <a:pathLst>
                  <a:path extrusionOk="0" h="389" w="387">
                    <a:moveTo>
                      <a:pt x="193" y="1"/>
                    </a:moveTo>
                    <a:cubicBezTo>
                      <a:pt x="87" y="1"/>
                      <a:pt x="0" y="89"/>
                      <a:pt x="0" y="195"/>
                    </a:cubicBezTo>
                    <a:cubicBezTo>
                      <a:pt x="0"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4"/>
              <p:cNvSpPr/>
              <p:nvPr/>
            </p:nvSpPr>
            <p:spPr>
              <a:xfrm>
                <a:off x="554525" y="834275"/>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1"/>
                    </a:cubicBezTo>
                    <a:cubicBezTo>
                      <a:pt x="162" y="371"/>
                      <a:pt x="211" y="388"/>
                      <a:pt x="258" y="388"/>
                    </a:cubicBezTo>
                    <a:cubicBezTo>
                      <a:pt x="358" y="388"/>
                      <a:pt x="453" y="311"/>
                      <a:pt x="453" y="194"/>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4"/>
              <p:cNvSpPr/>
              <p:nvPr/>
            </p:nvSpPr>
            <p:spPr>
              <a:xfrm>
                <a:off x="595925"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7" y="302"/>
                      <a:pt x="387" y="195"/>
                    </a:cubicBezTo>
                    <a:cubicBezTo>
                      <a:pt x="387"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4"/>
              <p:cNvSpPr/>
              <p:nvPr/>
            </p:nvSpPr>
            <p:spPr>
              <a:xfrm>
                <a:off x="634025" y="834275"/>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1"/>
                    </a:cubicBezTo>
                    <a:cubicBezTo>
                      <a:pt x="163" y="371"/>
                      <a:pt x="211" y="388"/>
                      <a:pt x="259" y="388"/>
                    </a:cubicBezTo>
                    <a:cubicBezTo>
                      <a:pt x="359" y="388"/>
                      <a:pt x="454" y="311"/>
                      <a:pt x="455" y="194"/>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4"/>
              <p:cNvSpPr/>
              <p:nvPr/>
            </p:nvSpPr>
            <p:spPr>
              <a:xfrm>
                <a:off x="673775" y="83427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4"/>
              <p:cNvSpPr/>
              <p:nvPr/>
            </p:nvSpPr>
            <p:spPr>
              <a:xfrm>
                <a:off x="715200" y="834225"/>
                <a:ext cx="9725" cy="9725"/>
              </a:xfrm>
              <a:custGeom>
                <a:rect b="b" l="l" r="r" t="t"/>
                <a:pathLst>
                  <a:path extrusionOk="0" h="389" w="389">
                    <a:moveTo>
                      <a:pt x="194" y="1"/>
                    </a:moveTo>
                    <a:cubicBezTo>
                      <a:pt x="86" y="1"/>
                      <a:pt x="0" y="89"/>
                      <a:pt x="0" y="195"/>
                    </a:cubicBezTo>
                    <a:cubicBezTo>
                      <a:pt x="0" y="302"/>
                      <a:pt x="86"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4"/>
              <p:cNvSpPr/>
              <p:nvPr/>
            </p:nvSpPr>
            <p:spPr>
              <a:xfrm>
                <a:off x="753300" y="834275"/>
                <a:ext cx="11375" cy="9725"/>
              </a:xfrm>
              <a:custGeom>
                <a:rect b="b" l="l" r="r" t="t"/>
                <a:pathLst>
                  <a:path extrusionOk="0" h="389" w="455">
                    <a:moveTo>
                      <a:pt x="263" y="0"/>
                    </a:moveTo>
                    <a:cubicBezTo>
                      <a:pt x="262" y="0"/>
                      <a:pt x="261" y="0"/>
                      <a:pt x="260" y="0"/>
                    </a:cubicBezTo>
                    <a:cubicBezTo>
                      <a:pt x="87" y="0"/>
                      <a:pt x="1" y="208"/>
                      <a:pt x="122" y="331"/>
                    </a:cubicBezTo>
                    <a:cubicBezTo>
                      <a:pt x="162" y="371"/>
                      <a:pt x="211" y="388"/>
                      <a:pt x="259" y="388"/>
                    </a:cubicBezTo>
                    <a:cubicBezTo>
                      <a:pt x="359" y="388"/>
                      <a:pt x="454" y="311"/>
                      <a:pt x="454" y="194"/>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4"/>
              <p:cNvSpPr/>
              <p:nvPr/>
            </p:nvSpPr>
            <p:spPr>
              <a:xfrm>
                <a:off x="794700"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4"/>
              <p:cNvSpPr/>
              <p:nvPr/>
            </p:nvSpPr>
            <p:spPr>
              <a:xfrm>
                <a:off x="832825" y="834275"/>
                <a:ext cx="11350" cy="9725"/>
              </a:xfrm>
              <a:custGeom>
                <a:rect b="b" l="l" r="r" t="t"/>
                <a:pathLst>
                  <a:path extrusionOk="0" h="389" w="454">
                    <a:moveTo>
                      <a:pt x="262" y="0"/>
                    </a:moveTo>
                    <a:cubicBezTo>
                      <a:pt x="261" y="0"/>
                      <a:pt x="260" y="0"/>
                      <a:pt x="259" y="0"/>
                    </a:cubicBezTo>
                    <a:cubicBezTo>
                      <a:pt x="87" y="0"/>
                      <a:pt x="0" y="208"/>
                      <a:pt x="122" y="331"/>
                    </a:cubicBezTo>
                    <a:cubicBezTo>
                      <a:pt x="161" y="371"/>
                      <a:pt x="210" y="388"/>
                      <a:pt x="258" y="388"/>
                    </a:cubicBezTo>
                    <a:cubicBezTo>
                      <a:pt x="358" y="388"/>
                      <a:pt x="453" y="311"/>
                      <a:pt x="453" y="194"/>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4"/>
              <p:cNvSpPr/>
              <p:nvPr/>
            </p:nvSpPr>
            <p:spPr>
              <a:xfrm>
                <a:off x="872575" y="834225"/>
                <a:ext cx="11350" cy="9750"/>
              </a:xfrm>
              <a:custGeom>
                <a:rect b="b" l="l" r="r" t="t"/>
                <a:pathLst>
                  <a:path extrusionOk="0" h="390" w="454">
                    <a:moveTo>
                      <a:pt x="260" y="1"/>
                    </a:moveTo>
                    <a:cubicBezTo>
                      <a:pt x="87" y="2"/>
                      <a:pt x="0" y="210"/>
                      <a:pt x="122" y="333"/>
                    </a:cubicBezTo>
                    <a:cubicBezTo>
                      <a:pt x="161" y="372"/>
                      <a:pt x="210" y="389"/>
                      <a:pt x="258" y="389"/>
                    </a:cubicBezTo>
                    <a:cubicBezTo>
                      <a:pt x="358" y="389"/>
                      <a:pt x="454" y="312"/>
                      <a:pt x="454" y="196"/>
                    </a:cubicBezTo>
                    <a:cubicBezTo>
                      <a:pt x="454" y="89"/>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4"/>
              <p:cNvSpPr/>
              <p:nvPr/>
            </p:nvSpPr>
            <p:spPr>
              <a:xfrm>
                <a:off x="913950" y="834225"/>
                <a:ext cx="9725" cy="9725"/>
              </a:xfrm>
              <a:custGeom>
                <a:rect b="b" l="l" r="r" t="t"/>
                <a:pathLst>
                  <a:path extrusionOk="0" h="389" w="389">
                    <a:moveTo>
                      <a:pt x="195" y="1"/>
                    </a:moveTo>
                    <a:cubicBezTo>
                      <a:pt x="87" y="1"/>
                      <a:pt x="1" y="89"/>
                      <a:pt x="1" y="195"/>
                    </a:cubicBezTo>
                    <a:cubicBezTo>
                      <a:pt x="1" y="302"/>
                      <a:pt x="87"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4"/>
              <p:cNvSpPr/>
              <p:nvPr/>
            </p:nvSpPr>
            <p:spPr>
              <a:xfrm>
                <a:off x="953700" y="834225"/>
                <a:ext cx="9725" cy="9725"/>
              </a:xfrm>
              <a:custGeom>
                <a:rect b="b" l="l" r="r" t="t"/>
                <a:pathLst>
                  <a:path extrusionOk="0" h="389" w="389">
                    <a:moveTo>
                      <a:pt x="195" y="1"/>
                    </a:moveTo>
                    <a:cubicBezTo>
                      <a:pt x="89" y="1"/>
                      <a:pt x="1" y="89"/>
                      <a:pt x="1" y="195"/>
                    </a:cubicBezTo>
                    <a:cubicBezTo>
                      <a:pt x="1" y="302"/>
                      <a:pt x="89" y="389"/>
                      <a:pt x="195" y="389"/>
                    </a:cubicBezTo>
                    <a:cubicBezTo>
                      <a:pt x="302" y="389"/>
                      <a:pt x="389" y="302"/>
                      <a:pt x="389" y="195"/>
                    </a:cubicBezTo>
                    <a:cubicBezTo>
                      <a:pt x="389" y="89"/>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4"/>
              <p:cNvSpPr/>
              <p:nvPr/>
            </p:nvSpPr>
            <p:spPr>
              <a:xfrm>
                <a:off x="993450" y="834225"/>
                <a:ext cx="9725" cy="9725"/>
              </a:xfrm>
              <a:custGeom>
                <a:rect b="b" l="l" r="r" t="t"/>
                <a:pathLst>
                  <a:path extrusionOk="0" h="389" w="389">
                    <a:moveTo>
                      <a:pt x="195" y="1"/>
                    </a:moveTo>
                    <a:cubicBezTo>
                      <a:pt x="89" y="1"/>
                      <a:pt x="1" y="89"/>
                      <a:pt x="1" y="195"/>
                    </a:cubicBezTo>
                    <a:cubicBezTo>
                      <a:pt x="1" y="302"/>
                      <a:pt x="89" y="389"/>
                      <a:pt x="195" y="389"/>
                    </a:cubicBezTo>
                    <a:cubicBezTo>
                      <a:pt x="303" y="389"/>
                      <a:pt x="389" y="302"/>
                      <a:pt x="389" y="195"/>
                    </a:cubicBezTo>
                    <a:cubicBezTo>
                      <a:pt x="389" y="89"/>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4"/>
              <p:cNvSpPr/>
              <p:nvPr/>
            </p:nvSpPr>
            <p:spPr>
              <a:xfrm>
                <a:off x="10332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4"/>
              <p:cNvSpPr/>
              <p:nvPr/>
            </p:nvSpPr>
            <p:spPr>
              <a:xfrm>
                <a:off x="107297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4"/>
              <p:cNvSpPr/>
              <p:nvPr/>
            </p:nvSpPr>
            <p:spPr>
              <a:xfrm>
                <a:off x="1112725" y="834225"/>
                <a:ext cx="9725" cy="9725"/>
              </a:xfrm>
              <a:custGeom>
                <a:rect b="b" l="l" r="r" t="t"/>
                <a:pathLst>
                  <a:path extrusionOk="0" h="389" w="389">
                    <a:moveTo>
                      <a:pt x="194" y="1"/>
                    </a:moveTo>
                    <a:cubicBezTo>
                      <a:pt x="88" y="1"/>
                      <a:pt x="0" y="89"/>
                      <a:pt x="0" y="195"/>
                    </a:cubicBezTo>
                    <a:cubicBezTo>
                      <a:pt x="0" y="302"/>
                      <a:pt x="88" y="389"/>
                      <a:pt x="194" y="389"/>
                    </a:cubicBezTo>
                    <a:cubicBezTo>
                      <a:pt x="302" y="389"/>
                      <a:pt x="388" y="302"/>
                      <a:pt x="388" y="195"/>
                    </a:cubicBezTo>
                    <a:cubicBezTo>
                      <a:pt x="388" y="89"/>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4"/>
              <p:cNvSpPr/>
              <p:nvPr/>
            </p:nvSpPr>
            <p:spPr>
              <a:xfrm>
                <a:off x="1152500" y="834225"/>
                <a:ext cx="9700" cy="9725"/>
              </a:xfrm>
              <a:custGeom>
                <a:rect b="b" l="l" r="r" t="t"/>
                <a:pathLst>
                  <a:path extrusionOk="0" h="389" w="388">
                    <a:moveTo>
                      <a:pt x="193" y="1"/>
                    </a:moveTo>
                    <a:cubicBezTo>
                      <a:pt x="87" y="1"/>
                      <a:pt x="1" y="89"/>
                      <a:pt x="1" y="195"/>
                    </a:cubicBezTo>
                    <a:cubicBezTo>
                      <a:pt x="1" y="302"/>
                      <a:pt x="87" y="389"/>
                      <a:pt x="193" y="389"/>
                    </a:cubicBezTo>
                    <a:cubicBezTo>
                      <a:pt x="301" y="389"/>
                      <a:pt x="388" y="302"/>
                      <a:pt x="388" y="195"/>
                    </a:cubicBezTo>
                    <a:cubicBezTo>
                      <a:pt x="388" y="89"/>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4"/>
              <p:cNvSpPr/>
              <p:nvPr/>
            </p:nvSpPr>
            <p:spPr>
              <a:xfrm>
                <a:off x="1192275" y="834225"/>
                <a:ext cx="9675" cy="9725"/>
              </a:xfrm>
              <a:custGeom>
                <a:rect b="b" l="l" r="r" t="t"/>
                <a:pathLst>
                  <a:path extrusionOk="0" h="389" w="387">
                    <a:moveTo>
                      <a:pt x="193" y="1"/>
                    </a:moveTo>
                    <a:cubicBezTo>
                      <a:pt x="86" y="1"/>
                      <a:pt x="0" y="89"/>
                      <a:pt x="0" y="195"/>
                    </a:cubicBezTo>
                    <a:cubicBezTo>
                      <a:pt x="0" y="302"/>
                      <a:pt x="86" y="389"/>
                      <a:pt x="193" y="389"/>
                    </a:cubicBezTo>
                    <a:cubicBezTo>
                      <a:pt x="300" y="389"/>
                      <a:pt x="387" y="302"/>
                      <a:pt x="387" y="195"/>
                    </a:cubicBezTo>
                    <a:cubicBezTo>
                      <a:pt x="387" y="89"/>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4"/>
              <p:cNvSpPr/>
              <p:nvPr/>
            </p:nvSpPr>
            <p:spPr>
              <a:xfrm>
                <a:off x="1232025" y="834225"/>
                <a:ext cx="9675" cy="9725"/>
              </a:xfrm>
              <a:custGeom>
                <a:rect b="b" l="l" r="r" t="t"/>
                <a:pathLst>
                  <a:path extrusionOk="0" h="389" w="387">
                    <a:moveTo>
                      <a:pt x="194" y="1"/>
                    </a:moveTo>
                    <a:cubicBezTo>
                      <a:pt x="87" y="1"/>
                      <a:pt x="0" y="89"/>
                      <a:pt x="0" y="195"/>
                    </a:cubicBezTo>
                    <a:cubicBezTo>
                      <a:pt x="0" y="302"/>
                      <a:pt x="87" y="389"/>
                      <a:pt x="194" y="389"/>
                    </a:cubicBezTo>
                    <a:cubicBezTo>
                      <a:pt x="300" y="389"/>
                      <a:pt x="387" y="302"/>
                      <a:pt x="387" y="195"/>
                    </a:cubicBezTo>
                    <a:cubicBezTo>
                      <a:pt x="387"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4"/>
              <p:cNvSpPr/>
              <p:nvPr/>
            </p:nvSpPr>
            <p:spPr>
              <a:xfrm>
                <a:off x="317625" y="800125"/>
                <a:ext cx="9725" cy="9725"/>
              </a:xfrm>
              <a:custGeom>
                <a:rect b="b" l="l" r="r" t="t"/>
                <a:pathLst>
                  <a:path extrusionOk="0" h="389" w="389">
                    <a:moveTo>
                      <a:pt x="194" y="1"/>
                    </a:moveTo>
                    <a:cubicBezTo>
                      <a:pt x="87" y="1"/>
                      <a:pt x="0" y="88"/>
                      <a:pt x="0" y="195"/>
                    </a:cubicBezTo>
                    <a:cubicBezTo>
                      <a:pt x="0" y="302"/>
                      <a:pt x="87"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4"/>
              <p:cNvSpPr/>
              <p:nvPr/>
            </p:nvSpPr>
            <p:spPr>
              <a:xfrm>
                <a:off x="355750" y="800125"/>
                <a:ext cx="11350" cy="9750"/>
              </a:xfrm>
              <a:custGeom>
                <a:rect b="b" l="l" r="r" t="t"/>
                <a:pathLst>
                  <a:path extrusionOk="0" h="390" w="454">
                    <a:moveTo>
                      <a:pt x="259" y="1"/>
                    </a:moveTo>
                    <a:cubicBezTo>
                      <a:pt x="87" y="1"/>
                      <a:pt x="0" y="210"/>
                      <a:pt x="123" y="333"/>
                    </a:cubicBezTo>
                    <a:cubicBezTo>
                      <a:pt x="162" y="372"/>
                      <a:pt x="210" y="389"/>
                      <a:pt x="258" y="389"/>
                    </a:cubicBezTo>
                    <a:cubicBezTo>
                      <a:pt x="357" y="389"/>
                      <a:pt x="453" y="312"/>
                      <a:pt x="453" y="196"/>
                    </a:cubicBezTo>
                    <a:cubicBezTo>
                      <a:pt x="453" y="88"/>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4"/>
              <p:cNvSpPr/>
              <p:nvPr/>
            </p:nvSpPr>
            <p:spPr>
              <a:xfrm>
                <a:off x="397125" y="800125"/>
                <a:ext cx="9725" cy="9725"/>
              </a:xfrm>
              <a:custGeom>
                <a:rect b="b" l="l" r="r" t="t"/>
                <a:pathLst>
                  <a:path extrusionOk="0" h="389" w="389">
                    <a:moveTo>
                      <a:pt x="195" y="1"/>
                    </a:moveTo>
                    <a:cubicBezTo>
                      <a:pt x="88" y="1"/>
                      <a:pt x="1" y="88"/>
                      <a:pt x="1" y="195"/>
                    </a:cubicBezTo>
                    <a:cubicBezTo>
                      <a:pt x="1" y="302"/>
                      <a:pt x="88"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4"/>
              <p:cNvSpPr/>
              <p:nvPr/>
            </p:nvSpPr>
            <p:spPr>
              <a:xfrm>
                <a:off x="435250" y="800175"/>
                <a:ext cx="11350" cy="9725"/>
              </a:xfrm>
              <a:custGeom>
                <a:rect b="b" l="l" r="r" t="t"/>
                <a:pathLst>
                  <a:path extrusionOk="0" h="389" w="454">
                    <a:moveTo>
                      <a:pt x="260" y="0"/>
                    </a:moveTo>
                    <a:cubicBezTo>
                      <a:pt x="87" y="0"/>
                      <a:pt x="0" y="209"/>
                      <a:pt x="123" y="331"/>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4"/>
              <p:cNvSpPr/>
              <p:nvPr/>
            </p:nvSpPr>
            <p:spPr>
              <a:xfrm>
                <a:off x="475000" y="800175"/>
                <a:ext cx="11350" cy="9725"/>
              </a:xfrm>
              <a:custGeom>
                <a:rect b="b" l="l" r="r" t="t"/>
                <a:pathLst>
                  <a:path extrusionOk="0" h="389" w="454">
                    <a:moveTo>
                      <a:pt x="260" y="0"/>
                    </a:moveTo>
                    <a:cubicBezTo>
                      <a:pt x="87" y="0"/>
                      <a:pt x="1" y="208"/>
                      <a:pt x="122" y="331"/>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4"/>
              <p:cNvSpPr/>
              <p:nvPr/>
            </p:nvSpPr>
            <p:spPr>
              <a:xfrm>
                <a:off x="516425" y="800125"/>
                <a:ext cx="9675" cy="9725"/>
              </a:xfrm>
              <a:custGeom>
                <a:rect b="b" l="l" r="r" t="t"/>
                <a:pathLst>
                  <a:path extrusionOk="0" h="389" w="387">
                    <a:moveTo>
                      <a:pt x="193" y="1"/>
                    </a:moveTo>
                    <a:cubicBezTo>
                      <a:pt x="87" y="1"/>
                      <a:pt x="0" y="88"/>
                      <a:pt x="0" y="195"/>
                    </a:cubicBezTo>
                    <a:cubicBezTo>
                      <a:pt x="0"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4"/>
              <p:cNvSpPr/>
              <p:nvPr/>
            </p:nvSpPr>
            <p:spPr>
              <a:xfrm>
                <a:off x="554500" y="800175"/>
                <a:ext cx="11375" cy="9725"/>
              </a:xfrm>
              <a:custGeom>
                <a:rect b="b" l="l" r="r" t="t"/>
                <a:pathLst>
                  <a:path extrusionOk="0" h="389" w="455">
                    <a:moveTo>
                      <a:pt x="262" y="0"/>
                    </a:moveTo>
                    <a:cubicBezTo>
                      <a:pt x="87" y="0"/>
                      <a:pt x="1" y="208"/>
                      <a:pt x="124" y="331"/>
                    </a:cubicBezTo>
                    <a:cubicBezTo>
                      <a:pt x="163" y="370"/>
                      <a:pt x="212" y="388"/>
                      <a:pt x="260" y="388"/>
                    </a:cubicBezTo>
                    <a:cubicBezTo>
                      <a:pt x="359" y="388"/>
                      <a:pt x="454" y="311"/>
                      <a:pt x="454"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4"/>
              <p:cNvSpPr/>
              <p:nvPr/>
            </p:nvSpPr>
            <p:spPr>
              <a:xfrm>
                <a:off x="595925"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7" y="302"/>
                      <a:pt x="387" y="195"/>
                    </a:cubicBezTo>
                    <a:cubicBezTo>
                      <a:pt x="387"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4"/>
              <p:cNvSpPr/>
              <p:nvPr/>
            </p:nvSpPr>
            <p:spPr>
              <a:xfrm>
                <a:off x="634025" y="800175"/>
                <a:ext cx="11375" cy="9725"/>
              </a:xfrm>
              <a:custGeom>
                <a:rect b="b" l="l" r="r" t="t"/>
                <a:pathLst>
                  <a:path extrusionOk="0" h="389" w="455">
                    <a:moveTo>
                      <a:pt x="261" y="0"/>
                    </a:moveTo>
                    <a:cubicBezTo>
                      <a:pt x="88" y="0"/>
                      <a:pt x="0" y="208"/>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4"/>
              <p:cNvSpPr/>
              <p:nvPr/>
            </p:nvSpPr>
            <p:spPr>
              <a:xfrm>
                <a:off x="673775" y="800175"/>
                <a:ext cx="11375" cy="9725"/>
              </a:xfrm>
              <a:custGeom>
                <a:rect b="b" l="l" r="r" t="t"/>
                <a:pathLst>
                  <a:path extrusionOk="0" h="389" w="455">
                    <a:moveTo>
                      <a:pt x="261" y="0"/>
                    </a:moveTo>
                    <a:cubicBezTo>
                      <a:pt x="88" y="0"/>
                      <a:pt x="0" y="209"/>
                      <a:pt x="123" y="331"/>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4"/>
              <p:cNvSpPr/>
              <p:nvPr/>
            </p:nvSpPr>
            <p:spPr>
              <a:xfrm>
                <a:off x="715200" y="800125"/>
                <a:ext cx="9725" cy="9725"/>
              </a:xfrm>
              <a:custGeom>
                <a:rect b="b" l="l" r="r" t="t"/>
                <a:pathLst>
                  <a:path extrusionOk="0" h="389" w="389">
                    <a:moveTo>
                      <a:pt x="194" y="1"/>
                    </a:moveTo>
                    <a:cubicBezTo>
                      <a:pt x="86" y="1"/>
                      <a:pt x="0" y="88"/>
                      <a:pt x="0" y="195"/>
                    </a:cubicBezTo>
                    <a:cubicBezTo>
                      <a:pt x="0" y="302"/>
                      <a:pt x="86"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4"/>
              <p:cNvSpPr/>
              <p:nvPr/>
            </p:nvSpPr>
            <p:spPr>
              <a:xfrm>
                <a:off x="753300" y="800175"/>
                <a:ext cx="11375" cy="9725"/>
              </a:xfrm>
              <a:custGeom>
                <a:rect b="b" l="l" r="r" t="t"/>
                <a:pathLst>
                  <a:path extrusionOk="0" h="389" w="455">
                    <a:moveTo>
                      <a:pt x="260" y="0"/>
                    </a:moveTo>
                    <a:cubicBezTo>
                      <a:pt x="87" y="0"/>
                      <a:pt x="1" y="209"/>
                      <a:pt x="122" y="331"/>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4"/>
              <p:cNvSpPr/>
              <p:nvPr/>
            </p:nvSpPr>
            <p:spPr>
              <a:xfrm>
                <a:off x="794700"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4"/>
              <p:cNvSpPr/>
              <p:nvPr/>
            </p:nvSpPr>
            <p:spPr>
              <a:xfrm>
                <a:off x="832825" y="800175"/>
                <a:ext cx="11350" cy="9725"/>
              </a:xfrm>
              <a:custGeom>
                <a:rect b="b" l="l" r="r" t="t"/>
                <a:pathLst>
                  <a:path extrusionOk="0" h="389" w="454">
                    <a:moveTo>
                      <a:pt x="259" y="0"/>
                    </a:moveTo>
                    <a:cubicBezTo>
                      <a:pt x="87" y="0"/>
                      <a:pt x="0" y="209"/>
                      <a:pt x="122" y="331"/>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4"/>
              <p:cNvSpPr/>
              <p:nvPr/>
            </p:nvSpPr>
            <p:spPr>
              <a:xfrm>
                <a:off x="872575" y="800125"/>
                <a:ext cx="11350" cy="9750"/>
              </a:xfrm>
              <a:custGeom>
                <a:rect b="b" l="l" r="r" t="t"/>
                <a:pathLst>
                  <a:path extrusionOk="0" h="390" w="454">
                    <a:moveTo>
                      <a:pt x="260" y="1"/>
                    </a:moveTo>
                    <a:cubicBezTo>
                      <a:pt x="87" y="2"/>
                      <a:pt x="0" y="211"/>
                      <a:pt x="122" y="333"/>
                    </a:cubicBezTo>
                    <a:cubicBezTo>
                      <a:pt x="161" y="372"/>
                      <a:pt x="210" y="389"/>
                      <a:pt x="258" y="389"/>
                    </a:cubicBezTo>
                    <a:cubicBezTo>
                      <a:pt x="358" y="389"/>
                      <a:pt x="454" y="312"/>
                      <a:pt x="454" y="196"/>
                    </a:cubicBezTo>
                    <a:cubicBezTo>
                      <a:pt x="454" y="88"/>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4"/>
              <p:cNvSpPr/>
              <p:nvPr/>
            </p:nvSpPr>
            <p:spPr>
              <a:xfrm>
                <a:off x="913950" y="800125"/>
                <a:ext cx="9725" cy="9725"/>
              </a:xfrm>
              <a:custGeom>
                <a:rect b="b" l="l" r="r" t="t"/>
                <a:pathLst>
                  <a:path extrusionOk="0" h="389" w="389">
                    <a:moveTo>
                      <a:pt x="195" y="1"/>
                    </a:moveTo>
                    <a:cubicBezTo>
                      <a:pt x="87" y="1"/>
                      <a:pt x="1" y="88"/>
                      <a:pt x="1" y="195"/>
                    </a:cubicBezTo>
                    <a:cubicBezTo>
                      <a:pt x="1" y="302"/>
                      <a:pt x="87"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4"/>
              <p:cNvSpPr/>
              <p:nvPr/>
            </p:nvSpPr>
            <p:spPr>
              <a:xfrm>
                <a:off x="953700" y="800125"/>
                <a:ext cx="9725" cy="9725"/>
              </a:xfrm>
              <a:custGeom>
                <a:rect b="b" l="l" r="r" t="t"/>
                <a:pathLst>
                  <a:path extrusionOk="0" h="389" w="389">
                    <a:moveTo>
                      <a:pt x="195" y="1"/>
                    </a:moveTo>
                    <a:cubicBezTo>
                      <a:pt x="89" y="1"/>
                      <a:pt x="1" y="88"/>
                      <a:pt x="1" y="195"/>
                    </a:cubicBezTo>
                    <a:cubicBezTo>
                      <a:pt x="1" y="302"/>
                      <a:pt x="89" y="389"/>
                      <a:pt x="195" y="389"/>
                    </a:cubicBezTo>
                    <a:cubicBezTo>
                      <a:pt x="302" y="389"/>
                      <a:pt x="389" y="302"/>
                      <a:pt x="389" y="195"/>
                    </a:cubicBezTo>
                    <a:cubicBezTo>
                      <a:pt x="389" y="88"/>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4"/>
              <p:cNvSpPr/>
              <p:nvPr/>
            </p:nvSpPr>
            <p:spPr>
              <a:xfrm>
                <a:off x="993450" y="800125"/>
                <a:ext cx="9725" cy="9725"/>
              </a:xfrm>
              <a:custGeom>
                <a:rect b="b" l="l" r="r" t="t"/>
                <a:pathLst>
                  <a:path extrusionOk="0" h="389" w="389">
                    <a:moveTo>
                      <a:pt x="195" y="1"/>
                    </a:moveTo>
                    <a:cubicBezTo>
                      <a:pt x="89" y="1"/>
                      <a:pt x="1" y="88"/>
                      <a:pt x="1" y="195"/>
                    </a:cubicBezTo>
                    <a:cubicBezTo>
                      <a:pt x="1" y="302"/>
                      <a:pt x="89" y="389"/>
                      <a:pt x="195" y="389"/>
                    </a:cubicBezTo>
                    <a:cubicBezTo>
                      <a:pt x="303" y="389"/>
                      <a:pt x="389" y="302"/>
                      <a:pt x="389" y="195"/>
                    </a:cubicBezTo>
                    <a:cubicBezTo>
                      <a:pt x="389" y="88"/>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4"/>
              <p:cNvSpPr/>
              <p:nvPr/>
            </p:nvSpPr>
            <p:spPr>
              <a:xfrm>
                <a:off x="10332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4"/>
              <p:cNvSpPr/>
              <p:nvPr/>
            </p:nvSpPr>
            <p:spPr>
              <a:xfrm>
                <a:off x="107297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4"/>
              <p:cNvSpPr/>
              <p:nvPr/>
            </p:nvSpPr>
            <p:spPr>
              <a:xfrm>
                <a:off x="1112725" y="800125"/>
                <a:ext cx="9725" cy="9725"/>
              </a:xfrm>
              <a:custGeom>
                <a:rect b="b" l="l" r="r" t="t"/>
                <a:pathLst>
                  <a:path extrusionOk="0" h="389" w="389">
                    <a:moveTo>
                      <a:pt x="194" y="1"/>
                    </a:moveTo>
                    <a:cubicBezTo>
                      <a:pt x="88" y="1"/>
                      <a:pt x="0" y="88"/>
                      <a:pt x="0" y="195"/>
                    </a:cubicBezTo>
                    <a:cubicBezTo>
                      <a:pt x="0" y="302"/>
                      <a:pt x="88" y="389"/>
                      <a:pt x="194" y="389"/>
                    </a:cubicBezTo>
                    <a:cubicBezTo>
                      <a:pt x="302" y="389"/>
                      <a:pt x="388" y="302"/>
                      <a:pt x="388" y="195"/>
                    </a:cubicBezTo>
                    <a:cubicBezTo>
                      <a:pt x="388" y="88"/>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4"/>
              <p:cNvSpPr/>
              <p:nvPr/>
            </p:nvSpPr>
            <p:spPr>
              <a:xfrm>
                <a:off x="1152500" y="800125"/>
                <a:ext cx="9700" cy="9725"/>
              </a:xfrm>
              <a:custGeom>
                <a:rect b="b" l="l" r="r" t="t"/>
                <a:pathLst>
                  <a:path extrusionOk="0" h="389" w="388">
                    <a:moveTo>
                      <a:pt x="193" y="1"/>
                    </a:moveTo>
                    <a:cubicBezTo>
                      <a:pt x="87" y="1"/>
                      <a:pt x="1" y="88"/>
                      <a:pt x="1" y="195"/>
                    </a:cubicBezTo>
                    <a:cubicBezTo>
                      <a:pt x="1" y="302"/>
                      <a:pt x="87" y="389"/>
                      <a:pt x="193" y="389"/>
                    </a:cubicBezTo>
                    <a:cubicBezTo>
                      <a:pt x="301" y="389"/>
                      <a:pt x="388" y="302"/>
                      <a:pt x="388" y="195"/>
                    </a:cubicBezTo>
                    <a:cubicBezTo>
                      <a:pt x="388" y="88"/>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4"/>
              <p:cNvSpPr/>
              <p:nvPr/>
            </p:nvSpPr>
            <p:spPr>
              <a:xfrm>
                <a:off x="1192275" y="800125"/>
                <a:ext cx="9675" cy="9725"/>
              </a:xfrm>
              <a:custGeom>
                <a:rect b="b" l="l" r="r" t="t"/>
                <a:pathLst>
                  <a:path extrusionOk="0" h="389" w="387">
                    <a:moveTo>
                      <a:pt x="193" y="1"/>
                    </a:moveTo>
                    <a:cubicBezTo>
                      <a:pt x="86" y="1"/>
                      <a:pt x="0" y="88"/>
                      <a:pt x="0" y="195"/>
                    </a:cubicBezTo>
                    <a:cubicBezTo>
                      <a:pt x="0" y="302"/>
                      <a:pt x="86" y="389"/>
                      <a:pt x="193" y="389"/>
                    </a:cubicBezTo>
                    <a:cubicBezTo>
                      <a:pt x="300" y="389"/>
                      <a:pt x="387" y="302"/>
                      <a:pt x="387" y="195"/>
                    </a:cubicBezTo>
                    <a:cubicBezTo>
                      <a:pt x="387" y="88"/>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4"/>
              <p:cNvSpPr/>
              <p:nvPr/>
            </p:nvSpPr>
            <p:spPr>
              <a:xfrm>
                <a:off x="1232025" y="800125"/>
                <a:ext cx="9675" cy="9725"/>
              </a:xfrm>
              <a:custGeom>
                <a:rect b="b" l="l" r="r" t="t"/>
                <a:pathLst>
                  <a:path extrusionOk="0" h="389" w="387">
                    <a:moveTo>
                      <a:pt x="194" y="1"/>
                    </a:moveTo>
                    <a:cubicBezTo>
                      <a:pt x="87" y="1"/>
                      <a:pt x="0" y="88"/>
                      <a:pt x="0" y="195"/>
                    </a:cubicBezTo>
                    <a:cubicBezTo>
                      <a:pt x="0" y="302"/>
                      <a:pt x="87" y="389"/>
                      <a:pt x="194" y="389"/>
                    </a:cubicBezTo>
                    <a:cubicBezTo>
                      <a:pt x="300" y="389"/>
                      <a:pt x="387" y="302"/>
                      <a:pt x="387" y="195"/>
                    </a:cubicBezTo>
                    <a:cubicBezTo>
                      <a:pt x="387"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4"/>
              <p:cNvSpPr/>
              <p:nvPr/>
            </p:nvSpPr>
            <p:spPr>
              <a:xfrm>
                <a:off x="355750" y="766025"/>
                <a:ext cx="11350" cy="9725"/>
              </a:xfrm>
              <a:custGeom>
                <a:rect b="b" l="l" r="r" t="t"/>
                <a:pathLst>
                  <a:path extrusionOk="0" h="389" w="454">
                    <a:moveTo>
                      <a:pt x="259" y="0"/>
                    </a:moveTo>
                    <a:cubicBezTo>
                      <a:pt x="87" y="0"/>
                      <a:pt x="0" y="209"/>
                      <a:pt x="123" y="332"/>
                    </a:cubicBezTo>
                    <a:cubicBezTo>
                      <a:pt x="162" y="371"/>
                      <a:pt x="210" y="389"/>
                      <a:pt x="258" y="389"/>
                    </a:cubicBezTo>
                    <a:cubicBezTo>
                      <a:pt x="357" y="389"/>
                      <a:pt x="453" y="312"/>
                      <a:pt x="453" y="196"/>
                    </a:cubicBezTo>
                    <a:cubicBezTo>
                      <a:pt x="453" y="88"/>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4"/>
              <p:cNvSpPr/>
              <p:nvPr/>
            </p:nvSpPr>
            <p:spPr>
              <a:xfrm>
                <a:off x="397125" y="766025"/>
                <a:ext cx="9725" cy="9725"/>
              </a:xfrm>
              <a:custGeom>
                <a:rect b="b" l="l" r="r" t="t"/>
                <a:pathLst>
                  <a:path extrusionOk="0" h="389" w="389">
                    <a:moveTo>
                      <a:pt x="195" y="0"/>
                    </a:moveTo>
                    <a:cubicBezTo>
                      <a:pt x="88" y="0"/>
                      <a:pt x="1" y="88"/>
                      <a:pt x="1" y="194"/>
                    </a:cubicBezTo>
                    <a:cubicBezTo>
                      <a:pt x="1" y="302"/>
                      <a:pt x="88"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4"/>
              <p:cNvSpPr/>
              <p:nvPr/>
            </p:nvSpPr>
            <p:spPr>
              <a:xfrm>
                <a:off x="435250" y="7660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4"/>
              <p:cNvSpPr/>
              <p:nvPr/>
            </p:nvSpPr>
            <p:spPr>
              <a:xfrm>
                <a:off x="475025" y="7660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2"/>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4"/>
              <p:cNvSpPr/>
              <p:nvPr/>
            </p:nvSpPr>
            <p:spPr>
              <a:xfrm>
                <a:off x="516425" y="766025"/>
                <a:ext cx="9675" cy="9725"/>
              </a:xfrm>
              <a:custGeom>
                <a:rect b="b" l="l" r="r" t="t"/>
                <a:pathLst>
                  <a:path extrusionOk="0" h="389" w="387">
                    <a:moveTo>
                      <a:pt x="193" y="0"/>
                    </a:moveTo>
                    <a:cubicBezTo>
                      <a:pt x="87" y="0"/>
                      <a:pt x="0" y="88"/>
                      <a:pt x="0" y="194"/>
                    </a:cubicBezTo>
                    <a:cubicBezTo>
                      <a:pt x="0"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4"/>
              <p:cNvSpPr/>
              <p:nvPr/>
            </p:nvSpPr>
            <p:spPr>
              <a:xfrm>
                <a:off x="554525" y="7660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2"/>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4"/>
              <p:cNvSpPr/>
              <p:nvPr/>
            </p:nvSpPr>
            <p:spPr>
              <a:xfrm>
                <a:off x="595925"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7" y="302"/>
                      <a:pt x="387" y="194"/>
                    </a:cubicBezTo>
                    <a:cubicBezTo>
                      <a:pt x="387"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4"/>
              <p:cNvSpPr/>
              <p:nvPr/>
            </p:nvSpPr>
            <p:spPr>
              <a:xfrm>
                <a:off x="634025" y="7660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2"/>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4"/>
              <p:cNvSpPr/>
              <p:nvPr/>
            </p:nvSpPr>
            <p:spPr>
              <a:xfrm>
                <a:off x="673775" y="7660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4"/>
              <p:cNvSpPr/>
              <p:nvPr/>
            </p:nvSpPr>
            <p:spPr>
              <a:xfrm>
                <a:off x="715200" y="766025"/>
                <a:ext cx="9725" cy="9725"/>
              </a:xfrm>
              <a:custGeom>
                <a:rect b="b" l="l" r="r" t="t"/>
                <a:pathLst>
                  <a:path extrusionOk="0" h="389" w="389">
                    <a:moveTo>
                      <a:pt x="194" y="0"/>
                    </a:moveTo>
                    <a:cubicBezTo>
                      <a:pt x="86" y="0"/>
                      <a:pt x="0" y="88"/>
                      <a:pt x="0" y="194"/>
                    </a:cubicBezTo>
                    <a:cubicBezTo>
                      <a:pt x="0" y="302"/>
                      <a:pt x="86"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4"/>
              <p:cNvSpPr/>
              <p:nvPr/>
            </p:nvSpPr>
            <p:spPr>
              <a:xfrm>
                <a:off x="753300" y="7660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2"/>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4"/>
              <p:cNvSpPr/>
              <p:nvPr/>
            </p:nvSpPr>
            <p:spPr>
              <a:xfrm>
                <a:off x="794700" y="76602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4"/>
              <p:cNvSpPr/>
              <p:nvPr/>
            </p:nvSpPr>
            <p:spPr>
              <a:xfrm>
                <a:off x="832825" y="7660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2"/>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4"/>
              <p:cNvSpPr/>
              <p:nvPr/>
            </p:nvSpPr>
            <p:spPr>
              <a:xfrm>
                <a:off x="872575" y="766025"/>
                <a:ext cx="11350" cy="9725"/>
              </a:xfrm>
              <a:custGeom>
                <a:rect b="b" l="l" r="r" t="t"/>
                <a:pathLst>
                  <a:path extrusionOk="0" h="389" w="454">
                    <a:moveTo>
                      <a:pt x="260" y="0"/>
                    </a:moveTo>
                    <a:cubicBezTo>
                      <a:pt x="87" y="2"/>
                      <a:pt x="0" y="211"/>
                      <a:pt x="122" y="332"/>
                    </a:cubicBezTo>
                    <a:cubicBezTo>
                      <a:pt x="161" y="371"/>
                      <a:pt x="210" y="389"/>
                      <a:pt x="258" y="389"/>
                    </a:cubicBezTo>
                    <a:cubicBezTo>
                      <a:pt x="358" y="389"/>
                      <a:pt x="454" y="312"/>
                      <a:pt x="454" y="196"/>
                    </a:cubicBezTo>
                    <a:cubicBezTo>
                      <a:pt x="454" y="88"/>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4"/>
              <p:cNvSpPr/>
              <p:nvPr/>
            </p:nvSpPr>
            <p:spPr>
              <a:xfrm>
                <a:off x="913950" y="766025"/>
                <a:ext cx="9725" cy="9725"/>
              </a:xfrm>
              <a:custGeom>
                <a:rect b="b" l="l" r="r" t="t"/>
                <a:pathLst>
                  <a:path extrusionOk="0" h="389" w="389">
                    <a:moveTo>
                      <a:pt x="195" y="0"/>
                    </a:moveTo>
                    <a:cubicBezTo>
                      <a:pt x="87" y="0"/>
                      <a:pt x="1" y="88"/>
                      <a:pt x="1" y="194"/>
                    </a:cubicBezTo>
                    <a:cubicBezTo>
                      <a:pt x="1" y="302"/>
                      <a:pt x="87"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4"/>
              <p:cNvSpPr/>
              <p:nvPr/>
            </p:nvSpPr>
            <p:spPr>
              <a:xfrm>
                <a:off x="953700" y="766025"/>
                <a:ext cx="9725" cy="9725"/>
              </a:xfrm>
              <a:custGeom>
                <a:rect b="b" l="l" r="r" t="t"/>
                <a:pathLst>
                  <a:path extrusionOk="0" h="389" w="389">
                    <a:moveTo>
                      <a:pt x="195" y="0"/>
                    </a:moveTo>
                    <a:cubicBezTo>
                      <a:pt x="89" y="0"/>
                      <a:pt x="1" y="88"/>
                      <a:pt x="1" y="194"/>
                    </a:cubicBezTo>
                    <a:cubicBezTo>
                      <a:pt x="1" y="302"/>
                      <a:pt x="89" y="388"/>
                      <a:pt x="195" y="388"/>
                    </a:cubicBezTo>
                    <a:cubicBezTo>
                      <a:pt x="302" y="388"/>
                      <a:pt x="389" y="302"/>
                      <a:pt x="389" y="194"/>
                    </a:cubicBezTo>
                    <a:cubicBezTo>
                      <a:pt x="389" y="88"/>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4"/>
              <p:cNvSpPr/>
              <p:nvPr/>
            </p:nvSpPr>
            <p:spPr>
              <a:xfrm>
                <a:off x="993450" y="766025"/>
                <a:ext cx="9725" cy="9725"/>
              </a:xfrm>
              <a:custGeom>
                <a:rect b="b" l="l" r="r" t="t"/>
                <a:pathLst>
                  <a:path extrusionOk="0" h="389" w="389">
                    <a:moveTo>
                      <a:pt x="195" y="0"/>
                    </a:moveTo>
                    <a:cubicBezTo>
                      <a:pt x="89" y="0"/>
                      <a:pt x="1" y="88"/>
                      <a:pt x="1" y="194"/>
                    </a:cubicBezTo>
                    <a:cubicBezTo>
                      <a:pt x="1" y="302"/>
                      <a:pt x="89" y="388"/>
                      <a:pt x="195" y="388"/>
                    </a:cubicBezTo>
                    <a:cubicBezTo>
                      <a:pt x="303" y="388"/>
                      <a:pt x="389" y="302"/>
                      <a:pt x="389" y="194"/>
                    </a:cubicBezTo>
                    <a:cubicBezTo>
                      <a:pt x="389" y="88"/>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4"/>
              <p:cNvSpPr/>
              <p:nvPr/>
            </p:nvSpPr>
            <p:spPr>
              <a:xfrm>
                <a:off x="10332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4"/>
              <p:cNvSpPr/>
              <p:nvPr/>
            </p:nvSpPr>
            <p:spPr>
              <a:xfrm>
                <a:off x="107297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4"/>
              <p:cNvSpPr/>
              <p:nvPr/>
            </p:nvSpPr>
            <p:spPr>
              <a:xfrm>
                <a:off x="1112725" y="766025"/>
                <a:ext cx="9725" cy="9725"/>
              </a:xfrm>
              <a:custGeom>
                <a:rect b="b" l="l" r="r" t="t"/>
                <a:pathLst>
                  <a:path extrusionOk="0" h="389" w="389">
                    <a:moveTo>
                      <a:pt x="194" y="0"/>
                    </a:moveTo>
                    <a:cubicBezTo>
                      <a:pt x="88" y="0"/>
                      <a:pt x="0" y="88"/>
                      <a:pt x="0" y="194"/>
                    </a:cubicBezTo>
                    <a:cubicBezTo>
                      <a:pt x="0" y="302"/>
                      <a:pt x="88" y="388"/>
                      <a:pt x="194" y="388"/>
                    </a:cubicBezTo>
                    <a:cubicBezTo>
                      <a:pt x="302" y="388"/>
                      <a:pt x="388" y="302"/>
                      <a:pt x="388" y="194"/>
                    </a:cubicBezTo>
                    <a:cubicBezTo>
                      <a:pt x="388" y="88"/>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4"/>
              <p:cNvSpPr/>
              <p:nvPr/>
            </p:nvSpPr>
            <p:spPr>
              <a:xfrm>
                <a:off x="1152500" y="766025"/>
                <a:ext cx="9700" cy="9725"/>
              </a:xfrm>
              <a:custGeom>
                <a:rect b="b" l="l" r="r" t="t"/>
                <a:pathLst>
                  <a:path extrusionOk="0" h="389" w="388">
                    <a:moveTo>
                      <a:pt x="193" y="0"/>
                    </a:moveTo>
                    <a:cubicBezTo>
                      <a:pt x="87" y="0"/>
                      <a:pt x="1" y="88"/>
                      <a:pt x="1" y="194"/>
                    </a:cubicBezTo>
                    <a:cubicBezTo>
                      <a:pt x="1" y="302"/>
                      <a:pt x="87" y="388"/>
                      <a:pt x="193" y="388"/>
                    </a:cubicBezTo>
                    <a:cubicBezTo>
                      <a:pt x="301" y="388"/>
                      <a:pt x="388" y="302"/>
                      <a:pt x="388" y="194"/>
                    </a:cubicBezTo>
                    <a:cubicBezTo>
                      <a:pt x="388" y="88"/>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4"/>
              <p:cNvSpPr/>
              <p:nvPr/>
            </p:nvSpPr>
            <p:spPr>
              <a:xfrm>
                <a:off x="1192275" y="766025"/>
                <a:ext cx="9675" cy="9725"/>
              </a:xfrm>
              <a:custGeom>
                <a:rect b="b" l="l" r="r" t="t"/>
                <a:pathLst>
                  <a:path extrusionOk="0" h="389" w="387">
                    <a:moveTo>
                      <a:pt x="193" y="0"/>
                    </a:moveTo>
                    <a:cubicBezTo>
                      <a:pt x="86" y="0"/>
                      <a:pt x="0" y="88"/>
                      <a:pt x="0" y="194"/>
                    </a:cubicBezTo>
                    <a:cubicBezTo>
                      <a:pt x="0" y="302"/>
                      <a:pt x="86" y="388"/>
                      <a:pt x="193" y="388"/>
                    </a:cubicBezTo>
                    <a:cubicBezTo>
                      <a:pt x="300" y="388"/>
                      <a:pt x="387" y="302"/>
                      <a:pt x="387" y="194"/>
                    </a:cubicBezTo>
                    <a:cubicBezTo>
                      <a:pt x="387" y="88"/>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4"/>
              <p:cNvSpPr/>
              <p:nvPr/>
            </p:nvSpPr>
            <p:spPr>
              <a:xfrm>
                <a:off x="1232025" y="766025"/>
                <a:ext cx="9675" cy="9725"/>
              </a:xfrm>
              <a:custGeom>
                <a:rect b="b" l="l" r="r" t="t"/>
                <a:pathLst>
                  <a:path extrusionOk="0" h="389" w="387">
                    <a:moveTo>
                      <a:pt x="194" y="0"/>
                    </a:moveTo>
                    <a:cubicBezTo>
                      <a:pt x="87" y="0"/>
                      <a:pt x="0" y="88"/>
                      <a:pt x="0" y="194"/>
                    </a:cubicBezTo>
                    <a:cubicBezTo>
                      <a:pt x="0" y="302"/>
                      <a:pt x="87" y="388"/>
                      <a:pt x="194" y="388"/>
                    </a:cubicBezTo>
                    <a:cubicBezTo>
                      <a:pt x="300" y="388"/>
                      <a:pt x="387" y="302"/>
                      <a:pt x="387" y="194"/>
                    </a:cubicBezTo>
                    <a:cubicBezTo>
                      <a:pt x="387"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4"/>
              <p:cNvSpPr/>
              <p:nvPr/>
            </p:nvSpPr>
            <p:spPr>
              <a:xfrm>
                <a:off x="355750" y="731950"/>
                <a:ext cx="11350" cy="9700"/>
              </a:xfrm>
              <a:custGeom>
                <a:rect b="b" l="l" r="r" t="t"/>
                <a:pathLst>
                  <a:path extrusionOk="0" h="388" w="454">
                    <a:moveTo>
                      <a:pt x="262" y="1"/>
                    </a:moveTo>
                    <a:cubicBezTo>
                      <a:pt x="261" y="1"/>
                      <a:pt x="260" y="1"/>
                      <a:pt x="259" y="1"/>
                    </a:cubicBezTo>
                    <a:cubicBezTo>
                      <a:pt x="87" y="1"/>
                      <a:pt x="0" y="208"/>
                      <a:pt x="123" y="331"/>
                    </a:cubicBezTo>
                    <a:cubicBezTo>
                      <a:pt x="162" y="370"/>
                      <a:pt x="210" y="388"/>
                      <a:pt x="258" y="388"/>
                    </a:cubicBezTo>
                    <a:cubicBezTo>
                      <a:pt x="357" y="388"/>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4"/>
              <p:cNvSpPr/>
              <p:nvPr/>
            </p:nvSpPr>
            <p:spPr>
              <a:xfrm>
                <a:off x="397125" y="731950"/>
                <a:ext cx="9725" cy="9700"/>
              </a:xfrm>
              <a:custGeom>
                <a:rect b="b" l="l" r="r" t="t"/>
                <a:pathLst>
                  <a:path extrusionOk="0" h="388" w="389">
                    <a:moveTo>
                      <a:pt x="195" y="1"/>
                    </a:moveTo>
                    <a:cubicBezTo>
                      <a:pt x="88" y="1"/>
                      <a:pt x="1" y="87"/>
                      <a:pt x="1" y="195"/>
                    </a:cubicBezTo>
                    <a:cubicBezTo>
                      <a:pt x="1" y="301"/>
                      <a:pt x="88"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4"/>
              <p:cNvSpPr/>
              <p:nvPr/>
            </p:nvSpPr>
            <p:spPr>
              <a:xfrm>
                <a:off x="435250" y="731950"/>
                <a:ext cx="11350" cy="9725"/>
              </a:xfrm>
              <a:custGeom>
                <a:rect b="b" l="l" r="r" t="t"/>
                <a:pathLst>
                  <a:path extrusionOk="0" h="389" w="454">
                    <a:moveTo>
                      <a:pt x="260" y="1"/>
                    </a:moveTo>
                    <a:cubicBezTo>
                      <a:pt x="87" y="1"/>
                      <a:pt x="0" y="208"/>
                      <a:pt x="123" y="331"/>
                    </a:cubicBezTo>
                    <a:cubicBezTo>
                      <a:pt x="163" y="371"/>
                      <a:pt x="211" y="389"/>
                      <a:pt x="259" y="389"/>
                    </a:cubicBezTo>
                    <a:cubicBezTo>
                      <a:pt x="358" y="389"/>
                      <a:pt x="454" y="311"/>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4"/>
              <p:cNvSpPr/>
              <p:nvPr/>
            </p:nvSpPr>
            <p:spPr>
              <a:xfrm>
                <a:off x="475025" y="731950"/>
                <a:ext cx="11325" cy="9725"/>
              </a:xfrm>
              <a:custGeom>
                <a:rect b="b" l="l" r="r" t="t"/>
                <a:pathLst>
                  <a:path extrusionOk="0" h="389" w="453">
                    <a:moveTo>
                      <a:pt x="262" y="1"/>
                    </a:moveTo>
                    <a:cubicBezTo>
                      <a:pt x="261" y="1"/>
                      <a:pt x="260" y="1"/>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4"/>
              <p:cNvSpPr/>
              <p:nvPr/>
            </p:nvSpPr>
            <p:spPr>
              <a:xfrm>
                <a:off x="516425" y="7319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4"/>
              <p:cNvSpPr/>
              <p:nvPr/>
            </p:nvSpPr>
            <p:spPr>
              <a:xfrm>
                <a:off x="554525" y="731950"/>
                <a:ext cx="11350" cy="9725"/>
              </a:xfrm>
              <a:custGeom>
                <a:rect b="b" l="l" r="r" t="t"/>
                <a:pathLst>
                  <a:path extrusionOk="0" h="389" w="454">
                    <a:moveTo>
                      <a:pt x="263" y="1"/>
                    </a:moveTo>
                    <a:cubicBezTo>
                      <a:pt x="262" y="1"/>
                      <a:pt x="261" y="1"/>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4"/>
              <p:cNvSpPr/>
              <p:nvPr/>
            </p:nvSpPr>
            <p:spPr>
              <a:xfrm>
                <a:off x="595925"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4"/>
              <p:cNvSpPr/>
              <p:nvPr/>
            </p:nvSpPr>
            <p:spPr>
              <a:xfrm>
                <a:off x="634025" y="731950"/>
                <a:ext cx="11375" cy="9725"/>
              </a:xfrm>
              <a:custGeom>
                <a:rect b="b" l="l" r="r" t="t"/>
                <a:pathLst>
                  <a:path extrusionOk="0" h="389" w="455">
                    <a:moveTo>
                      <a:pt x="264" y="1"/>
                    </a:moveTo>
                    <a:cubicBezTo>
                      <a:pt x="263" y="1"/>
                      <a:pt x="262" y="1"/>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1"/>
                      <a:pt x="26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4"/>
              <p:cNvSpPr/>
              <p:nvPr/>
            </p:nvSpPr>
            <p:spPr>
              <a:xfrm>
                <a:off x="673775" y="731950"/>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4"/>
              <p:cNvSpPr/>
              <p:nvPr/>
            </p:nvSpPr>
            <p:spPr>
              <a:xfrm>
                <a:off x="715200" y="731950"/>
                <a:ext cx="9725" cy="9700"/>
              </a:xfrm>
              <a:custGeom>
                <a:rect b="b" l="l" r="r" t="t"/>
                <a:pathLst>
                  <a:path extrusionOk="0" h="388" w="389">
                    <a:moveTo>
                      <a:pt x="194" y="1"/>
                    </a:moveTo>
                    <a:cubicBezTo>
                      <a:pt x="86" y="1"/>
                      <a:pt x="0" y="87"/>
                      <a:pt x="0" y="195"/>
                    </a:cubicBezTo>
                    <a:cubicBezTo>
                      <a:pt x="0" y="301"/>
                      <a:pt x="86"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4"/>
              <p:cNvSpPr/>
              <p:nvPr/>
            </p:nvSpPr>
            <p:spPr>
              <a:xfrm>
                <a:off x="753300" y="731950"/>
                <a:ext cx="11375" cy="9725"/>
              </a:xfrm>
              <a:custGeom>
                <a:rect b="b" l="l" r="r" t="t"/>
                <a:pathLst>
                  <a:path extrusionOk="0" h="389" w="455">
                    <a:moveTo>
                      <a:pt x="263" y="1"/>
                    </a:moveTo>
                    <a:cubicBezTo>
                      <a:pt x="262" y="1"/>
                      <a:pt x="261" y="1"/>
                      <a:pt x="260" y="1"/>
                    </a:cubicBezTo>
                    <a:cubicBezTo>
                      <a:pt x="87" y="1"/>
                      <a:pt x="1" y="208"/>
                      <a:pt x="122" y="331"/>
                    </a:cubicBezTo>
                    <a:cubicBezTo>
                      <a:pt x="162" y="371"/>
                      <a:pt x="211" y="389"/>
                      <a:pt x="259" y="389"/>
                    </a:cubicBezTo>
                    <a:cubicBezTo>
                      <a:pt x="359" y="389"/>
                      <a:pt x="454" y="311"/>
                      <a:pt x="454" y="195"/>
                    </a:cubicBezTo>
                    <a:cubicBezTo>
                      <a:pt x="454" y="88"/>
                      <a:pt x="368" y="1"/>
                      <a:pt x="26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4"/>
              <p:cNvSpPr/>
              <p:nvPr/>
            </p:nvSpPr>
            <p:spPr>
              <a:xfrm>
                <a:off x="794700" y="731950"/>
                <a:ext cx="9725" cy="9700"/>
              </a:xfrm>
              <a:custGeom>
                <a:rect b="b" l="l" r="r" t="t"/>
                <a:pathLst>
                  <a:path extrusionOk="0" h="388" w="389">
                    <a:moveTo>
                      <a:pt x="194" y="1"/>
                    </a:moveTo>
                    <a:cubicBezTo>
                      <a:pt x="87" y="1"/>
                      <a:pt x="0" y="87"/>
                      <a:pt x="0" y="195"/>
                    </a:cubicBezTo>
                    <a:cubicBezTo>
                      <a:pt x="0" y="301"/>
                      <a:pt x="87" y="387"/>
                      <a:pt x="194" y="387"/>
                    </a:cubicBezTo>
                    <a:cubicBezTo>
                      <a:pt x="300" y="387"/>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4"/>
              <p:cNvSpPr/>
              <p:nvPr/>
            </p:nvSpPr>
            <p:spPr>
              <a:xfrm>
                <a:off x="832825" y="731950"/>
                <a:ext cx="11350" cy="9725"/>
              </a:xfrm>
              <a:custGeom>
                <a:rect b="b" l="l" r="r" t="t"/>
                <a:pathLst>
                  <a:path extrusionOk="0" h="389" w="454">
                    <a:moveTo>
                      <a:pt x="262" y="1"/>
                    </a:moveTo>
                    <a:cubicBezTo>
                      <a:pt x="261" y="1"/>
                      <a:pt x="260" y="1"/>
                      <a:pt x="259" y="1"/>
                    </a:cubicBezTo>
                    <a:cubicBezTo>
                      <a:pt x="87" y="1"/>
                      <a:pt x="0" y="208"/>
                      <a:pt x="122" y="331"/>
                    </a:cubicBezTo>
                    <a:cubicBezTo>
                      <a:pt x="161" y="371"/>
                      <a:pt x="210" y="389"/>
                      <a:pt x="258" y="389"/>
                    </a:cubicBezTo>
                    <a:cubicBezTo>
                      <a:pt x="358" y="389"/>
                      <a:pt x="453" y="311"/>
                      <a:pt x="453" y="195"/>
                    </a:cubicBezTo>
                    <a:cubicBezTo>
                      <a:pt x="453" y="88"/>
                      <a:pt x="369"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4"/>
              <p:cNvSpPr/>
              <p:nvPr/>
            </p:nvSpPr>
            <p:spPr>
              <a:xfrm>
                <a:off x="872575" y="731950"/>
                <a:ext cx="11350" cy="9725"/>
              </a:xfrm>
              <a:custGeom>
                <a:rect b="b" l="l" r="r" t="t"/>
                <a:pathLst>
                  <a:path extrusionOk="0" h="389" w="454">
                    <a:moveTo>
                      <a:pt x="262" y="1"/>
                    </a:moveTo>
                    <a:cubicBezTo>
                      <a:pt x="261" y="1"/>
                      <a:pt x="260" y="1"/>
                      <a:pt x="260" y="1"/>
                    </a:cubicBezTo>
                    <a:cubicBezTo>
                      <a:pt x="87" y="1"/>
                      <a:pt x="0" y="210"/>
                      <a:pt x="123" y="331"/>
                    </a:cubicBezTo>
                    <a:cubicBezTo>
                      <a:pt x="162" y="371"/>
                      <a:pt x="211" y="388"/>
                      <a:pt x="258" y="388"/>
                    </a:cubicBezTo>
                    <a:cubicBezTo>
                      <a:pt x="358" y="388"/>
                      <a:pt x="454" y="311"/>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4"/>
              <p:cNvSpPr/>
              <p:nvPr/>
            </p:nvSpPr>
            <p:spPr>
              <a:xfrm>
                <a:off x="913950" y="731950"/>
                <a:ext cx="9725" cy="9700"/>
              </a:xfrm>
              <a:custGeom>
                <a:rect b="b" l="l" r="r" t="t"/>
                <a:pathLst>
                  <a:path extrusionOk="0" h="388" w="389">
                    <a:moveTo>
                      <a:pt x="195" y="1"/>
                    </a:moveTo>
                    <a:cubicBezTo>
                      <a:pt x="87" y="1"/>
                      <a:pt x="1" y="87"/>
                      <a:pt x="1" y="195"/>
                    </a:cubicBezTo>
                    <a:cubicBezTo>
                      <a:pt x="1" y="301"/>
                      <a:pt x="87"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4"/>
              <p:cNvSpPr/>
              <p:nvPr/>
            </p:nvSpPr>
            <p:spPr>
              <a:xfrm>
                <a:off x="953700" y="731950"/>
                <a:ext cx="9725" cy="9700"/>
              </a:xfrm>
              <a:custGeom>
                <a:rect b="b" l="l" r="r" t="t"/>
                <a:pathLst>
                  <a:path extrusionOk="0" h="388" w="389">
                    <a:moveTo>
                      <a:pt x="195" y="1"/>
                    </a:moveTo>
                    <a:cubicBezTo>
                      <a:pt x="89" y="1"/>
                      <a:pt x="1" y="87"/>
                      <a:pt x="1" y="195"/>
                    </a:cubicBezTo>
                    <a:cubicBezTo>
                      <a:pt x="1" y="301"/>
                      <a:pt x="89" y="387"/>
                      <a:pt x="195" y="387"/>
                    </a:cubicBezTo>
                    <a:cubicBezTo>
                      <a:pt x="302" y="387"/>
                      <a:pt x="389" y="301"/>
                      <a:pt x="389" y="195"/>
                    </a:cubicBezTo>
                    <a:cubicBezTo>
                      <a:pt x="389" y="87"/>
                      <a:pt x="302"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4"/>
              <p:cNvSpPr/>
              <p:nvPr/>
            </p:nvSpPr>
            <p:spPr>
              <a:xfrm>
                <a:off x="993450" y="731950"/>
                <a:ext cx="9725" cy="9700"/>
              </a:xfrm>
              <a:custGeom>
                <a:rect b="b" l="l" r="r" t="t"/>
                <a:pathLst>
                  <a:path extrusionOk="0" h="388" w="389">
                    <a:moveTo>
                      <a:pt x="195" y="1"/>
                    </a:moveTo>
                    <a:cubicBezTo>
                      <a:pt x="89" y="1"/>
                      <a:pt x="1" y="87"/>
                      <a:pt x="1" y="195"/>
                    </a:cubicBezTo>
                    <a:cubicBezTo>
                      <a:pt x="1" y="301"/>
                      <a:pt x="89" y="387"/>
                      <a:pt x="195" y="387"/>
                    </a:cubicBezTo>
                    <a:cubicBezTo>
                      <a:pt x="303" y="387"/>
                      <a:pt x="389" y="301"/>
                      <a:pt x="389" y="195"/>
                    </a:cubicBezTo>
                    <a:cubicBezTo>
                      <a:pt x="389" y="87"/>
                      <a:pt x="303"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4"/>
              <p:cNvSpPr/>
              <p:nvPr/>
            </p:nvSpPr>
            <p:spPr>
              <a:xfrm>
                <a:off x="10332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4"/>
              <p:cNvSpPr/>
              <p:nvPr/>
            </p:nvSpPr>
            <p:spPr>
              <a:xfrm>
                <a:off x="107297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4"/>
              <p:cNvSpPr/>
              <p:nvPr/>
            </p:nvSpPr>
            <p:spPr>
              <a:xfrm>
                <a:off x="1112725" y="731950"/>
                <a:ext cx="9725" cy="9700"/>
              </a:xfrm>
              <a:custGeom>
                <a:rect b="b" l="l" r="r" t="t"/>
                <a:pathLst>
                  <a:path extrusionOk="0" h="388" w="389">
                    <a:moveTo>
                      <a:pt x="194" y="1"/>
                    </a:moveTo>
                    <a:cubicBezTo>
                      <a:pt x="88" y="1"/>
                      <a:pt x="0" y="87"/>
                      <a:pt x="0" y="195"/>
                    </a:cubicBezTo>
                    <a:cubicBezTo>
                      <a:pt x="0" y="301"/>
                      <a:pt x="88" y="387"/>
                      <a:pt x="194" y="387"/>
                    </a:cubicBezTo>
                    <a:cubicBezTo>
                      <a:pt x="302" y="387"/>
                      <a:pt x="388" y="301"/>
                      <a:pt x="388" y="195"/>
                    </a:cubicBezTo>
                    <a:cubicBezTo>
                      <a:pt x="388" y="87"/>
                      <a:pt x="302"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4"/>
              <p:cNvSpPr/>
              <p:nvPr/>
            </p:nvSpPr>
            <p:spPr>
              <a:xfrm>
                <a:off x="1152500" y="731950"/>
                <a:ext cx="9700" cy="9700"/>
              </a:xfrm>
              <a:custGeom>
                <a:rect b="b" l="l" r="r" t="t"/>
                <a:pathLst>
                  <a:path extrusionOk="0" h="388" w="388">
                    <a:moveTo>
                      <a:pt x="193" y="1"/>
                    </a:moveTo>
                    <a:cubicBezTo>
                      <a:pt x="87" y="1"/>
                      <a:pt x="1" y="87"/>
                      <a:pt x="1" y="195"/>
                    </a:cubicBezTo>
                    <a:cubicBezTo>
                      <a:pt x="1" y="301"/>
                      <a:pt x="87" y="387"/>
                      <a:pt x="193" y="387"/>
                    </a:cubicBezTo>
                    <a:cubicBezTo>
                      <a:pt x="301" y="387"/>
                      <a:pt x="388" y="301"/>
                      <a:pt x="388" y="195"/>
                    </a:cubicBezTo>
                    <a:cubicBezTo>
                      <a:pt x="388" y="87"/>
                      <a:pt x="301"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4"/>
              <p:cNvSpPr/>
              <p:nvPr/>
            </p:nvSpPr>
            <p:spPr>
              <a:xfrm>
                <a:off x="1192275" y="731950"/>
                <a:ext cx="9675" cy="9700"/>
              </a:xfrm>
              <a:custGeom>
                <a:rect b="b" l="l" r="r" t="t"/>
                <a:pathLst>
                  <a:path extrusionOk="0" h="388" w="387">
                    <a:moveTo>
                      <a:pt x="193" y="1"/>
                    </a:moveTo>
                    <a:cubicBezTo>
                      <a:pt x="86" y="1"/>
                      <a:pt x="0" y="87"/>
                      <a:pt x="0" y="195"/>
                    </a:cubicBezTo>
                    <a:cubicBezTo>
                      <a:pt x="0" y="301"/>
                      <a:pt x="86" y="387"/>
                      <a:pt x="193" y="387"/>
                    </a:cubicBezTo>
                    <a:cubicBezTo>
                      <a:pt x="300" y="387"/>
                      <a:pt x="387" y="301"/>
                      <a:pt x="387" y="195"/>
                    </a:cubicBezTo>
                    <a:cubicBezTo>
                      <a:pt x="387" y="87"/>
                      <a:pt x="300" y="1"/>
                      <a:pt x="193"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4"/>
              <p:cNvSpPr/>
              <p:nvPr/>
            </p:nvSpPr>
            <p:spPr>
              <a:xfrm>
                <a:off x="1232025" y="7319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4"/>
              <p:cNvSpPr/>
              <p:nvPr/>
            </p:nvSpPr>
            <p:spPr>
              <a:xfrm>
                <a:off x="397125" y="697850"/>
                <a:ext cx="9725" cy="9675"/>
              </a:xfrm>
              <a:custGeom>
                <a:rect b="b" l="l" r="r" t="t"/>
                <a:pathLst>
                  <a:path extrusionOk="0" h="387" w="389">
                    <a:moveTo>
                      <a:pt x="195" y="0"/>
                    </a:moveTo>
                    <a:cubicBezTo>
                      <a:pt x="88" y="0"/>
                      <a:pt x="1" y="87"/>
                      <a:pt x="1" y="194"/>
                    </a:cubicBezTo>
                    <a:cubicBezTo>
                      <a:pt x="1" y="300"/>
                      <a:pt x="88"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4"/>
              <p:cNvSpPr/>
              <p:nvPr/>
            </p:nvSpPr>
            <p:spPr>
              <a:xfrm>
                <a:off x="435250" y="697850"/>
                <a:ext cx="11350" cy="9725"/>
              </a:xfrm>
              <a:custGeom>
                <a:rect b="b" l="l" r="r" t="t"/>
                <a:pathLst>
                  <a:path extrusionOk="0" h="389" w="454">
                    <a:moveTo>
                      <a:pt x="260" y="0"/>
                    </a:moveTo>
                    <a:cubicBezTo>
                      <a:pt x="87" y="0"/>
                      <a:pt x="0" y="209"/>
                      <a:pt x="123" y="331"/>
                    </a:cubicBezTo>
                    <a:cubicBezTo>
                      <a:pt x="163"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4"/>
              <p:cNvSpPr/>
              <p:nvPr/>
            </p:nvSpPr>
            <p:spPr>
              <a:xfrm>
                <a:off x="475000" y="697850"/>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4"/>
              <p:cNvSpPr/>
              <p:nvPr/>
            </p:nvSpPr>
            <p:spPr>
              <a:xfrm>
                <a:off x="516425" y="69785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4"/>
              <p:cNvSpPr/>
              <p:nvPr/>
            </p:nvSpPr>
            <p:spPr>
              <a:xfrm>
                <a:off x="554500" y="697850"/>
                <a:ext cx="11375" cy="9725"/>
              </a:xfrm>
              <a:custGeom>
                <a:rect b="b" l="l" r="r" t="t"/>
                <a:pathLst>
                  <a:path extrusionOk="0" h="389" w="455">
                    <a:moveTo>
                      <a:pt x="262" y="0"/>
                    </a:moveTo>
                    <a:cubicBezTo>
                      <a:pt x="87" y="0"/>
                      <a:pt x="1" y="208"/>
                      <a:pt x="124" y="331"/>
                    </a:cubicBezTo>
                    <a:cubicBezTo>
                      <a:pt x="163" y="371"/>
                      <a:pt x="212" y="388"/>
                      <a:pt x="260" y="388"/>
                    </a:cubicBezTo>
                    <a:cubicBezTo>
                      <a:pt x="359" y="388"/>
                      <a:pt x="454" y="311"/>
                      <a:pt x="454"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4"/>
              <p:cNvSpPr/>
              <p:nvPr/>
            </p:nvSpPr>
            <p:spPr>
              <a:xfrm>
                <a:off x="595925"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4"/>
              <p:cNvSpPr/>
              <p:nvPr/>
            </p:nvSpPr>
            <p:spPr>
              <a:xfrm>
                <a:off x="634025" y="6978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4"/>
              <p:cNvSpPr/>
              <p:nvPr/>
            </p:nvSpPr>
            <p:spPr>
              <a:xfrm>
                <a:off x="673775" y="697850"/>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3"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4"/>
              <p:cNvSpPr/>
              <p:nvPr/>
            </p:nvSpPr>
            <p:spPr>
              <a:xfrm>
                <a:off x="715200" y="697850"/>
                <a:ext cx="9725" cy="9675"/>
              </a:xfrm>
              <a:custGeom>
                <a:rect b="b" l="l" r="r" t="t"/>
                <a:pathLst>
                  <a:path extrusionOk="0" h="387" w="389">
                    <a:moveTo>
                      <a:pt x="194" y="0"/>
                    </a:moveTo>
                    <a:cubicBezTo>
                      <a:pt x="86" y="0"/>
                      <a:pt x="0" y="87"/>
                      <a:pt x="0" y="194"/>
                    </a:cubicBezTo>
                    <a:cubicBezTo>
                      <a:pt x="0" y="300"/>
                      <a:pt x="86"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4"/>
              <p:cNvSpPr/>
              <p:nvPr/>
            </p:nvSpPr>
            <p:spPr>
              <a:xfrm>
                <a:off x="753300" y="697850"/>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4"/>
              <p:cNvSpPr/>
              <p:nvPr/>
            </p:nvSpPr>
            <p:spPr>
              <a:xfrm>
                <a:off x="794700" y="69785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4"/>
              <p:cNvSpPr/>
              <p:nvPr/>
            </p:nvSpPr>
            <p:spPr>
              <a:xfrm>
                <a:off x="832825" y="697850"/>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4"/>
              <p:cNvSpPr/>
              <p:nvPr/>
            </p:nvSpPr>
            <p:spPr>
              <a:xfrm>
                <a:off x="872575" y="6978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4"/>
              <p:cNvSpPr/>
              <p:nvPr/>
            </p:nvSpPr>
            <p:spPr>
              <a:xfrm>
                <a:off x="913950" y="697850"/>
                <a:ext cx="9725" cy="9675"/>
              </a:xfrm>
              <a:custGeom>
                <a:rect b="b" l="l" r="r" t="t"/>
                <a:pathLst>
                  <a:path extrusionOk="0" h="387" w="389">
                    <a:moveTo>
                      <a:pt x="195" y="0"/>
                    </a:moveTo>
                    <a:cubicBezTo>
                      <a:pt x="87" y="0"/>
                      <a:pt x="1" y="87"/>
                      <a:pt x="1" y="194"/>
                    </a:cubicBezTo>
                    <a:cubicBezTo>
                      <a:pt x="1" y="300"/>
                      <a:pt x="87"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4"/>
              <p:cNvSpPr/>
              <p:nvPr/>
            </p:nvSpPr>
            <p:spPr>
              <a:xfrm>
                <a:off x="953700" y="697850"/>
                <a:ext cx="9725" cy="9675"/>
              </a:xfrm>
              <a:custGeom>
                <a:rect b="b" l="l" r="r" t="t"/>
                <a:pathLst>
                  <a:path extrusionOk="0" h="387" w="389">
                    <a:moveTo>
                      <a:pt x="195" y="0"/>
                    </a:moveTo>
                    <a:cubicBezTo>
                      <a:pt x="89" y="0"/>
                      <a:pt x="1" y="87"/>
                      <a:pt x="1" y="194"/>
                    </a:cubicBezTo>
                    <a:cubicBezTo>
                      <a:pt x="1" y="300"/>
                      <a:pt x="89" y="387"/>
                      <a:pt x="195" y="387"/>
                    </a:cubicBezTo>
                    <a:cubicBezTo>
                      <a:pt x="302" y="387"/>
                      <a:pt x="389" y="300"/>
                      <a:pt x="389" y="194"/>
                    </a:cubicBezTo>
                    <a:cubicBezTo>
                      <a:pt x="389" y="87"/>
                      <a:pt x="302"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4"/>
              <p:cNvSpPr/>
              <p:nvPr/>
            </p:nvSpPr>
            <p:spPr>
              <a:xfrm>
                <a:off x="993450" y="697850"/>
                <a:ext cx="9725" cy="9675"/>
              </a:xfrm>
              <a:custGeom>
                <a:rect b="b" l="l" r="r" t="t"/>
                <a:pathLst>
                  <a:path extrusionOk="0" h="387" w="389">
                    <a:moveTo>
                      <a:pt x="195" y="0"/>
                    </a:moveTo>
                    <a:cubicBezTo>
                      <a:pt x="89" y="0"/>
                      <a:pt x="1" y="87"/>
                      <a:pt x="1" y="194"/>
                    </a:cubicBezTo>
                    <a:cubicBezTo>
                      <a:pt x="1" y="300"/>
                      <a:pt x="89" y="387"/>
                      <a:pt x="195" y="387"/>
                    </a:cubicBezTo>
                    <a:cubicBezTo>
                      <a:pt x="303" y="387"/>
                      <a:pt x="389" y="300"/>
                      <a:pt x="389" y="194"/>
                    </a:cubicBezTo>
                    <a:cubicBezTo>
                      <a:pt x="389" y="87"/>
                      <a:pt x="303"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4"/>
              <p:cNvSpPr/>
              <p:nvPr/>
            </p:nvSpPr>
            <p:spPr>
              <a:xfrm>
                <a:off x="10332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4"/>
              <p:cNvSpPr/>
              <p:nvPr/>
            </p:nvSpPr>
            <p:spPr>
              <a:xfrm>
                <a:off x="107297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4"/>
              <p:cNvSpPr/>
              <p:nvPr/>
            </p:nvSpPr>
            <p:spPr>
              <a:xfrm>
                <a:off x="1112725" y="697850"/>
                <a:ext cx="9725" cy="9675"/>
              </a:xfrm>
              <a:custGeom>
                <a:rect b="b" l="l" r="r" t="t"/>
                <a:pathLst>
                  <a:path extrusionOk="0" h="387" w="389">
                    <a:moveTo>
                      <a:pt x="194" y="0"/>
                    </a:moveTo>
                    <a:cubicBezTo>
                      <a:pt x="88" y="0"/>
                      <a:pt x="0" y="87"/>
                      <a:pt x="0" y="194"/>
                    </a:cubicBezTo>
                    <a:cubicBezTo>
                      <a:pt x="0" y="300"/>
                      <a:pt x="88" y="387"/>
                      <a:pt x="194" y="387"/>
                    </a:cubicBezTo>
                    <a:cubicBezTo>
                      <a:pt x="302" y="387"/>
                      <a:pt x="388" y="300"/>
                      <a:pt x="388" y="194"/>
                    </a:cubicBezTo>
                    <a:cubicBezTo>
                      <a:pt x="388" y="87"/>
                      <a:pt x="302"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4"/>
              <p:cNvSpPr/>
              <p:nvPr/>
            </p:nvSpPr>
            <p:spPr>
              <a:xfrm>
                <a:off x="1152500" y="697850"/>
                <a:ext cx="9700" cy="9675"/>
              </a:xfrm>
              <a:custGeom>
                <a:rect b="b" l="l" r="r" t="t"/>
                <a:pathLst>
                  <a:path extrusionOk="0" h="387" w="388">
                    <a:moveTo>
                      <a:pt x="193" y="0"/>
                    </a:moveTo>
                    <a:cubicBezTo>
                      <a:pt x="87" y="0"/>
                      <a:pt x="1" y="87"/>
                      <a:pt x="1" y="194"/>
                    </a:cubicBezTo>
                    <a:cubicBezTo>
                      <a:pt x="1" y="300"/>
                      <a:pt x="87" y="387"/>
                      <a:pt x="193" y="387"/>
                    </a:cubicBezTo>
                    <a:cubicBezTo>
                      <a:pt x="301" y="387"/>
                      <a:pt x="388" y="300"/>
                      <a:pt x="388" y="194"/>
                    </a:cubicBezTo>
                    <a:cubicBezTo>
                      <a:pt x="388" y="87"/>
                      <a:pt x="301"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4"/>
              <p:cNvSpPr/>
              <p:nvPr/>
            </p:nvSpPr>
            <p:spPr>
              <a:xfrm>
                <a:off x="1192275" y="69785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4"/>
              <p:cNvSpPr/>
              <p:nvPr/>
            </p:nvSpPr>
            <p:spPr>
              <a:xfrm>
                <a:off x="435250" y="663750"/>
                <a:ext cx="11350" cy="9725"/>
              </a:xfrm>
              <a:custGeom>
                <a:rect b="b" l="l" r="r" t="t"/>
                <a:pathLst>
                  <a:path extrusionOk="0" h="389" w="454">
                    <a:moveTo>
                      <a:pt x="260" y="0"/>
                    </a:moveTo>
                    <a:cubicBezTo>
                      <a:pt x="87" y="0"/>
                      <a:pt x="0" y="208"/>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4"/>
              <p:cNvSpPr/>
              <p:nvPr/>
            </p:nvSpPr>
            <p:spPr>
              <a:xfrm>
                <a:off x="475025"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4"/>
              <p:cNvSpPr/>
              <p:nvPr/>
            </p:nvSpPr>
            <p:spPr>
              <a:xfrm>
                <a:off x="514750" y="663750"/>
                <a:ext cx="11350" cy="9700"/>
              </a:xfrm>
              <a:custGeom>
                <a:rect b="b" l="l" r="r" t="t"/>
                <a:pathLst>
                  <a:path extrusionOk="0" h="388" w="454">
                    <a:moveTo>
                      <a:pt x="263" y="0"/>
                    </a:moveTo>
                    <a:cubicBezTo>
                      <a:pt x="262" y="0"/>
                      <a:pt x="261" y="0"/>
                      <a:pt x="260" y="0"/>
                    </a:cubicBezTo>
                    <a:cubicBezTo>
                      <a:pt x="87" y="0"/>
                      <a:pt x="1" y="208"/>
                      <a:pt x="123" y="330"/>
                    </a:cubicBezTo>
                    <a:cubicBezTo>
                      <a:pt x="163" y="370"/>
                      <a:pt x="211" y="387"/>
                      <a:pt x="258" y="387"/>
                    </a:cubicBezTo>
                    <a:cubicBezTo>
                      <a:pt x="358" y="387"/>
                      <a:pt x="454" y="310"/>
                      <a:pt x="454" y="194"/>
                    </a:cubicBezTo>
                    <a:cubicBezTo>
                      <a:pt x="454" y="87"/>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4"/>
              <p:cNvSpPr/>
              <p:nvPr/>
            </p:nvSpPr>
            <p:spPr>
              <a:xfrm>
                <a:off x="554525" y="663750"/>
                <a:ext cx="11350" cy="9725"/>
              </a:xfrm>
              <a:custGeom>
                <a:rect b="b" l="l" r="r" t="t"/>
                <a:pathLst>
                  <a:path extrusionOk="0" h="389" w="454">
                    <a:moveTo>
                      <a:pt x="263" y="0"/>
                    </a:moveTo>
                    <a:cubicBezTo>
                      <a:pt x="262" y="0"/>
                      <a:pt x="261" y="0"/>
                      <a:pt x="261" y="0"/>
                    </a:cubicBezTo>
                    <a:cubicBezTo>
                      <a:pt x="260" y="0"/>
                      <a:pt x="259" y="0"/>
                      <a:pt x="259" y="0"/>
                    </a:cubicBezTo>
                    <a:cubicBezTo>
                      <a:pt x="86" y="0"/>
                      <a:pt x="0" y="208"/>
                      <a:pt x="123" y="330"/>
                    </a:cubicBezTo>
                    <a:cubicBezTo>
                      <a:pt x="162" y="370"/>
                      <a:pt x="211" y="388"/>
                      <a:pt x="258" y="388"/>
                    </a:cubicBezTo>
                    <a:cubicBezTo>
                      <a:pt x="358" y="388"/>
                      <a:pt x="453" y="311"/>
                      <a:pt x="453" y="194"/>
                    </a:cubicBezTo>
                    <a:cubicBezTo>
                      <a:pt x="453"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4"/>
              <p:cNvSpPr/>
              <p:nvPr/>
            </p:nvSpPr>
            <p:spPr>
              <a:xfrm>
                <a:off x="594250" y="663750"/>
                <a:ext cx="11400" cy="9725"/>
              </a:xfrm>
              <a:custGeom>
                <a:rect b="b" l="l" r="r" t="t"/>
                <a:pathLst>
                  <a:path extrusionOk="0" h="389" w="456">
                    <a:moveTo>
                      <a:pt x="262" y="0"/>
                    </a:moveTo>
                    <a:cubicBezTo>
                      <a:pt x="87" y="0"/>
                      <a:pt x="1" y="208"/>
                      <a:pt x="124" y="330"/>
                    </a:cubicBezTo>
                    <a:cubicBezTo>
                      <a:pt x="164" y="370"/>
                      <a:pt x="212" y="388"/>
                      <a:pt x="260" y="388"/>
                    </a:cubicBezTo>
                    <a:cubicBezTo>
                      <a:pt x="360" y="388"/>
                      <a:pt x="456" y="311"/>
                      <a:pt x="456" y="194"/>
                    </a:cubicBezTo>
                    <a:cubicBezTo>
                      <a:pt x="456"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4"/>
              <p:cNvSpPr/>
              <p:nvPr/>
            </p:nvSpPr>
            <p:spPr>
              <a:xfrm>
                <a:off x="634025" y="663750"/>
                <a:ext cx="11375" cy="9725"/>
              </a:xfrm>
              <a:custGeom>
                <a:rect b="b" l="l" r="r" t="t"/>
                <a:pathLst>
                  <a:path extrusionOk="0" h="389" w="455">
                    <a:moveTo>
                      <a:pt x="264" y="0"/>
                    </a:moveTo>
                    <a:cubicBezTo>
                      <a:pt x="263" y="0"/>
                      <a:pt x="262" y="0"/>
                      <a:pt x="261" y="0"/>
                    </a:cubicBezTo>
                    <a:cubicBezTo>
                      <a:pt x="260" y="0"/>
                      <a:pt x="260" y="0"/>
                      <a:pt x="259" y="0"/>
                    </a:cubicBezTo>
                    <a:cubicBezTo>
                      <a:pt x="87" y="0"/>
                      <a:pt x="1" y="208"/>
                      <a:pt x="123" y="330"/>
                    </a:cubicBezTo>
                    <a:cubicBezTo>
                      <a:pt x="163" y="370"/>
                      <a:pt x="211" y="388"/>
                      <a:pt x="259" y="388"/>
                    </a:cubicBezTo>
                    <a:cubicBezTo>
                      <a:pt x="359" y="388"/>
                      <a:pt x="454" y="311"/>
                      <a:pt x="455" y="194"/>
                    </a:cubicBezTo>
                    <a:cubicBezTo>
                      <a:pt x="455" y="87"/>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4"/>
              <p:cNvSpPr/>
              <p:nvPr/>
            </p:nvSpPr>
            <p:spPr>
              <a:xfrm>
                <a:off x="673775" y="6637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4"/>
              <p:cNvSpPr/>
              <p:nvPr/>
            </p:nvSpPr>
            <p:spPr>
              <a:xfrm>
                <a:off x="713525" y="6637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0"/>
                    </a:cubicBezTo>
                    <a:cubicBezTo>
                      <a:pt x="163" y="370"/>
                      <a:pt x="212" y="388"/>
                      <a:pt x="260" y="388"/>
                    </a:cubicBezTo>
                    <a:cubicBezTo>
                      <a:pt x="360" y="388"/>
                      <a:pt x="455" y="311"/>
                      <a:pt x="455" y="194"/>
                    </a:cubicBezTo>
                    <a:cubicBezTo>
                      <a:pt x="455" y="87"/>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4"/>
              <p:cNvSpPr/>
              <p:nvPr/>
            </p:nvSpPr>
            <p:spPr>
              <a:xfrm>
                <a:off x="753300" y="663750"/>
                <a:ext cx="11375" cy="9725"/>
              </a:xfrm>
              <a:custGeom>
                <a:rect b="b" l="l" r="r" t="t"/>
                <a:pathLst>
                  <a:path extrusionOk="0" h="389" w="455">
                    <a:moveTo>
                      <a:pt x="263" y="0"/>
                    </a:moveTo>
                    <a:cubicBezTo>
                      <a:pt x="262" y="0"/>
                      <a:pt x="261" y="0"/>
                      <a:pt x="260" y="0"/>
                    </a:cubicBezTo>
                    <a:cubicBezTo>
                      <a:pt x="87" y="0"/>
                      <a:pt x="1" y="208"/>
                      <a:pt x="122" y="330"/>
                    </a:cubicBezTo>
                    <a:cubicBezTo>
                      <a:pt x="162" y="370"/>
                      <a:pt x="211" y="388"/>
                      <a:pt x="259" y="388"/>
                    </a:cubicBezTo>
                    <a:cubicBezTo>
                      <a:pt x="359" y="388"/>
                      <a:pt x="454" y="311"/>
                      <a:pt x="454" y="194"/>
                    </a:cubicBezTo>
                    <a:cubicBezTo>
                      <a:pt x="454"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4"/>
              <p:cNvSpPr/>
              <p:nvPr/>
            </p:nvSpPr>
            <p:spPr>
              <a:xfrm>
                <a:off x="793075"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0"/>
                    </a:cubicBezTo>
                    <a:cubicBezTo>
                      <a:pt x="161" y="370"/>
                      <a:pt x="210"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4"/>
              <p:cNvSpPr/>
              <p:nvPr/>
            </p:nvSpPr>
            <p:spPr>
              <a:xfrm>
                <a:off x="832825" y="663750"/>
                <a:ext cx="11350" cy="9725"/>
              </a:xfrm>
              <a:custGeom>
                <a:rect b="b" l="l" r="r" t="t"/>
                <a:pathLst>
                  <a:path extrusionOk="0" h="389" w="454">
                    <a:moveTo>
                      <a:pt x="262" y="0"/>
                    </a:moveTo>
                    <a:cubicBezTo>
                      <a:pt x="261" y="0"/>
                      <a:pt x="260" y="0"/>
                      <a:pt x="259" y="0"/>
                    </a:cubicBezTo>
                    <a:cubicBezTo>
                      <a:pt x="87" y="0"/>
                      <a:pt x="0" y="208"/>
                      <a:pt x="122" y="330"/>
                    </a:cubicBezTo>
                    <a:cubicBezTo>
                      <a:pt x="161" y="370"/>
                      <a:pt x="210" y="388"/>
                      <a:pt x="258" y="388"/>
                    </a:cubicBezTo>
                    <a:cubicBezTo>
                      <a:pt x="358" y="388"/>
                      <a:pt x="453" y="311"/>
                      <a:pt x="453" y="194"/>
                    </a:cubicBezTo>
                    <a:cubicBezTo>
                      <a:pt x="453"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4"/>
              <p:cNvSpPr/>
              <p:nvPr/>
            </p:nvSpPr>
            <p:spPr>
              <a:xfrm>
                <a:off x="872575" y="663750"/>
                <a:ext cx="11350" cy="9700"/>
              </a:xfrm>
              <a:custGeom>
                <a:rect b="b" l="l" r="r" t="t"/>
                <a:pathLst>
                  <a:path extrusionOk="0" h="388" w="454">
                    <a:moveTo>
                      <a:pt x="262" y="0"/>
                    </a:moveTo>
                    <a:cubicBezTo>
                      <a:pt x="261" y="0"/>
                      <a:pt x="260" y="0"/>
                      <a:pt x="260" y="0"/>
                    </a:cubicBezTo>
                    <a:cubicBezTo>
                      <a:pt x="87" y="0"/>
                      <a:pt x="0" y="209"/>
                      <a:pt x="123" y="330"/>
                    </a:cubicBezTo>
                    <a:cubicBezTo>
                      <a:pt x="162" y="370"/>
                      <a:pt x="211" y="388"/>
                      <a:pt x="258" y="388"/>
                    </a:cubicBezTo>
                    <a:cubicBezTo>
                      <a:pt x="358" y="388"/>
                      <a:pt x="454" y="310"/>
                      <a:pt x="454" y="194"/>
                    </a:cubicBezTo>
                    <a:cubicBezTo>
                      <a:pt x="454" y="87"/>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4"/>
              <p:cNvSpPr/>
              <p:nvPr/>
            </p:nvSpPr>
            <p:spPr>
              <a:xfrm>
                <a:off x="912325" y="663750"/>
                <a:ext cx="11350" cy="9725"/>
              </a:xfrm>
              <a:custGeom>
                <a:rect b="b" l="l" r="r" t="t"/>
                <a:pathLst>
                  <a:path extrusionOk="0" h="389" w="454">
                    <a:moveTo>
                      <a:pt x="259" y="0"/>
                    </a:moveTo>
                    <a:cubicBezTo>
                      <a:pt x="86" y="0"/>
                      <a:pt x="1" y="208"/>
                      <a:pt x="122" y="330"/>
                    </a:cubicBezTo>
                    <a:cubicBezTo>
                      <a:pt x="162" y="370"/>
                      <a:pt x="211" y="388"/>
                      <a:pt x="258" y="388"/>
                    </a:cubicBezTo>
                    <a:cubicBezTo>
                      <a:pt x="358" y="388"/>
                      <a:pt x="454" y="311"/>
                      <a:pt x="454" y="194"/>
                    </a:cubicBezTo>
                    <a:cubicBezTo>
                      <a:pt x="454" y="86"/>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4"/>
              <p:cNvSpPr/>
              <p:nvPr/>
            </p:nvSpPr>
            <p:spPr>
              <a:xfrm>
                <a:off x="952100" y="663750"/>
                <a:ext cx="11325" cy="9725"/>
              </a:xfrm>
              <a:custGeom>
                <a:rect b="b" l="l" r="r" t="t"/>
                <a:pathLst>
                  <a:path extrusionOk="0" h="389" w="453">
                    <a:moveTo>
                      <a:pt x="262" y="0"/>
                    </a:moveTo>
                    <a:cubicBezTo>
                      <a:pt x="261" y="0"/>
                      <a:pt x="260" y="0"/>
                      <a:pt x="259" y="0"/>
                    </a:cubicBezTo>
                    <a:cubicBezTo>
                      <a:pt x="258" y="0"/>
                      <a:pt x="258" y="0"/>
                      <a:pt x="257" y="0"/>
                    </a:cubicBezTo>
                    <a:cubicBezTo>
                      <a:pt x="85" y="0"/>
                      <a:pt x="0" y="208"/>
                      <a:pt x="121" y="330"/>
                    </a:cubicBezTo>
                    <a:cubicBezTo>
                      <a:pt x="161" y="370"/>
                      <a:pt x="210" y="388"/>
                      <a:pt x="258" y="388"/>
                    </a:cubicBezTo>
                    <a:cubicBezTo>
                      <a:pt x="357"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4"/>
              <p:cNvSpPr/>
              <p:nvPr/>
            </p:nvSpPr>
            <p:spPr>
              <a:xfrm>
                <a:off x="991825" y="663750"/>
                <a:ext cx="11350" cy="9725"/>
              </a:xfrm>
              <a:custGeom>
                <a:rect b="b" l="l" r="r" t="t"/>
                <a:pathLst>
                  <a:path extrusionOk="0" h="389" w="454">
                    <a:moveTo>
                      <a:pt x="260" y="0"/>
                    </a:moveTo>
                    <a:cubicBezTo>
                      <a:pt x="87" y="0"/>
                      <a:pt x="1" y="208"/>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4"/>
              <p:cNvSpPr/>
              <p:nvPr/>
            </p:nvSpPr>
            <p:spPr>
              <a:xfrm>
                <a:off x="1031600" y="663750"/>
                <a:ext cx="11375" cy="9725"/>
              </a:xfrm>
              <a:custGeom>
                <a:rect b="b" l="l" r="r" t="t"/>
                <a:pathLst>
                  <a:path extrusionOk="0" h="389" w="455">
                    <a:moveTo>
                      <a:pt x="263" y="0"/>
                    </a:moveTo>
                    <a:cubicBezTo>
                      <a:pt x="262" y="0"/>
                      <a:pt x="262" y="0"/>
                      <a:pt x="261" y="0"/>
                    </a:cubicBezTo>
                    <a:cubicBezTo>
                      <a:pt x="260" y="0"/>
                      <a:pt x="259" y="0"/>
                      <a:pt x="259" y="0"/>
                    </a:cubicBezTo>
                    <a:cubicBezTo>
                      <a:pt x="87" y="0"/>
                      <a:pt x="0" y="208"/>
                      <a:pt x="123" y="330"/>
                    </a:cubicBezTo>
                    <a:cubicBezTo>
                      <a:pt x="162" y="370"/>
                      <a:pt x="211" y="388"/>
                      <a:pt x="259" y="388"/>
                    </a:cubicBezTo>
                    <a:cubicBezTo>
                      <a:pt x="358" y="388"/>
                      <a:pt x="454" y="311"/>
                      <a:pt x="455" y="194"/>
                    </a:cubicBezTo>
                    <a:cubicBezTo>
                      <a:pt x="455" y="87"/>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4"/>
              <p:cNvSpPr/>
              <p:nvPr/>
            </p:nvSpPr>
            <p:spPr>
              <a:xfrm>
                <a:off x="1071350" y="663750"/>
                <a:ext cx="11350" cy="9725"/>
              </a:xfrm>
              <a:custGeom>
                <a:rect b="b" l="l" r="r" t="t"/>
                <a:pathLst>
                  <a:path extrusionOk="0" h="389" w="454">
                    <a:moveTo>
                      <a:pt x="262" y="0"/>
                    </a:moveTo>
                    <a:cubicBezTo>
                      <a:pt x="261" y="0"/>
                      <a:pt x="260" y="0"/>
                      <a:pt x="259" y="0"/>
                    </a:cubicBezTo>
                    <a:cubicBezTo>
                      <a:pt x="86" y="0"/>
                      <a:pt x="0" y="208"/>
                      <a:pt x="123" y="330"/>
                    </a:cubicBezTo>
                    <a:cubicBezTo>
                      <a:pt x="162" y="370"/>
                      <a:pt x="211" y="388"/>
                      <a:pt x="258"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4"/>
              <p:cNvSpPr/>
              <p:nvPr/>
            </p:nvSpPr>
            <p:spPr>
              <a:xfrm>
                <a:off x="1111100" y="6637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3" y="330"/>
                    </a:cubicBezTo>
                    <a:cubicBezTo>
                      <a:pt x="162" y="370"/>
                      <a:pt x="211" y="388"/>
                      <a:pt x="259" y="388"/>
                    </a:cubicBezTo>
                    <a:cubicBezTo>
                      <a:pt x="358" y="388"/>
                      <a:pt x="453" y="311"/>
                      <a:pt x="453" y="194"/>
                    </a:cubicBezTo>
                    <a:cubicBezTo>
                      <a:pt x="453"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4"/>
              <p:cNvSpPr/>
              <p:nvPr/>
            </p:nvSpPr>
            <p:spPr>
              <a:xfrm>
                <a:off x="1150850" y="663750"/>
                <a:ext cx="11350" cy="9725"/>
              </a:xfrm>
              <a:custGeom>
                <a:rect b="b" l="l" r="r" t="t"/>
                <a:pathLst>
                  <a:path extrusionOk="0" h="389" w="454">
                    <a:moveTo>
                      <a:pt x="262" y="0"/>
                    </a:moveTo>
                    <a:cubicBezTo>
                      <a:pt x="261" y="0"/>
                      <a:pt x="260" y="0"/>
                      <a:pt x="259" y="0"/>
                    </a:cubicBezTo>
                    <a:cubicBezTo>
                      <a:pt x="87" y="0"/>
                      <a:pt x="0" y="208"/>
                      <a:pt x="123" y="330"/>
                    </a:cubicBezTo>
                    <a:cubicBezTo>
                      <a:pt x="163" y="370"/>
                      <a:pt x="212" y="388"/>
                      <a:pt x="259" y="388"/>
                    </a:cubicBezTo>
                    <a:cubicBezTo>
                      <a:pt x="359" y="388"/>
                      <a:pt x="454" y="311"/>
                      <a:pt x="454" y="194"/>
                    </a:cubicBezTo>
                    <a:cubicBezTo>
                      <a:pt x="454" y="87"/>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4"/>
              <p:cNvSpPr/>
              <p:nvPr/>
            </p:nvSpPr>
            <p:spPr>
              <a:xfrm>
                <a:off x="475000"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4"/>
              <p:cNvSpPr/>
              <p:nvPr/>
            </p:nvSpPr>
            <p:spPr>
              <a:xfrm>
                <a:off x="514750" y="629625"/>
                <a:ext cx="11350" cy="9700"/>
              </a:xfrm>
              <a:custGeom>
                <a:rect b="b" l="l" r="r" t="t"/>
                <a:pathLst>
                  <a:path extrusionOk="0" h="388" w="454">
                    <a:moveTo>
                      <a:pt x="260" y="1"/>
                    </a:moveTo>
                    <a:cubicBezTo>
                      <a:pt x="87" y="1"/>
                      <a:pt x="1" y="208"/>
                      <a:pt x="123" y="331"/>
                    </a:cubicBezTo>
                    <a:cubicBezTo>
                      <a:pt x="163" y="370"/>
                      <a:pt x="212" y="388"/>
                      <a:pt x="259" y="388"/>
                    </a:cubicBezTo>
                    <a:cubicBezTo>
                      <a:pt x="359" y="388"/>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4"/>
              <p:cNvSpPr/>
              <p:nvPr/>
            </p:nvSpPr>
            <p:spPr>
              <a:xfrm>
                <a:off x="554500" y="629625"/>
                <a:ext cx="11375" cy="9725"/>
              </a:xfrm>
              <a:custGeom>
                <a:rect b="b" l="l" r="r" t="t"/>
                <a:pathLst>
                  <a:path extrusionOk="0" h="389" w="455">
                    <a:moveTo>
                      <a:pt x="262" y="1"/>
                    </a:moveTo>
                    <a:cubicBezTo>
                      <a:pt x="87" y="1"/>
                      <a:pt x="1" y="208"/>
                      <a:pt x="124" y="331"/>
                    </a:cubicBezTo>
                    <a:cubicBezTo>
                      <a:pt x="163" y="371"/>
                      <a:pt x="212" y="389"/>
                      <a:pt x="260"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4"/>
              <p:cNvSpPr/>
              <p:nvPr/>
            </p:nvSpPr>
            <p:spPr>
              <a:xfrm>
                <a:off x="594250" y="629625"/>
                <a:ext cx="11400" cy="9725"/>
              </a:xfrm>
              <a:custGeom>
                <a:rect b="b" l="l" r="r" t="t"/>
                <a:pathLst>
                  <a:path extrusionOk="0" h="389" w="456">
                    <a:moveTo>
                      <a:pt x="262" y="1"/>
                    </a:moveTo>
                    <a:cubicBezTo>
                      <a:pt x="87" y="1"/>
                      <a:pt x="1" y="210"/>
                      <a:pt x="124" y="331"/>
                    </a:cubicBezTo>
                    <a:cubicBezTo>
                      <a:pt x="164" y="371"/>
                      <a:pt x="212" y="389"/>
                      <a:pt x="260" y="389"/>
                    </a:cubicBezTo>
                    <a:cubicBezTo>
                      <a:pt x="360" y="389"/>
                      <a:pt x="456" y="312"/>
                      <a:pt x="456"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4"/>
              <p:cNvSpPr/>
              <p:nvPr/>
            </p:nvSpPr>
            <p:spPr>
              <a:xfrm>
                <a:off x="634025" y="6296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4"/>
              <p:cNvSpPr/>
              <p:nvPr/>
            </p:nvSpPr>
            <p:spPr>
              <a:xfrm>
                <a:off x="673775" y="629625"/>
                <a:ext cx="11375" cy="9725"/>
              </a:xfrm>
              <a:custGeom>
                <a:rect b="b" l="l" r="r" t="t"/>
                <a:pathLst>
                  <a:path extrusionOk="0" h="389" w="455">
                    <a:moveTo>
                      <a:pt x="261" y="1"/>
                    </a:moveTo>
                    <a:cubicBezTo>
                      <a:pt x="88" y="1"/>
                      <a:pt x="0" y="210"/>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4"/>
              <p:cNvSpPr/>
              <p:nvPr/>
            </p:nvSpPr>
            <p:spPr>
              <a:xfrm>
                <a:off x="713525" y="6296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4"/>
              <p:cNvSpPr/>
              <p:nvPr/>
            </p:nvSpPr>
            <p:spPr>
              <a:xfrm>
                <a:off x="753300" y="629625"/>
                <a:ext cx="11375" cy="9725"/>
              </a:xfrm>
              <a:custGeom>
                <a:rect b="b" l="l" r="r" t="t"/>
                <a:pathLst>
                  <a:path extrusionOk="0" h="389"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4"/>
              <p:cNvSpPr/>
              <p:nvPr/>
            </p:nvSpPr>
            <p:spPr>
              <a:xfrm>
                <a:off x="793075" y="6296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4"/>
              <p:cNvSpPr/>
              <p:nvPr/>
            </p:nvSpPr>
            <p:spPr>
              <a:xfrm>
                <a:off x="832825" y="629625"/>
                <a:ext cx="11350" cy="9725"/>
              </a:xfrm>
              <a:custGeom>
                <a:rect b="b" l="l" r="r" t="t"/>
                <a:pathLst>
                  <a:path extrusionOk="0" h="389" w="454">
                    <a:moveTo>
                      <a:pt x="259" y="1"/>
                    </a:moveTo>
                    <a:cubicBezTo>
                      <a:pt x="87" y="1"/>
                      <a:pt x="0" y="210"/>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4"/>
              <p:cNvSpPr/>
              <p:nvPr/>
            </p:nvSpPr>
            <p:spPr>
              <a:xfrm>
                <a:off x="872575" y="629625"/>
                <a:ext cx="11350" cy="9725"/>
              </a:xfrm>
              <a:custGeom>
                <a:rect b="b" l="l" r="r" t="t"/>
                <a:pathLst>
                  <a:path extrusionOk="0" h="389" w="454">
                    <a:moveTo>
                      <a:pt x="262" y="1"/>
                    </a:moveTo>
                    <a:cubicBezTo>
                      <a:pt x="261" y="1"/>
                      <a:pt x="260" y="1"/>
                      <a:pt x="260" y="1"/>
                    </a:cubicBezTo>
                    <a:cubicBezTo>
                      <a:pt x="85" y="1"/>
                      <a:pt x="0" y="210"/>
                      <a:pt x="123" y="331"/>
                    </a:cubicBezTo>
                    <a:cubicBezTo>
                      <a:pt x="162" y="371"/>
                      <a:pt x="211" y="389"/>
                      <a:pt x="259" y="389"/>
                    </a:cubicBezTo>
                    <a:cubicBezTo>
                      <a:pt x="358" y="389"/>
                      <a:pt x="454" y="312"/>
                      <a:pt x="454" y="195"/>
                    </a:cubicBezTo>
                    <a:cubicBezTo>
                      <a:pt x="454" y="88"/>
                      <a:pt x="367"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4"/>
              <p:cNvSpPr/>
              <p:nvPr/>
            </p:nvSpPr>
            <p:spPr>
              <a:xfrm>
                <a:off x="912325" y="6296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2"/>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4"/>
              <p:cNvSpPr/>
              <p:nvPr/>
            </p:nvSpPr>
            <p:spPr>
              <a:xfrm>
                <a:off x="952075" y="6296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4"/>
              <p:cNvSpPr/>
              <p:nvPr/>
            </p:nvSpPr>
            <p:spPr>
              <a:xfrm>
                <a:off x="991825" y="629625"/>
                <a:ext cx="11350" cy="9725"/>
              </a:xfrm>
              <a:custGeom>
                <a:rect b="b" l="l" r="r" t="t"/>
                <a:pathLst>
                  <a:path extrusionOk="0" h="389" w="454">
                    <a:moveTo>
                      <a:pt x="260" y="1"/>
                    </a:moveTo>
                    <a:cubicBezTo>
                      <a:pt x="87" y="1"/>
                      <a:pt x="1" y="210"/>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4"/>
              <p:cNvSpPr/>
              <p:nvPr/>
            </p:nvSpPr>
            <p:spPr>
              <a:xfrm>
                <a:off x="1031575" y="629625"/>
                <a:ext cx="11400" cy="9725"/>
              </a:xfrm>
              <a:custGeom>
                <a:rect b="b" l="l" r="r" t="t"/>
                <a:pathLst>
                  <a:path extrusionOk="0" h="389" w="456">
                    <a:moveTo>
                      <a:pt x="262" y="1"/>
                    </a:moveTo>
                    <a:cubicBezTo>
                      <a:pt x="89" y="1"/>
                      <a:pt x="1" y="208"/>
                      <a:pt x="124" y="331"/>
                    </a:cubicBezTo>
                    <a:cubicBezTo>
                      <a:pt x="163"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4"/>
              <p:cNvSpPr/>
              <p:nvPr/>
            </p:nvSpPr>
            <p:spPr>
              <a:xfrm>
                <a:off x="1071350" y="629625"/>
                <a:ext cx="11350" cy="9725"/>
              </a:xfrm>
              <a:custGeom>
                <a:rect b="b" l="l" r="r" t="t"/>
                <a:pathLst>
                  <a:path extrusionOk="0" h="389" w="454">
                    <a:moveTo>
                      <a:pt x="259" y="1"/>
                    </a:moveTo>
                    <a:cubicBezTo>
                      <a:pt x="86" y="1"/>
                      <a:pt x="0" y="210"/>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4"/>
              <p:cNvSpPr/>
              <p:nvPr/>
            </p:nvSpPr>
            <p:spPr>
              <a:xfrm>
                <a:off x="1111100" y="629625"/>
                <a:ext cx="11350" cy="9725"/>
              </a:xfrm>
              <a:custGeom>
                <a:rect b="b" l="l" r="r" t="t"/>
                <a:pathLst>
                  <a:path extrusionOk="0" h="389" w="454">
                    <a:moveTo>
                      <a:pt x="259" y="1"/>
                    </a:moveTo>
                    <a:cubicBezTo>
                      <a:pt x="87" y="1"/>
                      <a:pt x="0" y="208"/>
                      <a:pt x="123" y="331"/>
                    </a:cubicBezTo>
                    <a:cubicBezTo>
                      <a:pt x="162" y="371"/>
                      <a:pt x="211" y="389"/>
                      <a:pt x="259"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4"/>
              <p:cNvSpPr/>
              <p:nvPr/>
            </p:nvSpPr>
            <p:spPr>
              <a:xfrm>
                <a:off x="514750" y="595525"/>
                <a:ext cx="11350" cy="9700"/>
              </a:xfrm>
              <a:custGeom>
                <a:rect b="b" l="l" r="r" t="t"/>
                <a:pathLst>
                  <a:path extrusionOk="0" h="388" w="454">
                    <a:moveTo>
                      <a:pt x="263" y="0"/>
                    </a:moveTo>
                    <a:cubicBezTo>
                      <a:pt x="262" y="0"/>
                      <a:pt x="261" y="0"/>
                      <a:pt x="260" y="1"/>
                    </a:cubicBezTo>
                    <a:cubicBezTo>
                      <a:pt x="87" y="1"/>
                      <a:pt x="1" y="208"/>
                      <a:pt x="123" y="331"/>
                    </a:cubicBezTo>
                    <a:cubicBezTo>
                      <a:pt x="163" y="370"/>
                      <a:pt x="211" y="388"/>
                      <a:pt x="258" y="388"/>
                    </a:cubicBezTo>
                    <a:cubicBezTo>
                      <a:pt x="358" y="388"/>
                      <a:pt x="454" y="311"/>
                      <a:pt x="454" y="195"/>
                    </a:cubicBezTo>
                    <a:cubicBezTo>
                      <a:pt x="454" y="88"/>
                      <a:pt x="369"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4"/>
              <p:cNvSpPr/>
              <p:nvPr/>
            </p:nvSpPr>
            <p:spPr>
              <a:xfrm>
                <a:off x="554525" y="595525"/>
                <a:ext cx="11350" cy="9725"/>
              </a:xfrm>
              <a:custGeom>
                <a:rect b="b" l="l" r="r" t="t"/>
                <a:pathLst>
                  <a:path extrusionOk="0" h="389" w="454">
                    <a:moveTo>
                      <a:pt x="263" y="0"/>
                    </a:moveTo>
                    <a:cubicBezTo>
                      <a:pt x="262" y="0"/>
                      <a:pt x="261" y="0"/>
                      <a:pt x="261" y="1"/>
                    </a:cubicBezTo>
                    <a:cubicBezTo>
                      <a:pt x="260" y="1"/>
                      <a:pt x="259" y="1"/>
                      <a:pt x="259" y="1"/>
                    </a:cubicBezTo>
                    <a:cubicBezTo>
                      <a:pt x="86" y="1"/>
                      <a:pt x="0" y="209"/>
                      <a:pt x="123" y="331"/>
                    </a:cubicBezTo>
                    <a:cubicBezTo>
                      <a:pt x="162" y="371"/>
                      <a:pt x="211" y="389"/>
                      <a:pt x="258" y="389"/>
                    </a:cubicBezTo>
                    <a:cubicBezTo>
                      <a:pt x="358" y="389"/>
                      <a:pt x="453" y="311"/>
                      <a:pt x="453" y="195"/>
                    </a:cubicBezTo>
                    <a:cubicBezTo>
                      <a:pt x="453"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4"/>
              <p:cNvSpPr/>
              <p:nvPr/>
            </p:nvSpPr>
            <p:spPr>
              <a:xfrm>
                <a:off x="594250" y="5955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1"/>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4"/>
              <p:cNvSpPr/>
              <p:nvPr/>
            </p:nvSpPr>
            <p:spPr>
              <a:xfrm>
                <a:off x="634025" y="595525"/>
                <a:ext cx="11375" cy="9725"/>
              </a:xfrm>
              <a:custGeom>
                <a:rect b="b" l="l" r="r" t="t"/>
                <a:pathLst>
                  <a:path extrusionOk="0" h="389" w="455">
                    <a:moveTo>
                      <a:pt x="264" y="0"/>
                    </a:moveTo>
                    <a:cubicBezTo>
                      <a:pt x="263" y="0"/>
                      <a:pt x="262" y="0"/>
                      <a:pt x="261" y="1"/>
                    </a:cubicBezTo>
                    <a:cubicBezTo>
                      <a:pt x="260" y="1"/>
                      <a:pt x="260" y="1"/>
                      <a:pt x="259" y="1"/>
                    </a:cubicBezTo>
                    <a:cubicBezTo>
                      <a:pt x="87" y="1"/>
                      <a:pt x="1" y="209"/>
                      <a:pt x="123" y="331"/>
                    </a:cubicBezTo>
                    <a:cubicBezTo>
                      <a:pt x="163" y="371"/>
                      <a:pt x="211" y="389"/>
                      <a:pt x="259" y="389"/>
                    </a:cubicBezTo>
                    <a:cubicBezTo>
                      <a:pt x="359" y="389"/>
                      <a:pt x="454" y="311"/>
                      <a:pt x="455" y="195"/>
                    </a:cubicBezTo>
                    <a:cubicBezTo>
                      <a:pt x="455" y="88"/>
                      <a:pt x="368"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4"/>
              <p:cNvSpPr/>
              <p:nvPr/>
            </p:nvSpPr>
            <p:spPr>
              <a:xfrm>
                <a:off x="673775" y="5955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1"/>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4"/>
              <p:cNvSpPr/>
              <p:nvPr/>
            </p:nvSpPr>
            <p:spPr>
              <a:xfrm>
                <a:off x="713525" y="595525"/>
                <a:ext cx="11400" cy="9725"/>
              </a:xfrm>
              <a:custGeom>
                <a:rect b="b" l="l" r="r" t="t"/>
                <a:pathLst>
                  <a:path extrusionOk="0" h="389" w="456">
                    <a:moveTo>
                      <a:pt x="264" y="0"/>
                    </a:moveTo>
                    <a:cubicBezTo>
                      <a:pt x="263" y="0"/>
                      <a:pt x="262" y="0"/>
                      <a:pt x="261" y="1"/>
                    </a:cubicBezTo>
                    <a:cubicBezTo>
                      <a:pt x="260" y="1"/>
                      <a:pt x="260" y="1"/>
                      <a:pt x="259" y="1"/>
                    </a:cubicBezTo>
                    <a:cubicBezTo>
                      <a:pt x="88" y="1"/>
                      <a:pt x="1" y="209"/>
                      <a:pt x="123" y="331"/>
                    </a:cubicBezTo>
                    <a:cubicBezTo>
                      <a:pt x="163" y="371"/>
                      <a:pt x="212" y="389"/>
                      <a:pt x="260" y="389"/>
                    </a:cubicBezTo>
                    <a:cubicBezTo>
                      <a:pt x="360" y="389"/>
                      <a:pt x="455" y="311"/>
                      <a:pt x="455" y="195"/>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4"/>
              <p:cNvSpPr/>
              <p:nvPr/>
            </p:nvSpPr>
            <p:spPr>
              <a:xfrm>
                <a:off x="753300" y="595525"/>
                <a:ext cx="11375" cy="9725"/>
              </a:xfrm>
              <a:custGeom>
                <a:rect b="b" l="l" r="r" t="t"/>
                <a:pathLst>
                  <a:path extrusionOk="0" h="389" w="455">
                    <a:moveTo>
                      <a:pt x="263" y="0"/>
                    </a:moveTo>
                    <a:cubicBezTo>
                      <a:pt x="262" y="0"/>
                      <a:pt x="261" y="0"/>
                      <a:pt x="260" y="1"/>
                    </a:cubicBezTo>
                    <a:cubicBezTo>
                      <a:pt x="87" y="1"/>
                      <a:pt x="1" y="208"/>
                      <a:pt x="122" y="331"/>
                    </a:cubicBezTo>
                    <a:cubicBezTo>
                      <a:pt x="162" y="371"/>
                      <a:pt x="211" y="389"/>
                      <a:pt x="259" y="389"/>
                    </a:cubicBezTo>
                    <a:cubicBezTo>
                      <a:pt x="359" y="389"/>
                      <a:pt x="454" y="311"/>
                      <a:pt x="454" y="195"/>
                    </a:cubicBezTo>
                    <a:cubicBezTo>
                      <a:pt x="454"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4"/>
              <p:cNvSpPr/>
              <p:nvPr/>
            </p:nvSpPr>
            <p:spPr>
              <a:xfrm>
                <a:off x="793075" y="595525"/>
                <a:ext cx="11350" cy="9725"/>
              </a:xfrm>
              <a:custGeom>
                <a:rect b="b" l="l" r="r" t="t"/>
                <a:pathLst>
                  <a:path extrusionOk="0" h="389" w="454">
                    <a:moveTo>
                      <a:pt x="262" y="0"/>
                    </a:moveTo>
                    <a:cubicBezTo>
                      <a:pt x="261" y="0"/>
                      <a:pt x="260" y="0"/>
                      <a:pt x="259" y="1"/>
                    </a:cubicBezTo>
                    <a:cubicBezTo>
                      <a:pt x="259" y="1"/>
                      <a:pt x="258" y="1"/>
                      <a:pt x="257" y="1"/>
                    </a:cubicBezTo>
                    <a:cubicBezTo>
                      <a:pt x="86" y="1"/>
                      <a:pt x="1" y="209"/>
                      <a:pt x="121" y="331"/>
                    </a:cubicBezTo>
                    <a:cubicBezTo>
                      <a:pt x="161" y="371"/>
                      <a:pt x="210"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4"/>
              <p:cNvSpPr/>
              <p:nvPr/>
            </p:nvSpPr>
            <p:spPr>
              <a:xfrm>
                <a:off x="832825" y="595525"/>
                <a:ext cx="11350" cy="9725"/>
              </a:xfrm>
              <a:custGeom>
                <a:rect b="b" l="l" r="r" t="t"/>
                <a:pathLst>
                  <a:path extrusionOk="0" h="389" w="454">
                    <a:moveTo>
                      <a:pt x="262" y="0"/>
                    </a:moveTo>
                    <a:cubicBezTo>
                      <a:pt x="261" y="0"/>
                      <a:pt x="260" y="0"/>
                      <a:pt x="259" y="1"/>
                    </a:cubicBezTo>
                    <a:cubicBezTo>
                      <a:pt x="87" y="1"/>
                      <a:pt x="0" y="208"/>
                      <a:pt x="122" y="331"/>
                    </a:cubicBezTo>
                    <a:cubicBezTo>
                      <a:pt x="161" y="371"/>
                      <a:pt x="210" y="389"/>
                      <a:pt x="258" y="389"/>
                    </a:cubicBezTo>
                    <a:cubicBezTo>
                      <a:pt x="358" y="389"/>
                      <a:pt x="453" y="311"/>
                      <a:pt x="453" y="195"/>
                    </a:cubicBezTo>
                    <a:cubicBezTo>
                      <a:pt x="453" y="88"/>
                      <a:pt x="369"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4"/>
              <p:cNvSpPr/>
              <p:nvPr/>
            </p:nvSpPr>
            <p:spPr>
              <a:xfrm>
                <a:off x="872575" y="595525"/>
                <a:ext cx="11350" cy="9725"/>
              </a:xfrm>
              <a:custGeom>
                <a:rect b="b" l="l" r="r" t="t"/>
                <a:pathLst>
                  <a:path extrusionOk="0" h="389" w="454">
                    <a:moveTo>
                      <a:pt x="262" y="0"/>
                    </a:moveTo>
                    <a:cubicBezTo>
                      <a:pt x="261" y="0"/>
                      <a:pt x="260" y="0"/>
                      <a:pt x="260" y="1"/>
                    </a:cubicBezTo>
                    <a:cubicBezTo>
                      <a:pt x="85" y="1"/>
                      <a:pt x="0" y="210"/>
                      <a:pt x="123" y="331"/>
                    </a:cubicBezTo>
                    <a:cubicBezTo>
                      <a:pt x="162" y="371"/>
                      <a:pt x="211" y="389"/>
                      <a:pt x="259" y="389"/>
                    </a:cubicBezTo>
                    <a:cubicBezTo>
                      <a:pt x="358" y="389"/>
                      <a:pt x="454" y="311"/>
                      <a:pt x="454" y="195"/>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4"/>
              <p:cNvSpPr/>
              <p:nvPr/>
            </p:nvSpPr>
            <p:spPr>
              <a:xfrm>
                <a:off x="912325" y="595525"/>
                <a:ext cx="11350" cy="9725"/>
              </a:xfrm>
              <a:custGeom>
                <a:rect b="b" l="l" r="r" t="t"/>
                <a:pathLst>
                  <a:path extrusionOk="0" h="389" w="454">
                    <a:moveTo>
                      <a:pt x="259" y="1"/>
                    </a:moveTo>
                    <a:cubicBezTo>
                      <a:pt x="86" y="1"/>
                      <a:pt x="1" y="209"/>
                      <a:pt x="122" y="331"/>
                    </a:cubicBezTo>
                    <a:cubicBezTo>
                      <a:pt x="162" y="371"/>
                      <a:pt x="211" y="389"/>
                      <a:pt x="258" y="389"/>
                    </a:cubicBezTo>
                    <a:cubicBezTo>
                      <a:pt x="358" y="389"/>
                      <a:pt x="454" y="311"/>
                      <a:pt x="454" y="195"/>
                    </a:cubicBezTo>
                    <a:cubicBezTo>
                      <a:pt x="454" y="87"/>
                      <a:pt x="367" y="1"/>
                      <a:pt x="261" y="1"/>
                    </a:cubicBezTo>
                    <a:cubicBezTo>
                      <a:pt x="261" y="1"/>
                      <a:pt x="260"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4"/>
              <p:cNvSpPr/>
              <p:nvPr/>
            </p:nvSpPr>
            <p:spPr>
              <a:xfrm>
                <a:off x="952100" y="595525"/>
                <a:ext cx="11325" cy="9725"/>
              </a:xfrm>
              <a:custGeom>
                <a:rect b="b" l="l" r="r" t="t"/>
                <a:pathLst>
                  <a:path extrusionOk="0" h="389" w="453">
                    <a:moveTo>
                      <a:pt x="262" y="0"/>
                    </a:moveTo>
                    <a:cubicBezTo>
                      <a:pt x="261" y="0"/>
                      <a:pt x="260" y="0"/>
                      <a:pt x="259" y="1"/>
                    </a:cubicBezTo>
                    <a:cubicBezTo>
                      <a:pt x="258" y="1"/>
                      <a:pt x="258" y="1"/>
                      <a:pt x="257" y="1"/>
                    </a:cubicBezTo>
                    <a:cubicBezTo>
                      <a:pt x="85" y="1"/>
                      <a:pt x="0" y="209"/>
                      <a:pt x="121" y="331"/>
                    </a:cubicBezTo>
                    <a:cubicBezTo>
                      <a:pt x="161" y="371"/>
                      <a:pt x="210" y="389"/>
                      <a:pt x="258" y="389"/>
                    </a:cubicBezTo>
                    <a:cubicBezTo>
                      <a:pt x="357"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4"/>
              <p:cNvSpPr/>
              <p:nvPr/>
            </p:nvSpPr>
            <p:spPr>
              <a:xfrm>
                <a:off x="991825" y="5955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1"/>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4"/>
              <p:cNvSpPr/>
              <p:nvPr/>
            </p:nvSpPr>
            <p:spPr>
              <a:xfrm>
                <a:off x="1031600" y="595525"/>
                <a:ext cx="11375" cy="9725"/>
              </a:xfrm>
              <a:custGeom>
                <a:rect b="b" l="l" r="r" t="t"/>
                <a:pathLst>
                  <a:path extrusionOk="0" h="389" w="455">
                    <a:moveTo>
                      <a:pt x="263" y="0"/>
                    </a:moveTo>
                    <a:cubicBezTo>
                      <a:pt x="262" y="0"/>
                      <a:pt x="262" y="0"/>
                      <a:pt x="261" y="1"/>
                    </a:cubicBezTo>
                    <a:cubicBezTo>
                      <a:pt x="260" y="1"/>
                      <a:pt x="259" y="1"/>
                      <a:pt x="259" y="1"/>
                    </a:cubicBezTo>
                    <a:cubicBezTo>
                      <a:pt x="87" y="1"/>
                      <a:pt x="0" y="209"/>
                      <a:pt x="123" y="331"/>
                    </a:cubicBezTo>
                    <a:cubicBezTo>
                      <a:pt x="162" y="371"/>
                      <a:pt x="211" y="389"/>
                      <a:pt x="259" y="389"/>
                    </a:cubicBezTo>
                    <a:cubicBezTo>
                      <a:pt x="358" y="389"/>
                      <a:pt x="454" y="311"/>
                      <a:pt x="455" y="195"/>
                    </a:cubicBezTo>
                    <a:cubicBezTo>
                      <a:pt x="455" y="88"/>
                      <a:pt x="368" y="0"/>
                      <a:pt x="26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4"/>
              <p:cNvSpPr/>
              <p:nvPr/>
            </p:nvSpPr>
            <p:spPr>
              <a:xfrm>
                <a:off x="1071350" y="595525"/>
                <a:ext cx="11350" cy="9725"/>
              </a:xfrm>
              <a:custGeom>
                <a:rect b="b" l="l" r="r" t="t"/>
                <a:pathLst>
                  <a:path extrusionOk="0" h="389" w="454">
                    <a:moveTo>
                      <a:pt x="262" y="0"/>
                    </a:moveTo>
                    <a:cubicBezTo>
                      <a:pt x="261" y="0"/>
                      <a:pt x="260" y="0"/>
                      <a:pt x="259" y="1"/>
                    </a:cubicBezTo>
                    <a:cubicBezTo>
                      <a:pt x="86" y="1"/>
                      <a:pt x="0" y="208"/>
                      <a:pt x="123" y="331"/>
                    </a:cubicBezTo>
                    <a:cubicBezTo>
                      <a:pt x="162" y="371"/>
                      <a:pt x="211" y="389"/>
                      <a:pt x="258" y="389"/>
                    </a:cubicBezTo>
                    <a:cubicBezTo>
                      <a:pt x="358" y="389"/>
                      <a:pt x="453" y="311"/>
                      <a:pt x="453" y="195"/>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4"/>
              <p:cNvSpPr/>
              <p:nvPr/>
            </p:nvSpPr>
            <p:spPr>
              <a:xfrm>
                <a:off x="594250" y="561425"/>
                <a:ext cx="11400" cy="9725"/>
              </a:xfrm>
              <a:custGeom>
                <a:rect b="b" l="l" r="r" t="t"/>
                <a:pathLst>
                  <a:path extrusionOk="0" h="389" w="456">
                    <a:moveTo>
                      <a:pt x="262" y="0"/>
                    </a:moveTo>
                    <a:cubicBezTo>
                      <a:pt x="87" y="0"/>
                      <a:pt x="1" y="209"/>
                      <a:pt x="124" y="331"/>
                    </a:cubicBezTo>
                    <a:cubicBezTo>
                      <a:pt x="164" y="371"/>
                      <a:pt x="212" y="388"/>
                      <a:pt x="260" y="388"/>
                    </a:cubicBezTo>
                    <a:cubicBezTo>
                      <a:pt x="360" y="388"/>
                      <a:pt x="456" y="311"/>
                      <a:pt x="456" y="194"/>
                    </a:cubicBezTo>
                    <a:cubicBezTo>
                      <a:pt x="454" y="87"/>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4"/>
              <p:cNvSpPr/>
              <p:nvPr/>
            </p:nvSpPr>
            <p:spPr>
              <a:xfrm>
                <a:off x="634025" y="561425"/>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4"/>
              <p:cNvSpPr/>
              <p:nvPr/>
            </p:nvSpPr>
            <p:spPr>
              <a:xfrm>
                <a:off x="673775" y="561425"/>
                <a:ext cx="11375" cy="9725"/>
              </a:xfrm>
              <a:custGeom>
                <a:rect b="b" l="l" r="r" t="t"/>
                <a:pathLst>
                  <a:path extrusionOk="0" h="389" w="455">
                    <a:moveTo>
                      <a:pt x="261" y="0"/>
                    </a:moveTo>
                    <a:cubicBezTo>
                      <a:pt x="88" y="0"/>
                      <a:pt x="0" y="209"/>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4"/>
              <p:cNvSpPr/>
              <p:nvPr/>
            </p:nvSpPr>
            <p:spPr>
              <a:xfrm>
                <a:off x="713525" y="561425"/>
                <a:ext cx="11400" cy="9725"/>
              </a:xfrm>
              <a:custGeom>
                <a:rect b="b" l="l" r="r" t="t"/>
                <a:pathLst>
                  <a:path extrusionOk="0" h="389" w="456">
                    <a:moveTo>
                      <a:pt x="261" y="0"/>
                    </a:moveTo>
                    <a:cubicBezTo>
                      <a:pt x="88" y="0"/>
                      <a:pt x="0" y="208"/>
                      <a:pt x="123" y="331"/>
                    </a:cubicBezTo>
                    <a:cubicBezTo>
                      <a:pt x="163" y="371"/>
                      <a:pt x="212" y="388"/>
                      <a:pt x="260" y="388"/>
                    </a:cubicBezTo>
                    <a:cubicBezTo>
                      <a:pt x="360"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4"/>
              <p:cNvSpPr/>
              <p:nvPr/>
            </p:nvSpPr>
            <p:spPr>
              <a:xfrm>
                <a:off x="753300" y="561425"/>
                <a:ext cx="11375" cy="9725"/>
              </a:xfrm>
              <a:custGeom>
                <a:rect b="b" l="l" r="r" t="t"/>
                <a:pathLst>
                  <a:path extrusionOk="0" h="389" w="455">
                    <a:moveTo>
                      <a:pt x="260" y="0"/>
                    </a:moveTo>
                    <a:cubicBezTo>
                      <a:pt x="87" y="0"/>
                      <a:pt x="1" y="209"/>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4"/>
              <p:cNvSpPr/>
              <p:nvPr/>
            </p:nvSpPr>
            <p:spPr>
              <a:xfrm>
                <a:off x="793075" y="561425"/>
                <a:ext cx="11350" cy="9725"/>
              </a:xfrm>
              <a:custGeom>
                <a:rect b="b" l="l" r="r" t="t"/>
                <a:pathLst>
                  <a:path extrusionOk="0" h="389" w="454">
                    <a:moveTo>
                      <a:pt x="259" y="0"/>
                    </a:moveTo>
                    <a:cubicBezTo>
                      <a:pt x="87" y="0"/>
                      <a:pt x="0" y="208"/>
                      <a:pt x="121" y="331"/>
                    </a:cubicBezTo>
                    <a:cubicBezTo>
                      <a:pt x="161" y="371"/>
                      <a:pt x="210" y="388"/>
                      <a:pt x="258" y="388"/>
                    </a:cubicBezTo>
                    <a:cubicBezTo>
                      <a:pt x="358" y="388"/>
                      <a:pt x="453" y="311"/>
                      <a:pt x="453" y="194"/>
                    </a:cubicBezTo>
                    <a:cubicBezTo>
                      <a:pt x="453" y="87"/>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4"/>
              <p:cNvSpPr/>
              <p:nvPr/>
            </p:nvSpPr>
            <p:spPr>
              <a:xfrm>
                <a:off x="832825" y="561425"/>
                <a:ext cx="11350" cy="9725"/>
              </a:xfrm>
              <a:custGeom>
                <a:rect b="b" l="l" r="r" t="t"/>
                <a:pathLst>
                  <a:path extrusionOk="0" h="389" w="454">
                    <a:moveTo>
                      <a:pt x="259" y="0"/>
                    </a:moveTo>
                    <a:cubicBezTo>
                      <a:pt x="87" y="0"/>
                      <a:pt x="0" y="209"/>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4"/>
              <p:cNvSpPr/>
              <p:nvPr/>
            </p:nvSpPr>
            <p:spPr>
              <a:xfrm>
                <a:off x="872575" y="561425"/>
                <a:ext cx="11350" cy="9725"/>
              </a:xfrm>
              <a:custGeom>
                <a:rect b="b" l="l" r="r" t="t"/>
                <a:pathLst>
                  <a:path extrusionOk="0" h="389" w="454">
                    <a:moveTo>
                      <a:pt x="260" y="0"/>
                    </a:moveTo>
                    <a:cubicBezTo>
                      <a:pt x="85" y="0"/>
                      <a:pt x="0" y="209"/>
                      <a:pt x="123" y="332"/>
                    </a:cubicBezTo>
                    <a:cubicBezTo>
                      <a:pt x="163" y="371"/>
                      <a:pt x="211" y="389"/>
                      <a:pt x="259" y="389"/>
                    </a:cubicBezTo>
                    <a:cubicBezTo>
                      <a:pt x="358" y="389"/>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4"/>
              <p:cNvSpPr/>
              <p:nvPr/>
            </p:nvSpPr>
            <p:spPr>
              <a:xfrm>
                <a:off x="912325" y="561425"/>
                <a:ext cx="11350" cy="9725"/>
              </a:xfrm>
              <a:custGeom>
                <a:rect b="b" l="l" r="r" t="t"/>
                <a:pathLst>
                  <a:path extrusionOk="0" h="389" w="454">
                    <a:moveTo>
                      <a:pt x="259" y="0"/>
                    </a:moveTo>
                    <a:cubicBezTo>
                      <a:pt x="86" y="0"/>
                      <a:pt x="1" y="210"/>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4"/>
              <p:cNvSpPr/>
              <p:nvPr/>
            </p:nvSpPr>
            <p:spPr>
              <a:xfrm>
                <a:off x="952075" y="561425"/>
                <a:ext cx="11350" cy="9725"/>
              </a:xfrm>
              <a:custGeom>
                <a:rect b="b" l="l" r="r" t="t"/>
                <a:pathLst>
                  <a:path extrusionOk="0" h="389" w="454">
                    <a:moveTo>
                      <a:pt x="260" y="0"/>
                    </a:moveTo>
                    <a:cubicBezTo>
                      <a:pt x="87" y="0"/>
                      <a:pt x="1" y="208"/>
                      <a:pt x="122" y="331"/>
                    </a:cubicBezTo>
                    <a:cubicBezTo>
                      <a:pt x="162" y="371"/>
                      <a:pt x="211" y="388"/>
                      <a:pt x="259" y="388"/>
                    </a:cubicBezTo>
                    <a:cubicBezTo>
                      <a:pt x="358" y="388"/>
                      <a:pt x="454" y="311"/>
                      <a:pt x="454" y="194"/>
                    </a:cubicBezTo>
                    <a:cubicBezTo>
                      <a:pt x="454" y="87"/>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4"/>
              <p:cNvSpPr/>
              <p:nvPr/>
            </p:nvSpPr>
            <p:spPr>
              <a:xfrm>
                <a:off x="991825" y="561425"/>
                <a:ext cx="11350" cy="9725"/>
              </a:xfrm>
              <a:custGeom>
                <a:rect b="b" l="l" r="r" t="t"/>
                <a:pathLst>
                  <a:path extrusionOk="0" h="389" w="454">
                    <a:moveTo>
                      <a:pt x="260" y="0"/>
                    </a:moveTo>
                    <a:cubicBezTo>
                      <a:pt x="87" y="0"/>
                      <a:pt x="1" y="209"/>
                      <a:pt x="124" y="331"/>
                    </a:cubicBezTo>
                    <a:cubicBezTo>
                      <a:pt x="163" y="371"/>
                      <a:pt x="211" y="388"/>
                      <a:pt x="259" y="388"/>
                    </a:cubicBezTo>
                    <a:cubicBezTo>
                      <a:pt x="359" y="388"/>
                      <a:pt x="454" y="311"/>
                      <a:pt x="454" y="194"/>
                    </a:cubicBezTo>
                    <a:cubicBezTo>
                      <a:pt x="454" y="87"/>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4"/>
              <p:cNvSpPr/>
              <p:nvPr/>
            </p:nvSpPr>
            <p:spPr>
              <a:xfrm>
                <a:off x="673775" y="527300"/>
                <a:ext cx="11375" cy="9750"/>
              </a:xfrm>
              <a:custGeom>
                <a:rect b="b" l="l" r="r" t="t"/>
                <a:pathLst>
                  <a:path extrusionOk="0" h="390" w="455">
                    <a:moveTo>
                      <a:pt x="261" y="1"/>
                    </a:moveTo>
                    <a:cubicBezTo>
                      <a:pt x="88" y="1"/>
                      <a:pt x="0" y="210"/>
                      <a:pt x="123" y="331"/>
                    </a:cubicBezTo>
                    <a:cubicBezTo>
                      <a:pt x="163" y="371"/>
                      <a:pt x="212" y="389"/>
                      <a:pt x="260" y="389"/>
                    </a:cubicBezTo>
                    <a:cubicBezTo>
                      <a:pt x="359" y="389"/>
                      <a:pt x="455" y="312"/>
                      <a:pt x="455" y="195"/>
                    </a:cubicBezTo>
                    <a:cubicBezTo>
                      <a:pt x="453"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4"/>
              <p:cNvSpPr/>
              <p:nvPr/>
            </p:nvSpPr>
            <p:spPr>
              <a:xfrm>
                <a:off x="713525" y="527300"/>
                <a:ext cx="11400" cy="9750"/>
              </a:xfrm>
              <a:custGeom>
                <a:rect b="b" l="l" r="r" t="t"/>
                <a:pathLst>
                  <a:path extrusionOk="0" h="390" w="456">
                    <a:moveTo>
                      <a:pt x="261" y="1"/>
                    </a:moveTo>
                    <a:cubicBezTo>
                      <a:pt x="88" y="1"/>
                      <a:pt x="0" y="209"/>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4"/>
              <p:cNvSpPr/>
              <p:nvPr/>
            </p:nvSpPr>
            <p:spPr>
              <a:xfrm>
                <a:off x="753300" y="527300"/>
                <a:ext cx="11375" cy="9750"/>
              </a:xfrm>
              <a:custGeom>
                <a:rect b="b" l="l" r="r" t="t"/>
                <a:pathLst>
                  <a:path extrusionOk="0" h="390" w="455">
                    <a:moveTo>
                      <a:pt x="260" y="1"/>
                    </a:moveTo>
                    <a:cubicBezTo>
                      <a:pt x="87" y="1"/>
                      <a:pt x="1" y="210"/>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4"/>
              <p:cNvSpPr/>
              <p:nvPr/>
            </p:nvSpPr>
            <p:spPr>
              <a:xfrm>
                <a:off x="793075" y="527300"/>
                <a:ext cx="11350" cy="9750"/>
              </a:xfrm>
              <a:custGeom>
                <a:rect b="b" l="l" r="r" t="t"/>
                <a:pathLst>
                  <a:path extrusionOk="0" h="390" w="454">
                    <a:moveTo>
                      <a:pt x="259" y="1"/>
                    </a:moveTo>
                    <a:cubicBezTo>
                      <a:pt x="87" y="1"/>
                      <a:pt x="0" y="209"/>
                      <a:pt x="121" y="331"/>
                    </a:cubicBezTo>
                    <a:cubicBezTo>
                      <a:pt x="161" y="371"/>
                      <a:pt x="210" y="389"/>
                      <a:pt x="258" y="389"/>
                    </a:cubicBezTo>
                    <a:cubicBezTo>
                      <a:pt x="358" y="389"/>
                      <a:pt x="453" y="312"/>
                      <a:pt x="453" y="195"/>
                    </a:cubicBezTo>
                    <a:cubicBezTo>
                      <a:pt x="453" y="87"/>
                      <a:pt x="365"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4"/>
              <p:cNvSpPr/>
              <p:nvPr/>
            </p:nvSpPr>
            <p:spPr>
              <a:xfrm>
                <a:off x="832825" y="527300"/>
                <a:ext cx="11350" cy="9750"/>
              </a:xfrm>
              <a:custGeom>
                <a:rect b="b" l="l" r="r" t="t"/>
                <a:pathLst>
                  <a:path extrusionOk="0" h="390" w="454">
                    <a:moveTo>
                      <a:pt x="259" y="1"/>
                    </a:moveTo>
                    <a:cubicBezTo>
                      <a:pt x="87" y="1"/>
                      <a:pt x="0" y="210"/>
                      <a:pt x="122" y="331"/>
                    </a:cubicBezTo>
                    <a:cubicBezTo>
                      <a:pt x="161" y="371"/>
                      <a:pt x="210" y="389"/>
                      <a:pt x="258" y="389"/>
                    </a:cubicBezTo>
                    <a:cubicBezTo>
                      <a:pt x="358" y="389"/>
                      <a:pt x="453" y="312"/>
                      <a:pt x="453" y="195"/>
                    </a:cubicBezTo>
                    <a:cubicBezTo>
                      <a:pt x="453" y="87"/>
                      <a:pt x="366"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4"/>
              <p:cNvSpPr/>
              <p:nvPr/>
            </p:nvSpPr>
            <p:spPr>
              <a:xfrm>
                <a:off x="872575" y="527300"/>
                <a:ext cx="11350" cy="9750"/>
              </a:xfrm>
              <a:custGeom>
                <a:rect b="b" l="l" r="r" t="t"/>
                <a:pathLst>
                  <a:path extrusionOk="0" h="390" w="454">
                    <a:moveTo>
                      <a:pt x="260" y="1"/>
                    </a:moveTo>
                    <a:cubicBezTo>
                      <a:pt x="85" y="1"/>
                      <a:pt x="0" y="210"/>
                      <a:pt x="123" y="333"/>
                    </a:cubicBezTo>
                    <a:cubicBezTo>
                      <a:pt x="163" y="372"/>
                      <a:pt x="211" y="390"/>
                      <a:pt x="259" y="390"/>
                    </a:cubicBezTo>
                    <a:cubicBezTo>
                      <a:pt x="358" y="390"/>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4"/>
              <p:cNvSpPr/>
              <p:nvPr/>
            </p:nvSpPr>
            <p:spPr>
              <a:xfrm>
                <a:off x="912325" y="527300"/>
                <a:ext cx="11350" cy="9750"/>
              </a:xfrm>
              <a:custGeom>
                <a:rect b="b" l="l" r="r" t="t"/>
                <a:pathLst>
                  <a:path extrusionOk="0" h="390" w="454">
                    <a:moveTo>
                      <a:pt x="261" y="1"/>
                    </a:moveTo>
                    <a:cubicBezTo>
                      <a:pt x="87" y="1"/>
                      <a:pt x="1" y="210"/>
                      <a:pt x="122" y="333"/>
                    </a:cubicBezTo>
                    <a:cubicBezTo>
                      <a:pt x="161" y="372"/>
                      <a:pt x="210" y="390"/>
                      <a:pt x="258" y="390"/>
                    </a:cubicBezTo>
                    <a:cubicBezTo>
                      <a:pt x="358" y="390"/>
                      <a:pt x="454" y="312"/>
                      <a:pt x="454" y="195"/>
                    </a:cubicBezTo>
                    <a:cubicBezTo>
                      <a:pt x="454"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4"/>
              <p:cNvSpPr/>
              <p:nvPr/>
            </p:nvSpPr>
            <p:spPr>
              <a:xfrm>
                <a:off x="594250" y="1584550"/>
                <a:ext cx="11400" cy="9725"/>
              </a:xfrm>
              <a:custGeom>
                <a:rect b="b" l="l" r="r" t="t"/>
                <a:pathLst>
                  <a:path extrusionOk="0" h="389" w="456">
                    <a:moveTo>
                      <a:pt x="262" y="0"/>
                    </a:moveTo>
                    <a:cubicBezTo>
                      <a:pt x="87" y="0"/>
                      <a:pt x="1" y="209"/>
                      <a:pt x="124" y="330"/>
                    </a:cubicBezTo>
                    <a:cubicBezTo>
                      <a:pt x="164" y="370"/>
                      <a:pt x="212" y="388"/>
                      <a:pt x="260" y="388"/>
                    </a:cubicBezTo>
                    <a:cubicBezTo>
                      <a:pt x="360" y="388"/>
                      <a:pt x="456" y="311"/>
                      <a:pt x="456" y="194"/>
                    </a:cubicBezTo>
                    <a:cubicBezTo>
                      <a:pt x="454" y="86"/>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4"/>
              <p:cNvSpPr/>
              <p:nvPr/>
            </p:nvSpPr>
            <p:spPr>
              <a:xfrm>
                <a:off x="634025" y="1584550"/>
                <a:ext cx="11375" cy="9725"/>
              </a:xfrm>
              <a:custGeom>
                <a:rect b="b" l="l" r="r" t="t"/>
                <a:pathLst>
                  <a:path extrusionOk="0" h="389" w="455">
                    <a:moveTo>
                      <a:pt x="261" y="0"/>
                    </a:moveTo>
                    <a:cubicBezTo>
                      <a:pt x="88" y="0"/>
                      <a:pt x="0" y="208"/>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4"/>
              <p:cNvSpPr/>
              <p:nvPr/>
            </p:nvSpPr>
            <p:spPr>
              <a:xfrm>
                <a:off x="673775" y="1584550"/>
                <a:ext cx="11375" cy="9725"/>
              </a:xfrm>
              <a:custGeom>
                <a:rect b="b" l="l" r="r" t="t"/>
                <a:pathLst>
                  <a:path extrusionOk="0" h="389" w="455">
                    <a:moveTo>
                      <a:pt x="261" y="0"/>
                    </a:moveTo>
                    <a:cubicBezTo>
                      <a:pt x="88" y="0"/>
                      <a:pt x="0" y="209"/>
                      <a:pt x="123" y="330"/>
                    </a:cubicBezTo>
                    <a:cubicBezTo>
                      <a:pt x="163" y="370"/>
                      <a:pt x="212" y="388"/>
                      <a:pt x="260" y="388"/>
                    </a:cubicBezTo>
                    <a:cubicBezTo>
                      <a:pt x="359" y="388"/>
                      <a:pt x="455" y="311"/>
                      <a:pt x="455" y="194"/>
                    </a:cubicBezTo>
                    <a:cubicBezTo>
                      <a:pt x="453"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4"/>
              <p:cNvSpPr/>
              <p:nvPr/>
            </p:nvSpPr>
            <p:spPr>
              <a:xfrm>
                <a:off x="713525" y="1584550"/>
                <a:ext cx="11400" cy="9725"/>
              </a:xfrm>
              <a:custGeom>
                <a:rect b="b" l="l" r="r" t="t"/>
                <a:pathLst>
                  <a:path extrusionOk="0" h="389" w="456">
                    <a:moveTo>
                      <a:pt x="261" y="0"/>
                    </a:moveTo>
                    <a:cubicBezTo>
                      <a:pt x="88" y="0"/>
                      <a:pt x="0" y="208"/>
                      <a:pt x="123" y="330"/>
                    </a:cubicBezTo>
                    <a:cubicBezTo>
                      <a:pt x="163" y="370"/>
                      <a:pt x="212" y="388"/>
                      <a:pt x="260" y="388"/>
                    </a:cubicBezTo>
                    <a:cubicBezTo>
                      <a:pt x="360" y="388"/>
                      <a:pt x="455" y="311"/>
                      <a:pt x="455" y="194"/>
                    </a:cubicBezTo>
                    <a:cubicBezTo>
                      <a:pt x="455" y="86"/>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4"/>
              <p:cNvSpPr/>
              <p:nvPr/>
            </p:nvSpPr>
            <p:spPr>
              <a:xfrm>
                <a:off x="753300" y="1584550"/>
                <a:ext cx="11375" cy="9725"/>
              </a:xfrm>
              <a:custGeom>
                <a:rect b="b" l="l" r="r" t="t"/>
                <a:pathLst>
                  <a:path extrusionOk="0" h="389" w="455">
                    <a:moveTo>
                      <a:pt x="260" y="0"/>
                    </a:moveTo>
                    <a:cubicBezTo>
                      <a:pt x="87" y="0"/>
                      <a:pt x="1" y="209"/>
                      <a:pt x="122" y="330"/>
                    </a:cubicBezTo>
                    <a:cubicBezTo>
                      <a:pt x="162" y="370"/>
                      <a:pt x="211" y="388"/>
                      <a:pt x="259" y="388"/>
                    </a:cubicBezTo>
                    <a:cubicBezTo>
                      <a:pt x="359" y="388"/>
                      <a:pt x="454" y="311"/>
                      <a:pt x="454" y="194"/>
                    </a:cubicBezTo>
                    <a:cubicBezTo>
                      <a:pt x="454" y="86"/>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4"/>
              <p:cNvSpPr/>
              <p:nvPr/>
            </p:nvSpPr>
            <p:spPr>
              <a:xfrm>
                <a:off x="793075" y="1584550"/>
                <a:ext cx="11350" cy="9725"/>
              </a:xfrm>
              <a:custGeom>
                <a:rect b="b" l="l" r="r" t="t"/>
                <a:pathLst>
                  <a:path extrusionOk="0" h="389" w="454">
                    <a:moveTo>
                      <a:pt x="259" y="0"/>
                    </a:moveTo>
                    <a:cubicBezTo>
                      <a:pt x="87" y="0"/>
                      <a:pt x="0" y="208"/>
                      <a:pt x="121" y="330"/>
                    </a:cubicBezTo>
                    <a:cubicBezTo>
                      <a:pt x="161" y="370"/>
                      <a:pt x="210" y="388"/>
                      <a:pt x="258" y="388"/>
                    </a:cubicBezTo>
                    <a:cubicBezTo>
                      <a:pt x="358" y="388"/>
                      <a:pt x="453" y="311"/>
                      <a:pt x="453" y="194"/>
                    </a:cubicBezTo>
                    <a:cubicBezTo>
                      <a:pt x="453" y="86"/>
                      <a:pt x="365"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4"/>
              <p:cNvSpPr/>
              <p:nvPr/>
            </p:nvSpPr>
            <p:spPr>
              <a:xfrm>
                <a:off x="832825" y="1584550"/>
                <a:ext cx="11350" cy="9725"/>
              </a:xfrm>
              <a:custGeom>
                <a:rect b="b" l="l" r="r" t="t"/>
                <a:pathLst>
                  <a:path extrusionOk="0" h="389" w="454">
                    <a:moveTo>
                      <a:pt x="259" y="0"/>
                    </a:moveTo>
                    <a:cubicBezTo>
                      <a:pt x="87" y="0"/>
                      <a:pt x="0" y="209"/>
                      <a:pt x="122" y="330"/>
                    </a:cubicBezTo>
                    <a:cubicBezTo>
                      <a:pt x="161" y="370"/>
                      <a:pt x="210" y="388"/>
                      <a:pt x="258" y="388"/>
                    </a:cubicBezTo>
                    <a:cubicBezTo>
                      <a:pt x="358" y="388"/>
                      <a:pt x="453" y="311"/>
                      <a:pt x="453" y="194"/>
                    </a:cubicBezTo>
                    <a:cubicBezTo>
                      <a:pt x="453" y="86"/>
                      <a:pt x="366"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4"/>
              <p:cNvSpPr/>
              <p:nvPr/>
            </p:nvSpPr>
            <p:spPr>
              <a:xfrm>
                <a:off x="872575" y="1584550"/>
                <a:ext cx="11350" cy="9725"/>
              </a:xfrm>
              <a:custGeom>
                <a:rect b="b" l="l" r="r" t="t"/>
                <a:pathLst>
                  <a:path extrusionOk="0" h="389" w="454">
                    <a:moveTo>
                      <a:pt x="260" y="0"/>
                    </a:moveTo>
                    <a:cubicBezTo>
                      <a:pt x="87" y="0"/>
                      <a:pt x="0" y="208"/>
                      <a:pt x="122" y="330"/>
                    </a:cubicBezTo>
                    <a:cubicBezTo>
                      <a:pt x="161" y="370"/>
                      <a:pt x="210" y="388"/>
                      <a:pt x="258"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4"/>
              <p:cNvSpPr/>
              <p:nvPr/>
            </p:nvSpPr>
            <p:spPr>
              <a:xfrm>
                <a:off x="912325" y="1584550"/>
                <a:ext cx="11350" cy="9725"/>
              </a:xfrm>
              <a:custGeom>
                <a:rect b="b" l="l" r="r" t="t"/>
                <a:pathLst>
                  <a:path extrusionOk="0" h="389" w="454">
                    <a:moveTo>
                      <a:pt x="260" y="0"/>
                    </a:moveTo>
                    <a:cubicBezTo>
                      <a:pt x="87" y="0"/>
                      <a:pt x="1" y="209"/>
                      <a:pt x="123" y="330"/>
                    </a:cubicBezTo>
                    <a:cubicBezTo>
                      <a:pt x="163"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4"/>
              <p:cNvSpPr/>
              <p:nvPr/>
            </p:nvSpPr>
            <p:spPr>
              <a:xfrm>
                <a:off x="952075" y="1584550"/>
                <a:ext cx="11350" cy="9725"/>
              </a:xfrm>
              <a:custGeom>
                <a:rect b="b" l="l" r="r" t="t"/>
                <a:pathLst>
                  <a:path extrusionOk="0" h="389" w="454">
                    <a:moveTo>
                      <a:pt x="260" y="0"/>
                    </a:moveTo>
                    <a:cubicBezTo>
                      <a:pt x="87" y="0"/>
                      <a:pt x="1" y="208"/>
                      <a:pt x="122" y="330"/>
                    </a:cubicBezTo>
                    <a:cubicBezTo>
                      <a:pt x="162" y="370"/>
                      <a:pt x="211" y="388"/>
                      <a:pt x="259" y="388"/>
                    </a:cubicBezTo>
                    <a:cubicBezTo>
                      <a:pt x="358" y="388"/>
                      <a:pt x="454" y="311"/>
                      <a:pt x="454" y="194"/>
                    </a:cubicBezTo>
                    <a:cubicBezTo>
                      <a:pt x="454" y="86"/>
                      <a:pt x="367"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4"/>
              <p:cNvSpPr/>
              <p:nvPr/>
            </p:nvSpPr>
            <p:spPr>
              <a:xfrm>
                <a:off x="991825" y="1584550"/>
                <a:ext cx="11350" cy="9725"/>
              </a:xfrm>
              <a:custGeom>
                <a:rect b="b" l="l" r="r" t="t"/>
                <a:pathLst>
                  <a:path extrusionOk="0" h="389" w="454">
                    <a:moveTo>
                      <a:pt x="260" y="0"/>
                    </a:moveTo>
                    <a:cubicBezTo>
                      <a:pt x="87" y="0"/>
                      <a:pt x="1" y="209"/>
                      <a:pt x="124" y="330"/>
                    </a:cubicBezTo>
                    <a:cubicBezTo>
                      <a:pt x="163" y="370"/>
                      <a:pt x="211" y="388"/>
                      <a:pt x="259" y="388"/>
                    </a:cubicBezTo>
                    <a:cubicBezTo>
                      <a:pt x="359" y="388"/>
                      <a:pt x="454" y="311"/>
                      <a:pt x="454" y="194"/>
                    </a:cubicBezTo>
                    <a:cubicBezTo>
                      <a:pt x="454" y="86"/>
                      <a:pt x="368"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4"/>
              <p:cNvSpPr/>
              <p:nvPr/>
            </p:nvSpPr>
            <p:spPr>
              <a:xfrm>
                <a:off x="514750" y="1550425"/>
                <a:ext cx="11350" cy="9725"/>
              </a:xfrm>
              <a:custGeom>
                <a:rect b="b" l="l" r="r" t="t"/>
                <a:pathLst>
                  <a:path extrusionOk="0" h="389" w="454">
                    <a:moveTo>
                      <a:pt x="260" y="1"/>
                    </a:moveTo>
                    <a:cubicBezTo>
                      <a:pt x="87" y="1"/>
                      <a:pt x="1" y="208"/>
                      <a:pt x="123" y="331"/>
                    </a:cubicBezTo>
                    <a:cubicBezTo>
                      <a:pt x="163" y="371"/>
                      <a:pt x="211" y="388"/>
                      <a:pt x="259" y="388"/>
                    </a:cubicBezTo>
                    <a:cubicBezTo>
                      <a:pt x="358" y="388"/>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4"/>
              <p:cNvSpPr/>
              <p:nvPr/>
            </p:nvSpPr>
            <p:spPr>
              <a:xfrm>
                <a:off x="554500" y="1550425"/>
                <a:ext cx="11375" cy="9725"/>
              </a:xfrm>
              <a:custGeom>
                <a:rect b="b" l="l" r="r" t="t"/>
                <a:pathLst>
                  <a:path extrusionOk="0" h="389" w="455">
                    <a:moveTo>
                      <a:pt x="262" y="1"/>
                    </a:moveTo>
                    <a:cubicBezTo>
                      <a:pt x="87" y="1"/>
                      <a:pt x="1" y="208"/>
                      <a:pt x="124" y="331"/>
                    </a:cubicBezTo>
                    <a:cubicBezTo>
                      <a:pt x="163" y="371"/>
                      <a:pt x="212" y="389"/>
                      <a:pt x="259" y="389"/>
                    </a:cubicBezTo>
                    <a:cubicBezTo>
                      <a:pt x="359" y="389"/>
                      <a:pt x="454" y="312"/>
                      <a:pt x="454" y="195"/>
                    </a:cubicBezTo>
                    <a:cubicBezTo>
                      <a:pt x="454"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4"/>
              <p:cNvSpPr/>
              <p:nvPr/>
            </p:nvSpPr>
            <p:spPr>
              <a:xfrm>
                <a:off x="594250" y="1550425"/>
                <a:ext cx="11400" cy="9725"/>
              </a:xfrm>
              <a:custGeom>
                <a:rect b="b" l="l" r="r" t="t"/>
                <a:pathLst>
                  <a:path extrusionOk="0" h="389" w="456">
                    <a:moveTo>
                      <a:pt x="262" y="1"/>
                    </a:moveTo>
                    <a:cubicBezTo>
                      <a:pt x="87" y="1"/>
                      <a:pt x="1" y="208"/>
                      <a:pt x="124" y="331"/>
                    </a:cubicBezTo>
                    <a:cubicBezTo>
                      <a:pt x="164" y="371"/>
                      <a:pt x="212" y="389"/>
                      <a:pt x="260" y="389"/>
                    </a:cubicBezTo>
                    <a:cubicBezTo>
                      <a:pt x="360" y="389"/>
                      <a:pt x="456"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4"/>
              <p:cNvSpPr/>
              <p:nvPr/>
            </p:nvSpPr>
            <p:spPr>
              <a:xfrm>
                <a:off x="634025" y="1550425"/>
                <a:ext cx="11375" cy="9725"/>
              </a:xfrm>
              <a:custGeom>
                <a:rect b="b" l="l" r="r" t="t"/>
                <a:pathLst>
                  <a:path extrusionOk="0" h="389" w="455">
                    <a:moveTo>
                      <a:pt x="261" y="1"/>
                    </a:moveTo>
                    <a:cubicBezTo>
                      <a:pt x="88" y="1"/>
                      <a:pt x="0" y="208"/>
                      <a:pt x="123" y="331"/>
                    </a:cubicBezTo>
                    <a:cubicBezTo>
                      <a:pt x="163" y="371"/>
                      <a:pt x="211" y="389"/>
                      <a:pt x="259" y="389"/>
                    </a:cubicBezTo>
                    <a:cubicBezTo>
                      <a:pt x="359" y="389"/>
                      <a:pt x="454"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4"/>
              <p:cNvSpPr/>
              <p:nvPr/>
            </p:nvSpPr>
            <p:spPr>
              <a:xfrm>
                <a:off x="673775" y="1550425"/>
                <a:ext cx="11375" cy="9725"/>
              </a:xfrm>
              <a:custGeom>
                <a:rect b="b" l="l" r="r" t="t"/>
                <a:pathLst>
                  <a:path extrusionOk="0" h="389" w="455">
                    <a:moveTo>
                      <a:pt x="261" y="1"/>
                    </a:moveTo>
                    <a:cubicBezTo>
                      <a:pt x="88" y="1"/>
                      <a:pt x="0" y="208"/>
                      <a:pt x="123" y="331"/>
                    </a:cubicBezTo>
                    <a:cubicBezTo>
                      <a:pt x="163" y="371"/>
                      <a:pt x="212" y="389"/>
                      <a:pt x="260" y="389"/>
                    </a:cubicBezTo>
                    <a:cubicBezTo>
                      <a:pt x="359"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4"/>
              <p:cNvSpPr/>
              <p:nvPr/>
            </p:nvSpPr>
            <p:spPr>
              <a:xfrm>
                <a:off x="673775" y="1618650"/>
                <a:ext cx="11375" cy="9725"/>
              </a:xfrm>
              <a:custGeom>
                <a:rect b="b" l="l" r="r" t="t"/>
                <a:pathLst>
                  <a:path extrusionOk="0" h="389" w="455">
                    <a:moveTo>
                      <a:pt x="261" y="0"/>
                    </a:moveTo>
                    <a:cubicBezTo>
                      <a:pt x="88" y="0"/>
                      <a:pt x="0" y="208"/>
                      <a:pt x="123" y="331"/>
                    </a:cubicBezTo>
                    <a:cubicBezTo>
                      <a:pt x="163" y="371"/>
                      <a:pt x="212" y="388"/>
                      <a:pt x="260" y="388"/>
                    </a:cubicBezTo>
                    <a:cubicBezTo>
                      <a:pt x="359" y="388"/>
                      <a:pt x="455" y="311"/>
                      <a:pt x="455" y="194"/>
                    </a:cubicBezTo>
                    <a:cubicBezTo>
                      <a:pt x="455" y="87"/>
                      <a:pt x="367" y="0"/>
                      <a:pt x="261"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4"/>
              <p:cNvSpPr/>
              <p:nvPr/>
            </p:nvSpPr>
            <p:spPr>
              <a:xfrm>
                <a:off x="713525" y="1618650"/>
                <a:ext cx="11400" cy="9725"/>
              </a:xfrm>
              <a:custGeom>
                <a:rect b="b" l="l" r="r" t="t"/>
                <a:pathLst>
                  <a:path extrusionOk="0" h="389" w="456">
                    <a:moveTo>
                      <a:pt x="264" y="0"/>
                    </a:moveTo>
                    <a:cubicBezTo>
                      <a:pt x="263" y="0"/>
                      <a:pt x="262" y="0"/>
                      <a:pt x="261" y="0"/>
                    </a:cubicBezTo>
                    <a:cubicBezTo>
                      <a:pt x="260" y="0"/>
                      <a:pt x="260" y="0"/>
                      <a:pt x="259" y="0"/>
                    </a:cubicBezTo>
                    <a:cubicBezTo>
                      <a:pt x="88" y="0"/>
                      <a:pt x="1" y="208"/>
                      <a:pt x="123" y="331"/>
                    </a:cubicBezTo>
                    <a:cubicBezTo>
                      <a:pt x="163" y="371"/>
                      <a:pt x="212" y="388"/>
                      <a:pt x="260" y="388"/>
                    </a:cubicBezTo>
                    <a:cubicBezTo>
                      <a:pt x="360" y="388"/>
                      <a:pt x="455" y="311"/>
                      <a:pt x="455" y="194"/>
                    </a:cubicBezTo>
                    <a:cubicBezTo>
                      <a:pt x="455" y="88"/>
                      <a:pt x="369" y="0"/>
                      <a:pt x="26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4"/>
              <p:cNvSpPr/>
              <p:nvPr/>
            </p:nvSpPr>
            <p:spPr>
              <a:xfrm>
                <a:off x="753300" y="1618650"/>
                <a:ext cx="11375" cy="9725"/>
              </a:xfrm>
              <a:custGeom>
                <a:rect b="b" l="l" r="r" t="t"/>
                <a:pathLst>
                  <a:path extrusionOk="0" h="389" w="455">
                    <a:moveTo>
                      <a:pt x="260" y="0"/>
                    </a:moveTo>
                    <a:cubicBezTo>
                      <a:pt x="87" y="0"/>
                      <a:pt x="1" y="208"/>
                      <a:pt x="122" y="331"/>
                    </a:cubicBezTo>
                    <a:cubicBezTo>
                      <a:pt x="162" y="371"/>
                      <a:pt x="211" y="388"/>
                      <a:pt x="259" y="388"/>
                    </a:cubicBezTo>
                    <a:cubicBezTo>
                      <a:pt x="359" y="388"/>
                      <a:pt x="454" y="311"/>
                      <a:pt x="454" y="194"/>
                    </a:cubicBezTo>
                    <a:cubicBezTo>
                      <a:pt x="454" y="87"/>
                      <a:pt x="366" y="0"/>
                      <a:pt x="260"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4"/>
              <p:cNvSpPr/>
              <p:nvPr/>
            </p:nvSpPr>
            <p:spPr>
              <a:xfrm>
                <a:off x="793075" y="1618650"/>
                <a:ext cx="11350" cy="9725"/>
              </a:xfrm>
              <a:custGeom>
                <a:rect b="b" l="l" r="r" t="t"/>
                <a:pathLst>
                  <a:path extrusionOk="0" h="389" w="454">
                    <a:moveTo>
                      <a:pt x="262" y="0"/>
                    </a:moveTo>
                    <a:cubicBezTo>
                      <a:pt x="261" y="0"/>
                      <a:pt x="260" y="0"/>
                      <a:pt x="259" y="0"/>
                    </a:cubicBezTo>
                    <a:cubicBezTo>
                      <a:pt x="259" y="0"/>
                      <a:pt x="258" y="0"/>
                      <a:pt x="257" y="0"/>
                    </a:cubicBezTo>
                    <a:cubicBezTo>
                      <a:pt x="86" y="0"/>
                      <a:pt x="1" y="208"/>
                      <a:pt x="121" y="331"/>
                    </a:cubicBezTo>
                    <a:cubicBezTo>
                      <a:pt x="161" y="371"/>
                      <a:pt x="210" y="388"/>
                      <a:pt x="258" y="388"/>
                    </a:cubicBezTo>
                    <a:cubicBezTo>
                      <a:pt x="358" y="388"/>
                      <a:pt x="453" y="311"/>
                      <a:pt x="453" y="194"/>
                    </a:cubicBezTo>
                    <a:cubicBezTo>
                      <a:pt x="453" y="88"/>
                      <a:pt x="368"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4"/>
              <p:cNvSpPr/>
              <p:nvPr/>
            </p:nvSpPr>
            <p:spPr>
              <a:xfrm>
                <a:off x="832825" y="1618650"/>
                <a:ext cx="11350" cy="9725"/>
              </a:xfrm>
              <a:custGeom>
                <a:rect b="b" l="l" r="r" t="t"/>
                <a:pathLst>
                  <a:path extrusionOk="0" h="389" w="454">
                    <a:moveTo>
                      <a:pt x="259" y="0"/>
                    </a:moveTo>
                    <a:cubicBezTo>
                      <a:pt x="87" y="0"/>
                      <a:pt x="0" y="208"/>
                      <a:pt x="122" y="331"/>
                    </a:cubicBezTo>
                    <a:cubicBezTo>
                      <a:pt x="161" y="371"/>
                      <a:pt x="210" y="388"/>
                      <a:pt x="258" y="388"/>
                    </a:cubicBezTo>
                    <a:cubicBezTo>
                      <a:pt x="358" y="388"/>
                      <a:pt x="453" y="311"/>
                      <a:pt x="453" y="194"/>
                    </a:cubicBezTo>
                    <a:cubicBezTo>
                      <a:pt x="453" y="87"/>
                      <a:pt x="367"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4"/>
              <p:cNvSpPr/>
              <p:nvPr/>
            </p:nvSpPr>
            <p:spPr>
              <a:xfrm>
                <a:off x="872575" y="1618650"/>
                <a:ext cx="11350" cy="9725"/>
              </a:xfrm>
              <a:custGeom>
                <a:rect b="b" l="l" r="r" t="t"/>
                <a:pathLst>
                  <a:path extrusionOk="0" h="389" w="454">
                    <a:moveTo>
                      <a:pt x="262" y="0"/>
                    </a:moveTo>
                    <a:cubicBezTo>
                      <a:pt x="261" y="0"/>
                      <a:pt x="260" y="0"/>
                      <a:pt x="260" y="0"/>
                    </a:cubicBezTo>
                    <a:cubicBezTo>
                      <a:pt x="87" y="0"/>
                      <a:pt x="0" y="209"/>
                      <a:pt x="123" y="331"/>
                    </a:cubicBezTo>
                    <a:cubicBezTo>
                      <a:pt x="162" y="370"/>
                      <a:pt x="211" y="388"/>
                      <a:pt x="258" y="388"/>
                    </a:cubicBezTo>
                    <a:cubicBezTo>
                      <a:pt x="358" y="388"/>
                      <a:pt x="454" y="310"/>
                      <a:pt x="454" y="194"/>
                    </a:cubicBezTo>
                    <a:cubicBezTo>
                      <a:pt x="454" y="88"/>
                      <a:pt x="367" y="0"/>
                      <a:pt x="262"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4"/>
              <p:cNvSpPr/>
              <p:nvPr/>
            </p:nvSpPr>
            <p:spPr>
              <a:xfrm>
                <a:off x="912325" y="1618650"/>
                <a:ext cx="11350" cy="9725"/>
              </a:xfrm>
              <a:custGeom>
                <a:rect b="b" l="l" r="r" t="t"/>
                <a:pathLst>
                  <a:path extrusionOk="0" h="389" w="454">
                    <a:moveTo>
                      <a:pt x="259" y="0"/>
                    </a:moveTo>
                    <a:cubicBezTo>
                      <a:pt x="86" y="0"/>
                      <a:pt x="1" y="208"/>
                      <a:pt x="122" y="331"/>
                    </a:cubicBezTo>
                    <a:cubicBezTo>
                      <a:pt x="162" y="371"/>
                      <a:pt x="211" y="388"/>
                      <a:pt x="258" y="388"/>
                    </a:cubicBezTo>
                    <a:cubicBezTo>
                      <a:pt x="358" y="388"/>
                      <a:pt x="454" y="311"/>
                      <a:pt x="454" y="194"/>
                    </a:cubicBezTo>
                    <a:cubicBezTo>
                      <a:pt x="454" y="87"/>
                      <a:pt x="367" y="0"/>
                      <a:pt x="261" y="0"/>
                    </a:cubicBezTo>
                    <a:cubicBezTo>
                      <a:pt x="261" y="0"/>
                      <a:pt x="260" y="0"/>
                      <a:pt x="259"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4"/>
              <p:cNvSpPr/>
              <p:nvPr/>
            </p:nvSpPr>
            <p:spPr>
              <a:xfrm>
                <a:off x="713525" y="1550425"/>
                <a:ext cx="11400" cy="9725"/>
              </a:xfrm>
              <a:custGeom>
                <a:rect b="b" l="l" r="r" t="t"/>
                <a:pathLst>
                  <a:path extrusionOk="0" h="389" w="456">
                    <a:moveTo>
                      <a:pt x="261" y="1"/>
                    </a:moveTo>
                    <a:cubicBezTo>
                      <a:pt x="88" y="1"/>
                      <a:pt x="0" y="208"/>
                      <a:pt x="123" y="331"/>
                    </a:cubicBezTo>
                    <a:cubicBezTo>
                      <a:pt x="163" y="371"/>
                      <a:pt x="212" y="389"/>
                      <a:pt x="260" y="389"/>
                    </a:cubicBezTo>
                    <a:cubicBezTo>
                      <a:pt x="360" y="389"/>
                      <a:pt x="455" y="312"/>
                      <a:pt x="455" y="195"/>
                    </a:cubicBezTo>
                    <a:cubicBezTo>
                      <a:pt x="455" y="87"/>
                      <a:pt x="367" y="1"/>
                      <a:pt x="261"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4"/>
              <p:cNvSpPr/>
              <p:nvPr/>
            </p:nvSpPr>
            <p:spPr>
              <a:xfrm>
                <a:off x="753300" y="1550425"/>
                <a:ext cx="11375" cy="9725"/>
              </a:xfrm>
              <a:custGeom>
                <a:rect b="b" l="l" r="r" t="t"/>
                <a:pathLst>
                  <a:path extrusionOk="0" h="389" w="455">
                    <a:moveTo>
                      <a:pt x="260" y="1"/>
                    </a:moveTo>
                    <a:cubicBezTo>
                      <a:pt x="87" y="1"/>
                      <a:pt x="1" y="208"/>
                      <a:pt x="122" y="331"/>
                    </a:cubicBezTo>
                    <a:cubicBezTo>
                      <a:pt x="162" y="371"/>
                      <a:pt x="211" y="389"/>
                      <a:pt x="259" y="389"/>
                    </a:cubicBezTo>
                    <a:cubicBezTo>
                      <a:pt x="359" y="389"/>
                      <a:pt x="454" y="312"/>
                      <a:pt x="454" y="195"/>
                    </a:cubicBezTo>
                    <a:cubicBezTo>
                      <a:pt x="454" y="87"/>
                      <a:pt x="366"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4"/>
              <p:cNvSpPr/>
              <p:nvPr/>
            </p:nvSpPr>
            <p:spPr>
              <a:xfrm>
                <a:off x="793075" y="1550425"/>
                <a:ext cx="11350" cy="9725"/>
              </a:xfrm>
              <a:custGeom>
                <a:rect b="b" l="l" r="r" t="t"/>
                <a:pathLst>
                  <a:path extrusionOk="0" h="389" w="454">
                    <a:moveTo>
                      <a:pt x="259" y="1"/>
                    </a:moveTo>
                    <a:cubicBezTo>
                      <a:pt x="87" y="1"/>
                      <a:pt x="0" y="208"/>
                      <a:pt x="121"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4"/>
              <p:cNvSpPr/>
              <p:nvPr/>
            </p:nvSpPr>
            <p:spPr>
              <a:xfrm>
                <a:off x="832825" y="1550425"/>
                <a:ext cx="11350" cy="9725"/>
              </a:xfrm>
              <a:custGeom>
                <a:rect b="b" l="l" r="r" t="t"/>
                <a:pathLst>
                  <a:path extrusionOk="0" h="389" w="454">
                    <a:moveTo>
                      <a:pt x="259" y="1"/>
                    </a:moveTo>
                    <a:cubicBezTo>
                      <a:pt x="87" y="1"/>
                      <a:pt x="0" y="208"/>
                      <a:pt x="122" y="331"/>
                    </a:cubicBezTo>
                    <a:cubicBezTo>
                      <a:pt x="161" y="371"/>
                      <a:pt x="210"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4"/>
              <p:cNvSpPr/>
              <p:nvPr/>
            </p:nvSpPr>
            <p:spPr>
              <a:xfrm>
                <a:off x="872575" y="1550425"/>
                <a:ext cx="11350" cy="9725"/>
              </a:xfrm>
              <a:custGeom>
                <a:rect b="b" l="l" r="r" t="t"/>
                <a:pathLst>
                  <a:path extrusionOk="0" h="389" w="454">
                    <a:moveTo>
                      <a:pt x="260" y="1"/>
                    </a:moveTo>
                    <a:cubicBezTo>
                      <a:pt x="87" y="1"/>
                      <a:pt x="0" y="208"/>
                      <a:pt x="122" y="331"/>
                    </a:cubicBezTo>
                    <a:cubicBezTo>
                      <a:pt x="161" y="371"/>
                      <a:pt x="210"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4"/>
              <p:cNvSpPr/>
              <p:nvPr/>
            </p:nvSpPr>
            <p:spPr>
              <a:xfrm>
                <a:off x="912325" y="1550425"/>
                <a:ext cx="11350" cy="9725"/>
              </a:xfrm>
              <a:custGeom>
                <a:rect b="b" l="l" r="r" t="t"/>
                <a:pathLst>
                  <a:path extrusionOk="0" h="389" w="454">
                    <a:moveTo>
                      <a:pt x="260" y="1"/>
                    </a:moveTo>
                    <a:cubicBezTo>
                      <a:pt x="87" y="1"/>
                      <a:pt x="1" y="208"/>
                      <a:pt x="122" y="331"/>
                    </a:cubicBezTo>
                    <a:cubicBezTo>
                      <a:pt x="162" y="371"/>
                      <a:pt x="211" y="389"/>
                      <a:pt x="258"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4"/>
              <p:cNvSpPr/>
              <p:nvPr/>
            </p:nvSpPr>
            <p:spPr>
              <a:xfrm>
                <a:off x="952075" y="1550425"/>
                <a:ext cx="11350" cy="9725"/>
              </a:xfrm>
              <a:custGeom>
                <a:rect b="b" l="l" r="r" t="t"/>
                <a:pathLst>
                  <a:path extrusionOk="0" h="389" w="454">
                    <a:moveTo>
                      <a:pt x="260" y="1"/>
                    </a:moveTo>
                    <a:cubicBezTo>
                      <a:pt x="87" y="1"/>
                      <a:pt x="1" y="208"/>
                      <a:pt x="122" y="331"/>
                    </a:cubicBezTo>
                    <a:cubicBezTo>
                      <a:pt x="162" y="371"/>
                      <a:pt x="211" y="389"/>
                      <a:pt x="259" y="389"/>
                    </a:cubicBezTo>
                    <a:cubicBezTo>
                      <a:pt x="358" y="389"/>
                      <a:pt x="454" y="312"/>
                      <a:pt x="454" y="195"/>
                    </a:cubicBezTo>
                    <a:cubicBezTo>
                      <a:pt x="454" y="87"/>
                      <a:pt x="367"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4"/>
              <p:cNvSpPr/>
              <p:nvPr/>
            </p:nvSpPr>
            <p:spPr>
              <a:xfrm>
                <a:off x="991825" y="1550425"/>
                <a:ext cx="11350" cy="9725"/>
              </a:xfrm>
              <a:custGeom>
                <a:rect b="b" l="l" r="r" t="t"/>
                <a:pathLst>
                  <a:path extrusionOk="0" h="389" w="454">
                    <a:moveTo>
                      <a:pt x="260" y="1"/>
                    </a:moveTo>
                    <a:cubicBezTo>
                      <a:pt x="87" y="1"/>
                      <a:pt x="1" y="208"/>
                      <a:pt x="124" y="331"/>
                    </a:cubicBezTo>
                    <a:cubicBezTo>
                      <a:pt x="163" y="371"/>
                      <a:pt x="211" y="389"/>
                      <a:pt x="259" y="389"/>
                    </a:cubicBezTo>
                    <a:cubicBezTo>
                      <a:pt x="359" y="389"/>
                      <a:pt x="454" y="312"/>
                      <a:pt x="454" y="195"/>
                    </a:cubicBezTo>
                    <a:cubicBezTo>
                      <a:pt x="454" y="87"/>
                      <a:pt x="368" y="1"/>
                      <a:pt x="260"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4"/>
              <p:cNvSpPr/>
              <p:nvPr/>
            </p:nvSpPr>
            <p:spPr>
              <a:xfrm>
                <a:off x="1031575" y="1550425"/>
                <a:ext cx="11400" cy="9725"/>
              </a:xfrm>
              <a:custGeom>
                <a:rect b="b" l="l" r="r" t="t"/>
                <a:pathLst>
                  <a:path extrusionOk="0" h="389" w="456">
                    <a:moveTo>
                      <a:pt x="262" y="1"/>
                    </a:moveTo>
                    <a:cubicBezTo>
                      <a:pt x="89" y="1"/>
                      <a:pt x="1" y="208"/>
                      <a:pt x="124" y="331"/>
                    </a:cubicBezTo>
                    <a:cubicBezTo>
                      <a:pt x="163" y="371"/>
                      <a:pt x="212" y="389"/>
                      <a:pt x="260" y="389"/>
                    </a:cubicBezTo>
                    <a:cubicBezTo>
                      <a:pt x="359" y="389"/>
                      <a:pt x="455" y="312"/>
                      <a:pt x="456" y="195"/>
                    </a:cubicBezTo>
                    <a:cubicBezTo>
                      <a:pt x="456" y="87"/>
                      <a:pt x="368" y="1"/>
                      <a:pt x="262"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4"/>
              <p:cNvSpPr/>
              <p:nvPr/>
            </p:nvSpPr>
            <p:spPr>
              <a:xfrm>
                <a:off x="1071350" y="1550425"/>
                <a:ext cx="11350" cy="9725"/>
              </a:xfrm>
              <a:custGeom>
                <a:rect b="b" l="l" r="r" t="t"/>
                <a:pathLst>
                  <a:path extrusionOk="0" h="389" w="454">
                    <a:moveTo>
                      <a:pt x="259" y="1"/>
                    </a:moveTo>
                    <a:cubicBezTo>
                      <a:pt x="86" y="1"/>
                      <a:pt x="0" y="208"/>
                      <a:pt x="123" y="331"/>
                    </a:cubicBezTo>
                    <a:cubicBezTo>
                      <a:pt x="162" y="371"/>
                      <a:pt x="211" y="389"/>
                      <a:pt x="258" y="389"/>
                    </a:cubicBezTo>
                    <a:cubicBezTo>
                      <a:pt x="358" y="389"/>
                      <a:pt x="453" y="312"/>
                      <a:pt x="453" y="195"/>
                    </a:cubicBezTo>
                    <a:cubicBezTo>
                      <a:pt x="453" y="87"/>
                      <a:pt x="367" y="1"/>
                      <a:pt x="259"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4"/>
              <p:cNvSpPr/>
              <p:nvPr/>
            </p:nvSpPr>
            <p:spPr>
              <a:xfrm>
                <a:off x="1271775" y="134580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4"/>
              <p:cNvSpPr/>
              <p:nvPr/>
            </p:nvSpPr>
            <p:spPr>
              <a:xfrm>
                <a:off x="1271775" y="1311675"/>
                <a:ext cx="9725" cy="9725"/>
              </a:xfrm>
              <a:custGeom>
                <a:rect b="b" l="l" r="r" t="t"/>
                <a:pathLst>
                  <a:path extrusionOk="0" h="389" w="389">
                    <a:moveTo>
                      <a:pt x="194" y="1"/>
                    </a:moveTo>
                    <a:cubicBezTo>
                      <a:pt x="87" y="1"/>
                      <a:pt x="0" y="89"/>
                      <a:pt x="0" y="195"/>
                    </a:cubicBezTo>
                    <a:cubicBezTo>
                      <a:pt x="0" y="303"/>
                      <a:pt x="87" y="389"/>
                      <a:pt x="194" y="389"/>
                    </a:cubicBezTo>
                    <a:cubicBezTo>
                      <a:pt x="300" y="389"/>
                      <a:pt x="388" y="303"/>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4"/>
              <p:cNvSpPr/>
              <p:nvPr/>
            </p:nvSpPr>
            <p:spPr>
              <a:xfrm>
                <a:off x="1271775" y="127757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4"/>
              <p:cNvSpPr/>
              <p:nvPr/>
            </p:nvSpPr>
            <p:spPr>
              <a:xfrm>
                <a:off x="1311525" y="1277575"/>
                <a:ext cx="9700" cy="9725"/>
              </a:xfrm>
              <a:custGeom>
                <a:rect b="b" l="l" r="r" t="t"/>
                <a:pathLst>
                  <a:path extrusionOk="0" h="389" w="388">
                    <a:moveTo>
                      <a:pt x="195" y="1"/>
                    </a:moveTo>
                    <a:cubicBezTo>
                      <a:pt x="87" y="1"/>
                      <a:pt x="0" y="89"/>
                      <a:pt x="0" y="195"/>
                    </a:cubicBezTo>
                    <a:cubicBezTo>
                      <a:pt x="0" y="302"/>
                      <a:pt x="87" y="389"/>
                      <a:pt x="195" y="389"/>
                    </a:cubicBezTo>
                    <a:cubicBezTo>
                      <a:pt x="301" y="389"/>
                      <a:pt x="387" y="302"/>
                      <a:pt x="387" y="195"/>
                    </a:cubicBezTo>
                    <a:cubicBezTo>
                      <a:pt x="387" y="89"/>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4"/>
              <p:cNvSpPr/>
              <p:nvPr/>
            </p:nvSpPr>
            <p:spPr>
              <a:xfrm>
                <a:off x="1271775" y="1243475"/>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4"/>
              <p:cNvSpPr/>
              <p:nvPr/>
            </p:nvSpPr>
            <p:spPr>
              <a:xfrm>
                <a:off x="1311525" y="1243475"/>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4"/>
              <p:cNvSpPr/>
              <p:nvPr/>
            </p:nvSpPr>
            <p:spPr>
              <a:xfrm>
                <a:off x="1271775" y="1209400"/>
                <a:ext cx="9725" cy="9700"/>
              </a:xfrm>
              <a:custGeom>
                <a:rect b="b" l="l" r="r" t="t"/>
                <a:pathLst>
                  <a:path extrusionOk="0" h="388" w="389">
                    <a:moveTo>
                      <a:pt x="194" y="1"/>
                    </a:moveTo>
                    <a:cubicBezTo>
                      <a:pt x="87" y="1"/>
                      <a:pt x="0" y="87"/>
                      <a:pt x="0" y="193"/>
                    </a:cubicBezTo>
                    <a:cubicBezTo>
                      <a:pt x="0" y="301"/>
                      <a:pt x="87" y="387"/>
                      <a:pt x="194" y="387"/>
                    </a:cubicBezTo>
                    <a:cubicBezTo>
                      <a:pt x="300" y="387"/>
                      <a:pt x="388" y="301"/>
                      <a:pt x="388" y="193"/>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4"/>
              <p:cNvSpPr/>
              <p:nvPr/>
            </p:nvSpPr>
            <p:spPr>
              <a:xfrm>
                <a:off x="1311525" y="1209400"/>
                <a:ext cx="9700" cy="9700"/>
              </a:xfrm>
              <a:custGeom>
                <a:rect b="b" l="l" r="r" t="t"/>
                <a:pathLst>
                  <a:path extrusionOk="0" h="388" w="388">
                    <a:moveTo>
                      <a:pt x="195" y="1"/>
                    </a:moveTo>
                    <a:cubicBezTo>
                      <a:pt x="87" y="1"/>
                      <a:pt x="0" y="87"/>
                      <a:pt x="0" y="193"/>
                    </a:cubicBezTo>
                    <a:cubicBezTo>
                      <a:pt x="0" y="301"/>
                      <a:pt x="87" y="387"/>
                      <a:pt x="195" y="387"/>
                    </a:cubicBezTo>
                    <a:cubicBezTo>
                      <a:pt x="301" y="387"/>
                      <a:pt x="387" y="301"/>
                      <a:pt x="387" y="193"/>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4"/>
              <p:cNvSpPr/>
              <p:nvPr/>
            </p:nvSpPr>
            <p:spPr>
              <a:xfrm>
                <a:off x="1271775" y="1175300"/>
                <a:ext cx="9725" cy="9675"/>
              </a:xfrm>
              <a:custGeom>
                <a:rect b="b" l="l" r="r" t="t"/>
                <a:pathLst>
                  <a:path extrusionOk="0" h="387" w="389">
                    <a:moveTo>
                      <a:pt x="194" y="0"/>
                    </a:moveTo>
                    <a:cubicBezTo>
                      <a:pt x="87" y="0"/>
                      <a:pt x="0" y="87"/>
                      <a:pt x="0" y="194"/>
                    </a:cubicBezTo>
                    <a:cubicBezTo>
                      <a:pt x="0" y="301"/>
                      <a:pt x="87" y="387"/>
                      <a:pt x="194" y="387"/>
                    </a:cubicBezTo>
                    <a:cubicBezTo>
                      <a:pt x="300" y="387"/>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4"/>
              <p:cNvSpPr/>
              <p:nvPr/>
            </p:nvSpPr>
            <p:spPr>
              <a:xfrm>
                <a:off x="1311525" y="1175300"/>
                <a:ext cx="9700" cy="9675"/>
              </a:xfrm>
              <a:custGeom>
                <a:rect b="b" l="l" r="r" t="t"/>
                <a:pathLst>
                  <a:path extrusionOk="0" h="387" w="388">
                    <a:moveTo>
                      <a:pt x="195" y="0"/>
                    </a:moveTo>
                    <a:cubicBezTo>
                      <a:pt x="87" y="0"/>
                      <a:pt x="0" y="87"/>
                      <a:pt x="0" y="194"/>
                    </a:cubicBezTo>
                    <a:cubicBezTo>
                      <a:pt x="0" y="301"/>
                      <a:pt x="87" y="387"/>
                      <a:pt x="195" y="387"/>
                    </a:cubicBezTo>
                    <a:cubicBezTo>
                      <a:pt x="301" y="387"/>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4"/>
              <p:cNvSpPr/>
              <p:nvPr/>
            </p:nvSpPr>
            <p:spPr>
              <a:xfrm>
                <a:off x="1351275" y="1175300"/>
                <a:ext cx="9725" cy="9675"/>
              </a:xfrm>
              <a:custGeom>
                <a:rect b="b" l="l" r="r" t="t"/>
                <a:pathLst>
                  <a:path extrusionOk="0" h="387" w="389">
                    <a:moveTo>
                      <a:pt x="195" y="0"/>
                    </a:moveTo>
                    <a:cubicBezTo>
                      <a:pt x="87" y="0"/>
                      <a:pt x="1" y="87"/>
                      <a:pt x="1" y="194"/>
                    </a:cubicBezTo>
                    <a:cubicBezTo>
                      <a:pt x="1" y="301"/>
                      <a:pt x="87" y="387"/>
                      <a:pt x="195" y="387"/>
                    </a:cubicBezTo>
                    <a:cubicBezTo>
                      <a:pt x="301" y="387"/>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4"/>
              <p:cNvSpPr/>
              <p:nvPr/>
            </p:nvSpPr>
            <p:spPr>
              <a:xfrm>
                <a:off x="1271775" y="1141200"/>
                <a:ext cx="9725" cy="9675"/>
              </a:xfrm>
              <a:custGeom>
                <a:rect b="b" l="l" r="r" t="t"/>
                <a:pathLst>
                  <a:path extrusionOk="0" h="387" w="389">
                    <a:moveTo>
                      <a:pt x="194" y="0"/>
                    </a:moveTo>
                    <a:cubicBezTo>
                      <a:pt x="87" y="0"/>
                      <a:pt x="0" y="87"/>
                      <a:pt x="0" y="194"/>
                    </a:cubicBezTo>
                    <a:cubicBezTo>
                      <a:pt x="0" y="300"/>
                      <a:pt x="87" y="387"/>
                      <a:pt x="194" y="387"/>
                    </a:cubicBezTo>
                    <a:cubicBezTo>
                      <a:pt x="300" y="387"/>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4"/>
              <p:cNvSpPr/>
              <p:nvPr/>
            </p:nvSpPr>
            <p:spPr>
              <a:xfrm>
                <a:off x="1311525" y="1141200"/>
                <a:ext cx="9700" cy="9675"/>
              </a:xfrm>
              <a:custGeom>
                <a:rect b="b" l="l" r="r" t="t"/>
                <a:pathLst>
                  <a:path extrusionOk="0" h="387" w="388">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4"/>
              <p:cNvSpPr/>
              <p:nvPr/>
            </p:nvSpPr>
            <p:spPr>
              <a:xfrm>
                <a:off x="1351275" y="1141200"/>
                <a:ext cx="9725" cy="9675"/>
              </a:xfrm>
              <a:custGeom>
                <a:rect b="b" l="l" r="r" t="t"/>
                <a:pathLst>
                  <a:path extrusionOk="0" h="387" w="389">
                    <a:moveTo>
                      <a:pt x="195" y="0"/>
                    </a:moveTo>
                    <a:cubicBezTo>
                      <a:pt x="87" y="0"/>
                      <a:pt x="1" y="87"/>
                      <a:pt x="1" y="194"/>
                    </a:cubicBezTo>
                    <a:cubicBezTo>
                      <a:pt x="1" y="300"/>
                      <a:pt x="87" y="387"/>
                      <a:pt x="195" y="387"/>
                    </a:cubicBezTo>
                    <a:cubicBezTo>
                      <a:pt x="301" y="387"/>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4"/>
              <p:cNvSpPr/>
              <p:nvPr/>
            </p:nvSpPr>
            <p:spPr>
              <a:xfrm>
                <a:off x="1271775" y="11070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4"/>
              <p:cNvSpPr/>
              <p:nvPr/>
            </p:nvSpPr>
            <p:spPr>
              <a:xfrm>
                <a:off x="1311525" y="11070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4"/>
              <p:cNvSpPr/>
              <p:nvPr/>
            </p:nvSpPr>
            <p:spPr>
              <a:xfrm>
                <a:off x="1351275" y="11070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4"/>
              <p:cNvSpPr/>
              <p:nvPr/>
            </p:nvSpPr>
            <p:spPr>
              <a:xfrm>
                <a:off x="1271775" y="1072975"/>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4"/>
              <p:cNvSpPr/>
              <p:nvPr/>
            </p:nvSpPr>
            <p:spPr>
              <a:xfrm>
                <a:off x="1311525" y="1072975"/>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4"/>
              <p:cNvSpPr/>
              <p:nvPr/>
            </p:nvSpPr>
            <p:spPr>
              <a:xfrm>
                <a:off x="1351275" y="1072975"/>
                <a:ext cx="9725" cy="9725"/>
              </a:xfrm>
              <a:custGeom>
                <a:rect b="b" l="l" r="r" t="t"/>
                <a:pathLst>
                  <a:path extrusionOk="0" h="389" w="389">
                    <a:moveTo>
                      <a:pt x="195" y="1"/>
                    </a:moveTo>
                    <a:cubicBezTo>
                      <a:pt x="87" y="1"/>
                      <a:pt x="1" y="87"/>
                      <a:pt x="1" y="195"/>
                    </a:cubicBezTo>
                    <a:cubicBezTo>
                      <a:pt x="1" y="301"/>
                      <a:pt x="87" y="389"/>
                      <a:pt x="195" y="389"/>
                    </a:cubicBezTo>
                    <a:cubicBezTo>
                      <a:pt x="301" y="389"/>
                      <a:pt x="389" y="301"/>
                      <a:pt x="389" y="195"/>
                    </a:cubicBezTo>
                    <a:cubicBezTo>
                      <a:pt x="389"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4"/>
              <p:cNvSpPr/>
              <p:nvPr/>
            </p:nvSpPr>
            <p:spPr>
              <a:xfrm>
                <a:off x="1271775" y="1038875"/>
                <a:ext cx="9725" cy="9725"/>
              </a:xfrm>
              <a:custGeom>
                <a:rect b="b" l="l" r="r" t="t"/>
                <a:pathLst>
                  <a:path extrusionOk="0" h="389" w="389">
                    <a:moveTo>
                      <a:pt x="194" y="0"/>
                    </a:moveTo>
                    <a:cubicBezTo>
                      <a:pt x="87" y="0"/>
                      <a:pt x="0" y="87"/>
                      <a:pt x="0" y="194"/>
                    </a:cubicBezTo>
                    <a:cubicBezTo>
                      <a:pt x="0" y="301"/>
                      <a:pt x="87" y="388"/>
                      <a:pt x="194" y="388"/>
                    </a:cubicBezTo>
                    <a:cubicBezTo>
                      <a:pt x="300" y="388"/>
                      <a:pt x="388" y="301"/>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4"/>
              <p:cNvSpPr/>
              <p:nvPr/>
            </p:nvSpPr>
            <p:spPr>
              <a:xfrm>
                <a:off x="1311525" y="1038875"/>
                <a:ext cx="9700" cy="9725"/>
              </a:xfrm>
              <a:custGeom>
                <a:rect b="b" l="l" r="r" t="t"/>
                <a:pathLst>
                  <a:path extrusionOk="0" h="389" w="388">
                    <a:moveTo>
                      <a:pt x="195" y="0"/>
                    </a:moveTo>
                    <a:cubicBezTo>
                      <a:pt x="87" y="0"/>
                      <a:pt x="0" y="87"/>
                      <a:pt x="0" y="194"/>
                    </a:cubicBezTo>
                    <a:cubicBezTo>
                      <a:pt x="0" y="301"/>
                      <a:pt x="87" y="388"/>
                      <a:pt x="195" y="388"/>
                    </a:cubicBezTo>
                    <a:cubicBezTo>
                      <a:pt x="301" y="388"/>
                      <a:pt x="387" y="301"/>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4"/>
              <p:cNvSpPr/>
              <p:nvPr/>
            </p:nvSpPr>
            <p:spPr>
              <a:xfrm>
                <a:off x="1351275" y="1038875"/>
                <a:ext cx="9725" cy="9725"/>
              </a:xfrm>
              <a:custGeom>
                <a:rect b="b" l="l" r="r" t="t"/>
                <a:pathLst>
                  <a:path extrusionOk="0" h="389" w="389">
                    <a:moveTo>
                      <a:pt x="195" y="0"/>
                    </a:moveTo>
                    <a:cubicBezTo>
                      <a:pt x="87" y="0"/>
                      <a:pt x="1" y="87"/>
                      <a:pt x="1" y="194"/>
                    </a:cubicBezTo>
                    <a:cubicBezTo>
                      <a:pt x="1" y="301"/>
                      <a:pt x="87" y="388"/>
                      <a:pt x="195" y="388"/>
                    </a:cubicBezTo>
                    <a:cubicBezTo>
                      <a:pt x="301" y="388"/>
                      <a:pt x="389" y="301"/>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4"/>
              <p:cNvSpPr/>
              <p:nvPr/>
            </p:nvSpPr>
            <p:spPr>
              <a:xfrm>
                <a:off x="1271775" y="1004775"/>
                <a:ext cx="9725" cy="9725"/>
              </a:xfrm>
              <a:custGeom>
                <a:rect b="b" l="l" r="r" t="t"/>
                <a:pathLst>
                  <a:path extrusionOk="0" h="389" w="389">
                    <a:moveTo>
                      <a:pt x="194" y="0"/>
                    </a:moveTo>
                    <a:cubicBezTo>
                      <a:pt x="87" y="0"/>
                      <a:pt x="0" y="87"/>
                      <a:pt x="0" y="194"/>
                    </a:cubicBezTo>
                    <a:cubicBezTo>
                      <a:pt x="0" y="300"/>
                      <a:pt x="87" y="388"/>
                      <a:pt x="194" y="388"/>
                    </a:cubicBezTo>
                    <a:cubicBezTo>
                      <a:pt x="300" y="388"/>
                      <a:pt x="388" y="300"/>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4"/>
              <p:cNvSpPr/>
              <p:nvPr/>
            </p:nvSpPr>
            <p:spPr>
              <a:xfrm>
                <a:off x="1311525" y="1004775"/>
                <a:ext cx="9700" cy="9725"/>
              </a:xfrm>
              <a:custGeom>
                <a:rect b="b" l="l" r="r" t="t"/>
                <a:pathLst>
                  <a:path extrusionOk="0" h="389" w="388">
                    <a:moveTo>
                      <a:pt x="195" y="0"/>
                    </a:moveTo>
                    <a:cubicBezTo>
                      <a:pt x="87" y="0"/>
                      <a:pt x="0" y="87"/>
                      <a:pt x="0" y="194"/>
                    </a:cubicBezTo>
                    <a:cubicBezTo>
                      <a:pt x="0" y="300"/>
                      <a:pt x="87" y="388"/>
                      <a:pt x="195" y="388"/>
                    </a:cubicBezTo>
                    <a:cubicBezTo>
                      <a:pt x="301" y="388"/>
                      <a:pt x="387" y="300"/>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4"/>
              <p:cNvSpPr/>
              <p:nvPr/>
            </p:nvSpPr>
            <p:spPr>
              <a:xfrm>
                <a:off x="1351275" y="1004775"/>
                <a:ext cx="9725" cy="9725"/>
              </a:xfrm>
              <a:custGeom>
                <a:rect b="b" l="l" r="r" t="t"/>
                <a:pathLst>
                  <a:path extrusionOk="0" h="389" w="389">
                    <a:moveTo>
                      <a:pt x="195" y="0"/>
                    </a:moveTo>
                    <a:cubicBezTo>
                      <a:pt x="87" y="0"/>
                      <a:pt x="1" y="87"/>
                      <a:pt x="1" y="194"/>
                    </a:cubicBezTo>
                    <a:cubicBezTo>
                      <a:pt x="1" y="300"/>
                      <a:pt x="87" y="388"/>
                      <a:pt x="195" y="388"/>
                    </a:cubicBezTo>
                    <a:cubicBezTo>
                      <a:pt x="301" y="388"/>
                      <a:pt x="389" y="300"/>
                      <a:pt x="389" y="194"/>
                    </a:cubicBezTo>
                    <a:cubicBezTo>
                      <a:pt x="389"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4"/>
              <p:cNvSpPr/>
              <p:nvPr/>
            </p:nvSpPr>
            <p:spPr>
              <a:xfrm>
                <a:off x="1271775" y="970650"/>
                <a:ext cx="9725" cy="9725"/>
              </a:xfrm>
              <a:custGeom>
                <a:rect b="b" l="l" r="r" t="t"/>
                <a:pathLst>
                  <a:path extrusionOk="0" h="389" w="389">
                    <a:moveTo>
                      <a:pt x="194" y="1"/>
                    </a:moveTo>
                    <a:cubicBezTo>
                      <a:pt x="87" y="1"/>
                      <a:pt x="0" y="87"/>
                      <a:pt x="0" y="195"/>
                    </a:cubicBezTo>
                    <a:cubicBezTo>
                      <a:pt x="0" y="301"/>
                      <a:pt x="87" y="389"/>
                      <a:pt x="194" y="389"/>
                    </a:cubicBezTo>
                    <a:cubicBezTo>
                      <a:pt x="300" y="389"/>
                      <a:pt x="388" y="301"/>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4"/>
              <p:cNvSpPr/>
              <p:nvPr/>
            </p:nvSpPr>
            <p:spPr>
              <a:xfrm>
                <a:off x="1311525" y="970650"/>
                <a:ext cx="9700" cy="9725"/>
              </a:xfrm>
              <a:custGeom>
                <a:rect b="b" l="l" r="r" t="t"/>
                <a:pathLst>
                  <a:path extrusionOk="0" h="389" w="388">
                    <a:moveTo>
                      <a:pt x="195" y="1"/>
                    </a:moveTo>
                    <a:cubicBezTo>
                      <a:pt x="87" y="1"/>
                      <a:pt x="0" y="87"/>
                      <a:pt x="0" y="195"/>
                    </a:cubicBezTo>
                    <a:cubicBezTo>
                      <a:pt x="0" y="301"/>
                      <a:pt x="87" y="389"/>
                      <a:pt x="195" y="389"/>
                    </a:cubicBezTo>
                    <a:cubicBezTo>
                      <a:pt x="301" y="389"/>
                      <a:pt x="387" y="301"/>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4"/>
              <p:cNvSpPr/>
              <p:nvPr/>
            </p:nvSpPr>
            <p:spPr>
              <a:xfrm>
                <a:off x="1271775" y="936550"/>
                <a:ext cx="9725" cy="9725"/>
              </a:xfrm>
              <a:custGeom>
                <a:rect b="b" l="l" r="r" t="t"/>
                <a:pathLst>
                  <a:path extrusionOk="0" h="389" w="389">
                    <a:moveTo>
                      <a:pt x="194" y="1"/>
                    </a:moveTo>
                    <a:cubicBezTo>
                      <a:pt x="87" y="1"/>
                      <a:pt x="0" y="87"/>
                      <a:pt x="0" y="195"/>
                    </a:cubicBezTo>
                    <a:cubicBezTo>
                      <a:pt x="0" y="302"/>
                      <a:pt x="87" y="389"/>
                      <a:pt x="194" y="389"/>
                    </a:cubicBezTo>
                    <a:cubicBezTo>
                      <a:pt x="300" y="389"/>
                      <a:pt x="388" y="302"/>
                      <a:pt x="388" y="195"/>
                    </a:cubicBezTo>
                    <a:cubicBezTo>
                      <a:pt x="388" y="87"/>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4"/>
              <p:cNvSpPr/>
              <p:nvPr/>
            </p:nvSpPr>
            <p:spPr>
              <a:xfrm>
                <a:off x="1311525" y="936550"/>
                <a:ext cx="9700" cy="9725"/>
              </a:xfrm>
              <a:custGeom>
                <a:rect b="b" l="l" r="r" t="t"/>
                <a:pathLst>
                  <a:path extrusionOk="0" h="389" w="388">
                    <a:moveTo>
                      <a:pt x="195" y="1"/>
                    </a:moveTo>
                    <a:cubicBezTo>
                      <a:pt x="87" y="1"/>
                      <a:pt x="0" y="87"/>
                      <a:pt x="0" y="195"/>
                    </a:cubicBezTo>
                    <a:cubicBezTo>
                      <a:pt x="0" y="302"/>
                      <a:pt x="87" y="389"/>
                      <a:pt x="195" y="389"/>
                    </a:cubicBezTo>
                    <a:cubicBezTo>
                      <a:pt x="301" y="389"/>
                      <a:pt x="387" y="302"/>
                      <a:pt x="387" y="195"/>
                    </a:cubicBezTo>
                    <a:cubicBezTo>
                      <a:pt x="387" y="87"/>
                      <a:pt x="301" y="1"/>
                      <a:pt x="195"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4"/>
              <p:cNvSpPr/>
              <p:nvPr/>
            </p:nvSpPr>
            <p:spPr>
              <a:xfrm>
                <a:off x="1271775" y="902450"/>
                <a:ext cx="9725" cy="9725"/>
              </a:xfrm>
              <a:custGeom>
                <a:rect b="b" l="l" r="r" t="t"/>
                <a:pathLst>
                  <a:path extrusionOk="0" h="389" w="389">
                    <a:moveTo>
                      <a:pt x="194" y="0"/>
                    </a:moveTo>
                    <a:cubicBezTo>
                      <a:pt x="87" y="0"/>
                      <a:pt x="0" y="87"/>
                      <a:pt x="0" y="194"/>
                    </a:cubicBezTo>
                    <a:cubicBezTo>
                      <a:pt x="0" y="302"/>
                      <a:pt x="87" y="388"/>
                      <a:pt x="194" y="388"/>
                    </a:cubicBezTo>
                    <a:cubicBezTo>
                      <a:pt x="300" y="388"/>
                      <a:pt x="388" y="302"/>
                      <a:pt x="388" y="194"/>
                    </a:cubicBezTo>
                    <a:cubicBezTo>
                      <a:pt x="388" y="87"/>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4"/>
              <p:cNvSpPr/>
              <p:nvPr/>
            </p:nvSpPr>
            <p:spPr>
              <a:xfrm>
                <a:off x="1311525" y="902450"/>
                <a:ext cx="9700" cy="9725"/>
              </a:xfrm>
              <a:custGeom>
                <a:rect b="b" l="l" r="r" t="t"/>
                <a:pathLst>
                  <a:path extrusionOk="0" h="389" w="388">
                    <a:moveTo>
                      <a:pt x="195" y="0"/>
                    </a:moveTo>
                    <a:cubicBezTo>
                      <a:pt x="87" y="0"/>
                      <a:pt x="0" y="87"/>
                      <a:pt x="0" y="194"/>
                    </a:cubicBezTo>
                    <a:cubicBezTo>
                      <a:pt x="0" y="302"/>
                      <a:pt x="87" y="388"/>
                      <a:pt x="195" y="388"/>
                    </a:cubicBezTo>
                    <a:cubicBezTo>
                      <a:pt x="301" y="388"/>
                      <a:pt x="387" y="302"/>
                      <a:pt x="387" y="194"/>
                    </a:cubicBezTo>
                    <a:cubicBezTo>
                      <a:pt x="387" y="87"/>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4"/>
              <p:cNvSpPr/>
              <p:nvPr/>
            </p:nvSpPr>
            <p:spPr>
              <a:xfrm>
                <a:off x="1271775" y="868350"/>
                <a:ext cx="9725" cy="9725"/>
              </a:xfrm>
              <a:custGeom>
                <a:rect b="b" l="l" r="r" t="t"/>
                <a:pathLst>
                  <a:path extrusionOk="0" h="389" w="389">
                    <a:moveTo>
                      <a:pt x="194" y="0"/>
                    </a:moveTo>
                    <a:cubicBezTo>
                      <a:pt x="87" y="0"/>
                      <a:pt x="0" y="88"/>
                      <a:pt x="0" y="194"/>
                    </a:cubicBezTo>
                    <a:cubicBezTo>
                      <a:pt x="0" y="302"/>
                      <a:pt x="87" y="388"/>
                      <a:pt x="194" y="388"/>
                    </a:cubicBezTo>
                    <a:cubicBezTo>
                      <a:pt x="300" y="388"/>
                      <a:pt x="388" y="302"/>
                      <a:pt x="388" y="194"/>
                    </a:cubicBezTo>
                    <a:cubicBezTo>
                      <a:pt x="388" y="88"/>
                      <a:pt x="300" y="0"/>
                      <a:pt x="194"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4"/>
              <p:cNvSpPr/>
              <p:nvPr/>
            </p:nvSpPr>
            <p:spPr>
              <a:xfrm>
                <a:off x="1311525" y="868350"/>
                <a:ext cx="9700" cy="9725"/>
              </a:xfrm>
              <a:custGeom>
                <a:rect b="b" l="l" r="r" t="t"/>
                <a:pathLst>
                  <a:path extrusionOk="0" h="389" w="388">
                    <a:moveTo>
                      <a:pt x="195" y="0"/>
                    </a:moveTo>
                    <a:cubicBezTo>
                      <a:pt x="87" y="0"/>
                      <a:pt x="0" y="88"/>
                      <a:pt x="0" y="194"/>
                    </a:cubicBezTo>
                    <a:cubicBezTo>
                      <a:pt x="0" y="302"/>
                      <a:pt x="87" y="388"/>
                      <a:pt x="195" y="388"/>
                    </a:cubicBezTo>
                    <a:cubicBezTo>
                      <a:pt x="301" y="388"/>
                      <a:pt x="387" y="302"/>
                      <a:pt x="387" y="194"/>
                    </a:cubicBezTo>
                    <a:cubicBezTo>
                      <a:pt x="387" y="88"/>
                      <a:pt x="301" y="0"/>
                      <a:pt x="195"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4"/>
              <p:cNvSpPr/>
              <p:nvPr/>
            </p:nvSpPr>
            <p:spPr>
              <a:xfrm>
                <a:off x="1271775" y="834225"/>
                <a:ext cx="9725" cy="9725"/>
              </a:xfrm>
              <a:custGeom>
                <a:rect b="b" l="l" r="r" t="t"/>
                <a:pathLst>
                  <a:path extrusionOk="0" h="389" w="389">
                    <a:moveTo>
                      <a:pt x="194" y="1"/>
                    </a:moveTo>
                    <a:cubicBezTo>
                      <a:pt x="87" y="1"/>
                      <a:pt x="0" y="89"/>
                      <a:pt x="0" y="195"/>
                    </a:cubicBezTo>
                    <a:cubicBezTo>
                      <a:pt x="0" y="302"/>
                      <a:pt x="87" y="389"/>
                      <a:pt x="194" y="389"/>
                    </a:cubicBezTo>
                    <a:cubicBezTo>
                      <a:pt x="300" y="389"/>
                      <a:pt x="388" y="302"/>
                      <a:pt x="388" y="195"/>
                    </a:cubicBezTo>
                    <a:cubicBezTo>
                      <a:pt x="388" y="89"/>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4"/>
              <p:cNvSpPr/>
              <p:nvPr/>
            </p:nvSpPr>
            <p:spPr>
              <a:xfrm>
                <a:off x="1271775" y="800125"/>
                <a:ext cx="9725" cy="9725"/>
              </a:xfrm>
              <a:custGeom>
                <a:rect b="b" l="l" r="r" t="t"/>
                <a:pathLst>
                  <a:path extrusionOk="0" h="389" w="389">
                    <a:moveTo>
                      <a:pt x="194" y="1"/>
                    </a:moveTo>
                    <a:cubicBezTo>
                      <a:pt x="87" y="1"/>
                      <a:pt x="0" y="88"/>
                      <a:pt x="0" y="195"/>
                    </a:cubicBezTo>
                    <a:cubicBezTo>
                      <a:pt x="0" y="302"/>
                      <a:pt x="87" y="389"/>
                      <a:pt x="194" y="389"/>
                    </a:cubicBezTo>
                    <a:cubicBezTo>
                      <a:pt x="300" y="389"/>
                      <a:pt x="388" y="302"/>
                      <a:pt x="388" y="195"/>
                    </a:cubicBezTo>
                    <a:cubicBezTo>
                      <a:pt x="388" y="88"/>
                      <a:pt x="300" y="1"/>
                      <a:pt x="194" y="1"/>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5" name="Google Shape;15395;p64"/>
            <p:cNvSpPr/>
            <p:nvPr/>
          </p:nvSpPr>
          <p:spPr>
            <a:xfrm rot="-5400000">
              <a:off x="-683712" y="1097353"/>
              <a:ext cx="1900005" cy="1900005"/>
            </a:xfrm>
            <a:custGeom>
              <a:rect b="b" l="l" r="r" t="t"/>
              <a:pathLst>
                <a:path extrusionOk="0" h="44706" w="44706">
                  <a:moveTo>
                    <a:pt x="22353" y="211"/>
                  </a:moveTo>
                  <a:cubicBezTo>
                    <a:pt x="34563" y="211"/>
                    <a:pt x="44496" y="10143"/>
                    <a:pt x="44496" y="22353"/>
                  </a:cubicBezTo>
                  <a:cubicBezTo>
                    <a:pt x="44496" y="34565"/>
                    <a:pt x="34563" y="44496"/>
                    <a:pt x="22353" y="44496"/>
                  </a:cubicBezTo>
                  <a:cubicBezTo>
                    <a:pt x="10144" y="44496"/>
                    <a:pt x="209" y="34563"/>
                    <a:pt x="209" y="22355"/>
                  </a:cubicBezTo>
                  <a:cubicBezTo>
                    <a:pt x="209" y="10144"/>
                    <a:pt x="10143" y="211"/>
                    <a:pt x="22353" y="211"/>
                  </a:cubicBezTo>
                  <a:close/>
                  <a:moveTo>
                    <a:pt x="22353" y="0"/>
                  </a:moveTo>
                  <a:cubicBezTo>
                    <a:pt x="10028" y="0"/>
                    <a:pt x="0" y="10028"/>
                    <a:pt x="0" y="22353"/>
                  </a:cubicBezTo>
                  <a:cubicBezTo>
                    <a:pt x="0" y="34678"/>
                    <a:pt x="10028" y="44706"/>
                    <a:pt x="22353" y="44706"/>
                  </a:cubicBezTo>
                  <a:cubicBezTo>
                    <a:pt x="34678" y="44706"/>
                    <a:pt x="44706" y="34678"/>
                    <a:pt x="44706" y="22353"/>
                  </a:cubicBezTo>
                  <a:cubicBezTo>
                    <a:pt x="44706" y="10028"/>
                    <a:pt x="34678" y="0"/>
                    <a:pt x="22353" y="0"/>
                  </a:cubicBezTo>
                  <a:close/>
                </a:path>
              </a:pathLst>
            </a:custGeom>
            <a:solidFill>
              <a:srgbClr val="FFFFFF">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4"/>
            <p:cNvSpPr/>
            <p:nvPr/>
          </p:nvSpPr>
          <p:spPr>
            <a:xfrm rot="-5400000">
              <a:off x="603563" y="857551"/>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4"/>
            <p:cNvSpPr/>
            <p:nvPr/>
          </p:nvSpPr>
          <p:spPr>
            <a:xfrm>
              <a:off x="2651373" y="3281386"/>
              <a:ext cx="445241" cy="385621"/>
            </a:xfrm>
            <a:custGeom>
              <a:rect b="b" l="l" r="r" t="t"/>
              <a:pathLst>
                <a:path extrusionOk="0" h="8693" w="10037">
                  <a:moveTo>
                    <a:pt x="2509" y="1"/>
                  </a:moveTo>
                  <a:lnTo>
                    <a:pt x="0" y="4347"/>
                  </a:lnTo>
                  <a:lnTo>
                    <a:pt x="2509" y="8693"/>
                  </a:lnTo>
                  <a:lnTo>
                    <a:pt x="7526" y="8693"/>
                  </a:lnTo>
                  <a:lnTo>
                    <a:pt x="10037" y="4347"/>
                  </a:lnTo>
                  <a:lnTo>
                    <a:pt x="7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4"/>
            <p:cNvSpPr/>
            <p:nvPr/>
          </p:nvSpPr>
          <p:spPr>
            <a:xfrm>
              <a:off x="1949647" y="452341"/>
              <a:ext cx="277040" cy="25248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4"/>
            <p:cNvSpPr/>
            <p:nvPr/>
          </p:nvSpPr>
          <p:spPr>
            <a:xfrm>
              <a:off x="1484415" y="4523373"/>
              <a:ext cx="186951" cy="170396"/>
            </a:xfrm>
            <a:custGeom>
              <a:rect b="b" l="l" r="r" t="t"/>
              <a:pathLst>
                <a:path extrusionOk="0" h="6036" w="6623">
                  <a:moveTo>
                    <a:pt x="3311" y="1"/>
                  </a:moveTo>
                  <a:cubicBezTo>
                    <a:pt x="2539" y="1"/>
                    <a:pt x="1767" y="295"/>
                    <a:pt x="1178" y="884"/>
                  </a:cubicBezTo>
                  <a:cubicBezTo>
                    <a:pt x="0" y="2064"/>
                    <a:pt x="0" y="3974"/>
                    <a:pt x="1178" y="5151"/>
                  </a:cubicBezTo>
                  <a:cubicBezTo>
                    <a:pt x="1767" y="5741"/>
                    <a:pt x="2539" y="6036"/>
                    <a:pt x="3311" y="6036"/>
                  </a:cubicBezTo>
                  <a:cubicBezTo>
                    <a:pt x="4084" y="6036"/>
                    <a:pt x="4856" y="5741"/>
                    <a:pt x="5445" y="5151"/>
                  </a:cubicBezTo>
                  <a:cubicBezTo>
                    <a:pt x="6623" y="3974"/>
                    <a:pt x="6623" y="2064"/>
                    <a:pt x="5445" y="884"/>
                  </a:cubicBezTo>
                  <a:cubicBezTo>
                    <a:pt x="4856" y="295"/>
                    <a:pt x="4084" y="1"/>
                    <a:pt x="3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4"/>
            <p:cNvSpPr/>
            <p:nvPr/>
          </p:nvSpPr>
          <p:spPr>
            <a:xfrm>
              <a:off x="2841562" y="4527813"/>
              <a:ext cx="895831" cy="775779"/>
            </a:xfrm>
            <a:custGeom>
              <a:rect b="b" l="l" r="r" t="t"/>
              <a:pathLst>
                <a:path extrusionOk="0" h="18546" w="21416">
                  <a:moveTo>
                    <a:pt x="15940" y="210"/>
                  </a:moveTo>
                  <a:lnTo>
                    <a:pt x="21173" y="9273"/>
                  </a:lnTo>
                  <a:lnTo>
                    <a:pt x="15940" y="18336"/>
                  </a:lnTo>
                  <a:lnTo>
                    <a:pt x="5475" y="18336"/>
                  </a:lnTo>
                  <a:lnTo>
                    <a:pt x="242" y="9273"/>
                  </a:lnTo>
                  <a:lnTo>
                    <a:pt x="5475" y="210"/>
                  </a:lnTo>
                  <a:close/>
                  <a:moveTo>
                    <a:pt x="5355" y="0"/>
                  </a:moveTo>
                  <a:lnTo>
                    <a:pt x="1" y="9273"/>
                  </a:lnTo>
                  <a:lnTo>
                    <a:pt x="5325" y="18494"/>
                  </a:lnTo>
                  <a:lnTo>
                    <a:pt x="5355" y="18545"/>
                  </a:lnTo>
                  <a:lnTo>
                    <a:pt x="16061" y="18545"/>
                  </a:lnTo>
                  <a:lnTo>
                    <a:pt x="21415" y="9273"/>
                  </a:lnTo>
                  <a:lnTo>
                    <a:pt x="16092" y="53"/>
                  </a:lnTo>
                  <a:lnTo>
                    <a:pt x="160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01" name="Google Shape;15401;p6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15402" name="Google Shape;15402;p64"/>
          <p:cNvSpPr txBox="1"/>
          <p:nvPr>
            <p:ph idx="4" type="title"/>
          </p:nvPr>
        </p:nvSpPr>
        <p:spPr>
          <a:xfrm>
            <a:off x="1874663" y="125200"/>
            <a:ext cx="4161300" cy="47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Project resultaten </a:t>
            </a:r>
            <a:endParaRPr/>
          </a:p>
        </p:txBody>
      </p:sp>
      <p:grpSp>
        <p:nvGrpSpPr>
          <p:cNvPr id="15403" name="Google Shape;15403;p64"/>
          <p:cNvGrpSpPr/>
          <p:nvPr/>
        </p:nvGrpSpPr>
        <p:grpSpPr>
          <a:xfrm>
            <a:off x="5780107" y="582028"/>
            <a:ext cx="1223788" cy="21378"/>
            <a:chOff x="3096700" y="3484425"/>
            <a:chExt cx="719875" cy="12575"/>
          </a:xfrm>
        </p:grpSpPr>
        <p:sp>
          <p:nvSpPr>
            <p:cNvPr id="15404" name="Google Shape;15404;p64"/>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4"/>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4"/>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4"/>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4"/>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4"/>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4"/>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4"/>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4"/>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4"/>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4" name="Google Shape;15414;p64"/>
          <p:cNvGrpSpPr/>
          <p:nvPr/>
        </p:nvGrpSpPr>
        <p:grpSpPr>
          <a:xfrm>
            <a:off x="2260892" y="582028"/>
            <a:ext cx="1223745" cy="21378"/>
            <a:chOff x="2940000" y="3484425"/>
            <a:chExt cx="719850" cy="12575"/>
          </a:xfrm>
        </p:grpSpPr>
        <p:sp>
          <p:nvSpPr>
            <p:cNvPr id="15415" name="Google Shape;15415;p64"/>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4"/>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4"/>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4"/>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4"/>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4"/>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4"/>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4"/>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4"/>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4"/>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5" name="Google Shape;15425;p64"/>
          <p:cNvSpPr txBox="1"/>
          <p:nvPr>
            <p:ph type="title"/>
          </p:nvPr>
        </p:nvSpPr>
        <p:spPr>
          <a:xfrm>
            <a:off x="-52550" y="93552"/>
            <a:ext cx="1320300" cy="541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3100"/>
              <a:t>05.</a:t>
            </a:r>
            <a:endParaRPr sz="3100"/>
          </a:p>
        </p:txBody>
      </p:sp>
      <p:pic>
        <p:nvPicPr>
          <p:cNvPr id="15426" name="Google Shape;15426;p64" title="WhatsApp Image 2026-01-18 at 2.31.40 PM.jpeg"/>
          <p:cNvPicPr preferRelativeResize="0"/>
          <p:nvPr/>
        </p:nvPicPr>
        <p:blipFill>
          <a:blip r:embed="rId3">
            <a:alphaModFix/>
          </a:blip>
          <a:stretch>
            <a:fillRect/>
          </a:stretch>
        </p:blipFill>
        <p:spPr>
          <a:xfrm>
            <a:off x="5027950" y="635050"/>
            <a:ext cx="3099526" cy="3011002"/>
          </a:xfrm>
          <a:prstGeom prst="rect">
            <a:avLst/>
          </a:prstGeom>
          <a:noFill/>
          <a:ln>
            <a:noFill/>
          </a:ln>
        </p:spPr>
      </p:pic>
      <p:sp>
        <p:nvSpPr>
          <p:cNvPr id="15427" name="Google Shape;15427;p64"/>
          <p:cNvSpPr txBox="1"/>
          <p:nvPr/>
        </p:nvSpPr>
        <p:spPr>
          <a:xfrm>
            <a:off x="5617273" y="3896878"/>
            <a:ext cx="1920900" cy="737700"/>
          </a:xfrm>
          <a:prstGeom prst="rect">
            <a:avLst/>
          </a:prstGeom>
          <a:noFill/>
          <a:ln>
            <a:noFill/>
          </a:ln>
        </p:spPr>
        <p:txBody>
          <a:bodyPr anchorCtr="0" anchor="t" bIns="81950" lIns="81950" spcFirstLastPara="1" rIns="81950" wrap="square" tIns="81950">
            <a:noAutofit/>
          </a:bodyPr>
          <a:lstStyle/>
          <a:p>
            <a:pPr indent="0" lvl="0" marL="0" rtl="0" algn="l">
              <a:spcBef>
                <a:spcPts val="0"/>
              </a:spcBef>
              <a:spcAft>
                <a:spcPts val="0"/>
              </a:spcAft>
              <a:buNone/>
            </a:pPr>
            <a:r>
              <a:rPr lang="en" sz="1255">
                <a:solidFill>
                  <a:schemeClr val="accent2"/>
                </a:solidFill>
                <a:latin typeface="Poppins Light"/>
                <a:ea typeface="Poppins Light"/>
                <a:cs typeface="Poppins Light"/>
                <a:sym typeface="Poppins Light"/>
              </a:rPr>
              <a:t>   Gehele systeem</a:t>
            </a:r>
            <a:endParaRPr sz="1255">
              <a:solidFill>
                <a:schemeClr val="accent2"/>
              </a:solidFill>
              <a:latin typeface="Poppins Light"/>
              <a:ea typeface="Poppins Light"/>
              <a:cs typeface="Poppins Light"/>
              <a:sym typeface="Poppins Light"/>
            </a:endParaRPr>
          </a:p>
        </p:txBody>
      </p:sp>
      <p:cxnSp>
        <p:nvCxnSpPr>
          <p:cNvPr id="15428" name="Google Shape;15428;p64"/>
          <p:cNvCxnSpPr/>
          <p:nvPr/>
        </p:nvCxnSpPr>
        <p:spPr>
          <a:xfrm>
            <a:off x="6556447" y="3677688"/>
            <a:ext cx="5100" cy="219300"/>
          </a:xfrm>
          <a:prstGeom prst="straightConnector1">
            <a:avLst/>
          </a:prstGeom>
          <a:noFill/>
          <a:ln cap="flat" cmpd="sng" w="8550">
            <a:solidFill>
              <a:schemeClr val="dk2"/>
            </a:solidFill>
            <a:prstDash val="solid"/>
            <a:round/>
            <a:headEnd len="med" w="med" type="none"/>
            <a:tailEnd len="med" w="med" type="triangl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32" name="Shape 15432"/>
        <p:cNvGrpSpPr/>
        <p:nvPr/>
      </p:nvGrpSpPr>
      <p:grpSpPr>
        <a:xfrm>
          <a:off x="0" y="0"/>
          <a:ext cx="0" cy="0"/>
          <a:chOff x="0" y="0"/>
          <a:chExt cx="0" cy="0"/>
        </a:xfrm>
      </p:grpSpPr>
      <p:sp>
        <p:nvSpPr>
          <p:cNvPr id="15433" name="Google Shape;15433;p65"/>
          <p:cNvSpPr/>
          <p:nvPr/>
        </p:nvSpPr>
        <p:spPr>
          <a:xfrm>
            <a:off x="3991000" y="4608575"/>
            <a:ext cx="1162200" cy="534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5">
            <a:hlinkClick action="ppaction://hlinkshowjump?jump=previousslide"/>
          </p:cNvPr>
          <p:cNvSpPr/>
          <p:nvPr/>
        </p:nvSpPr>
        <p:spPr>
          <a:xfrm>
            <a:off x="4216189" y="4788507"/>
            <a:ext cx="167426" cy="165073"/>
          </a:xfrm>
          <a:custGeom>
            <a:rect b="b" l="l" r="r" t="t"/>
            <a:pathLst>
              <a:path extrusionOk="0" h="71460" w="72479">
                <a:moveTo>
                  <a:pt x="30460" y="22962"/>
                </a:moveTo>
                <a:cubicBezTo>
                  <a:pt x="32555" y="22962"/>
                  <a:pt x="34426" y="25717"/>
                  <a:pt x="32508" y="27634"/>
                </a:cubicBezTo>
                <a:lnTo>
                  <a:pt x="27488" y="32654"/>
                </a:lnTo>
                <a:lnTo>
                  <a:pt x="50693" y="32654"/>
                </a:lnTo>
                <a:cubicBezTo>
                  <a:pt x="52342" y="32654"/>
                  <a:pt x="53724" y="34036"/>
                  <a:pt x="53724" y="35685"/>
                </a:cubicBezTo>
                <a:cubicBezTo>
                  <a:pt x="53724" y="37352"/>
                  <a:pt x="52342" y="38734"/>
                  <a:pt x="50693" y="38734"/>
                </a:cubicBezTo>
                <a:lnTo>
                  <a:pt x="27375" y="38734"/>
                </a:lnTo>
                <a:lnTo>
                  <a:pt x="32280" y="43773"/>
                </a:lnTo>
                <a:cubicBezTo>
                  <a:pt x="34175" y="45712"/>
                  <a:pt x="32302" y="48425"/>
                  <a:pt x="30216" y="48425"/>
                </a:cubicBezTo>
                <a:cubicBezTo>
                  <a:pt x="29590" y="48425"/>
                  <a:pt x="28946" y="48181"/>
                  <a:pt x="28378" y="47600"/>
                </a:cubicBezTo>
                <a:lnTo>
                  <a:pt x="18623" y="37598"/>
                </a:lnTo>
                <a:cubicBezTo>
                  <a:pt x="17580" y="36537"/>
                  <a:pt x="17580" y="34814"/>
                  <a:pt x="18641" y="33753"/>
                </a:cubicBezTo>
                <a:lnTo>
                  <a:pt x="28643" y="23769"/>
                </a:lnTo>
                <a:cubicBezTo>
                  <a:pt x="29208" y="23201"/>
                  <a:pt x="29843" y="22962"/>
                  <a:pt x="30460" y="22962"/>
                </a:cubicBezTo>
                <a:close/>
                <a:moveTo>
                  <a:pt x="35864" y="0"/>
                </a:moveTo>
                <a:cubicBezTo>
                  <a:pt x="26970" y="0"/>
                  <a:pt x="18101" y="3237"/>
                  <a:pt x="11349" y="9562"/>
                </a:cubicBezTo>
                <a:cubicBezTo>
                  <a:pt x="4150" y="16287"/>
                  <a:pt x="1" y="25853"/>
                  <a:pt x="1" y="35685"/>
                </a:cubicBezTo>
                <a:cubicBezTo>
                  <a:pt x="1" y="52336"/>
                  <a:pt x="11973" y="67187"/>
                  <a:pt x="28264" y="70673"/>
                </a:cubicBezTo>
                <a:cubicBezTo>
                  <a:pt x="30724" y="71199"/>
                  <a:pt x="33231" y="71459"/>
                  <a:pt x="35734" y="71459"/>
                </a:cubicBezTo>
                <a:cubicBezTo>
                  <a:pt x="41521" y="71459"/>
                  <a:pt x="47293" y="70069"/>
                  <a:pt x="52436" y="67359"/>
                </a:cubicBezTo>
                <a:cubicBezTo>
                  <a:pt x="59521" y="63626"/>
                  <a:pt x="65262" y="57508"/>
                  <a:pt x="68500" y="50176"/>
                </a:cubicBezTo>
                <a:cubicBezTo>
                  <a:pt x="71892" y="42543"/>
                  <a:pt x="72478" y="33809"/>
                  <a:pt x="70167" y="25797"/>
                </a:cubicBezTo>
                <a:cubicBezTo>
                  <a:pt x="67952" y="18068"/>
                  <a:pt x="63064" y="11210"/>
                  <a:pt x="56528" y="6531"/>
                </a:cubicBezTo>
                <a:cubicBezTo>
                  <a:pt x="50378" y="2150"/>
                  <a:pt x="43113" y="0"/>
                  <a:pt x="3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5435" name="Google Shape;15435;p65">
            <a:hlinkClick action="ppaction://hlinkshowjump?jump=nextslide"/>
          </p:cNvPr>
          <p:cNvSpPr/>
          <p:nvPr/>
        </p:nvSpPr>
        <p:spPr>
          <a:xfrm>
            <a:off x="4760664" y="4788519"/>
            <a:ext cx="167426" cy="165073"/>
          </a:xfrm>
          <a:custGeom>
            <a:rect b="b" l="l" r="r" t="t"/>
            <a:pathLst>
              <a:path extrusionOk="0" h="71460" w="72479">
                <a:moveTo>
                  <a:pt x="42259" y="23045"/>
                </a:moveTo>
                <a:cubicBezTo>
                  <a:pt x="42886" y="23045"/>
                  <a:pt x="43532" y="23291"/>
                  <a:pt x="44101" y="23878"/>
                </a:cubicBezTo>
                <a:lnTo>
                  <a:pt x="53858" y="33862"/>
                </a:lnTo>
                <a:cubicBezTo>
                  <a:pt x="54919" y="34941"/>
                  <a:pt x="54899" y="36646"/>
                  <a:pt x="53838" y="37706"/>
                </a:cubicBezTo>
                <a:lnTo>
                  <a:pt x="43856" y="47690"/>
                </a:lnTo>
                <a:cubicBezTo>
                  <a:pt x="43286" y="48260"/>
                  <a:pt x="42645" y="48500"/>
                  <a:pt x="42024" y="48500"/>
                </a:cubicBezTo>
                <a:cubicBezTo>
                  <a:pt x="39924" y="48500"/>
                  <a:pt x="38061" y="45756"/>
                  <a:pt x="39991" y="43826"/>
                </a:cubicBezTo>
                <a:lnTo>
                  <a:pt x="44992" y="38805"/>
                </a:lnTo>
                <a:lnTo>
                  <a:pt x="21806" y="38805"/>
                </a:lnTo>
                <a:cubicBezTo>
                  <a:pt x="20139" y="38805"/>
                  <a:pt x="18755" y="37423"/>
                  <a:pt x="18755" y="35774"/>
                </a:cubicBezTo>
                <a:cubicBezTo>
                  <a:pt x="18755" y="34127"/>
                  <a:pt x="20139" y="32743"/>
                  <a:pt x="21806" y="32743"/>
                </a:cubicBezTo>
                <a:lnTo>
                  <a:pt x="45124" y="32743"/>
                </a:lnTo>
                <a:lnTo>
                  <a:pt x="40199" y="27686"/>
                </a:lnTo>
                <a:cubicBezTo>
                  <a:pt x="38305" y="25764"/>
                  <a:pt x="40175" y="23045"/>
                  <a:pt x="42259" y="23045"/>
                </a:cubicBezTo>
                <a:close/>
                <a:moveTo>
                  <a:pt x="36745" y="0"/>
                </a:moveTo>
                <a:cubicBezTo>
                  <a:pt x="30959" y="0"/>
                  <a:pt x="25187" y="1391"/>
                  <a:pt x="20043" y="4101"/>
                </a:cubicBezTo>
                <a:cubicBezTo>
                  <a:pt x="12958" y="7834"/>
                  <a:pt x="7219" y="13971"/>
                  <a:pt x="3979" y="21283"/>
                </a:cubicBezTo>
                <a:cubicBezTo>
                  <a:pt x="589" y="28917"/>
                  <a:pt x="1" y="37669"/>
                  <a:pt x="2312" y="45682"/>
                </a:cubicBezTo>
                <a:cubicBezTo>
                  <a:pt x="4529" y="53411"/>
                  <a:pt x="9417" y="60269"/>
                  <a:pt x="15951" y="64929"/>
                </a:cubicBezTo>
                <a:cubicBezTo>
                  <a:pt x="22102" y="69309"/>
                  <a:pt x="29367" y="71459"/>
                  <a:pt x="36616" y="71459"/>
                </a:cubicBezTo>
                <a:cubicBezTo>
                  <a:pt x="45510" y="71459"/>
                  <a:pt x="54379" y="68223"/>
                  <a:pt x="61132" y="61898"/>
                </a:cubicBezTo>
                <a:cubicBezTo>
                  <a:pt x="68331" y="55172"/>
                  <a:pt x="72478" y="45625"/>
                  <a:pt x="72478" y="35774"/>
                </a:cubicBezTo>
                <a:cubicBezTo>
                  <a:pt x="72478" y="19124"/>
                  <a:pt x="60506" y="4272"/>
                  <a:pt x="44215" y="787"/>
                </a:cubicBezTo>
                <a:cubicBezTo>
                  <a:pt x="41755" y="260"/>
                  <a:pt x="39249" y="0"/>
                  <a:pt x="36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5436" name="Google Shape;15436;p65">
            <a:hlinkClick action="ppaction://hlinksldjump" r:id="rId3"/>
          </p:cNvPr>
          <p:cNvSpPr/>
          <p:nvPr/>
        </p:nvSpPr>
        <p:spPr>
          <a:xfrm>
            <a:off x="4475960" y="4744707"/>
            <a:ext cx="247705" cy="246577"/>
          </a:xfrm>
          <a:custGeom>
            <a:rect b="b" l="l" r="r" t="t"/>
            <a:pathLst>
              <a:path extrusionOk="0" h="91156" w="91573">
                <a:moveTo>
                  <a:pt x="18224" y="17352"/>
                </a:moveTo>
                <a:cubicBezTo>
                  <a:pt x="16652" y="17352"/>
                  <a:pt x="15364" y="18640"/>
                  <a:pt x="15364" y="20213"/>
                </a:cubicBezTo>
                <a:cubicBezTo>
                  <a:pt x="15364" y="21785"/>
                  <a:pt x="16652" y="23055"/>
                  <a:pt x="18224" y="23055"/>
                </a:cubicBezTo>
                <a:lnTo>
                  <a:pt x="51546" y="23055"/>
                </a:lnTo>
                <a:cubicBezTo>
                  <a:pt x="53117" y="23055"/>
                  <a:pt x="54387" y="21785"/>
                  <a:pt x="54387" y="20213"/>
                </a:cubicBezTo>
                <a:cubicBezTo>
                  <a:pt x="54387" y="18640"/>
                  <a:pt x="53117" y="17352"/>
                  <a:pt x="51546" y="17352"/>
                </a:cubicBezTo>
                <a:close/>
                <a:moveTo>
                  <a:pt x="18224" y="34269"/>
                </a:moveTo>
                <a:cubicBezTo>
                  <a:pt x="16652" y="34269"/>
                  <a:pt x="15364" y="35538"/>
                  <a:pt x="15364" y="37111"/>
                </a:cubicBezTo>
                <a:cubicBezTo>
                  <a:pt x="15364" y="38682"/>
                  <a:pt x="16652" y="39970"/>
                  <a:pt x="18224" y="39970"/>
                </a:cubicBezTo>
                <a:lnTo>
                  <a:pt x="39725" y="39970"/>
                </a:lnTo>
                <a:cubicBezTo>
                  <a:pt x="41297" y="39970"/>
                  <a:pt x="42585" y="38682"/>
                  <a:pt x="42585" y="37111"/>
                </a:cubicBezTo>
                <a:cubicBezTo>
                  <a:pt x="42585" y="35538"/>
                  <a:pt x="41297" y="34269"/>
                  <a:pt x="39725" y="34269"/>
                </a:cubicBezTo>
                <a:close/>
                <a:moveTo>
                  <a:pt x="18224" y="51185"/>
                </a:moveTo>
                <a:cubicBezTo>
                  <a:pt x="16652" y="51185"/>
                  <a:pt x="15364" y="52455"/>
                  <a:pt x="15364" y="54026"/>
                </a:cubicBezTo>
                <a:cubicBezTo>
                  <a:pt x="15364" y="55600"/>
                  <a:pt x="16652" y="56888"/>
                  <a:pt x="18224" y="56888"/>
                </a:cubicBezTo>
                <a:lnTo>
                  <a:pt x="30556" y="56888"/>
                </a:lnTo>
                <a:cubicBezTo>
                  <a:pt x="32148" y="56888"/>
                  <a:pt x="33416" y="55600"/>
                  <a:pt x="33416" y="54026"/>
                </a:cubicBezTo>
                <a:cubicBezTo>
                  <a:pt x="33416" y="52455"/>
                  <a:pt x="32148" y="51185"/>
                  <a:pt x="30556" y="51185"/>
                </a:cubicBezTo>
                <a:close/>
                <a:moveTo>
                  <a:pt x="57853" y="44327"/>
                </a:moveTo>
                <a:cubicBezTo>
                  <a:pt x="58328" y="44327"/>
                  <a:pt x="58800" y="44347"/>
                  <a:pt x="59275" y="44403"/>
                </a:cubicBezTo>
                <a:cubicBezTo>
                  <a:pt x="62892" y="44764"/>
                  <a:pt x="66132" y="46525"/>
                  <a:pt x="68424" y="49328"/>
                </a:cubicBezTo>
                <a:cubicBezTo>
                  <a:pt x="73141" y="55145"/>
                  <a:pt x="72250" y="63707"/>
                  <a:pt x="66435" y="68423"/>
                </a:cubicBezTo>
                <a:cubicBezTo>
                  <a:pt x="63994" y="70420"/>
                  <a:pt x="60991" y="71468"/>
                  <a:pt x="57879" y="71468"/>
                </a:cubicBezTo>
                <a:cubicBezTo>
                  <a:pt x="57418" y="71468"/>
                  <a:pt x="56954" y="71445"/>
                  <a:pt x="56489" y="71398"/>
                </a:cubicBezTo>
                <a:cubicBezTo>
                  <a:pt x="52890" y="71019"/>
                  <a:pt x="49632" y="69257"/>
                  <a:pt x="47359" y="66453"/>
                </a:cubicBezTo>
                <a:cubicBezTo>
                  <a:pt x="45067" y="63631"/>
                  <a:pt x="44006" y="60108"/>
                  <a:pt x="44385" y="56509"/>
                </a:cubicBezTo>
                <a:cubicBezTo>
                  <a:pt x="44764" y="52890"/>
                  <a:pt x="46507" y="49651"/>
                  <a:pt x="49329" y="47358"/>
                </a:cubicBezTo>
                <a:cubicBezTo>
                  <a:pt x="51773" y="45388"/>
                  <a:pt x="54746" y="44327"/>
                  <a:pt x="57853" y="44327"/>
                </a:cubicBezTo>
                <a:close/>
                <a:moveTo>
                  <a:pt x="18224" y="68102"/>
                </a:moveTo>
                <a:cubicBezTo>
                  <a:pt x="16652" y="68102"/>
                  <a:pt x="15364" y="69371"/>
                  <a:pt x="15364" y="70944"/>
                </a:cubicBezTo>
                <a:cubicBezTo>
                  <a:pt x="15364" y="72515"/>
                  <a:pt x="16652" y="73785"/>
                  <a:pt x="18224" y="73785"/>
                </a:cubicBezTo>
                <a:lnTo>
                  <a:pt x="30556" y="73785"/>
                </a:lnTo>
                <a:cubicBezTo>
                  <a:pt x="32148" y="73785"/>
                  <a:pt x="33416" y="72515"/>
                  <a:pt x="33416" y="70944"/>
                </a:cubicBezTo>
                <a:cubicBezTo>
                  <a:pt x="33416" y="69371"/>
                  <a:pt x="32148" y="68102"/>
                  <a:pt x="30556" y="68102"/>
                </a:cubicBezTo>
                <a:close/>
                <a:moveTo>
                  <a:pt x="77820" y="76627"/>
                </a:moveTo>
                <a:lnTo>
                  <a:pt x="84886" y="83484"/>
                </a:lnTo>
                <a:lnTo>
                  <a:pt x="83522" y="84886"/>
                </a:lnTo>
                <a:lnTo>
                  <a:pt x="76437" y="78028"/>
                </a:lnTo>
                <a:lnTo>
                  <a:pt x="77820" y="76627"/>
                </a:lnTo>
                <a:close/>
                <a:moveTo>
                  <a:pt x="64086" y="5703"/>
                </a:moveTo>
                <a:lnTo>
                  <a:pt x="64086" y="39649"/>
                </a:lnTo>
                <a:cubicBezTo>
                  <a:pt x="62722" y="39195"/>
                  <a:pt x="61321" y="38872"/>
                  <a:pt x="59861" y="38740"/>
                </a:cubicBezTo>
                <a:cubicBezTo>
                  <a:pt x="59186" y="38670"/>
                  <a:pt x="58512" y="38635"/>
                  <a:pt x="57841" y="38635"/>
                </a:cubicBezTo>
                <a:cubicBezTo>
                  <a:pt x="53438" y="38635"/>
                  <a:pt x="49199" y="40133"/>
                  <a:pt x="45729" y="42945"/>
                </a:cubicBezTo>
                <a:cubicBezTo>
                  <a:pt x="41733" y="46184"/>
                  <a:pt x="39251" y="50788"/>
                  <a:pt x="38720" y="55921"/>
                </a:cubicBezTo>
                <a:cubicBezTo>
                  <a:pt x="38190" y="61035"/>
                  <a:pt x="39687" y="66056"/>
                  <a:pt x="42926" y="70053"/>
                </a:cubicBezTo>
                <a:cubicBezTo>
                  <a:pt x="46184" y="74031"/>
                  <a:pt x="50788" y="76531"/>
                  <a:pt x="55903" y="77062"/>
                </a:cubicBezTo>
                <a:cubicBezTo>
                  <a:pt x="56585" y="77119"/>
                  <a:pt x="57247" y="77157"/>
                  <a:pt x="57929" y="77157"/>
                </a:cubicBezTo>
                <a:cubicBezTo>
                  <a:pt x="60032" y="77157"/>
                  <a:pt x="62116" y="76816"/>
                  <a:pt x="64086" y="76134"/>
                </a:cubicBezTo>
                <a:lnTo>
                  <a:pt x="64086" y="85454"/>
                </a:lnTo>
                <a:lnTo>
                  <a:pt x="5683" y="85454"/>
                </a:lnTo>
                <a:lnTo>
                  <a:pt x="5683" y="5703"/>
                </a:lnTo>
                <a:close/>
                <a:moveTo>
                  <a:pt x="2842" y="0"/>
                </a:moveTo>
                <a:cubicBezTo>
                  <a:pt x="1270" y="0"/>
                  <a:pt x="0" y="1270"/>
                  <a:pt x="0" y="2842"/>
                </a:cubicBezTo>
                <a:lnTo>
                  <a:pt x="0" y="88296"/>
                </a:lnTo>
                <a:cubicBezTo>
                  <a:pt x="0" y="89867"/>
                  <a:pt x="1270" y="91155"/>
                  <a:pt x="2842" y="91155"/>
                </a:cubicBezTo>
                <a:lnTo>
                  <a:pt x="66928" y="91155"/>
                </a:lnTo>
                <a:cubicBezTo>
                  <a:pt x="68499" y="91155"/>
                  <a:pt x="69769" y="89867"/>
                  <a:pt x="69769" y="88296"/>
                </a:cubicBezTo>
                <a:lnTo>
                  <a:pt x="69769" y="76721"/>
                </a:lnTo>
                <a:lnTo>
                  <a:pt x="70280" y="77213"/>
                </a:lnTo>
                <a:cubicBezTo>
                  <a:pt x="70204" y="77498"/>
                  <a:pt x="70186" y="77819"/>
                  <a:pt x="70186" y="78122"/>
                </a:cubicBezTo>
                <a:cubicBezTo>
                  <a:pt x="70204" y="79279"/>
                  <a:pt x="70679" y="80377"/>
                  <a:pt x="71512" y="81173"/>
                </a:cubicBezTo>
                <a:lnTo>
                  <a:pt x="80529" y="89925"/>
                </a:lnTo>
                <a:cubicBezTo>
                  <a:pt x="81363" y="90739"/>
                  <a:pt x="82461" y="91155"/>
                  <a:pt x="83540" y="91155"/>
                </a:cubicBezTo>
                <a:cubicBezTo>
                  <a:pt x="84677" y="91155"/>
                  <a:pt x="85814" y="90701"/>
                  <a:pt x="86667" y="89829"/>
                </a:cubicBezTo>
                <a:lnTo>
                  <a:pt x="89905" y="86477"/>
                </a:lnTo>
                <a:cubicBezTo>
                  <a:pt x="91572" y="84753"/>
                  <a:pt x="91535" y="82007"/>
                  <a:pt x="89830" y="80340"/>
                </a:cubicBezTo>
                <a:lnTo>
                  <a:pt x="80813" y="71588"/>
                </a:lnTo>
                <a:cubicBezTo>
                  <a:pt x="79997" y="70809"/>
                  <a:pt x="78928" y="70375"/>
                  <a:pt x="77800" y="70375"/>
                </a:cubicBezTo>
                <a:cubicBezTo>
                  <a:pt x="77776" y="70375"/>
                  <a:pt x="77751" y="70375"/>
                  <a:pt x="77726" y="70375"/>
                </a:cubicBezTo>
                <a:cubicBezTo>
                  <a:pt x="77592" y="70375"/>
                  <a:pt x="77479" y="70375"/>
                  <a:pt x="77365" y="70394"/>
                </a:cubicBezTo>
                <a:lnTo>
                  <a:pt x="74523" y="67610"/>
                </a:lnTo>
                <a:cubicBezTo>
                  <a:pt x="78445" y="60884"/>
                  <a:pt x="78029" y="52132"/>
                  <a:pt x="72838" y="45749"/>
                </a:cubicBezTo>
                <a:cubicBezTo>
                  <a:pt x="71909" y="44612"/>
                  <a:pt x="70886" y="43608"/>
                  <a:pt x="69769" y="42718"/>
                </a:cubicBezTo>
                <a:lnTo>
                  <a:pt x="69769" y="2842"/>
                </a:lnTo>
                <a:cubicBezTo>
                  <a:pt x="69769" y="1270"/>
                  <a:pt x="68499" y="0"/>
                  <a:pt x="66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solidFill>
                  <a:schemeClr val="lt1"/>
                </a:solidFill>
              </a:rPr>
              <a:t>‹#›</a:t>
            </a:fld>
            <a:endParaRPr>
              <a:solidFill>
                <a:schemeClr val="lt1"/>
              </a:solidFill>
            </a:endParaRPr>
          </a:p>
        </p:txBody>
      </p:sp>
      <p:sp>
        <p:nvSpPr>
          <p:cNvPr id="15438" name="Google Shape;15438;p65"/>
          <p:cNvSpPr txBox="1"/>
          <p:nvPr>
            <p:ph idx="4294967295" type="title"/>
          </p:nvPr>
        </p:nvSpPr>
        <p:spPr>
          <a:xfrm>
            <a:off x="212200" y="169915"/>
            <a:ext cx="1320300" cy="54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300"/>
              <a:t>06.</a:t>
            </a:r>
            <a:endParaRPr sz="3300"/>
          </a:p>
        </p:txBody>
      </p:sp>
      <p:sp>
        <p:nvSpPr>
          <p:cNvPr id="15439" name="Google Shape;15439;p65"/>
          <p:cNvSpPr txBox="1"/>
          <p:nvPr>
            <p:ph idx="4294967295" type="title"/>
          </p:nvPr>
        </p:nvSpPr>
        <p:spPr>
          <a:xfrm>
            <a:off x="2235225" y="222725"/>
            <a:ext cx="3824400" cy="43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100"/>
              <a:t>Discussie &amp; Conclusie</a:t>
            </a:r>
            <a:endParaRPr sz="2100"/>
          </a:p>
        </p:txBody>
      </p:sp>
      <p:grpSp>
        <p:nvGrpSpPr>
          <p:cNvPr id="15440" name="Google Shape;15440;p65"/>
          <p:cNvGrpSpPr/>
          <p:nvPr/>
        </p:nvGrpSpPr>
        <p:grpSpPr>
          <a:xfrm>
            <a:off x="2809354" y="658629"/>
            <a:ext cx="2541287" cy="21378"/>
            <a:chOff x="5770787" y="2200818"/>
            <a:chExt cx="2541287" cy="21378"/>
          </a:xfrm>
        </p:grpSpPr>
        <p:sp>
          <p:nvSpPr>
            <p:cNvPr id="15441" name="Google Shape;15441;p65"/>
            <p:cNvSpPr/>
            <p:nvPr/>
          </p:nvSpPr>
          <p:spPr>
            <a:xfrm>
              <a:off x="5770787"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5"/>
            <p:cNvSpPr/>
            <p:nvPr/>
          </p:nvSpPr>
          <p:spPr>
            <a:xfrm>
              <a:off x="669857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5"/>
            <p:cNvSpPr/>
            <p:nvPr/>
          </p:nvSpPr>
          <p:spPr>
            <a:xfrm>
              <a:off x="656538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5"/>
            <p:cNvSpPr/>
            <p:nvPr/>
          </p:nvSpPr>
          <p:spPr>
            <a:xfrm>
              <a:off x="643214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5"/>
            <p:cNvSpPr/>
            <p:nvPr/>
          </p:nvSpPr>
          <p:spPr>
            <a:xfrm>
              <a:off x="629899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5"/>
            <p:cNvSpPr/>
            <p:nvPr/>
          </p:nvSpPr>
          <p:spPr>
            <a:xfrm>
              <a:off x="7098162"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5"/>
            <p:cNvSpPr/>
            <p:nvPr/>
          </p:nvSpPr>
          <p:spPr>
            <a:xfrm>
              <a:off x="696500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5"/>
            <p:cNvSpPr/>
            <p:nvPr/>
          </p:nvSpPr>
          <p:spPr>
            <a:xfrm>
              <a:off x="683177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5"/>
            <p:cNvSpPr/>
            <p:nvPr/>
          </p:nvSpPr>
          <p:spPr>
            <a:xfrm>
              <a:off x="6165754" y="2200818"/>
              <a:ext cx="24947"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5"/>
            <p:cNvSpPr/>
            <p:nvPr/>
          </p:nvSpPr>
          <p:spPr>
            <a:xfrm>
              <a:off x="603260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5"/>
            <p:cNvSpPr/>
            <p:nvPr/>
          </p:nvSpPr>
          <p:spPr>
            <a:xfrm>
              <a:off x="589936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5"/>
            <p:cNvSpPr/>
            <p:nvPr/>
          </p:nvSpPr>
          <p:spPr>
            <a:xfrm>
              <a:off x="802073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5"/>
            <p:cNvSpPr/>
            <p:nvPr/>
          </p:nvSpPr>
          <p:spPr>
            <a:xfrm>
              <a:off x="788754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5"/>
            <p:cNvSpPr/>
            <p:nvPr/>
          </p:nvSpPr>
          <p:spPr>
            <a:xfrm>
              <a:off x="775430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5"/>
            <p:cNvSpPr/>
            <p:nvPr/>
          </p:nvSpPr>
          <p:spPr>
            <a:xfrm>
              <a:off x="762115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5"/>
            <p:cNvSpPr/>
            <p:nvPr/>
          </p:nvSpPr>
          <p:spPr>
            <a:xfrm>
              <a:off x="828716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5"/>
            <p:cNvSpPr/>
            <p:nvPr/>
          </p:nvSpPr>
          <p:spPr>
            <a:xfrm>
              <a:off x="815393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5"/>
            <p:cNvSpPr/>
            <p:nvPr/>
          </p:nvSpPr>
          <p:spPr>
            <a:xfrm>
              <a:off x="7487914"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5"/>
            <p:cNvSpPr/>
            <p:nvPr/>
          </p:nvSpPr>
          <p:spPr>
            <a:xfrm>
              <a:off x="735476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5"/>
            <p:cNvSpPr/>
            <p:nvPr/>
          </p:nvSpPr>
          <p:spPr>
            <a:xfrm>
              <a:off x="722152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61" name="Google Shape;15461;p65"/>
          <p:cNvSpPr txBox="1"/>
          <p:nvPr/>
        </p:nvSpPr>
        <p:spPr>
          <a:xfrm>
            <a:off x="614525" y="1065150"/>
            <a:ext cx="7292400" cy="3400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None/>
            </a:pPr>
            <a:r>
              <a:rPr b="1" lang="en" sz="1500">
                <a:solidFill>
                  <a:schemeClr val="dk1"/>
                </a:solidFill>
                <a:latin typeface="Poppins"/>
                <a:ea typeface="Poppins"/>
                <a:cs typeface="Poppins"/>
                <a:sym typeface="Poppins"/>
              </a:rPr>
              <a:t>Discussie</a:t>
            </a:r>
            <a:endParaRPr b="1" sz="1500">
              <a:solidFill>
                <a:schemeClr val="dk1"/>
              </a:solidFill>
              <a:latin typeface="Poppins"/>
              <a:ea typeface="Poppins"/>
              <a:cs typeface="Poppins"/>
              <a:sym typeface="Poppins"/>
            </a:endParaRPr>
          </a:p>
          <a:p>
            <a:pPr indent="-304800" lvl="0" marL="457200" rtl="0" algn="l">
              <a:lnSpc>
                <a:spcPct val="115000"/>
              </a:lnSpc>
              <a:spcBef>
                <a:spcPts val="1200"/>
              </a:spcBef>
              <a:spcAft>
                <a:spcPts val="0"/>
              </a:spcAft>
              <a:buClr>
                <a:schemeClr val="dk1"/>
              </a:buClr>
              <a:buSzPts val="1200"/>
              <a:buFont typeface="Poppins"/>
              <a:buChar char="●"/>
            </a:pPr>
            <a:r>
              <a:rPr lang="en" sz="1200">
                <a:solidFill>
                  <a:schemeClr val="dk1"/>
                </a:solidFill>
                <a:latin typeface="Poppins"/>
                <a:ea typeface="Poppins"/>
                <a:cs typeface="Poppins"/>
                <a:sym typeface="Poppins"/>
              </a:rPr>
              <a:t>Het systeem functioneert zoals ontworpen en automatiseert de klimaatregeling effectief</a:t>
            </a:r>
            <a:endParaRPr sz="1200">
              <a:solidFill>
                <a:schemeClr val="dk1"/>
              </a:solidFill>
              <a:latin typeface="Poppins"/>
              <a:ea typeface="Poppins"/>
              <a:cs typeface="Poppins"/>
              <a:sym typeface="Poppins"/>
            </a:endParaRPr>
          </a:p>
          <a:p>
            <a:pPr indent="-304800" lvl="0" marL="457200" rtl="0" algn="l">
              <a:lnSpc>
                <a:spcPct val="115000"/>
              </a:lnSpc>
              <a:spcBef>
                <a:spcPts val="0"/>
              </a:spcBef>
              <a:spcAft>
                <a:spcPts val="0"/>
              </a:spcAft>
              <a:buClr>
                <a:schemeClr val="dk1"/>
              </a:buClr>
              <a:buSzPts val="1200"/>
              <a:buFont typeface="Poppins"/>
              <a:buChar char="●"/>
            </a:pPr>
            <a:r>
              <a:rPr lang="en" sz="1200">
                <a:solidFill>
                  <a:schemeClr val="dk1"/>
                </a:solidFill>
                <a:latin typeface="Poppins"/>
                <a:ea typeface="Poppins"/>
                <a:cs typeface="Poppins"/>
                <a:sym typeface="Poppins"/>
              </a:rPr>
              <a:t>De testen zijn uitgevoerd in een gecontroleerde, kleinschalige opstelling,hierdoor is de generaliseerbaarheid van de resultaten beperkt.</a:t>
            </a:r>
            <a:endParaRPr sz="1200">
              <a:solidFill>
                <a:schemeClr val="dk1"/>
              </a:solidFill>
              <a:latin typeface="Poppins"/>
              <a:ea typeface="Poppins"/>
              <a:cs typeface="Poppins"/>
              <a:sym typeface="Poppins"/>
            </a:endParaRPr>
          </a:p>
          <a:p>
            <a:pPr indent="-304800" lvl="0" marL="457200" rtl="0" algn="l">
              <a:lnSpc>
                <a:spcPct val="115000"/>
              </a:lnSpc>
              <a:spcBef>
                <a:spcPts val="0"/>
              </a:spcBef>
              <a:spcAft>
                <a:spcPts val="0"/>
              </a:spcAft>
              <a:buClr>
                <a:schemeClr val="dk1"/>
              </a:buClr>
              <a:buSzPts val="1200"/>
              <a:buFont typeface="Poppins"/>
              <a:buChar char="●"/>
            </a:pPr>
            <a:r>
              <a:rPr lang="en" sz="1200">
                <a:solidFill>
                  <a:schemeClr val="dk1"/>
                </a:solidFill>
                <a:latin typeface="Poppins"/>
                <a:ea typeface="Poppins"/>
                <a:cs typeface="Poppins"/>
                <a:sym typeface="Poppins"/>
              </a:rPr>
              <a:t>Voor grootschalige toepassing zijn aanvullende en langdurige testen noodzakelijk</a:t>
            </a:r>
            <a:endParaRPr sz="1200">
              <a:solidFill>
                <a:schemeClr val="dk1"/>
              </a:solidFill>
              <a:latin typeface="Poppins"/>
              <a:ea typeface="Poppins"/>
              <a:cs typeface="Poppins"/>
              <a:sym typeface="Poppins"/>
            </a:endParaRPr>
          </a:p>
          <a:p>
            <a:pPr indent="-304800" lvl="0" marL="457200" rtl="0" algn="l">
              <a:lnSpc>
                <a:spcPct val="115000"/>
              </a:lnSpc>
              <a:spcBef>
                <a:spcPts val="0"/>
              </a:spcBef>
              <a:spcAft>
                <a:spcPts val="0"/>
              </a:spcAft>
              <a:buClr>
                <a:schemeClr val="dk1"/>
              </a:buClr>
              <a:buSzPts val="1200"/>
              <a:buFont typeface="Poppins"/>
              <a:buChar char="●"/>
            </a:pPr>
            <a:r>
              <a:rPr lang="en" sz="1200">
                <a:solidFill>
                  <a:schemeClr val="dk1"/>
                </a:solidFill>
                <a:latin typeface="Poppins"/>
                <a:ea typeface="Poppins"/>
                <a:cs typeface="Poppins"/>
                <a:sym typeface="Poppins"/>
              </a:rPr>
              <a:t>Ondanks deze beperkingen tonen de resultaten aan dat ESP32-gebaseerde automatisering haalbaar en effectief is voor agrarische omgevingen</a:t>
            </a:r>
            <a:endParaRPr sz="1200">
              <a:solidFill>
                <a:schemeClr val="dk1"/>
              </a:solidFill>
              <a:latin typeface="Poppins"/>
              <a:ea typeface="Poppins"/>
              <a:cs typeface="Poppins"/>
              <a:sym typeface="Poppins"/>
            </a:endParaRPr>
          </a:p>
          <a:p>
            <a:pPr indent="0" lvl="0" marL="0" rtl="0" algn="just">
              <a:lnSpc>
                <a:spcPct val="115000"/>
              </a:lnSpc>
              <a:spcBef>
                <a:spcPts val="1200"/>
              </a:spcBef>
              <a:spcAft>
                <a:spcPts val="0"/>
              </a:spcAft>
              <a:buNone/>
            </a:pPr>
            <a:r>
              <a:t/>
            </a:r>
            <a:endParaRPr sz="1200">
              <a:solidFill>
                <a:schemeClr val="dk1"/>
              </a:solidFill>
              <a:latin typeface="Poppins"/>
              <a:ea typeface="Poppins"/>
              <a:cs typeface="Poppins"/>
              <a:sym typeface="Poppins"/>
            </a:endParaRPr>
          </a:p>
          <a:p>
            <a:pPr indent="0" lvl="0" marL="0" rtl="0" algn="l">
              <a:spcBef>
                <a:spcPts val="1200"/>
              </a:spcBef>
              <a:spcAft>
                <a:spcPts val="0"/>
              </a:spcAft>
              <a:buNone/>
            </a:pPr>
            <a:r>
              <a:rPr lang="en">
                <a:solidFill>
                  <a:schemeClr val="dk1"/>
                </a:solidFill>
                <a:latin typeface="Poppins"/>
                <a:ea typeface="Poppins"/>
                <a:cs typeface="Poppins"/>
                <a:sym typeface="Poppins"/>
              </a:rPr>
              <a:t> </a:t>
            </a:r>
            <a:endParaRPr>
              <a:solidFill>
                <a:schemeClr val="dk1"/>
              </a:solidFill>
              <a:latin typeface="Poppins"/>
              <a:ea typeface="Poppins"/>
              <a:cs typeface="Poppins"/>
              <a:sym typeface="Poppins"/>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65" name="Shape 15465"/>
        <p:cNvGrpSpPr/>
        <p:nvPr/>
      </p:nvGrpSpPr>
      <p:grpSpPr>
        <a:xfrm>
          <a:off x="0" y="0"/>
          <a:ext cx="0" cy="0"/>
          <a:chOff x="0" y="0"/>
          <a:chExt cx="0" cy="0"/>
        </a:xfrm>
      </p:grpSpPr>
      <p:sp>
        <p:nvSpPr>
          <p:cNvPr id="15466" name="Google Shape;15466;p66"/>
          <p:cNvSpPr/>
          <p:nvPr/>
        </p:nvSpPr>
        <p:spPr>
          <a:xfrm>
            <a:off x="3991000" y="4608575"/>
            <a:ext cx="1162200" cy="534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6">
            <a:hlinkClick action="ppaction://hlinkshowjump?jump=previousslide"/>
          </p:cNvPr>
          <p:cNvSpPr/>
          <p:nvPr/>
        </p:nvSpPr>
        <p:spPr>
          <a:xfrm>
            <a:off x="4216189" y="4788507"/>
            <a:ext cx="167426" cy="165073"/>
          </a:xfrm>
          <a:custGeom>
            <a:rect b="b" l="l" r="r" t="t"/>
            <a:pathLst>
              <a:path extrusionOk="0" h="71460" w="72479">
                <a:moveTo>
                  <a:pt x="30460" y="22962"/>
                </a:moveTo>
                <a:cubicBezTo>
                  <a:pt x="32555" y="22962"/>
                  <a:pt x="34426" y="25717"/>
                  <a:pt x="32508" y="27634"/>
                </a:cubicBezTo>
                <a:lnTo>
                  <a:pt x="27488" y="32654"/>
                </a:lnTo>
                <a:lnTo>
                  <a:pt x="50693" y="32654"/>
                </a:lnTo>
                <a:cubicBezTo>
                  <a:pt x="52342" y="32654"/>
                  <a:pt x="53724" y="34036"/>
                  <a:pt x="53724" y="35685"/>
                </a:cubicBezTo>
                <a:cubicBezTo>
                  <a:pt x="53724" y="37352"/>
                  <a:pt x="52342" y="38734"/>
                  <a:pt x="50693" y="38734"/>
                </a:cubicBezTo>
                <a:lnTo>
                  <a:pt x="27375" y="38734"/>
                </a:lnTo>
                <a:lnTo>
                  <a:pt x="32280" y="43773"/>
                </a:lnTo>
                <a:cubicBezTo>
                  <a:pt x="34175" y="45712"/>
                  <a:pt x="32302" y="48425"/>
                  <a:pt x="30216" y="48425"/>
                </a:cubicBezTo>
                <a:cubicBezTo>
                  <a:pt x="29590" y="48425"/>
                  <a:pt x="28946" y="48181"/>
                  <a:pt x="28378" y="47600"/>
                </a:cubicBezTo>
                <a:lnTo>
                  <a:pt x="18623" y="37598"/>
                </a:lnTo>
                <a:cubicBezTo>
                  <a:pt x="17580" y="36537"/>
                  <a:pt x="17580" y="34814"/>
                  <a:pt x="18641" y="33753"/>
                </a:cubicBezTo>
                <a:lnTo>
                  <a:pt x="28643" y="23769"/>
                </a:lnTo>
                <a:cubicBezTo>
                  <a:pt x="29208" y="23201"/>
                  <a:pt x="29843" y="22962"/>
                  <a:pt x="30460" y="22962"/>
                </a:cubicBezTo>
                <a:close/>
                <a:moveTo>
                  <a:pt x="35864" y="0"/>
                </a:moveTo>
                <a:cubicBezTo>
                  <a:pt x="26970" y="0"/>
                  <a:pt x="18101" y="3237"/>
                  <a:pt x="11349" y="9562"/>
                </a:cubicBezTo>
                <a:cubicBezTo>
                  <a:pt x="4150" y="16287"/>
                  <a:pt x="1" y="25853"/>
                  <a:pt x="1" y="35685"/>
                </a:cubicBezTo>
                <a:cubicBezTo>
                  <a:pt x="1" y="52336"/>
                  <a:pt x="11973" y="67187"/>
                  <a:pt x="28264" y="70673"/>
                </a:cubicBezTo>
                <a:cubicBezTo>
                  <a:pt x="30724" y="71199"/>
                  <a:pt x="33231" y="71459"/>
                  <a:pt x="35734" y="71459"/>
                </a:cubicBezTo>
                <a:cubicBezTo>
                  <a:pt x="41521" y="71459"/>
                  <a:pt x="47293" y="70069"/>
                  <a:pt x="52436" y="67359"/>
                </a:cubicBezTo>
                <a:cubicBezTo>
                  <a:pt x="59521" y="63626"/>
                  <a:pt x="65262" y="57508"/>
                  <a:pt x="68500" y="50176"/>
                </a:cubicBezTo>
                <a:cubicBezTo>
                  <a:pt x="71892" y="42543"/>
                  <a:pt x="72478" y="33809"/>
                  <a:pt x="70167" y="25797"/>
                </a:cubicBezTo>
                <a:cubicBezTo>
                  <a:pt x="67952" y="18068"/>
                  <a:pt x="63064" y="11210"/>
                  <a:pt x="56528" y="6531"/>
                </a:cubicBezTo>
                <a:cubicBezTo>
                  <a:pt x="50378" y="2150"/>
                  <a:pt x="43113" y="0"/>
                  <a:pt x="3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5468" name="Google Shape;15468;p66">
            <a:hlinkClick action="ppaction://hlinkshowjump?jump=nextslide"/>
          </p:cNvPr>
          <p:cNvSpPr/>
          <p:nvPr/>
        </p:nvSpPr>
        <p:spPr>
          <a:xfrm>
            <a:off x="4760664" y="4788519"/>
            <a:ext cx="167426" cy="165073"/>
          </a:xfrm>
          <a:custGeom>
            <a:rect b="b" l="l" r="r" t="t"/>
            <a:pathLst>
              <a:path extrusionOk="0" h="71460" w="72479">
                <a:moveTo>
                  <a:pt x="42259" y="23045"/>
                </a:moveTo>
                <a:cubicBezTo>
                  <a:pt x="42886" y="23045"/>
                  <a:pt x="43532" y="23291"/>
                  <a:pt x="44101" y="23878"/>
                </a:cubicBezTo>
                <a:lnTo>
                  <a:pt x="53858" y="33862"/>
                </a:lnTo>
                <a:cubicBezTo>
                  <a:pt x="54919" y="34941"/>
                  <a:pt x="54899" y="36646"/>
                  <a:pt x="53838" y="37706"/>
                </a:cubicBezTo>
                <a:lnTo>
                  <a:pt x="43856" y="47690"/>
                </a:lnTo>
                <a:cubicBezTo>
                  <a:pt x="43286" y="48260"/>
                  <a:pt x="42645" y="48500"/>
                  <a:pt x="42024" y="48500"/>
                </a:cubicBezTo>
                <a:cubicBezTo>
                  <a:pt x="39924" y="48500"/>
                  <a:pt x="38061" y="45756"/>
                  <a:pt x="39991" y="43826"/>
                </a:cubicBezTo>
                <a:lnTo>
                  <a:pt x="44992" y="38805"/>
                </a:lnTo>
                <a:lnTo>
                  <a:pt x="21806" y="38805"/>
                </a:lnTo>
                <a:cubicBezTo>
                  <a:pt x="20139" y="38805"/>
                  <a:pt x="18755" y="37423"/>
                  <a:pt x="18755" y="35774"/>
                </a:cubicBezTo>
                <a:cubicBezTo>
                  <a:pt x="18755" y="34127"/>
                  <a:pt x="20139" y="32743"/>
                  <a:pt x="21806" y="32743"/>
                </a:cubicBezTo>
                <a:lnTo>
                  <a:pt x="45124" y="32743"/>
                </a:lnTo>
                <a:lnTo>
                  <a:pt x="40199" y="27686"/>
                </a:lnTo>
                <a:cubicBezTo>
                  <a:pt x="38305" y="25764"/>
                  <a:pt x="40175" y="23045"/>
                  <a:pt x="42259" y="23045"/>
                </a:cubicBezTo>
                <a:close/>
                <a:moveTo>
                  <a:pt x="36745" y="0"/>
                </a:moveTo>
                <a:cubicBezTo>
                  <a:pt x="30959" y="0"/>
                  <a:pt x="25187" y="1391"/>
                  <a:pt x="20043" y="4101"/>
                </a:cubicBezTo>
                <a:cubicBezTo>
                  <a:pt x="12958" y="7834"/>
                  <a:pt x="7219" y="13971"/>
                  <a:pt x="3979" y="21283"/>
                </a:cubicBezTo>
                <a:cubicBezTo>
                  <a:pt x="589" y="28917"/>
                  <a:pt x="1" y="37669"/>
                  <a:pt x="2312" y="45682"/>
                </a:cubicBezTo>
                <a:cubicBezTo>
                  <a:pt x="4529" y="53411"/>
                  <a:pt x="9417" y="60269"/>
                  <a:pt x="15951" y="64929"/>
                </a:cubicBezTo>
                <a:cubicBezTo>
                  <a:pt x="22102" y="69309"/>
                  <a:pt x="29367" y="71459"/>
                  <a:pt x="36616" y="71459"/>
                </a:cubicBezTo>
                <a:cubicBezTo>
                  <a:pt x="45510" y="71459"/>
                  <a:pt x="54379" y="68223"/>
                  <a:pt x="61132" y="61898"/>
                </a:cubicBezTo>
                <a:cubicBezTo>
                  <a:pt x="68331" y="55172"/>
                  <a:pt x="72478" y="45625"/>
                  <a:pt x="72478" y="35774"/>
                </a:cubicBezTo>
                <a:cubicBezTo>
                  <a:pt x="72478" y="19124"/>
                  <a:pt x="60506" y="4272"/>
                  <a:pt x="44215" y="787"/>
                </a:cubicBezTo>
                <a:cubicBezTo>
                  <a:pt x="41755" y="260"/>
                  <a:pt x="39249" y="0"/>
                  <a:pt x="36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5469" name="Google Shape;15469;p66">
            <a:hlinkClick action="ppaction://hlinksldjump" r:id="rId3"/>
          </p:cNvPr>
          <p:cNvSpPr/>
          <p:nvPr/>
        </p:nvSpPr>
        <p:spPr>
          <a:xfrm>
            <a:off x="4475960" y="4744707"/>
            <a:ext cx="247705" cy="246577"/>
          </a:xfrm>
          <a:custGeom>
            <a:rect b="b" l="l" r="r" t="t"/>
            <a:pathLst>
              <a:path extrusionOk="0" h="91156" w="91573">
                <a:moveTo>
                  <a:pt x="18224" y="17352"/>
                </a:moveTo>
                <a:cubicBezTo>
                  <a:pt x="16652" y="17352"/>
                  <a:pt x="15364" y="18640"/>
                  <a:pt x="15364" y="20213"/>
                </a:cubicBezTo>
                <a:cubicBezTo>
                  <a:pt x="15364" y="21785"/>
                  <a:pt x="16652" y="23055"/>
                  <a:pt x="18224" y="23055"/>
                </a:cubicBezTo>
                <a:lnTo>
                  <a:pt x="51546" y="23055"/>
                </a:lnTo>
                <a:cubicBezTo>
                  <a:pt x="53117" y="23055"/>
                  <a:pt x="54387" y="21785"/>
                  <a:pt x="54387" y="20213"/>
                </a:cubicBezTo>
                <a:cubicBezTo>
                  <a:pt x="54387" y="18640"/>
                  <a:pt x="53117" y="17352"/>
                  <a:pt x="51546" y="17352"/>
                </a:cubicBezTo>
                <a:close/>
                <a:moveTo>
                  <a:pt x="18224" y="34269"/>
                </a:moveTo>
                <a:cubicBezTo>
                  <a:pt x="16652" y="34269"/>
                  <a:pt x="15364" y="35538"/>
                  <a:pt x="15364" y="37111"/>
                </a:cubicBezTo>
                <a:cubicBezTo>
                  <a:pt x="15364" y="38682"/>
                  <a:pt x="16652" y="39970"/>
                  <a:pt x="18224" y="39970"/>
                </a:cubicBezTo>
                <a:lnTo>
                  <a:pt x="39725" y="39970"/>
                </a:lnTo>
                <a:cubicBezTo>
                  <a:pt x="41297" y="39970"/>
                  <a:pt x="42585" y="38682"/>
                  <a:pt x="42585" y="37111"/>
                </a:cubicBezTo>
                <a:cubicBezTo>
                  <a:pt x="42585" y="35538"/>
                  <a:pt x="41297" y="34269"/>
                  <a:pt x="39725" y="34269"/>
                </a:cubicBezTo>
                <a:close/>
                <a:moveTo>
                  <a:pt x="18224" y="51185"/>
                </a:moveTo>
                <a:cubicBezTo>
                  <a:pt x="16652" y="51185"/>
                  <a:pt x="15364" y="52455"/>
                  <a:pt x="15364" y="54026"/>
                </a:cubicBezTo>
                <a:cubicBezTo>
                  <a:pt x="15364" y="55600"/>
                  <a:pt x="16652" y="56888"/>
                  <a:pt x="18224" y="56888"/>
                </a:cubicBezTo>
                <a:lnTo>
                  <a:pt x="30556" y="56888"/>
                </a:lnTo>
                <a:cubicBezTo>
                  <a:pt x="32148" y="56888"/>
                  <a:pt x="33416" y="55600"/>
                  <a:pt x="33416" y="54026"/>
                </a:cubicBezTo>
                <a:cubicBezTo>
                  <a:pt x="33416" y="52455"/>
                  <a:pt x="32148" y="51185"/>
                  <a:pt x="30556" y="51185"/>
                </a:cubicBezTo>
                <a:close/>
                <a:moveTo>
                  <a:pt x="57853" y="44327"/>
                </a:moveTo>
                <a:cubicBezTo>
                  <a:pt x="58328" y="44327"/>
                  <a:pt x="58800" y="44347"/>
                  <a:pt x="59275" y="44403"/>
                </a:cubicBezTo>
                <a:cubicBezTo>
                  <a:pt x="62892" y="44764"/>
                  <a:pt x="66132" y="46525"/>
                  <a:pt x="68424" y="49328"/>
                </a:cubicBezTo>
                <a:cubicBezTo>
                  <a:pt x="73141" y="55145"/>
                  <a:pt x="72250" y="63707"/>
                  <a:pt x="66435" y="68423"/>
                </a:cubicBezTo>
                <a:cubicBezTo>
                  <a:pt x="63994" y="70420"/>
                  <a:pt x="60991" y="71468"/>
                  <a:pt x="57879" y="71468"/>
                </a:cubicBezTo>
                <a:cubicBezTo>
                  <a:pt x="57418" y="71468"/>
                  <a:pt x="56954" y="71445"/>
                  <a:pt x="56489" y="71398"/>
                </a:cubicBezTo>
                <a:cubicBezTo>
                  <a:pt x="52890" y="71019"/>
                  <a:pt x="49632" y="69257"/>
                  <a:pt x="47359" y="66453"/>
                </a:cubicBezTo>
                <a:cubicBezTo>
                  <a:pt x="45067" y="63631"/>
                  <a:pt x="44006" y="60108"/>
                  <a:pt x="44385" y="56509"/>
                </a:cubicBezTo>
                <a:cubicBezTo>
                  <a:pt x="44764" y="52890"/>
                  <a:pt x="46507" y="49651"/>
                  <a:pt x="49329" y="47358"/>
                </a:cubicBezTo>
                <a:cubicBezTo>
                  <a:pt x="51773" y="45388"/>
                  <a:pt x="54746" y="44327"/>
                  <a:pt x="57853" y="44327"/>
                </a:cubicBezTo>
                <a:close/>
                <a:moveTo>
                  <a:pt x="18224" y="68102"/>
                </a:moveTo>
                <a:cubicBezTo>
                  <a:pt x="16652" y="68102"/>
                  <a:pt x="15364" y="69371"/>
                  <a:pt x="15364" y="70944"/>
                </a:cubicBezTo>
                <a:cubicBezTo>
                  <a:pt x="15364" y="72515"/>
                  <a:pt x="16652" y="73785"/>
                  <a:pt x="18224" y="73785"/>
                </a:cubicBezTo>
                <a:lnTo>
                  <a:pt x="30556" y="73785"/>
                </a:lnTo>
                <a:cubicBezTo>
                  <a:pt x="32148" y="73785"/>
                  <a:pt x="33416" y="72515"/>
                  <a:pt x="33416" y="70944"/>
                </a:cubicBezTo>
                <a:cubicBezTo>
                  <a:pt x="33416" y="69371"/>
                  <a:pt x="32148" y="68102"/>
                  <a:pt x="30556" y="68102"/>
                </a:cubicBezTo>
                <a:close/>
                <a:moveTo>
                  <a:pt x="77820" y="76627"/>
                </a:moveTo>
                <a:lnTo>
                  <a:pt x="84886" y="83484"/>
                </a:lnTo>
                <a:lnTo>
                  <a:pt x="83522" y="84886"/>
                </a:lnTo>
                <a:lnTo>
                  <a:pt x="76437" y="78028"/>
                </a:lnTo>
                <a:lnTo>
                  <a:pt x="77820" y="76627"/>
                </a:lnTo>
                <a:close/>
                <a:moveTo>
                  <a:pt x="64086" y="5703"/>
                </a:moveTo>
                <a:lnTo>
                  <a:pt x="64086" y="39649"/>
                </a:lnTo>
                <a:cubicBezTo>
                  <a:pt x="62722" y="39195"/>
                  <a:pt x="61321" y="38872"/>
                  <a:pt x="59861" y="38740"/>
                </a:cubicBezTo>
                <a:cubicBezTo>
                  <a:pt x="59186" y="38670"/>
                  <a:pt x="58512" y="38635"/>
                  <a:pt x="57841" y="38635"/>
                </a:cubicBezTo>
                <a:cubicBezTo>
                  <a:pt x="53438" y="38635"/>
                  <a:pt x="49199" y="40133"/>
                  <a:pt x="45729" y="42945"/>
                </a:cubicBezTo>
                <a:cubicBezTo>
                  <a:pt x="41733" y="46184"/>
                  <a:pt x="39251" y="50788"/>
                  <a:pt x="38720" y="55921"/>
                </a:cubicBezTo>
                <a:cubicBezTo>
                  <a:pt x="38190" y="61035"/>
                  <a:pt x="39687" y="66056"/>
                  <a:pt x="42926" y="70053"/>
                </a:cubicBezTo>
                <a:cubicBezTo>
                  <a:pt x="46184" y="74031"/>
                  <a:pt x="50788" y="76531"/>
                  <a:pt x="55903" y="77062"/>
                </a:cubicBezTo>
                <a:cubicBezTo>
                  <a:pt x="56585" y="77119"/>
                  <a:pt x="57247" y="77157"/>
                  <a:pt x="57929" y="77157"/>
                </a:cubicBezTo>
                <a:cubicBezTo>
                  <a:pt x="60032" y="77157"/>
                  <a:pt x="62116" y="76816"/>
                  <a:pt x="64086" y="76134"/>
                </a:cubicBezTo>
                <a:lnTo>
                  <a:pt x="64086" y="85454"/>
                </a:lnTo>
                <a:lnTo>
                  <a:pt x="5683" y="85454"/>
                </a:lnTo>
                <a:lnTo>
                  <a:pt x="5683" y="5703"/>
                </a:lnTo>
                <a:close/>
                <a:moveTo>
                  <a:pt x="2842" y="0"/>
                </a:moveTo>
                <a:cubicBezTo>
                  <a:pt x="1270" y="0"/>
                  <a:pt x="0" y="1270"/>
                  <a:pt x="0" y="2842"/>
                </a:cubicBezTo>
                <a:lnTo>
                  <a:pt x="0" y="88296"/>
                </a:lnTo>
                <a:cubicBezTo>
                  <a:pt x="0" y="89867"/>
                  <a:pt x="1270" y="91155"/>
                  <a:pt x="2842" y="91155"/>
                </a:cubicBezTo>
                <a:lnTo>
                  <a:pt x="66928" y="91155"/>
                </a:lnTo>
                <a:cubicBezTo>
                  <a:pt x="68499" y="91155"/>
                  <a:pt x="69769" y="89867"/>
                  <a:pt x="69769" y="88296"/>
                </a:cubicBezTo>
                <a:lnTo>
                  <a:pt x="69769" y="76721"/>
                </a:lnTo>
                <a:lnTo>
                  <a:pt x="70280" y="77213"/>
                </a:lnTo>
                <a:cubicBezTo>
                  <a:pt x="70204" y="77498"/>
                  <a:pt x="70186" y="77819"/>
                  <a:pt x="70186" y="78122"/>
                </a:cubicBezTo>
                <a:cubicBezTo>
                  <a:pt x="70204" y="79279"/>
                  <a:pt x="70679" y="80377"/>
                  <a:pt x="71512" y="81173"/>
                </a:cubicBezTo>
                <a:lnTo>
                  <a:pt x="80529" y="89925"/>
                </a:lnTo>
                <a:cubicBezTo>
                  <a:pt x="81363" y="90739"/>
                  <a:pt x="82461" y="91155"/>
                  <a:pt x="83540" y="91155"/>
                </a:cubicBezTo>
                <a:cubicBezTo>
                  <a:pt x="84677" y="91155"/>
                  <a:pt x="85814" y="90701"/>
                  <a:pt x="86667" y="89829"/>
                </a:cubicBezTo>
                <a:lnTo>
                  <a:pt x="89905" y="86477"/>
                </a:lnTo>
                <a:cubicBezTo>
                  <a:pt x="91572" y="84753"/>
                  <a:pt x="91535" y="82007"/>
                  <a:pt x="89830" y="80340"/>
                </a:cubicBezTo>
                <a:lnTo>
                  <a:pt x="80813" y="71588"/>
                </a:lnTo>
                <a:cubicBezTo>
                  <a:pt x="79997" y="70809"/>
                  <a:pt x="78928" y="70375"/>
                  <a:pt x="77800" y="70375"/>
                </a:cubicBezTo>
                <a:cubicBezTo>
                  <a:pt x="77776" y="70375"/>
                  <a:pt x="77751" y="70375"/>
                  <a:pt x="77726" y="70375"/>
                </a:cubicBezTo>
                <a:cubicBezTo>
                  <a:pt x="77592" y="70375"/>
                  <a:pt x="77479" y="70375"/>
                  <a:pt x="77365" y="70394"/>
                </a:cubicBezTo>
                <a:lnTo>
                  <a:pt x="74523" y="67610"/>
                </a:lnTo>
                <a:cubicBezTo>
                  <a:pt x="78445" y="60884"/>
                  <a:pt x="78029" y="52132"/>
                  <a:pt x="72838" y="45749"/>
                </a:cubicBezTo>
                <a:cubicBezTo>
                  <a:pt x="71909" y="44612"/>
                  <a:pt x="70886" y="43608"/>
                  <a:pt x="69769" y="42718"/>
                </a:cubicBezTo>
                <a:lnTo>
                  <a:pt x="69769" y="2842"/>
                </a:lnTo>
                <a:cubicBezTo>
                  <a:pt x="69769" y="1270"/>
                  <a:pt x="68499" y="0"/>
                  <a:pt x="66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solidFill>
                  <a:schemeClr val="lt1"/>
                </a:solidFill>
              </a:rPr>
              <a:t>‹#›</a:t>
            </a:fld>
            <a:endParaRPr>
              <a:solidFill>
                <a:schemeClr val="lt1"/>
              </a:solidFill>
            </a:endParaRPr>
          </a:p>
        </p:txBody>
      </p:sp>
      <p:sp>
        <p:nvSpPr>
          <p:cNvPr id="15471" name="Google Shape;15471;p66"/>
          <p:cNvSpPr txBox="1"/>
          <p:nvPr>
            <p:ph idx="4294967295" type="title"/>
          </p:nvPr>
        </p:nvSpPr>
        <p:spPr>
          <a:xfrm>
            <a:off x="212200" y="169915"/>
            <a:ext cx="1320300" cy="54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300"/>
              <a:t>06.</a:t>
            </a:r>
            <a:endParaRPr sz="3300"/>
          </a:p>
        </p:txBody>
      </p:sp>
      <p:sp>
        <p:nvSpPr>
          <p:cNvPr id="15472" name="Google Shape;15472;p66"/>
          <p:cNvSpPr txBox="1"/>
          <p:nvPr>
            <p:ph idx="4294967295" type="title"/>
          </p:nvPr>
        </p:nvSpPr>
        <p:spPr>
          <a:xfrm>
            <a:off x="2235225" y="222725"/>
            <a:ext cx="3824400" cy="43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100"/>
              <a:t>Discussie &amp; Conclusie</a:t>
            </a:r>
            <a:endParaRPr sz="2100"/>
          </a:p>
        </p:txBody>
      </p:sp>
      <p:grpSp>
        <p:nvGrpSpPr>
          <p:cNvPr id="15473" name="Google Shape;15473;p66"/>
          <p:cNvGrpSpPr/>
          <p:nvPr/>
        </p:nvGrpSpPr>
        <p:grpSpPr>
          <a:xfrm>
            <a:off x="2809354" y="658629"/>
            <a:ext cx="2541287" cy="21378"/>
            <a:chOff x="5770787" y="2200818"/>
            <a:chExt cx="2541287" cy="21378"/>
          </a:xfrm>
        </p:grpSpPr>
        <p:sp>
          <p:nvSpPr>
            <p:cNvPr id="15474" name="Google Shape;15474;p66"/>
            <p:cNvSpPr/>
            <p:nvPr/>
          </p:nvSpPr>
          <p:spPr>
            <a:xfrm>
              <a:off x="5770787"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6"/>
            <p:cNvSpPr/>
            <p:nvPr/>
          </p:nvSpPr>
          <p:spPr>
            <a:xfrm>
              <a:off x="669857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6"/>
            <p:cNvSpPr/>
            <p:nvPr/>
          </p:nvSpPr>
          <p:spPr>
            <a:xfrm>
              <a:off x="656538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6"/>
            <p:cNvSpPr/>
            <p:nvPr/>
          </p:nvSpPr>
          <p:spPr>
            <a:xfrm>
              <a:off x="643214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6"/>
            <p:cNvSpPr/>
            <p:nvPr/>
          </p:nvSpPr>
          <p:spPr>
            <a:xfrm>
              <a:off x="629899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6"/>
            <p:cNvSpPr/>
            <p:nvPr/>
          </p:nvSpPr>
          <p:spPr>
            <a:xfrm>
              <a:off x="7098162"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6"/>
            <p:cNvSpPr/>
            <p:nvPr/>
          </p:nvSpPr>
          <p:spPr>
            <a:xfrm>
              <a:off x="696500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6"/>
            <p:cNvSpPr/>
            <p:nvPr/>
          </p:nvSpPr>
          <p:spPr>
            <a:xfrm>
              <a:off x="683177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6"/>
            <p:cNvSpPr/>
            <p:nvPr/>
          </p:nvSpPr>
          <p:spPr>
            <a:xfrm>
              <a:off x="6165754" y="2200818"/>
              <a:ext cx="24947"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6"/>
            <p:cNvSpPr/>
            <p:nvPr/>
          </p:nvSpPr>
          <p:spPr>
            <a:xfrm>
              <a:off x="603260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6"/>
            <p:cNvSpPr/>
            <p:nvPr/>
          </p:nvSpPr>
          <p:spPr>
            <a:xfrm>
              <a:off x="589936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6"/>
            <p:cNvSpPr/>
            <p:nvPr/>
          </p:nvSpPr>
          <p:spPr>
            <a:xfrm>
              <a:off x="8020737" y="2200818"/>
              <a:ext cx="24948" cy="21378"/>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6"/>
            <p:cNvSpPr/>
            <p:nvPr/>
          </p:nvSpPr>
          <p:spPr>
            <a:xfrm>
              <a:off x="7887542" y="2200818"/>
              <a:ext cx="24905" cy="21378"/>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6"/>
            <p:cNvSpPr/>
            <p:nvPr/>
          </p:nvSpPr>
          <p:spPr>
            <a:xfrm>
              <a:off x="7754304" y="2200818"/>
              <a:ext cx="24990" cy="21378"/>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6"/>
            <p:cNvSpPr/>
            <p:nvPr/>
          </p:nvSpPr>
          <p:spPr>
            <a:xfrm>
              <a:off x="7621152" y="2200818"/>
              <a:ext cx="24905" cy="21378"/>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6"/>
            <p:cNvSpPr/>
            <p:nvPr/>
          </p:nvSpPr>
          <p:spPr>
            <a:xfrm>
              <a:off x="8287169" y="2200818"/>
              <a:ext cx="24905" cy="21378"/>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6"/>
            <p:cNvSpPr/>
            <p:nvPr/>
          </p:nvSpPr>
          <p:spPr>
            <a:xfrm>
              <a:off x="8153932"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6"/>
            <p:cNvSpPr/>
            <p:nvPr/>
          </p:nvSpPr>
          <p:spPr>
            <a:xfrm>
              <a:off x="7487914" y="2200818"/>
              <a:ext cx="24948" cy="21378"/>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6"/>
            <p:cNvSpPr/>
            <p:nvPr/>
          </p:nvSpPr>
          <p:spPr>
            <a:xfrm>
              <a:off x="7354762" y="2200818"/>
              <a:ext cx="24990" cy="21378"/>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6"/>
            <p:cNvSpPr/>
            <p:nvPr/>
          </p:nvSpPr>
          <p:spPr>
            <a:xfrm>
              <a:off x="7221524" y="2200818"/>
              <a:ext cx="24990" cy="21378"/>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94" name="Google Shape;15494;p66"/>
          <p:cNvSpPr txBox="1"/>
          <p:nvPr/>
        </p:nvSpPr>
        <p:spPr>
          <a:xfrm>
            <a:off x="722375" y="1049713"/>
            <a:ext cx="7292400" cy="3400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b="1" lang="en" sz="1600">
                <a:solidFill>
                  <a:schemeClr val="dk1"/>
                </a:solidFill>
                <a:latin typeface="Poppins"/>
                <a:ea typeface="Poppins"/>
                <a:cs typeface="Poppins"/>
                <a:sym typeface="Poppins"/>
              </a:rPr>
              <a:t>Conclusie</a:t>
            </a:r>
            <a:endParaRPr b="1" sz="1600">
              <a:solidFill>
                <a:schemeClr val="dk1"/>
              </a:solidFill>
              <a:latin typeface="Poppins"/>
              <a:ea typeface="Poppins"/>
              <a:cs typeface="Poppins"/>
              <a:sym typeface="Poppins"/>
            </a:endParaRPr>
          </a:p>
          <a:p>
            <a:pPr indent="-317500" lvl="0" marL="457200" rtl="0" algn="just">
              <a:lnSpc>
                <a:spcPct val="115000"/>
              </a:lnSpc>
              <a:spcBef>
                <a:spcPts val="1200"/>
              </a:spcBef>
              <a:spcAft>
                <a:spcPts val="0"/>
              </a:spcAft>
              <a:buClr>
                <a:schemeClr val="dk1"/>
              </a:buClr>
              <a:buSzPts val="1400"/>
              <a:buChar char="●"/>
            </a:pPr>
            <a:r>
              <a:rPr lang="en" sz="1200">
                <a:solidFill>
                  <a:schemeClr val="dk1"/>
                </a:solidFill>
                <a:latin typeface="Poppins"/>
                <a:ea typeface="Poppins"/>
                <a:cs typeface="Poppins"/>
                <a:sym typeface="Poppins"/>
              </a:rPr>
              <a:t>Smart greenhouse-systeem ontworpen en gerealiseerd met ESP32</a:t>
            </a:r>
            <a:endParaRPr sz="1200">
              <a:solidFill>
                <a:schemeClr val="dk1"/>
              </a:solidFill>
              <a:latin typeface="Poppins"/>
              <a:ea typeface="Poppins"/>
              <a:cs typeface="Poppins"/>
              <a:sym typeface="Poppins"/>
            </a:endParaRPr>
          </a:p>
          <a:p>
            <a:pPr indent="-317500" lvl="0" marL="457200" rtl="0" algn="just">
              <a:lnSpc>
                <a:spcPct val="115000"/>
              </a:lnSpc>
              <a:spcBef>
                <a:spcPts val="0"/>
              </a:spcBef>
              <a:spcAft>
                <a:spcPts val="0"/>
              </a:spcAft>
              <a:buClr>
                <a:schemeClr val="dk1"/>
              </a:buClr>
              <a:buSzPts val="1400"/>
              <a:buChar char="●"/>
            </a:pPr>
            <a:r>
              <a:rPr lang="en" sz="1200">
                <a:solidFill>
                  <a:schemeClr val="dk1"/>
                </a:solidFill>
                <a:latin typeface="Poppins"/>
                <a:ea typeface="Poppins"/>
                <a:cs typeface="Poppins"/>
                <a:sym typeface="Poppins"/>
              </a:rPr>
              <a:t>Zelfstandige meting en regeling van omgevingsfactoren</a:t>
            </a:r>
            <a:endParaRPr sz="1200">
              <a:solidFill>
                <a:schemeClr val="dk1"/>
              </a:solidFill>
              <a:latin typeface="Poppins"/>
              <a:ea typeface="Poppins"/>
              <a:cs typeface="Poppins"/>
              <a:sym typeface="Poppins"/>
            </a:endParaRPr>
          </a:p>
          <a:p>
            <a:pPr indent="-317500" lvl="0" marL="457200" rtl="0" algn="just">
              <a:lnSpc>
                <a:spcPct val="115000"/>
              </a:lnSpc>
              <a:spcBef>
                <a:spcPts val="0"/>
              </a:spcBef>
              <a:spcAft>
                <a:spcPts val="0"/>
              </a:spcAft>
              <a:buClr>
                <a:schemeClr val="dk1"/>
              </a:buClr>
              <a:buSzPts val="1400"/>
              <a:buChar char="●"/>
            </a:pPr>
            <a:r>
              <a:rPr lang="en" sz="1200">
                <a:solidFill>
                  <a:schemeClr val="dk1"/>
                </a:solidFill>
                <a:latin typeface="Poppins"/>
                <a:ea typeface="Poppins"/>
                <a:cs typeface="Poppins"/>
                <a:sym typeface="Poppins"/>
              </a:rPr>
              <a:t>Automatische aansturing van irrigatie en ventilatie</a:t>
            </a:r>
            <a:endParaRPr sz="1200">
              <a:solidFill>
                <a:schemeClr val="dk1"/>
              </a:solidFill>
              <a:latin typeface="Poppins"/>
              <a:ea typeface="Poppins"/>
              <a:cs typeface="Poppins"/>
              <a:sym typeface="Poppins"/>
            </a:endParaRPr>
          </a:p>
          <a:p>
            <a:pPr indent="-317500" lvl="0" marL="457200" rtl="0" algn="just">
              <a:lnSpc>
                <a:spcPct val="115000"/>
              </a:lnSpc>
              <a:spcBef>
                <a:spcPts val="0"/>
              </a:spcBef>
              <a:spcAft>
                <a:spcPts val="0"/>
              </a:spcAft>
              <a:buClr>
                <a:schemeClr val="dk1"/>
              </a:buClr>
              <a:buSzPts val="1400"/>
              <a:buChar char="●"/>
            </a:pPr>
            <a:r>
              <a:rPr lang="en" sz="1200">
                <a:solidFill>
                  <a:schemeClr val="dk1"/>
                </a:solidFill>
                <a:latin typeface="Poppins"/>
                <a:ea typeface="Poppins"/>
                <a:cs typeface="Poppins"/>
                <a:sym typeface="Poppins"/>
              </a:rPr>
              <a:t>Verminderde handmatige tussenkomst</a:t>
            </a:r>
            <a:endParaRPr sz="1200">
              <a:solidFill>
                <a:schemeClr val="dk1"/>
              </a:solidFill>
              <a:latin typeface="Poppins"/>
              <a:ea typeface="Poppins"/>
              <a:cs typeface="Poppins"/>
              <a:sym typeface="Poppins"/>
            </a:endParaRPr>
          </a:p>
          <a:p>
            <a:pPr indent="-317500" lvl="0" marL="457200" rtl="0" algn="just">
              <a:lnSpc>
                <a:spcPct val="115000"/>
              </a:lnSpc>
              <a:spcBef>
                <a:spcPts val="0"/>
              </a:spcBef>
              <a:spcAft>
                <a:spcPts val="0"/>
              </a:spcAft>
              <a:buClr>
                <a:schemeClr val="dk1"/>
              </a:buClr>
              <a:buSzPts val="1400"/>
              <a:buChar char="●"/>
            </a:pPr>
            <a:r>
              <a:rPr lang="en" sz="1200">
                <a:solidFill>
                  <a:schemeClr val="dk1"/>
                </a:solidFill>
                <a:latin typeface="Poppins"/>
                <a:ea typeface="Poppins"/>
                <a:cs typeface="Poppins"/>
                <a:sym typeface="Poppins"/>
              </a:rPr>
              <a:t>Bijdrage aan efficiënt water- en energiegebruik</a:t>
            </a:r>
            <a:endParaRPr sz="1200">
              <a:solidFill>
                <a:schemeClr val="dk1"/>
              </a:solidFill>
              <a:latin typeface="Poppins"/>
              <a:ea typeface="Poppins"/>
              <a:cs typeface="Poppins"/>
              <a:sym typeface="Poppins"/>
            </a:endParaRPr>
          </a:p>
          <a:p>
            <a:pPr indent="-317500" lvl="0" marL="457200" rtl="0" algn="just">
              <a:lnSpc>
                <a:spcPct val="115000"/>
              </a:lnSpc>
              <a:spcBef>
                <a:spcPts val="0"/>
              </a:spcBef>
              <a:spcAft>
                <a:spcPts val="0"/>
              </a:spcAft>
              <a:buClr>
                <a:schemeClr val="dk1"/>
              </a:buClr>
              <a:buSzPts val="1400"/>
              <a:buChar char="●"/>
            </a:pPr>
            <a:r>
              <a:rPr lang="en" sz="1200">
                <a:solidFill>
                  <a:schemeClr val="dk1"/>
                </a:solidFill>
                <a:latin typeface="Poppins"/>
                <a:ea typeface="Poppins"/>
                <a:cs typeface="Poppins"/>
                <a:sym typeface="Poppins"/>
              </a:rPr>
              <a:t>Projectdoel succesvol behaald</a:t>
            </a:r>
            <a:endParaRPr sz="1200">
              <a:solidFill>
                <a:schemeClr val="dk1"/>
              </a:solidFill>
              <a:latin typeface="Poppins"/>
              <a:ea typeface="Poppins"/>
              <a:cs typeface="Poppins"/>
              <a:sym typeface="Poppins"/>
            </a:endParaRPr>
          </a:p>
          <a:p>
            <a:pPr indent="0" lvl="0" marL="0" rtl="0" algn="just">
              <a:lnSpc>
                <a:spcPct val="115000"/>
              </a:lnSpc>
              <a:spcBef>
                <a:spcPts val="1200"/>
              </a:spcBef>
              <a:spcAft>
                <a:spcPts val="0"/>
              </a:spcAft>
              <a:buClr>
                <a:schemeClr val="dk1"/>
              </a:buClr>
              <a:buSzPts val="1100"/>
              <a:buFont typeface="Arial"/>
              <a:buNone/>
            </a:pPr>
            <a:r>
              <a:t/>
            </a:r>
            <a:endParaRPr sz="1200">
              <a:solidFill>
                <a:schemeClr val="dk1"/>
              </a:solidFill>
              <a:latin typeface="Poppins"/>
              <a:ea typeface="Poppins"/>
              <a:cs typeface="Poppins"/>
              <a:sym typeface="Poppins"/>
            </a:endParaRPr>
          </a:p>
          <a:p>
            <a:pPr indent="0" lvl="0" marL="457200" rtl="0" algn="l">
              <a:lnSpc>
                <a:spcPct val="115000"/>
              </a:lnSpc>
              <a:spcBef>
                <a:spcPts val="1200"/>
              </a:spcBef>
              <a:spcAft>
                <a:spcPts val="0"/>
              </a:spcAft>
              <a:buNone/>
            </a:pPr>
            <a:r>
              <a:t/>
            </a:r>
            <a:endParaRPr>
              <a:solidFill>
                <a:schemeClr val="dk1"/>
              </a:solidFill>
              <a:latin typeface="Poppins"/>
              <a:ea typeface="Poppins"/>
              <a:cs typeface="Poppins"/>
              <a:sym typeface="Poppins"/>
            </a:endParaRPr>
          </a:p>
          <a:p>
            <a:pPr indent="0" lvl="0" marL="0" rtl="0" algn="l">
              <a:spcBef>
                <a:spcPts val="1200"/>
              </a:spcBef>
              <a:spcAft>
                <a:spcPts val="0"/>
              </a:spcAft>
              <a:buNone/>
            </a:pPr>
            <a:r>
              <a:t/>
            </a:r>
            <a:endParaRPr>
              <a:solidFill>
                <a:schemeClr val="dk1"/>
              </a:solidFill>
              <a:latin typeface="Poppins"/>
              <a:ea typeface="Poppins"/>
              <a:cs typeface="Poppins"/>
              <a:sym typeface="Poppins"/>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98" name="Shape 15498"/>
        <p:cNvGrpSpPr/>
        <p:nvPr/>
      </p:nvGrpSpPr>
      <p:grpSpPr>
        <a:xfrm>
          <a:off x="0" y="0"/>
          <a:ext cx="0" cy="0"/>
          <a:chOff x="0" y="0"/>
          <a:chExt cx="0" cy="0"/>
        </a:xfrm>
      </p:grpSpPr>
      <p:sp>
        <p:nvSpPr>
          <p:cNvPr id="15499" name="Google Shape;15499;p67"/>
          <p:cNvSpPr/>
          <p:nvPr/>
        </p:nvSpPr>
        <p:spPr>
          <a:xfrm>
            <a:off x="618775" y="1124650"/>
            <a:ext cx="7804200" cy="3625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7"/>
          <p:cNvSpPr txBox="1"/>
          <p:nvPr>
            <p:ph type="title"/>
          </p:nvPr>
        </p:nvSpPr>
        <p:spPr>
          <a:xfrm>
            <a:off x="1700700" y="218902"/>
            <a:ext cx="5742600" cy="47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sz="1900"/>
              <a:t>oekomstige Plannen</a:t>
            </a:r>
            <a:r>
              <a:rPr lang="en"/>
              <a:t> </a:t>
            </a:r>
            <a:endParaRPr/>
          </a:p>
        </p:txBody>
      </p:sp>
      <p:sp>
        <p:nvSpPr>
          <p:cNvPr id="15501" name="Google Shape;15501;p67"/>
          <p:cNvSpPr txBox="1"/>
          <p:nvPr>
            <p:ph idx="2" type="body"/>
          </p:nvPr>
        </p:nvSpPr>
        <p:spPr>
          <a:xfrm>
            <a:off x="863275" y="1891400"/>
            <a:ext cx="3682800" cy="2323500"/>
          </a:xfrm>
          <a:prstGeom prst="rect">
            <a:avLst/>
          </a:prstGeom>
        </p:spPr>
        <p:txBody>
          <a:bodyPr anchorCtr="0" anchor="ctr" bIns="91425" lIns="91425" spcFirstLastPara="1" rIns="91425" wrap="square" tIns="91425">
            <a:noAutofit/>
          </a:bodyPr>
          <a:lstStyle/>
          <a:p>
            <a:pPr indent="-336550" lvl="0" marL="457200" rtl="0" algn="l">
              <a:spcBef>
                <a:spcPts val="0"/>
              </a:spcBef>
              <a:spcAft>
                <a:spcPts val="0"/>
              </a:spcAft>
              <a:buSzPts val="1700"/>
              <a:buFont typeface="Poppins"/>
              <a:buChar char="●"/>
            </a:pPr>
            <a:r>
              <a:rPr b="1" lang="en" sz="1700">
                <a:latin typeface="Poppins"/>
                <a:ea typeface="Poppins"/>
                <a:cs typeface="Poppins"/>
                <a:sym typeface="Poppins"/>
              </a:rPr>
              <a:t>Verlichting plaatsen.</a:t>
            </a:r>
            <a:endParaRPr b="1" sz="1700">
              <a:latin typeface="Poppins"/>
              <a:ea typeface="Poppins"/>
              <a:cs typeface="Poppins"/>
              <a:sym typeface="Poppins"/>
            </a:endParaRPr>
          </a:p>
          <a:p>
            <a:pPr indent="-336550" lvl="0" marL="457200" rtl="0" algn="l">
              <a:spcBef>
                <a:spcPts val="0"/>
              </a:spcBef>
              <a:spcAft>
                <a:spcPts val="0"/>
              </a:spcAft>
              <a:buSzPts val="1700"/>
              <a:buFont typeface="Poppins"/>
              <a:buChar char="●"/>
            </a:pPr>
            <a:r>
              <a:rPr b="1" lang="en" sz="1700">
                <a:latin typeface="Poppins"/>
                <a:ea typeface="Poppins"/>
                <a:cs typeface="Poppins"/>
                <a:sym typeface="Poppins"/>
              </a:rPr>
              <a:t>Integratie van LABVIEW</a:t>
            </a:r>
            <a:endParaRPr b="1" sz="1700">
              <a:latin typeface="Poppins"/>
              <a:ea typeface="Poppins"/>
              <a:cs typeface="Poppins"/>
              <a:sym typeface="Poppins"/>
            </a:endParaRPr>
          </a:p>
          <a:p>
            <a:pPr indent="-336550" lvl="0" marL="457200" rtl="0" algn="l">
              <a:spcBef>
                <a:spcPts val="0"/>
              </a:spcBef>
              <a:spcAft>
                <a:spcPts val="0"/>
              </a:spcAft>
              <a:buSzPts val="1700"/>
              <a:buFont typeface="Poppins"/>
              <a:buChar char="●"/>
            </a:pPr>
            <a:r>
              <a:rPr b="1" lang="en" sz="1700">
                <a:latin typeface="Poppins"/>
                <a:ea typeface="Poppins"/>
                <a:cs typeface="Poppins"/>
                <a:sym typeface="Poppins"/>
              </a:rPr>
              <a:t>Automatisering</a:t>
            </a:r>
            <a:r>
              <a:rPr b="1" lang="en" sz="1700">
                <a:latin typeface="Poppins"/>
                <a:ea typeface="Poppins"/>
                <a:cs typeface="Poppins"/>
                <a:sym typeface="Poppins"/>
              </a:rPr>
              <a:t> van de deur</a:t>
            </a:r>
            <a:endParaRPr b="1" sz="1700">
              <a:latin typeface="Poppins"/>
              <a:ea typeface="Poppins"/>
              <a:cs typeface="Poppins"/>
              <a:sym typeface="Poppins"/>
            </a:endParaRPr>
          </a:p>
          <a:p>
            <a:pPr indent="-336550" lvl="0" marL="457200" rtl="0" algn="l">
              <a:spcBef>
                <a:spcPts val="0"/>
              </a:spcBef>
              <a:spcAft>
                <a:spcPts val="0"/>
              </a:spcAft>
              <a:buSzPts val="1700"/>
              <a:buFont typeface="Poppins"/>
              <a:buChar char="●"/>
            </a:pPr>
            <a:r>
              <a:rPr b="1" lang="en" sz="1700">
                <a:latin typeface="Poppins"/>
                <a:ea typeface="Poppins"/>
                <a:cs typeface="Poppins"/>
                <a:sym typeface="Poppins"/>
              </a:rPr>
              <a:t>AI-beeldherkenning voor ziekte- en </a:t>
            </a:r>
            <a:r>
              <a:rPr b="1" lang="en" sz="1700">
                <a:latin typeface="Poppins"/>
                <a:ea typeface="Poppins"/>
                <a:cs typeface="Poppins"/>
                <a:sym typeface="Poppins"/>
              </a:rPr>
              <a:t>plaag detectie</a:t>
            </a:r>
            <a:endParaRPr b="1" sz="1700">
              <a:latin typeface="Poppins"/>
              <a:ea typeface="Poppins"/>
              <a:cs typeface="Poppins"/>
              <a:sym typeface="Poppins"/>
            </a:endParaRPr>
          </a:p>
          <a:p>
            <a:pPr indent="-336550" lvl="0" marL="457200" rtl="0" algn="l">
              <a:spcBef>
                <a:spcPts val="0"/>
              </a:spcBef>
              <a:spcAft>
                <a:spcPts val="0"/>
              </a:spcAft>
              <a:buSzPts val="1700"/>
              <a:buFont typeface="Poppins"/>
              <a:buChar char="●"/>
            </a:pPr>
            <a:r>
              <a:rPr b="1" lang="en" sz="1700">
                <a:latin typeface="Poppins"/>
                <a:ea typeface="Poppins"/>
                <a:cs typeface="Poppins"/>
                <a:sym typeface="Poppins"/>
              </a:rPr>
              <a:t>Implementatie</a:t>
            </a:r>
            <a:r>
              <a:rPr b="1" lang="en" sz="1700">
                <a:latin typeface="Poppins"/>
                <a:ea typeface="Poppins"/>
                <a:cs typeface="Poppins"/>
                <a:sym typeface="Poppins"/>
              </a:rPr>
              <a:t> van CO₂, pH sensoren</a:t>
            </a:r>
            <a:endParaRPr b="1" sz="1700">
              <a:latin typeface="Poppins"/>
              <a:ea typeface="Poppins"/>
              <a:cs typeface="Poppins"/>
              <a:sym typeface="Poppins"/>
            </a:endParaRPr>
          </a:p>
          <a:p>
            <a:pPr indent="-336550" lvl="0" marL="457200" rtl="0" algn="l">
              <a:spcBef>
                <a:spcPts val="0"/>
              </a:spcBef>
              <a:spcAft>
                <a:spcPts val="0"/>
              </a:spcAft>
              <a:buSzPts val="1700"/>
              <a:buFont typeface="Poppins"/>
              <a:buChar char="●"/>
            </a:pPr>
            <a:r>
              <a:rPr b="1" lang="en" sz="1700">
                <a:latin typeface="Poppins"/>
                <a:ea typeface="Poppins"/>
                <a:cs typeface="Poppins"/>
                <a:sym typeface="Poppins"/>
              </a:rPr>
              <a:t>Automatische waarschuwingen bij kritieke waarden</a:t>
            </a:r>
            <a:endParaRPr b="1" sz="1700">
              <a:latin typeface="Poppins"/>
              <a:ea typeface="Poppins"/>
              <a:cs typeface="Poppins"/>
              <a:sym typeface="Poppins"/>
            </a:endParaRPr>
          </a:p>
          <a:p>
            <a:pPr indent="0" lvl="0" marL="457200" rtl="0" algn="l">
              <a:spcBef>
                <a:spcPts val="1600"/>
              </a:spcBef>
              <a:spcAft>
                <a:spcPts val="1600"/>
              </a:spcAft>
              <a:buNone/>
            </a:pPr>
            <a:r>
              <a:t/>
            </a:r>
            <a:endParaRPr/>
          </a:p>
        </p:txBody>
      </p:sp>
      <p:grpSp>
        <p:nvGrpSpPr>
          <p:cNvPr id="15502" name="Google Shape;15502;p67"/>
          <p:cNvGrpSpPr/>
          <p:nvPr/>
        </p:nvGrpSpPr>
        <p:grpSpPr>
          <a:xfrm>
            <a:off x="5719719" y="675728"/>
            <a:ext cx="1223788" cy="21378"/>
            <a:chOff x="3096700" y="3484425"/>
            <a:chExt cx="719875" cy="12575"/>
          </a:xfrm>
        </p:grpSpPr>
        <p:sp>
          <p:nvSpPr>
            <p:cNvPr id="15503" name="Google Shape;15503;p67"/>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7"/>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7"/>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7"/>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7"/>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7"/>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7"/>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7"/>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7"/>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7"/>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3" name="Google Shape;15513;p67"/>
          <p:cNvGrpSpPr/>
          <p:nvPr/>
        </p:nvGrpSpPr>
        <p:grpSpPr>
          <a:xfrm>
            <a:off x="2200504" y="675728"/>
            <a:ext cx="1223745" cy="21378"/>
            <a:chOff x="2940000" y="3484425"/>
            <a:chExt cx="719850" cy="12575"/>
          </a:xfrm>
        </p:grpSpPr>
        <p:sp>
          <p:nvSpPr>
            <p:cNvPr id="15514" name="Google Shape;15514;p67"/>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7"/>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7"/>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7"/>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7"/>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7"/>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7"/>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7"/>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7"/>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7"/>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24" name="Google Shape;15524;p67"/>
          <p:cNvSpPr/>
          <p:nvPr/>
        </p:nvSpPr>
        <p:spPr>
          <a:xfrm>
            <a:off x="3991000" y="4608575"/>
            <a:ext cx="1162200" cy="534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7">
            <a:hlinkClick action="ppaction://hlinkshowjump?jump=previousslide"/>
          </p:cNvPr>
          <p:cNvSpPr/>
          <p:nvPr/>
        </p:nvSpPr>
        <p:spPr>
          <a:xfrm>
            <a:off x="4216189" y="4788507"/>
            <a:ext cx="167426" cy="165073"/>
          </a:xfrm>
          <a:custGeom>
            <a:rect b="b" l="l" r="r" t="t"/>
            <a:pathLst>
              <a:path extrusionOk="0" h="71460" w="72479">
                <a:moveTo>
                  <a:pt x="30460" y="22962"/>
                </a:moveTo>
                <a:cubicBezTo>
                  <a:pt x="32555" y="22962"/>
                  <a:pt x="34426" y="25717"/>
                  <a:pt x="32508" y="27634"/>
                </a:cubicBezTo>
                <a:lnTo>
                  <a:pt x="27488" y="32654"/>
                </a:lnTo>
                <a:lnTo>
                  <a:pt x="50693" y="32654"/>
                </a:lnTo>
                <a:cubicBezTo>
                  <a:pt x="52342" y="32654"/>
                  <a:pt x="53724" y="34036"/>
                  <a:pt x="53724" y="35685"/>
                </a:cubicBezTo>
                <a:cubicBezTo>
                  <a:pt x="53724" y="37352"/>
                  <a:pt x="52342" y="38734"/>
                  <a:pt x="50693" y="38734"/>
                </a:cubicBezTo>
                <a:lnTo>
                  <a:pt x="27375" y="38734"/>
                </a:lnTo>
                <a:lnTo>
                  <a:pt x="32280" y="43773"/>
                </a:lnTo>
                <a:cubicBezTo>
                  <a:pt x="34175" y="45712"/>
                  <a:pt x="32302" y="48425"/>
                  <a:pt x="30216" y="48425"/>
                </a:cubicBezTo>
                <a:cubicBezTo>
                  <a:pt x="29590" y="48425"/>
                  <a:pt x="28946" y="48181"/>
                  <a:pt x="28378" y="47600"/>
                </a:cubicBezTo>
                <a:lnTo>
                  <a:pt x="18623" y="37598"/>
                </a:lnTo>
                <a:cubicBezTo>
                  <a:pt x="17580" y="36537"/>
                  <a:pt x="17580" y="34814"/>
                  <a:pt x="18641" y="33753"/>
                </a:cubicBezTo>
                <a:lnTo>
                  <a:pt x="28643" y="23769"/>
                </a:lnTo>
                <a:cubicBezTo>
                  <a:pt x="29208" y="23201"/>
                  <a:pt x="29843" y="22962"/>
                  <a:pt x="30460" y="22962"/>
                </a:cubicBezTo>
                <a:close/>
                <a:moveTo>
                  <a:pt x="35864" y="0"/>
                </a:moveTo>
                <a:cubicBezTo>
                  <a:pt x="26970" y="0"/>
                  <a:pt x="18101" y="3237"/>
                  <a:pt x="11349" y="9562"/>
                </a:cubicBezTo>
                <a:cubicBezTo>
                  <a:pt x="4150" y="16287"/>
                  <a:pt x="1" y="25853"/>
                  <a:pt x="1" y="35685"/>
                </a:cubicBezTo>
                <a:cubicBezTo>
                  <a:pt x="1" y="52336"/>
                  <a:pt x="11973" y="67187"/>
                  <a:pt x="28264" y="70673"/>
                </a:cubicBezTo>
                <a:cubicBezTo>
                  <a:pt x="30724" y="71199"/>
                  <a:pt x="33231" y="71459"/>
                  <a:pt x="35734" y="71459"/>
                </a:cubicBezTo>
                <a:cubicBezTo>
                  <a:pt x="41521" y="71459"/>
                  <a:pt x="47293" y="70069"/>
                  <a:pt x="52436" y="67359"/>
                </a:cubicBezTo>
                <a:cubicBezTo>
                  <a:pt x="59521" y="63626"/>
                  <a:pt x="65262" y="57508"/>
                  <a:pt x="68500" y="50176"/>
                </a:cubicBezTo>
                <a:cubicBezTo>
                  <a:pt x="71892" y="42543"/>
                  <a:pt x="72478" y="33809"/>
                  <a:pt x="70167" y="25797"/>
                </a:cubicBezTo>
                <a:cubicBezTo>
                  <a:pt x="67952" y="18068"/>
                  <a:pt x="63064" y="11210"/>
                  <a:pt x="56528" y="6531"/>
                </a:cubicBezTo>
                <a:cubicBezTo>
                  <a:pt x="50378" y="2150"/>
                  <a:pt x="43113" y="0"/>
                  <a:pt x="3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5526" name="Google Shape;15526;p67">
            <a:hlinkClick action="ppaction://hlinkshowjump?jump=nextslide"/>
          </p:cNvPr>
          <p:cNvSpPr/>
          <p:nvPr/>
        </p:nvSpPr>
        <p:spPr>
          <a:xfrm>
            <a:off x="4760664" y="4788519"/>
            <a:ext cx="167426" cy="165073"/>
          </a:xfrm>
          <a:custGeom>
            <a:rect b="b" l="l" r="r" t="t"/>
            <a:pathLst>
              <a:path extrusionOk="0" h="71460" w="72479">
                <a:moveTo>
                  <a:pt x="42259" y="23045"/>
                </a:moveTo>
                <a:cubicBezTo>
                  <a:pt x="42886" y="23045"/>
                  <a:pt x="43532" y="23291"/>
                  <a:pt x="44101" y="23878"/>
                </a:cubicBezTo>
                <a:lnTo>
                  <a:pt x="53858" y="33862"/>
                </a:lnTo>
                <a:cubicBezTo>
                  <a:pt x="54919" y="34941"/>
                  <a:pt x="54899" y="36646"/>
                  <a:pt x="53838" y="37706"/>
                </a:cubicBezTo>
                <a:lnTo>
                  <a:pt x="43856" y="47690"/>
                </a:lnTo>
                <a:cubicBezTo>
                  <a:pt x="43286" y="48260"/>
                  <a:pt x="42645" y="48500"/>
                  <a:pt x="42024" y="48500"/>
                </a:cubicBezTo>
                <a:cubicBezTo>
                  <a:pt x="39924" y="48500"/>
                  <a:pt x="38061" y="45756"/>
                  <a:pt x="39991" y="43826"/>
                </a:cubicBezTo>
                <a:lnTo>
                  <a:pt x="44992" y="38805"/>
                </a:lnTo>
                <a:lnTo>
                  <a:pt x="21806" y="38805"/>
                </a:lnTo>
                <a:cubicBezTo>
                  <a:pt x="20139" y="38805"/>
                  <a:pt x="18755" y="37423"/>
                  <a:pt x="18755" y="35774"/>
                </a:cubicBezTo>
                <a:cubicBezTo>
                  <a:pt x="18755" y="34127"/>
                  <a:pt x="20139" y="32743"/>
                  <a:pt x="21806" y="32743"/>
                </a:cubicBezTo>
                <a:lnTo>
                  <a:pt x="45124" y="32743"/>
                </a:lnTo>
                <a:lnTo>
                  <a:pt x="40199" y="27686"/>
                </a:lnTo>
                <a:cubicBezTo>
                  <a:pt x="38305" y="25764"/>
                  <a:pt x="40175" y="23045"/>
                  <a:pt x="42259" y="23045"/>
                </a:cubicBezTo>
                <a:close/>
                <a:moveTo>
                  <a:pt x="36745" y="0"/>
                </a:moveTo>
                <a:cubicBezTo>
                  <a:pt x="30959" y="0"/>
                  <a:pt x="25187" y="1391"/>
                  <a:pt x="20043" y="4101"/>
                </a:cubicBezTo>
                <a:cubicBezTo>
                  <a:pt x="12958" y="7834"/>
                  <a:pt x="7219" y="13971"/>
                  <a:pt x="3979" y="21283"/>
                </a:cubicBezTo>
                <a:cubicBezTo>
                  <a:pt x="589" y="28917"/>
                  <a:pt x="1" y="37669"/>
                  <a:pt x="2312" y="45682"/>
                </a:cubicBezTo>
                <a:cubicBezTo>
                  <a:pt x="4529" y="53411"/>
                  <a:pt x="9417" y="60269"/>
                  <a:pt x="15951" y="64929"/>
                </a:cubicBezTo>
                <a:cubicBezTo>
                  <a:pt x="22102" y="69309"/>
                  <a:pt x="29367" y="71459"/>
                  <a:pt x="36616" y="71459"/>
                </a:cubicBezTo>
                <a:cubicBezTo>
                  <a:pt x="45510" y="71459"/>
                  <a:pt x="54379" y="68223"/>
                  <a:pt x="61132" y="61898"/>
                </a:cubicBezTo>
                <a:cubicBezTo>
                  <a:pt x="68331" y="55172"/>
                  <a:pt x="72478" y="45625"/>
                  <a:pt x="72478" y="35774"/>
                </a:cubicBezTo>
                <a:cubicBezTo>
                  <a:pt x="72478" y="19124"/>
                  <a:pt x="60506" y="4272"/>
                  <a:pt x="44215" y="787"/>
                </a:cubicBezTo>
                <a:cubicBezTo>
                  <a:pt x="41755" y="260"/>
                  <a:pt x="39249" y="0"/>
                  <a:pt x="36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5527" name="Google Shape;15527;p67">
            <a:hlinkClick action="ppaction://hlinksldjump" r:id="rId3"/>
          </p:cNvPr>
          <p:cNvSpPr/>
          <p:nvPr/>
        </p:nvSpPr>
        <p:spPr>
          <a:xfrm>
            <a:off x="4475960" y="4744707"/>
            <a:ext cx="247705" cy="246577"/>
          </a:xfrm>
          <a:custGeom>
            <a:rect b="b" l="l" r="r" t="t"/>
            <a:pathLst>
              <a:path extrusionOk="0" h="91156" w="91573">
                <a:moveTo>
                  <a:pt x="18224" y="17352"/>
                </a:moveTo>
                <a:cubicBezTo>
                  <a:pt x="16652" y="17352"/>
                  <a:pt x="15364" y="18640"/>
                  <a:pt x="15364" y="20213"/>
                </a:cubicBezTo>
                <a:cubicBezTo>
                  <a:pt x="15364" y="21785"/>
                  <a:pt x="16652" y="23055"/>
                  <a:pt x="18224" y="23055"/>
                </a:cubicBezTo>
                <a:lnTo>
                  <a:pt x="51546" y="23055"/>
                </a:lnTo>
                <a:cubicBezTo>
                  <a:pt x="53117" y="23055"/>
                  <a:pt x="54387" y="21785"/>
                  <a:pt x="54387" y="20213"/>
                </a:cubicBezTo>
                <a:cubicBezTo>
                  <a:pt x="54387" y="18640"/>
                  <a:pt x="53117" y="17352"/>
                  <a:pt x="51546" y="17352"/>
                </a:cubicBezTo>
                <a:close/>
                <a:moveTo>
                  <a:pt x="18224" y="34269"/>
                </a:moveTo>
                <a:cubicBezTo>
                  <a:pt x="16652" y="34269"/>
                  <a:pt x="15364" y="35538"/>
                  <a:pt x="15364" y="37111"/>
                </a:cubicBezTo>
                <a:cubicBezTo>
                  <a:pt x="15364" y="38682"/>
                  <a:pt x="16652" y="39970"/>
                  <a:pt x="18224" y="39970"/>
                </a:cubicBezTo>
                <a:lnTo>
                  <a:pt x="39725" y="39970"/>
                </a:lnTo>
                <a:cubicBezTo>
                  <a:pt x="41297" y="39970"/>
                  <a:pt x="42585" y="38682"/>
                  <a:pt x="42585" y="37111"/>
                </a:cubicBezTo>
                <a:cubicBezTo>
                  <a:pt x="42585" y="35538"/>
                  <a:pt x="41297" y="34269"/>
                  <a:pt x="39725" y="34269"/>
                </a:cubicBezTo>
                <a:close/>
                <a:moveTo>
                  <a:pt x="18224" y="51185"/>
                </a:moveTo>
                <a:cubicBezTo>
                  <a:pt x="16652" y="51185"/>
                  <a:pt x="15364" y="52455"/>
                  <a:pt x="15364" y="54026"/>
                </a:cubicBezTo>
                <a:cubicBezTo>
                  <a:pt x="15364" y="55600"/>
                  <a:pt x="16652" y="56888"/>
                  <a:pt x="18224" y="56888"/>
                </a:cubicBezTo>
                <a:lnTo>
                  <a:pt x="30556" y="56888"/>
                </a:lnTo>
                <a:cubicBezTo>
                  <a:pt x="32148" y="56888"/>
                  <a:pt x="33416" y="55600"/>
                  <a:pt x="33416" y="54026"/>
                </a:cubicBezTo>
                <a:cubicBezTo>
                  <a:pt x="33416" y="52455"/>
                  <a:pt x="32148" y="51185"/>
                  <a:pt x="30556" y="51185"/>
                </a:cubicBezTo>
                <a:close/>
                <a:moveTo>
                  <a:pt x="57853" y="44327"/>
                </a:moveTo>
                <a:cubicBezTo>
                  <a:pt x="58328" y="44327"/>
                  <a:pt x="58800" y="44347"/>
                  <a:pt x="59275" y="44403"/>
                </a:cubicBezTo>
                <a:cubicBezTo>
                  <a:pt x="62892" y="44764"/>
                  <a:pt x="66132" y="46525"/>
                  <a:pt x="68424" y="49328"/>
                </a:cubicBezTo>
                <a:cubicBezTo>
                  <a:pt x="73141" y="55145"/>
                  <a:pt x="72250" y="63707"/>
                  <a:pt x="66435" y="68423"/>
                </a:cubicBezTo>
                <a:cubicBezTo>
                  <a:pt x="63994" y="70420"/>
                  <a:pt x="60991" y="71468"/>
                  <a:pt x="57879" y="71468"/>
                </a:cubicBezTo>
                <a:cubicBezTo>
                  <a:pt x="57418" y="71468"/>
                  <a:pt x="56954" y="71445"/>
                  <a:pt x="56489" y="71398"/>
                </a:cubicBezTo>
                <a:cubicBezTo>
                  <a:pt x="52890" y="71019"/>
                  <a:pt x="49632" y="69257"/>
                  <a:pt x="47359" y="66453"/>
                </a:cubicBezTo>
                <a:cubicBezTo>
                  <a:pt x="45067" y="63631"/>
                  <a:pt x="44006" y="60108"/>
                  <a:pt x="44385" y="56509"/>
                </a:cubicBezTo>
                <a:cubicBezTo>
                  <a:pt x="44764" y="52890"/>
                  <a:pt x="46507" y="49651"/>
                  <a:pt x="49329" y="47358"/>
                </a:cubicBezTo>
                <a:cubicBezTo>
                  <a:pt x="51773" y="45388"/>
                  <a:pt x="54746" y="44327"/>
                  <a:pt x="57853" y="44327"/>
                </a:cubicBezTo>
                <a:close/>
                <a:moveTo>
                  <a:pt x="18224" y="68102"/>
                </a:moveTo>
                <a:cubicBezTo>
                  <a:pt x="16652" y="68102"/>
                  <a:pt x="15364" y="69371"/>
                  <a:pt x="15364" y="70944"/>
                </a:cubicBezTo>
                <a:cubicBezTo>
                  <a:pt x="15364" y="72515"/>
                  <a:pt x="16652" y="73785"/>
                  <a:pt x="18224" y="73785"/>
                </a:cubicBezTo>
                <a:lnTo>
                  <a:pt x="30556" y="73785"/>
                </a:lnTo>
                <a:cubicBezTo>
                  <a:pt x="32148" y="73785"/>
                  <a:pt x="33416" y="72515"/>
                  <a:pt x="33416" y="70944"/>
                </a:cubicBezTo>
                <a:cubicBezTo>
                  <a:pt x="33416" y="69371"/>
                  <a:pt x="32148" y="68102"/>
                  <a:pt x="30556" y="68102"/>
                </a:cubicBezTo>
                <a:close/>
                <a:moveTo>
                  <a:pt x="77820" y="76627"/>
                </a:moveTo>
                <a:lnTo>
                  <a:pt x="84886" y="83484"/>
                </a:lnTo>
                <a:lnTo>
                  <a:pt x="83522" y="84886"/>
                </a:lnTo>
                <a:lnTo>
                  <a:pt x="76437" y="78028"/>
                </a:lnTo>
                <a:lnTo>
                  <a:pt x="77820" y="76627"/>
                </a:lnTo>
                <a:close/>
                <a:moveTo>
                  <a:pt x="64086" y="5703"/>
                </a:moveTo>
                <a:lnTo>
                  <a:pt x="64086" y="39649"/>
                </a:lnTo>
                <a:cubicBezTo>
                  <a:pt x="62722" y="39195"/>
                  <a:pt x="61321" y="38872"/>
                  <a:pt x="59861" y="38740"/>
                </a:cubicBezTo>
                <a:cubicBezTo>
                  <a:pt x="59186" y="38670"/>
                  <a:pt x="58512" y="38635"/>
                  <a:pt x="57841" y="38635"/>
                </a:cubicBezTo>
                <a:cubicBezTo>
                  <a:pt x="53438" y="38635"/>
                  <a:pt x="49199" y="40133"/>
                  <a:pt x="45729" y="42945"/>
                </a:cubicBezTo>
                <a:cubicBezTo>
                  <a:pt x="41733" y="46184"/>
                  <a:pt x="39251" y="50788"/>
                  <a:pt x="38720" y="55921"/>
                </a:cubicBezTo>
                <a:cubicBezTo>
                  <a:pt x="38190" y="61035"/>
                  <a:pt x="39687" y="66056"/>
                  <a:pt x="42926" y="70053"/>
                </a:cubicBezTo>
                <a:cubicBezTo>
                  <a:pt x="46184" y="74031"/>
                  <a:pt x="50788" y="76531"/>
                  <a:pt x="55903" y="77062"/>
                </a:cubicBezTo>
                <a:cubicBezTo>
                  <a:pt x="56585" y="77119"/>
                  <a:pt x="57247" y="77157"/>
                  <a:pt x="57929" y="77157"/>
                </a:cubicBezTo>
                <a:cubicBezTo>
                  <a:pt x="60032" y="77157"/>
                  <a:pt x="62116" y="76816"/>
                  <a:pt x="64086" y="76134"/>
                </a:cubicBezTo>
                <a:lnTo>
                  <a:pt x="64086" y="85454"/>
                </a:lnTo>
                <a:lnTo>
                  <a:pt x="5683" y="85454"/>
                </a:lnTo>
                <a:lnTo>
                  <a:pt x="5683" y="5703"/>
                </a:lnTo>
                <a:close/>
                <a:moveTo>
                  <a:pt x="2842" y="0"/>
                </a:moveTo>
                <a:cubicBezTo>
                  <a:pt x="1270" y="0"/>
                  <a:pt x="0" y="1270"/>
                  <a:pt x="0" y="2842"/>
                </a:cubicBezTo>
                <a:lnTo>
                  <a:pt x="0" y="88296"/>
                </a:lnTo>
                <a:cubicBezTo>
                  <a:pt x="0" y="89867"/>
                  <a:pt x="1270" y="91155"/>
                  <a:pt x="2842" y="91155"/>
                </a:cubicBezTo>
                <a:lnTo>
                  <a:pt x="66928" y="91155"/>
                </a:lnTo>
                <a:cubicBezTo>
                  <a:pt x="68499" y="91155"/>
                  <a:pt x="69769" y="89867"/>
                  <a:pt x="69769" y="88296"/>
                </a:cubicBezTo>
                <a:lnTo>
                  <a:pt x="69769" y="76721"/>
                </a:lnTo>
                <a:lnTo>
                  <a:pt x="70280" y="77213"/>
                </a:lnTo>
                <a:cubicBezTo>
                  <a:pt x="70204" y="77498"/>
                  <a:pt x="70186" y="77819"/>
                  <a:pt x="70186" y="78122"/>
                </a:cubicBezTo>
                <a:cubicBezTo>
                  <a:pt x="70204" y="79279"/>
                  <a:pt x="70679" y="80377"/>
                  <a:pt x="71512" y="81173"/>
                </a:cubicBezTo>
                <a:lnTo>
                  <a:pt x="80529" y="89925"/>
                </a:lnTo>
                <a:cubicBezTo>
                  <a:pt x="81363" y="90739"/>
                  <a:pt x="82461" y="91155"/>
                  <a:pt x="83540" y="91155"/>
                </a:cubicBezTo>
                <a:cubicBezTo>
                  <a:pt x="84677" y="91155"/>
                  <a:pt x="85814" y="90701"/>
                  <a:pt x="86667" y="89829"/>
                </a:cubicBezTo>
                <a:lnTo>
                  <a:pt x="89905" y="86477"/>
                </a:lnTo>
                <a:cubicBezTo>
                  <a:pt x="91572" y="84753"/>
                  <a:pt x="91535" y="82007"/>
                  <a:pt x="89830" y="80340"/>
                </a:cubicBezTo>
                <a:lnTo>
                  <a:pt x="80813" y="71588"/>
                </a:lnTo>
                <a:cubicBezTo>
                  <a:pt x="79997" y="70809"/>
                  <a:pt x="78928" y="70375"/>
                  <a:pt x="77800" y="70375"/>
                </a:cubicBezTo>
                <a:cubicBezTo>
                  <a:pt x="77776" y="70375"/>
                  <a:pt x="77751" y="70375"/>
                  <a:pt x="77726" y="70375"/>
                </a:cubicBezTo>
                <a:cubicBezTo>
                  <a:pt x="77592" y="70375"/>
                  <a:pt x="77479" y="70375"/>
                  <a:pt x="77365" y="70394"/>
                </a:cubicBezTo>
                <a:lnTo>
                  <a:pt x="74523" y="67610"/>
                </a:lnTo>
                <a:cubicBezTo>
                  <a:pt x="78445" y="60884"/>
                  <a:pt x="78029" y="52132"/>
                  <a:pt x="72838" y="45749"/>
                </a:cubicBezTo>
                <a:cubicBezTo>
                  <a:pt x="71909" y="44612"/>
                  <a:pt x="70886" y="43608"/>
                  <a:pt x="69769" y="42718"/>
                </a:cubicBezTo>
                <a:lnTo>
                  <a:pt x="69769" y="2842"/>
                </a:lnTo>
                <a:cubicBezTo>
                  <a:pt x="69769" y="1270"/>
                  <a:pt x="68499" y="0"/>
                  <a:pt x="66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28" name="Google Shape;15528;p67"/>
          <p:cNvGrpSpPr/>
          <p:nvPr/>
        </p:nvGrpSpPr>
        <p:grpSpPr>
          <a:xfrm>
            <a:off x="8230878" y="1426542"/>
            <a:ext cx="349968" cy="2052568"/>
            <a:chOff x="1037125" y="2236325"/>
            <a:chExt cx="149100" cy="874475"/>
          </a:xfrm>
        </p:grpSpPr>
        <p:sp>
          <p:nvSpPr>
            <p:cNvPr id="15529" name="Google Shape;15529;p67"/>
            <p:cNvSpPr/>
            <p:nvPr/>
          </p:nvSpPr>
          <p:spPr>
            <a:xfrm>
              <a:off x="1171575" y="2471400"/>
              <a:ext cx="14650" cy="12600"/>
            </a:xfrm>
            <a:custGeom>
              <a:rect b="b" l="l" r="r" t="t"/>
              <a:pathLst>
                <a:path extrusionOk="0" h="504" w="586">
                  <a:moveTo>
                    <a:pt x="333" y="0"/>
                  </a:moveTo>
                  <a:cubicBezTo>
                    <a:pt x="272" y="0"/>
                    <a:pt x="209" y="23"/>
                    <a:pt x="158" y="74"/>
                  </a:cubicBezTo>
                  <a:cubicBezTo>
                    <a:pt x="0" y="232"/>
                    <a:pt x="111" y="503"/>
                    <a:pt x="335" y="503"/>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7"/>
            <p:cNvSpPr/>
            <p:nvPr/>
          </p:nvSpPr>
          <p:spPr>
            <a:xfrm>
              <a:off x="1171575" y="2549750"/>
              <a:ext cx="14650" cy="12575"/>
            </a:xfrm>
            <a:custGeom>
              <a:rect b="b" l="l" r="r" t="t"/>
              <a:pathLst>
                <a:path extrusionOk="0" h="503" w="586">
                  <a:moveTo>
                    <a:pt x="334" y="0"/>
                  </a:moveTo>
                  <a:cubicBezTo>
                    <a:pt x="272" y="0"/>
                    <a:pt x="209" y="23"/>
                    <a:pt x="158" y="75"/>
                  </a:cubicBezTo>
                  <a:cubicBezTo>
                    <a:pt x="0" y="233"/>
                    <a:pt x="113" y="502"/>
                    <a:pt x="335" y="502"/>
                  </a:cubicBezTo>
                  <a:cubicBezTo>
                    <a:pt x="473" y="502"/>
                    <a:pt x="586" y="390"/>
                    <a:pt x="586" y="252"/>
                  </a:cubicBezTo>
                  <a:cubicBezTo>
                    <a:pt x="586" y="101"/>
                    <a:pt x="462"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7"/>
            <p:cNvSpPr/>
            <p:nvPr/>
          </p:nvSpPr>
          <p:spPr>
            <a:xfrm>
              <a:off x="1171575" y="2628100"/>
              <a:ext cx="14650" cy="12600"/>
            </a:xfrm>
            <a:custGeom>
              <a:rect b="b" l="l" r="r" t="t"/>
              <a:pathLst>
                <a:path extrusionOk="0" h="504" w="586">
                  <a:moveTo>
                    <a:pt x="333" y="0"/>
                  </a:moveTo>
                  <a:cubicBezTo>
                    <a:pt x="272" y="0"/>
                    <a:pt x="209" y="23"/>
                    <a:pt x="158" y="74"/>
                  </a:cubicBezTo>
                  <a:cubicBezTo>
                    <a:pt x="0" y="232"/>
                    <a:pt x="113" y="503"/>
                    <a:pt x="335" y="503"/>
                  </a:cubicBezTo>
                  <a:cubicBezTo>
                    <a:pt x="473"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7"/>
            <p:cNvSpPr/>
            <p:nvPr/>
          </p:nvSpPr>
          <p:spPr>
            <a:xfrm>
              <a:off x="1171575" y="2706475"/>
              <a:ext cx="14650" cy="12550"/>
            </a:xfrm>
            <a:custGeom>
              <a:rect b="b" l="l" r="r" t="t"/>
              <a:pathLst>
                <a:path extrusionOk="0" h="502" w="586">
                  <a:moveTo>
                    <a:pt x="333" y="0"/>
                  </a:moveTo>
                  <a:cubicBezTo>
                    <a:pt x="272" y="0"/>
                    <a:pt x="209" y="23"/>
                    <a:pt x="158" y="74"/>
                  </a:cubicBezTo>
                  <a:cubicBezTo>
                    <a:pt x="0" y="232"/>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7"/>
            <p:cNvSpPr/>
            <p:nvPr/>
          </p:nvSpPr>
          <p:spPr>
            <a:xfrm>
              <a:off x="1171575" y="2784825"/>
              <a:ext cx="14650" cy="12600"/>
            </a:xfrm>
            <a:custGeom>
              <a:rect b="b" l="l" r="r" t="t"/>
              <a:pathLst>
                <a:path extrusionOk="0" h="504" w="586">
                  <a:moveTo>
                    <a:pt x="333" y="1"/>
                  </a:moveTo>
                  <a:cubicBezTo>
                    <a:pt x="272" y="1"/>
                    <a:pt x="209" y="24"/>
                    <a:pt x="158" y="75"/>
                  </a:cubicBezTo>
                  <a:cubicBezTo>
                    <a:pt x="0" y="232"/>
                    <a:pt x="111" y="504"/>
                    <a:pt x="335" y="504"/>
                  </a:cubicBezTo>
                  <a:cubicBezTo>
                    <a:pt x="473" y="504"/>
                    <a:pt x="586" y="390"/>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7"/>
            <p:cNvSpPr/>
            <p:nvPr/>
          </p:nvSpPr>
          <p:spPr>
            <a:xfrm>
              <a:off x="1104350" y="24714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7"/>
            <p:cNvSpPr/>
            <p:nvPr/>
          </p:nvSpPr>
          <p:spPr>
            <a:xfrm>
              <a:off x="1104350" y="2549750"/>
              <a:ext cx="14675" cy="12575"/>
            </a:xfrm>
            <a:custGeom>
              <a:rect b="b" l="l" r="r" t="t"/>
              <a:pathLst>
                <a:path extrusionOk="0" h="503" w="587">
                  <a:moveTo>
                    <a:pt x="334" y="0"/>
                  </a:moveTo>
                  <a:cubicBezTo>
                    <a:pt x="272" y="0"/>
                    <a:pt x="209" y="23"/>
                    <a:pt x="158" y="75"/>
                  </a:cubicBezTo>
                  <a:cubicBezTo>
                    <a:pt x="0" y="233"/>
                    <a:pt x="112" y="502"/>
                    <a:pt x="335" y="502"/>
                  </a:cubicBezTo>
                  <a:cubicBezTo>
                    <a:pt x="475" y="502"/>
                    <a:pt x="587" y="390"/>
                    <a:pt x="587" y="252"/>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7"/>
            <p:cNvSpPr/>
            <p:nvPr/>
          </p:nvSpPr>
          <p:spPr>
            <a:xfrm>
              <a:off x="1104350" y="2628100"/>
              <a:ext cx="14675" cy="12600"/>
            </a:xfrm>
            <a:custGeom>
              <a:rect b="b" l="l" r="r" t="t"/>
              <a:pathLst>
                <a:path extrusionOk="0" h="504" w="587">
                  <a:moveTo>
                    <a:pt x="334" y="0"/>
                  </a:moveTo>
                  <a:cubicBezTo>
                    <a:pt x="272" y="0"/>
                    <a:pt x="209" y="23"/>
                    <a:pt x="158" y="74"/>
                  </a:cubicBezTo>
                  <a:cubicBezTo>
                    <a:pt x="0" y="232"/>
                    <a:pt x="112" y="503"/>
                    <a:pt x="335" y="503"/>
                  </a:cubicBezTo>
                  <a:cubicBezTo>
                    <a:pt x="475" y="503"/>
                    <a:pt x="587" y="391"/>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7"/>
            <p:cNvSpPr/>
            <p:nvPr/>
          </p:nvSpPr>
          <p:spPr>
            <a:xfrm>
              <a:off x="1104350" y="2706475"/>
              <a:ext cx="14675" cy="12550"/>
            </a:xfrm>
            <a:custGeom>
              <a:rect b="b" l="l" r="r" t="t"/>
              <a:pathLst>
                <a:path extrusionOk="0" h="502" w="587">
                  <a:moveTo>
                    <a:pt x="334" y="0"/>
                  </a:moveTo>
                  <a:cubicBezTo>
                    <a:pt x="272" y="0"/>
                    <a:pt x="209" y="23"/>
                    <a:pt x="158" y="74"/>
                  </a:cubicBezTo>
                  <a:cubicBezTo>
                    <a:pt x="0" y="232"/>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7"/>
            <p:cNvSpPr/>
            <p:nvPr/>
          </p:nvSpPr>
          <p:spPr>
            <a:xfrm>
              <a:off x="1104350" y="2784825"/>
              <a:ext cx="14675" cy="12600"/>
            </a:xfrm>
            <a:custGeom>
              <a:rect b="b" l="l" r="r" t="t"/>
              <a:pathLst>
                <a:path extrusionOk="0" h="504" w="587">
                  <a:moveTo>
                    <a:pt x="334" y="1"/>
                  </a:moveTo>
                  <a:cubicBezTo>
                    <a:pt x="272" y="1"/>
                    <a:pt x="209" y="24"/>
                    <a:pt x="158" y="75"/>
                  </a:cubicBezTo>
                  <a:cubicBezTo>
                    <a:pt x="0" y="232"/>
                    <a:pt x="112" y="504"/>
                    <a:pt x="335"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7"/>
            <p:cNvSpPr/>
            <p:nvPr/>
          </p:nvSpPr>
          <p:spPr>
            <a:xfrm>
              <a:off x="1037125" y="2471400"/>
              <a:ext cx="14675" cy="12600"/>
            </a:xfrm>
            <a:custGeom>
              <a:rect b="b" l="l" r="r" t="t"/>
              <a:pathLst>
                <a:path extrusionOk="0" h="504" w="587">
                  <a:moveTo>
                    <a:pt x="334" y="0"/>
                  </a:moveTo>
                  <a:cubicBezTo>
                    <a:pt x="273" y="0"/>
                    <a:pt x="210" y="23"/>
                    <a:pt x="159" y="74"/>
                  </a:cubicBezTo>
                  <a:cubicBezTo>
                    <a:pt x="0" y="232"/>
                    <a:pt x="112" y="503"/>
                    <a:pt x="337" y="503"/>
                  </a:cubicBezTo>
                  <a:cubicBezTo>
                    <a:pt x="475" y="503"/>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7"/>
            <p:cNvSpPr/>
            <p:nvPr/>
          </p:nvSpPr>
          <p:spPr>
            <a:xfrm>
              <a:off x="1037125" y="2549750"/>
              <a:ext cx="14675" cy="12575"/>
            </a:xfrm>
            <a:custGeom>
              <a:rect b="b" l="l" r="r" t="t"/>
              <a:pathLst>
                <a:path extrusionOk="0" h="503" w="587">
                  <a:moveTo>
                    <a:pt x="335" y="0"/>
                  </a:moveTo>
                  <a:cubicBezTo>
                    <a:pt x="273" y="0"/>
                    <a:pt x="210"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7"/>
            <p:cNvSpPr/>
            <p:nvPr/>
          </p:nvSpPr>
          <p:spPr>
            <a:xfrm>
              <a:off x="1037150" y="2628100"/>
              <a:ext cx="14650" cy="12600"/>
            </a:xfrm>
            <a:custGeom>
              <a:rect b="b" l="l" r="r" t="t"/>
              <a:pathLst>
                <a:path extrusionOk="0" h="504" w="586">
                  <a:moveTo>
                    <a:pt x="333" y="0"/>
                  </a:moveTo>
                  <a:cubicBezTo>
                    <a:pt x="272" y="0"/>
                    <a:pt x="209" y="23"/>
                    <a:pt x="158" y="74"/>
                  </a:cubicBezTo>
                  <a:cubicBezTo>
                    <a:pt x="1" y="232"/>
                    <a:pt x="113" y="503"/>
                    <a:pt x="336" y="503"/>
                  </a:cubicBezTo>
                  <a:cubicBezTo>
                    <a:pt x="474" y="503"/>
                    <a:pt x="586" y="391"/>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7"/>
            <p:cNvSpPr/>
            <p:nvPr/>
          </p:nvSpPr>
          <p:spPr>
            <a:xfrm>
              <a:off x="1037150" y="2706475"/>
              <a:ext cx="14650" cy="12550"/>
            </a:xfrm>
            <a:custGeom>
              <a:rect b="b" l="l" r="r" t="t"/>
              <a:pathLst>
                <a:path extrusionOk="0" h="502" w="586">
                  <a:moveTo>
                    <a:pt x="333" y="0"/>
                  </a:moveTo>
                  <a:cubicBezTo>
                    <a:pt x="272" y="0"/>
                    <a:pt x="209" y="23"/>
                    <a:pt x="158" y="74"/>
                  </a:cubicBezTo>
                  <a:cubicBezTo>
                    <a:pt x="1" y="232"/>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7"/>
            <p:cNvSpPr/>
            <p:nvPr/>
          </p:nvSpPr>
          <p:spPr>
            <a:xfrm>
              <a:off x="1171575" y="2236325"/>
              <a:ext cx="14650" cy="12600"/>
            </a:xfrm>
            <a:custGeom>
              <a:rect b="b" l="l" r="r" t="t"/>
              <a:pathLst>
                <a:path extrusionOk="0" h="504" w="586">
                  <a:moveTo>
                    <a:pt x="333" y="1"/>
                  </a:moveTo>
                  <a:cubicBezTo>
                    <a:pt x="272" y="1"/>
                    <a:pt x="209" y="23"/>
                    <a:pt x="158" y="74"/>
                  </a:cubicBezTo>
                  <a:cubicBezTo>
                    <a:pt x="0" y="232"/>
                    <a:pt x="113" y="503"/>
                    <a:pt x="335" y="503"/>
                  </a:cubicBezTo>
                  <a:cubicBezTo>
                    <a:pt x="473"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7"/>
            <p:cNvSpPr/>
            <p:nvPr/>
          </p:nvSpPr>
          <p:spPr>
            <a:xfrm>
              <a:off x="1171575" y="2314700"/>
              <a:ext cx="14650" cy="12550"/>
            </a:xfrm>
            <a:custGeom>
              <a:rect b="b" l="l" r="r" t="t"/>
              <a:pathLst>
                <a:path extrusionOk="0" h="502" w="586">
                  <a:moveTo>
                    <a:pt x="333" y="0"/>
                  </a:moveTo>
                  <a:cubicBezTo>
                    <a:pt x="272" y="0"/>
                    <a:pt x="209" y="23"/>
                    <a:pt x="158" y="74"/>
                  </a:cubicBezTo>
                  <a:cubicBezTo>
                    <a:pt x="0" y="232"/>
                    <a:pt x="113" y="502"/>
                    <a:pt x="335" y="502"/>
                  </a:cubicBezTo>
                  <a:cubicBezTo>
                    <a:pt x="473"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7"/>
            <p:cNvSpPr/>
            <p:nvPr/>
          </p:nvSpPr>
          <p:spPr>
            <a:xfrm>
              <a:off x="1171575" y="2393025"/>
              <a:ext cx="14650" cy="12600"/>
            </a:xfrm>
            <a:custGeom>
              <a:rect b="b" l="l" r="r" t="t"/>
              <a:pathLst>
                <a:path extrusionOk="0" h="504" w="586">
                  <a:moveTo>
                    <a:pt x="333" y="1"/>
                  </a:moveTo>
                  <a:cubicBezTo>
                    <a:pt x="271" y="1"/>
                    <a:pt x="209" y="23"/>
                    <a:pt x="158" y="74"/>
                  </a:cubicBezTo>
                  <a:cubicBezTo>
                    <a:pt x="0" y="233"/>
                    <a:pt x="111" y="503"/>
                    <a:pt x="335" y="503"/>
                  </a:cubicBezTo>
                  <a:cubicBezTo>
                    <a:pt x="473" y="503"/>
                    <a:pt x="586" y="391"/>
                    <a:pt x="586" y="253"/>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7"/>
            <p:cNvSpPr/>
            <p:nvPr/>
          </p:nvSpPr>
          <p:spPr>
            <a:xfrm>
              <a:off x="1104350" y="2236325"/>
              <a:ext cx="14675" cy="12600"/>
            </a:xfrm>
            <a:custGeom>
              <a:rect b="b" l="l" r="r" t="t"/>
              <a:pathLst>
                <a:path extrusionOk="0" h="504" w="587">
                  <a:moveTo>
                    <a:pt x="334" y="1"/>
                  </a:moveTo>
                  <a:cubicBezTo>
                    <a:pt x="272" y="1"/>
                    <a:pt x="209" y="23"/>
                    <a:pt x="158" y="74"/>
                  </a:cubicBezTo>
                  <a:cubicBezTo>
                    <a:pt x="0" y="232"/>
                    <a:pt x="112" y="503"/>
                    <a:pt x="335" y="503"/>
                  </a:cubicBezTo>
                  <a:cubicBezTo>
                    <a:pt x="475" y="503"/>
                    <a:pt x="587" y="391"/>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7"/>
            <p:cNvSpPr/>
            <p:nvPr/>
          </p:nvSpPr>
          <p:spPr>
            <a:xfrm>
              <a:off x="1104350" y="2314700"/>
              <a:ext cx="14675" cy="12550"/>
            </a:xfrm>
            <a:custGeom>
              <a:rect b="b" l="l" r="r" t="t"/>
              <a:pathLst>
                <a:path extrusionOk="0" h="502" w="587">
                  <a:moveTo>
                    <a:pt x="334" y="0"/>
                  </a:moveTo>
                  <a:cubicBezTo>
                    <a:pt x="272" y="0"/>
                    <a:pt x="209" y="23"/>
                    <a:pt x="158" y="74"/>
                  </a:cubicBezTo>
                  <a:cubicBezTo>
                    <a:pt x="0" y="232"/>
                    <a:pt x="112" y="502"/>
                    <a:pt x="335" y="502"/>
                  </a:cubicBezTo>
                  <a:cubicBezTo>
                    <a:pt x="475" y="502"/>
                    <a:pt x="587" y="389"/>
                    <a:pt x="587" y="251"/>
                  </a:cubicBezTo>
                  <a:cubicBezTo>
                    <a:pt x="587" y="101"/>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7"/>
            <p:cNvSpPr/>
            <p:nvPr/>
          </p:nvSpPr>
          <p:spPr>
            <a:xfrm>
              <a:off x="1104350" y="2393025"/>
              <a:ext cx="14675" cy="12600"/>
            </a:xfrm>
            <a:custGeom>
              <a:rect b="b" l="l" r="r" t="t"/>
              <a:pathLst>
                <a:path extrusionOk="0" h="504" w="587">
                  <a:moveTo>
                    <a:pt x="334" y="1"/>
                  </a:moveTo>
                  <a:cubicBezTo>
                    <a:pt x="272" y="1"/>
                    <a:pt x="209" y="23"/>
                    <a:pt x="158" y="74"/>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7"/>
            <p:cNvSpPr/>
            <p:nvPr/>
          </p:nvSpPr>
          <p:spPr>
            <a:xfrm>
              <a:off x="1037150" y="2236325"/>
              <a:ext cx="14650" cy="12600"/>
            </a:xfrm>
            <a:custGeom>
              <a:rect b="b" l="l" r="r" t="t"/>
              <a:pathLst>
                <a:path extrusionOk="0" h="504" w="586">
                  <a:moveTo>
                    <a:pt x="333" y="1"/>
                  </a:moveTo>
                  <a:cubicBezTo>
                    <a:pt x="272" y="1"/>
                    <a:pt x="209" y="23"/>
                    <a:pt x="158" y="74"/>
                  </a:cubicBezTo>
                  <a:cubicBezTo>
                    <a:pt x="1" y="232"/>
                    <a:pt x="113" y="503"/>
                    <a:pt x="336" y="503"/>
                  </a:cubicBezTo>
                  <a:cubicBezTo>
                    <a:pt x="474" y="503"/>
                    <a:pt x="586" y="391"/>
                    <a:pt x="586" y="252"/>
                  </a:cubicBezTo>
                  <a:cubicBezTo>
                    <a:pt x="586" y="101"/>
                    <a:pt x="462"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7"/>
            <p:cNvSpPr/>
            <p:nvPr/>
          </p:nvSpPr>
          <p:spPr>
            <a:xfrm>
              <a:off x="1037150" y="2314700"/>
              <a:ext cx="14650" cy="12550"/>
            </a:xfrm>
            <a:custGeom>
              <a:rect b="b" l="l" r="r" t="t"/>
              <a:pathLst>
                <a:path extrusionOk="0" h="502" w="586">
                  <a:moveTo>
                    <a:pt x="333" y="0"/>
                  </a:moveTo>
                  <a:cubicBezTo>
                    <a:pt x="272" y="0"/>
                    <a:pt x="209" y="23"/>
                    <a:pt x="158" y="74"/>
                  </a:cubicBezTo>
                  <a:cubicBezTo>
                    <a:pt x="1" y="232"/>
                    <a:pt x="113" y="502"/>
                    <a:pt x="336" y="502"/>
                  </a:cubicBezTo>
                  <a:cubicBezTo>
                    <a:pt x="474" y="502"/>
                    <a:pt x="586" y="389"/>
                    <a:pt x="586" y="251"/>
                  </a:cubicBezTo>
                  <a:cubicBezTo>
                    <a:pt x="586" y="101"/>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7"/>
            <p:cNvSpPr/>
            <p:nvPr/>
          </p:nvSpPr>
          <p:spPr>
            <a:xfrm>
              <a:off x="1037125" y="239302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67"/>
            <p:cNvSpPr/>
            <p:nvPr/>
          </p:nvSpPr>
          <p:spPr>
            <a:xfrm>
              <a:off x="1037125" y="2784825"/>
              <a:ext cx="14675" cy="12600"/>
            </a:xfrm>
            <a:custGeom>
              <a:rect b="b" l="l" r="r" t="t"/>
              <a:pathLst>
                <a:path extrusionOk="0" h="504" w="587">
                  <a:moveTo>
                    <a:pt x="334" y="1"/>
                  </a:moveTo>
                  <a:cubicBezTo>
                    <a:pt x="273" y="1"/>
                    <a:pt x="210" y="24"/>
                    <a:pt x="159" y="75"/>
                  </a:cubicBezTo>
                  <a:cubicBezTo>
                    <a:pt x="0" y="232"/>
                    <a:pt x="112" y="504"/>
                    <a:pt x="337" y="504"/>
                  </a:cubicBezTo>
                  <a:cubicBezTo>
                    <a:pt x="475" y="504"/>
                    <a:pt x="587" y="390"/>
                    <a:pt x="587" y="252"/>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7"/>
            <p:cNvSpPr/>
            <p:nvPr/>
          </p:nvSpPr>
          <p:spPr>
            <a:xfrm>
              <a:off x="1171575" y="2863175"/>
              <a:ext cx="14650" cy="12575"/>
            </a:xfrm>
            <a:custGeom>
              <a:rect b="b" l="l" r="r" t="t"/>
              <a:pathLst>
                <a:path extrusionOk="0" h="503" w="586">
                  <a:moveTo>
                    <a:pt x="333" y="0"/>
                  </a:moveTo>
                  <a:cubicBezTo>
                    <a:pt x="272" y="0"/>
                    <a:pt x="209" y="23"/>
                    <a:pt x="158" y="74"/>
                  </a:cubicBezTo>
                  <a:cubicBezTo>
                    <a:pt x="0" y="232"/>
                    <a:pt x="111" y="503"/>
                    <a:pt x="335" y="503"/>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7"/>
            <p:cNvSpPr/>
            <p:nvPr/>
          </p:nvSpPr>
          <p:spPr>
            <a:xfrm>
              <a:off x="1171575" y="2941500"/>
              <a:ext cx="14650" cy="12600"/>
            </a:xfrm>
            <a:custGeom>
              <a:rect b="b" l="l" r="r" t="t"/>
              <a:pathLst>
                <a:path extrusionOk="0" h="504" w="586">
                  <a:moveTo>
                    <a:pt x="334" y="1"/>
                  </a:moveTo>
                  <a:cubicBezTo>
                    <a:pt x="272" y="1"/>
                    <a:pt x="209" y="24"/>
                    <a:pt x="158" y="76"/>
                  </a:cubicBezTo>
                  <a:cubicBezTo>
                    <a:pt x="0" y="233"/>
                    <a:pt x="113" y="503"/>
                    <a:pt x="335" y="503"/>
                  </a:cubicBezTo>
                  <a:cubicBezTo>
                    <a:pt x="473" y="503"/>
                    <a:pt x="586" y="391"/>
                    <a:pt x="586" y="253"/>
                  </a:cubicBezTo>
                  <a:cubicBezTo>
                    <a:pt x="586" y="101"/>
                    <a:pt x="462"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7"/>
            <p:cNvSpPr/>
            <p:nvPr/>
          </p:nvSpPr>
          <p:spPr>
            <a:xfrm>
              <a:off x="1171575" y="3019875"/>
              <a:ext cx="14650" cy="12575"/>
            </a:xfrm>
            <a:custGeom>
              <a:rect b="b" l="l" r="r" t="t"/>
              <a:pathLst>
                <a:path extrusionOk="0" h="503" w="586">
                  <a:moveTo>
                    <a:pt x="333" y="0"/>
                  </a:moveTo>
                  <a:cubicBezTo>
                    <a:pt x="272" y="0"/>
                    <a:pt x="209" y="23"/>
                    <a:pt x="158" y="74"/>
                  </a:cubicBezTo>
                  <a:cubicBezTo>
                    <a:pt x="0" y="232"/>
                    <a:pt x="113" y="503"/>
                    <a:pt x="335" y="503"/>
                  </a:cubicBezTo>
                  <a:cubicBezTo>
                    <a:pt x="473"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7"/>
            <p:cNvSpPr/>
            <p:nvPr/>
          </p:nvSpPr>
          <p:spPr>
            <a:xfrm>
              <a:off x="1171575" y="3098250"/>
              <a:ext cx="14650" cy="12550"/>
            </a:xfrm>
            <a:custGeom>
              <a:rect b="b" l="l" r="r" t="t"/>
              <a:pathLst>
                <a:path extrusionOk="0" h="502" w="586">
                  <a:moveTo>
                    <a:pt x="333" y="0"/>
                  </a:moveTo>
                  <a:cubicBezTo>
                    <a:pt x="272" y="0"/>
                    <a:pt x="209" y="23"/>
                    <a:pt x="158" y="74"/>
                  </a:cubicBezTo>
                  <a:cubicBezTo>
                    <a:pt x="0" y="231"/>
                    <a:pt x="113" y="501"/>
                    <a:pt x="335" y="501"/>
                  </a:cubicBezTo>
                  <a:cubicBezTo>
                    <a:pt x="473"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7"/>
            <p:cNvSpPr/>
            <p:nvPr/>
          </p:nvSpPr>
          <p:spPr>
            <a:xfrm>
              <a:off x="1104350" y="28631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7"/>
            <p:cNvSpPr/>
            <p:nvPr/>
          </p:nvSpPr>
          <p:spPr>
            <a:xfrm>
              <a:off x="1104350" y="2941500"/>
              <a:ext cx="14675" cy="12600"/>
            </a:xfrm>
            <a:custGeom>
              <a:rect b="b" l="l" r="r" t="t"/>
              <a:pathLst>
                <a:path extrusionOk="0" h="504" w="587">
                  <a:moveTo>
                    <a:pt x="334" y="1"/>
                  </a:moveTo>
                  <a:cubicBezTo>
                    <a:pt x="272" y="1"/>
                    <a:pt x="209" y="24"/>
                    <a:pt x="158" y="76"/>
                  </a:cubicBezTo>
                  <a:cubicBezTo>
                    <a:pt x="0" y="233"/>
                    <a:pt x="112" y="503"/>
                    <a:pt x="335" y="503"/>
                  </a:cubicBezTo>
                  <a:cubicBezTo>
                    <a:pt x="475" y="503"/>
                    <a:pt x="587" y="391"/>
                    <a:pt x="587" y="253"/>
                  </a:cubicBezTo>
                  <a:cubicBezTo>
                    <a:pt x="587" y="101"/>
                    <a:pt x="46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7"/>
            <p:cNvSpPr/>
            <p:nvPr/>
          </p:nvSpPr>
          <p:spPr>
            <a:xfrm>
              <a:off x="1104350" y="3019875"/>
              <a:ext cx="14675" cy="12575"/>
            </a:xfrm>
            <a:custGeom>
              <a:rect b="b" l="l" r="r" t="t"/>
              <a:pathLst>
                <a:path extrusionOk="0" h="503" w="587">
                  <a:moveTo>
                    <a:pt x="334" y="0"/>
                  </a:moveTo>
                  <a:cubicBezTo>
                    <a:pt x="272" y="0"/>
                    <a:pt x="209" y="23"/>
                    <a:pt x="158" y="74"/>
                  </a:cubicBezTo>
                  <a:cubicBezTo>
                    <a:pt x="0" y="232"/>
                    <a:pt x="112" y="503"/>
                    <a:pt x="335" y="503"/>
                  </a:cubicBezTo>
                  <a:cubicBezTo>
                    <a:pt x="475" y="503"/>
                    <a:pt x="587" y="391"/>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7"/>
            <p:cNvSpPr/>
            <p:nvPr/>
          </p:nvSpPr>
          <p:spPr>
            <a:xfrm>
              <a:off x="1104350" y="3098250"/>
              <a:ext cx="14675" cy="12550"/>
            </a:xfrm>
            <a:custGeom>
              <a:rect b="b" l="l" r="r" t="t"/>
              <a:pathLst>
                <a:path extrusionOk="0" h="502" w="587">
                  <a:moveTo>
                    <a:pt x="334" y="0"/>
                  </a:moveTo>
                  <a:cubicBezTo>
                    <a:pt x="272" y="0"/>
                    <a:pt x="209" y="23"/>
                    <a:pt x="158" y="74"/>
                  </a:cubicBezTo>
                  <a:cubicBezTo>
                    <a:pt x="0" y="231"/>
                    <a:pt x="112" y="501"/>
                    <a:pt x="335" y="501"/>
                  </a:cubicBezTo>
                  <a:cubicBezTo>
                    <a:pt x="475" y="501"/>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7"/>
            <p:cNvSpPr/>
            <p:nvPr/>
          </p:nvSpPr>
          <p:spPr>
            <a:xfrm>
              <a:off x="1037125" y="2863175"/>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7"/>
            <p:cNvSpPr/>
            <p:nvPr/>
          </p:nvSpPr>
          <p:spPr>
            <a:xfrm>
              <a:off x="1037125" y="2941500"/>
              <a:ext cx="14675" cy="12600"/>
            </a:xfrm>
            <a:custGeom>
              <a:rect b="b" l="l" r="r" t="t"/>
              <a:pathLst>
                <a:path extrusionOk="0" h="504" w="587">
                  <a:moveTo>
                    <a:pt x="335" y="1"/>
                  </a:moveTo>
                  <a:cubicBezTo>
                    <a:pt x="273" y="1"/>
                    <a:pt x="210" y="24"/>
                    <a:pt x="159" y="76"/>
                  </a:cubicBezTo>
                  <a:cubicBezTo>
                    <a:pt x="0" y="233"/>
                    <a:pt x="112" y="503"/>
                    <a:pt x="337" y="503"/>
                  </a:cubicBezTo>
                  <a:cubicBezTo>
                    <a:pt x="475" y="503"/>
                    <a:pt x="587" y="391"/>
                    <a:pt x="587" y="253"/>
                  </a:cubicBezTo>
                  <a:cubicBezTo>
                    <a:pt x="587" y="101"/>
                    <a:pt x="464" y="1"/>
                    <a:pt x="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7"/>
            <p:cNvSpPr/>
            <p:nvPr/>
          </p:nvSpPr>
          <p:spPr>
            <a:xfrm>
              <a:off x="1037150" y="3019875"/>
              <a:ext cx="14650" cy="12575"/>
            </a:xfrm>
            <a:custGeom>
              <a:rect b="b" l="l" r="r" t="t"/>
              <a:pathLst>
                <a:path extrusionOk="0" h="503" w="586">
                  <a:moveTo>
                    <a:pt x="333" y="0"/>
                  </a:moveTo>
                  <a:cubicBezTo>
                    <a:pt x="272" y="0"/>
                    <a:pt x="209" y="23"/>
                    <a:pt x="158" y="74"/>
                  </a:cubicBezTo>
                  <a:cubicBezTo>
                    <a:pt x="1" y="232"/>
                    <a:pt x="113" y="503"/>
                    <a:pt x="336" y="503"/>
                  </a:cubicBezTo>
                  <a:cubicBezTo>
                    <a:pt x="474" y="503"/>
                    <a:pt x="586" y="391"/>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7"/>
            <p:cNvSpPr/>
            <p:nvPr/>
          </p:nvSpPr>
          <p:spPr>
            <a:xfrm>
              <a:off x="1037150" y="3098250"/>
              <a:ext cx="14650" cy="12550"/>
            </a:xfrm>
            <a:custGeom>
              <a:rect b="b" l="l" r="r" t="t"/>
              <a:pathLst>
                <a:path extrusionOk="0" h="502" w="586">
                  <a:moveTo>
                    <a:pt x="333" y="0"/>
                  </a:moveTo>
                  <a:cubicBezTo>
                    <a:pt x="272" y="0"/>
                    <a:pt x="209" y="23"/>
                    <a:pt x="158" y="74"/>
                  </a:cubicBezTo>
                  <a:cubicBezTo>
                    <a:pt x="1" y="231"/>
                    <a:pt x="113" y="501"/>
                    <a:pt x="336" y="501"/>
                  </a:cubicBezTo>
                  <a:cubicBezTo>
                    <a:pt x="474" y="501"/>
                    <a:pt x="586" y="389"/>
                    <a:pt x="586" y="251"/>
                  </a:cubicBezTo>
                  <a:cubicBezTo>
                    <a:pt x="586" y="100"/>
                    <a:pt x="462"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565" name="Google Shape;15565;p67"/>
          <p:cNvPicPr preferRelativeResize="0"/>
          <p:nvPr/>
        </p:nvPicPr>
        <p:blipFill>
          <a:blip r:embed="rId4">
            <a:alphaModFix/>
          </a:blip>
          <a:stretch>
            <a:fillRect/>
          </a:stretch>
        </p:blipFill>
        <p:spPr>
          <a:xfrm>
            <a:off x="4947528" y="1555300"/>
            <a:ext cx="3009372" cy="2599000"/>
          </a:xfrm>
          <a:prstGeom prst="rect">
            <a:avLst/>
          </a:prstGeom>
          <a:noFill/>
          <a:ln>
            <a:noFill/>
          </a:ln>
        </p:spPr>
      </p:pic>
      <p:sp>
        <p:nvSpPr>
          <p:cNvPr id="15566" name="Google Shape;15566;p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15567" name="Google Shape;15567;p67"/>
          <p:cNvSpPr txBox="1"/>
          <p:nvPr>
            <p:ph idx="4294967295" type="title"/>
          </p:nvPr>
        </p:nvSpPr>
        <p:spPr>
          <a:xfrm>
            <a:off x="380400" y="187252"/>
            <a:ext cx="1320300" cy="54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100"/>
              <a:t>07.</a:t>
            </a:r>
            <a:endParaRPr sz="3100"/>
          </a:p>
        </p:txBody>
      </p:sp>
      <p:sp>
        <p:nvSpPr>
          <p:cNvPr id="15568" name="Google Shape;15568;p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solidFill>
                  <a:schemeClr val="dk1"/>
                </a:solidFill>
              </a:rPr>
              <a:t>‹#›</a:t>
            </a:fld>
            <a:endParaRPr>
              <a:solidFill>
                <a:schemeClr val="dk1"/>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72" name="Shape 15572"/>
        <p:cNvGrpSpPr/>
        <p:nvPr/>
      </p:nvGrpSpPr>
      <p:grpSpPr>
        <a:xfrm>
          <a:off x="0" y="0"/>
          <a:ext cx="0" cy="0"/>
          <a:chOff x="0" y="0"/>
          <a:chExt cx="0" cy="0"/>
        </a:xfrm>
      </p:grpSpPr>
      <p:sp>
        <p:nvSpPr>
          <p:cNvPr id="15573" name="Google Shape;15573;p68"/>
          <p:cNvSpPr txBox="1"/>
          <p:nvPr>
            <p:ph type="title"/>
          </p:nvPr>
        </p:nvSpPr>
        <p:spPr>
          <a:xfrm>
            <a:off x="2738925" y="431400"/>
            <a:ext cx="5543700" cy="47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Referenties</a:t>
            </a:r>
            <a:endParaRPr/>
          </a:p>
        </p:txBody>
      </p:sp>
      <p:grpSp>
        <p:nvGrpSpPr>
          <p:cNvPr id="15574" name="Google Shape;15574;p68"/>
          <p:cNvGrpSpPr/>
          <p:nvPr/>
        </p:nvGrpSpPr>
        <p:grpSpPr>
          <a:xfrm>
            <a:off x="3138049" y="665828"/>
            <a:ext cx="1490178" cy="21378"/>
            <a:chOff x="2940000" y="3484425"/>
            <a:chExt cx="876575" cy="12575"/>
          </a:xfrm>
        </p:grpSpPr>
        <p:sp>
          <p:nvSpPr>
            <p:cNvPr id="15575" name="Google Shape;15575;p68"/>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8"/>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8"/>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8"/>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8"/>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8"/>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8"/>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8"/>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8"/>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8"/>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8"/>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8"/>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68"/>
          <p:cNvGrpSpPr/>
          <p:nvPr/>
        </p:nvGrpSpPr>
        <p:grpSpPr>
          <a:xfrm>
            <a:off x="6415424" y="665828"/>
            <a:ext cx="1490177" cy="21378"/>
            <a:chOff x="2940000" y="3484425"/>
            <a:chExt cx="876575" cy="12575"/>
          </a:xfrm>
        </p:grpSpPr>
        <p:sp>
          <p:nvSpPr>
            <p:cNvPr id="15588" name="Google Shape;15588;p68"/>
            <p:cNvSpPr/>
            <p:nvPr/>
          </p:nvSpPr>
          <p:spPr>
            <a:xfrm>
              <a:off x="3566825" y="3484425"/>
              <a:ext cx="14675" cy="12575"/>
            </a:xfrm>
            <a:custGeom>
              <a:rect b="b" l="l" r="r" t="t"/>
              <a:pathLst>
                <a:path extrusionOk="0" h="503" w="587">
                  <a:moveTo>
                    <a:pt x="254" y="1"/>
                  </a:moveTo>
                  <a:cubicBezTo>
                    <a:pt x="124" y="1"/>
                    <a:pt x="0" y="101"/>
                    <a:pt x="1" y="252"/>
                  </a:cubicBezTo>
                  <a:cubicBezTo>
                    <a:pt x="1" y="389"/>
                    <a:pt x="112" y="502"/>
                    <a:pt x="249" y="502"/>
                  </a:cubicBezTo>
                  <a:cubicBezTo>
                    <a:pt x="250" y="502"/>
                    <a:pt x="251" y="502"/>
                    <a:pt x="251" y="502"/>
                  </a:cubicBezTo>
                  <a:cubicBezTo>
                    <a:pt x="474" y="502"/>
                    <a:pt x="586" y="232"/>
                    <a:pt x="429"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8"/>
            <p:cNvSpPr/>
            <p:nvPr/>
          </p:nvSpPr>
          <p:spPr>
            <a:xfrm>
              <a:off x="3488475" y="3484425"/>
              <a:ext cx="14650" cy="12575"/>
            </a:xfrm>
            <a:custGeom>
              <a:rect b="b" l="l" r="r" t="t"/>
              <a:pathLst>
                <a:path extrusionOk="0" h="503" w="586">
                  <a:moveTo>
                    <a:pt x="253" y="1"/>
                  </a:moveTo>
                  <a:cubicBezTo>
                    <a:pt x="124" y="1"/>
                    <a:pt x="1" y="101"/>
                    <a:pt x="1" y="252"/>
                  </a:cubicBezTo>
                  <a:cubicBezTo>
                    <a:pt x="1" y="390"/>
                    <a:pt x="113" y="502"/>
                    <a:pt x="251" y="502"/>
                  </a:cubicBezTo>
                  <a:cubicBezTo>
                    <a:pt x="475"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8"/>
            <p:cNvSpPr/>
            <p:nvPr/>
          </p:nvSpPr>
          <p:spPr>
            <a:xfrm>
              <a:off x="3410100"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8"/>
            <p:cNvSpPr/>
            <p:nvPr/>
          </p:nvSpPr>
          <p:spPr>
            <a:xfrm>
              <a:off x="3331775" y="3484425"/>
              <a:ext cx="14650" cy="12575"/>
            </a:xfrm>
            <a:custGeom>
              <a:rect b="b" l="l" r="r" t="t"/>
              <a:pathLst>
                <a:path extrusionOk="0" h="503" w="586">
                  <a:moveTo>
                    <a:pt x="253" y="1"/>
                  </a:moveTo>
                  <a:cubicBezTo>
                    <a:pt x="124" y="1"/>
                    <a:pt x="0" y="101"/>
                    <a:pt x="0" y="252"/>
                  </a:cubicBezTo>
                  <a:cubicBezTo>
                    <a:pt x="0" y="390"/>
                    <a:pt x="113" y="502"/>
                    <a:pt x="251" y="502"/>
                  </a:cubicBezTo>
                  <a:cubicBezTo>
                    <a:pt x="473" y="502"/>
                    <a:pt x="586"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8"/>
            <p:cNvSpPr/>
            <p:nvPr/>
          </p:nvSpPr>
          <p:spPr>
            <a:xfrm>
              <a:off x="3801875" y="3484425"/>
              <a:ext cx="14700" cy="12575"/>
            </a:xfrm>
            <a:custGeom>
              <a:rect b="b" l="l" r="r" t="t"/>
              <a:pathLst>
                <a:path extrusionOk="0" h="503" w="588">
                  <a:moveTo>
                    <a:pt x="254" y="1"/>
                  </a:moveTo>
                  <a:cubicBezTo>
                    <a:pt x="124" y="1"/>
                    <a:pt x="1" y="101"/>
                    <a:pt x="1" y="252"/>
                  </a:cubicBezTo>
                  <a:cubicBezTo>
                    <a:pt x="1" y="390"/>
                    <a:pt x="113" y="502"/>
                    <a:pt x="252" y="502"/>
                  </a:cubicBezTo>
                  <a:cubicBezTo>
                    <a:pt x="475"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8"/>
            <p:cNvSpPr/>
            <p:nvPr/>
          </p:nvSpPr>
          <p:spPr>
            <a:xfrm>
              <a:off x="3723550" y="3484425"/>
              <a:ext cx="14650" cy="12575"/>
            </a:xfrm>
            <a:custGeom>
              <a:rect b="b" l="l" r="r" t="t"/>
              <a:pathLst>
                <a:path extrusionOk="0" h="503" w="586">
                  <a:moveTo>
                    <a:pt x="253" y="1"/>
                  </a:moveTo>
                  <a:cubicBezTo>
                    <a:pt x="124" y="1"/>
                    <a:pt x="0" y="101"/>
                    <a:pt x="0" y="252"/>
                  </a:cubicBezTo>
                  <a:cubicBezTo>
                    <a:pt x="0" y="390"/>
                    <a:pt x="113" y="502"/>
                    <a:pt x="250" y="502"/>
                  </a:cubicBezTo>
                  <a:cubicBezTo>
                    <a:pt x="473" y="502"/>
                    <a:pt x="585"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8"/>
            <p:cNvSpPr/>
            <p:nvPr/>
          </p:nvSpPr>
          <p:spPr>
            <a:xfrm>
              <a:off x="3645175"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8"/>
            <p:cNvSpPr/>
            <p:nvPr/>
          </p:nvSpPr>
          <p:spPr>
            <a:xfrm>
              <a:off x="3253400" y="3484425"/>
              <a:ext cx="14675" cy="12575"/>
            </a:xfrm>
            <a:custGeom>
              <a:rect b="b" l="l" r="r" t="t"/>
              <a:pathLst>
                <a:path extrusionOk="0" h="503" w="587">
                  <a:moveTo>
                    <a:pt x="254" y="1"/>
                  </a:moveTo>
                  <a:cubicBezTo>
                    <a:pt x="124" y="1"/>
                    <a:pt x="1" y="101"/>
                    <a:pt x="1" y="252"/>
                  </a:cubicBezTo>
                  <a:cubicBezTo>
                    <a:pt x="1" y="390"/>
                    <a:pt x="113" y="502"/>
                    <a:pt x="251" y="502"/>
                  </a:cubicBezTo>
                  <a:cubicBezTo>
                    <a:pt x="251" y="502"/>
                    <a:pt x="252" y="502"/>
                    <a:pt x="253" y="502"/>
                  </a:cubicBezTo>
                  <a:cubicBezTo>
                    <a:pt x="476" y="502"/>
                    <a:pt x="587" y="232"/>
                    <a:pt x="430" y="75"/>
                  </a:cubicBezTo>
                  <a:cubicBezTo>
                    <a:pt x="378" y="24"/>
                    <a:pt x="315"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8"/>
            <p:cNvSpPr/>
            <p:nvPr/>
          </p:nvSpPr>
          <p:spPr>
            <a:xfrm>
              <a:off x="3175075" y="3484425"/>
              <a:ext cx="14700" cy="12575"/>
            </a:xfrm>
            <a:custGeom>
              <a:rect b="b" l="l" r="r" t="t"/>
              <a:pathLst>
                <a:path extrusionOk="0" h="503" w="588">
                  <a:moveTo>
                    <a:pt x="253" y="1"/>
                  </a:moveTo>
                  <a:cubicBezTo>
                    <a:pt x="124" y="1"/>
                    <a:pt x="0" y="101"/>
                    <a:pt x="0" y="252"/>
                  </a:cubicBezTo>
                  <a:cubicBezTo>
                    <a:pt x="0" y="389"/>
                    <a:pt x="111" y="502"/>
                    <a:pt x="249" y="502"/>
                  </a:cubicBezTo>
                  <a:cubicBezTo>
                    <a:pt x="250" y="502"/>
                    <a:pt x="251" y="502"/>
                    <a:pt x="252" y="502"/>
                  </a:cubicBezTo>
                  <a:cubicBezTo>
                    <a:pt x="475" y="502"/>
                    <a:pt x="587" y="232"/>
                    <a:pt x="428" y="75"/>
                  </a:cubicBezTo>
                  <a:cubicBezTo>
                    <a:pt x="377" y="24"/>
                    <a:pt x="314"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8"/>
            <p:cNvSpPr/>
            <p:nvPr/>
          </p:nvSpPr>
          <p:spPr>
            <a:xfrm>
              <a:off x="3096700" y="3484425"/>
              <a:ext cx="14700" cy="12575"/>
            </a:xfrm>
            <a:custGeom>
              <a:rect b="b" l="l" r="r" t="t"/>
              <a:pathLst>
                <a:path extrusionOk="0" h="503" w="588">
                  <a:moveTo>
                    <a:pt x="253" y="1"/>
                  </a:moveTo>
                  <a:cubicBezTo>
                    <a:pt x="124" y="1"/>
                    <a:pt x="1" y="101"/>
                    <a:pt x="1" y="252"/>
                  </a:cubicBezTo>
                  <a:cubicBezTo>
                    <a:pt x="1" y="389"/>
                    <a:pt x="111" y="502"/>
                    <a:pt x="248" y="502"/>
                  </a:cubicBezTo>
                  <a:cubicBezTo>
                    <a:pt x="249" y="502"/>
                    <a:pt x="250" y="502"/>
                    <a:pt x="251" y="502"/>
                  </a:cubicBezTo>
                  <a:cubicBezTo>
                    <a:pt x="475" y="502"/>
                    <a:pt x="587"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8"/>
            <p:cNvSpPr/>
            <p:nvPr/>
          </p:nvSpPr>
          <p:spPr>
            <a:xfrm>
              <a:off x="3018325" y="3484425"/>
              <a:ext cx="14700" cy="12575"/>
            </a:xfrm>
            <a:custGeom>
              <a:rect b="b" l="l" r="r" t="t"/>
              <a:pathLst>
                <a:path extrusionOk="0" h="503" w="588">
                  <a:moveTo>
                    <a:pt x="254" y="1"/>
                  </a:moveTo>
                  <a:cubicBezTo>
                    <a:pt x="125" y="1"/>
                    <a:pt x="1" y="101"/>
                    <a:pt x="1" y="252"/>
                  </a:cubicBezTo>
                  <a:cubicBezTo>
                    <a:pt x="1" y="390"/>
                    <a:pt x="113" y="502"/>
                    <a:pt x="253" y="502"/>
                  </a:cubicBezTo>
                  <a:cubicBezTo>
                    <a:pt x="475" y="502"/>
                    <a:pt x="588" y="232"/>
                    <a:pt x="430" y="75"/>
                  </a:cubicBezTo>
                  <a:cubicBezTo>
                    <a:pt x="378" y="24"/>
                    <a:pt x="316" y="1"/>
                    <a:pt x="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8"/>
            <p:cNvSpPr/>
            <p:nvPr/>
          </p:nvSpPr>
          <p:spPr>
            <a:xfrm>
              <a:off x="2940000" y="3484425"/>
              <a:ext cx="14650" cy="12575"/>
            </a:xfrm>
            <a:custGeom>
              <a:rect b="b" l="l" r="r" t="t"/>
              <a:pathLst>
                <a:path extrusionOk="0" h="503" w="586">
                  <a:moveTo>
                    <a:pt x="253" y="1"/>
                  </a:moveTo>
                  <a:cubicBezTo>
                    <a:pt x="124" y="1"/>
                    <a:pt x="1" y="101"/>
                    <a:pt x="1" y="252"/>
                  </a:cubicBezTo>
                  <a:cubicBezTo>
                    <a:pt x="1" y="390"/>
                    <a:pt x="113" y="502"/>
                    <a:pt x="251" y="502"/>
                  </a:cubicBezTo>
                  <a:cubicBezTo>
                    <a:pt x="474" y="502"/>
                    <a:pt x="586" y="232"/>
                    <a:pt x="428" y="75"/>
                  </a:cubicBezTo>
                  <a:cubicBezTo>
                    <a:pt x="377" y="24"/>
                    <a:pt x="31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00" name="Google Shape;15600;p68"/>
          <p:cNvSpPr/>
          <p:nvPr/>
        </p:nvSpPr>
        <p:spPr>
          <a:xfrm rot="10800000">
            <a:off x="495019" y="3847067"/>
            <a:ext cx="1136717" cy="1296439"/>
          </a:xfrm>
          <a:custGeom>
            <a:rect b="b" l="l" r="r" t="t"/>
            <a:pathLst>
              <a:path extrusionOk="0" h="28133" w="24667">
                <a:moveTo>
                  <a:pt x="24457" y="361"/>
                </a:moveTo>
                <a:lnTo>
                  <a:pt x="24457" y="27772"/>
                </a:lnTo>
                <a:lnTo>
                  <a:pt x="422" y="14066"/>
                </a:lnTo>
                <a:lnTo>
                  <a:pt x="24457" y="361"/>
                </a:lnTo>
                <a:close/>
                <a:moveTo>
                  <a:pt x="24667" y="0"/>
                </a:moveTo>
                <a:lnTo>
                  <a:pt x="1" y="14066"/>
                </a:lnTo>
                <a:lnTo>
                  <a:pt x="24667" y="28133"/>
                </a:lnTo>
                <a:lnTo>
                  <a:pt x="246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8"/>
          <p:cNvSpPr/>
          <p:nvPr/>
        </p:nvSpPr>
        <p:spPr>
          <a:xfrm rot="10800000">
            <a:off x="457554" y="3410024"/>
            <a:ext cx="1136717" cy="1296439"/>
          </a:xfrm>
          <a:custGeom>
            <a:rect b="b" l="l" r="r" t="t"/>
            <a:pathLst>
              <a:path extrusionOk="0" h="28133" w="24667">
                <a:moveTo>
                  <a:pt x="24457" y="360"/>
                </a:moveTo>
                <a:lnTo>
                  <a:pt x="24457" y="27771"/>
                </a:lnTo>
                <a:lnTo>
                  <a:pt x="423" y="14066"/>
                </a:lnTo>
                <a:lnTo>
                  <a:pt x="24457" y="360"/>
                </a:lnTo>
                <a:close/>
                <a:moveTo>
                  <a:pt x="24666" y="1"/>
                </a:moveTo>
                <a:lnTo>
                  <a:pt x="0" y="14066"/>
                </a:lnTo>
                <a:lnTo>
                  <a:pt x="24666" y="28132"/>
                </a:lnTo>
                <a:lnTo>
                  <a:pt x="246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8"/>
          <p:cNvSpPr/>
          <p:nvPr/>
        </p:nvSpPr>
        <p:spPr>
          <a:xfrm rot="10800000">
            <a:off x="1065845" y="3702053"/>
            <a:ext cx="278062" cy="278108"/>
          </a:xfrm>
          <a:custGeom>
            <a:rect b="b" l="l" r="r" t="t"/>
            <a:pathLst>
              <a:path extrusionOk="0" h="6035" w="6034">
                <a:moveTo>
                  <a:pt x="3017" y="0"/>
                </a:moveTo>
                <a:cubicBezTo>
                  <a:pt x="1351" y="0"/>
                  <a:pt x="0" y="1351"/>
                  <a:pt x="0" y="3017"/>
                </a:cubicBezTo>
                <a:cubicBezTo>
                  <a:pt x="0" y="4683"/>
                  <a:pt x="1351" y="6035"/>
                  <a:pt x="3017" y="6035"/>
                </a:cubicBezTo>
                <a:cubicBezTo>
                  <a:pt x="4682" y="6035"/>
                  <a:pt x="6033" y="4683"/>
                  <a:pt x="6033" y="3017"/>
                </a:cubicBezTo>
                <a:cubicBezTo>
                  <a:pt x="6033" y="1351"/>
                  <a:pt x="4682" y="0"/>
                  <a:pt x="30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03" name="Google Shape;15603;p68"/>
          <p:cNvGrpSpPr/>
          <p:nvPr/>
        </p:nvGrpSpPr>
        <p:grpSpPr>
          <a:xfrm rot="10800000">
            <a:off x="1956554" y="2836990"/>
            <a:ext cx="274836" cy="1611920"/>
            <a:chOff x="4769975" y="2151700"/>
            <a:chExt cx="149100" cy="874475"/>
          </a:xfrm>
        </p:grpSpPr>
        <p:sp>
          <p:nvSpPr>
            <p:cNvPr id="15604" name="Google Shape;15604;p68"/>
            <p:cNvSpPr/>
            <p:nvPr/>
          </p:nvSpPr>
          <p:spPr>
            <a:xfrm>
              <a:off x="4904400" y="2386775"/>
              <a:ext cx="14675" cy="12600"/>
            </a:xfrm>
            <a:custGeom>
              <a:rect b="b" l="l" r="r" t="t"/>
              <a:pathLst>
                <a:path extrusionOk="0" h="504" w="587">
                  <a:moveTo>
                    <a:pt x="334" y="1"/>
                  </a:moveTo>
                  <a:cubicBezTo>
                    <a:pt x="273" y="1"/>
                    <a:pt x="210" y="23"/>
                    <a:pt x="159" y="74"/>
                  </a:cubicBezTo>
                  <a:cubicBezTo>
                    <a:pt x="0" y="232"/>
                    <a:pt x="112" y="503"/>
                    <a:pt x="337" y="503"/>
                  </a:cubicBezTo>
                  <a:cubicBezTo>
                    <a:pt x="475" y="503"/>
                    <a:pt x="587" y="390"/>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8"/>
            <p:cNvSpPr/>
            <p:nvPr/>
          </p:nvSpPr>
          <p:spPr>
            <a:xfrm>
              <a:off x="4904400" y="2465125"/>
              <a:ext cx="14675" cy="12575"/>
            </a:xfrm>
            <a:custGeom>
              <a:rect b="b" l="l" r="r" t="t"/>
              <a:pathLst>
                <a:path extrusionOk="0" h="503" w="587">
                  <a:moveTo>
                    <a:pt x="335" y="0"/>
                  </a:moveTo>
                  <a:cubicBezTo>
                    <a:pt x="273" y="0"/>
                    <a:pt x="211" y="23"/>
                    <a:pt x="159" y="75"/>
                  </a:cubicBezTo>
                  <a:cubicBezTo>
                    <a:pt x="0" y="233"/>
                    <a:pt x="112" y="502"/>
                    <a:pt x="337" y="502"/>
                  </a:cubicBezTo>
                  <a:cubicBezTo>
                    <a:pt x="475" y="502"/>
                    <a:pt x="587" y="390"/>
                    <a:pt x="587" y="252"/>
                  </a:cubicBezTo>
                  <a:cubicBezTo>
                    <a:pt x="587" y="101"/>
                    <a:pt x="464"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8"/>
            <p:cNvSpPr/>
            <p:nvPr/>
          </p:nvSpPr>
          <p:spPr>
            <a:xfrm>
              <a:off x="4904425" y="2543475"/>
              <a:ext cx="14650" cy="12600"/>
            </a:xfrm>
            <a:custGeom>
              <a:rect b="b" l="l" r="r" t="t"/>
              <a:pathLst>
                <a:path extrusionOk="0" h="504" w="586">
                  <a:moveTo>
                    <a:pt x="333" y="1"/>
                  </a:moveTo>
                  <a:cubicBezTo>
                    <a:pt x="272" y="1"/>
                    <a:pt x="209" y="23"/>
                    <a:pt x="158" y="74"/>
                  </a:cubicBezTo>
                  <a:cubicBezTo>
                    <a:pt x="1" y="232"/>
                    <a:pt x="111" y="503"/>
                    <a:pt x="336" y="503"/>
                  </a:cubicBezTo>
                  <a:cubicBezTo>
                    <a:pt x="474" y="503"/>
                    <a:pt x="586" y="391"/>
                    <a:pt x="586" y="252"/>
                  </a:cubicBezTo>
                  <a:cubicBezTo>
                    <a:pt x="586" y="101"/>
                    <a:pt x="462"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8"/>
            <p:cNvSpPr/>
            <p:nvPr/>
          </p:nvSpPr>
          <p:spPr>
            <a:xfrm>
              <a:off x="4904425" y="2621850"/>
              <a:ext cx="14650" cy="12550"/>
            </a:xfrm>
            <a:custGeom>
              <a:rect b="b" l="l" r="r" t="t"/>
              <a:pathLst>
                <a:path extrusionOk="0" h="502" w="586">
                  <a:moveTo>
                    <a:pt x="333" y="0"/>
                  </a:moveTo>
                  <a:cubicBezTo>
                    <a:pt x="272" y="0"/>
                    <a:pt x="209" y="23"/>
                    <a:pt x="158" y="74"/>
                  </a:cubicBezTo>
                  <a:cubicBezTo>
                    <a:pt x="1" y="232"/>
                    <a:pt x="111" y="501"/>
                    <a:pt x="336" y="501"/>
                  </a:cubicBezTo>
                  <a:cubicBezTo>
                    <a:pt x="474" y="501"/>
                    <a:pt x="586" y="389"/>
                    <a:pt x="586" y="251"/>
                  </a:cubicBezTo>
                  <a:cubicBezTo>
                    <a:pt x="586" y="100"/>
                    <a:pt x="462"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8"/>
            <p:cNvSpPr/>
            <p:nvPr/>
          </p:nvSpPr>
          <p:spPr>
            <a:xfrm>
              <a:off x="4904400" y="2700175"/>
              <a:ext cx="14675" cy="12600"/>
            </a:xfrm>
            <a:custGeom>
              <a:rect b="b" l="l" r="r" t="t"/>
              <a:pathLst>
                <a:path extrusionOk="0" h="504" w="587">
                  <a:moveTo>
                    <a:pt x="334" y="1"/>
                  </a:moveTo>
                  <a:cubicBezTo>
                    <a:pt x="273" y="1"/>
                    <a:pt x="210" y="23"/>
                    <a:pt x="159" y="74"/>
                  </a:cubicBezTo>
                  <a:cubicBezTo>
                    <a:pt x="0" y="233"/>
                    <a:pt x="112" y="503"/>
                    <a:pt x="337"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8"/>
            <p:cNvSpPr/>
            <p:nvPr/>
          </p:nvSpPr>
          <p:spPr>
            <a:xfrm>
              <a:off x="4837200" y="2386775"/>
              <a:ext cx="14700" cy="12600"/>
            </a:xfrm>
            <a:custGeom>
              <a:rect b="b" l="l" r="r" t="t"/>
              <a:pathLst>
                <a:path extrusionOk="0" h="504" w="588">
                  <a:moveTo>
                    <a:pt x="334" y="1"/>
                  </a:moveTo>
                  <a:cubicBezTo>
                    <a:pt x="272" y="1"/>
                    <a:pt x="209" y="23"/>
                    <a:pt x="158" y="74"/>
                  </a:cubicBezTo>
                  <a:cubicBezTo>
                    <a:pt x="1" y="232"/>
                    <a:pt x="113" y="503"/>
                    <a:pt x="336" y="503"/>
                  </a:cubicBezTo>
                  <a:cubicBezTo>
                    <a:pt x="475" y="502"/>
                    <a:pt x="587" y="390"/>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8"/>
            <p:cNvSpPr/>
            <p:nvPr/>
          </p:nvSpPr>
          <p:spPr>
            <a:xfrm>
              <a:off x="4837200" y="2465125"/>
              <a:ext cx="14700" cy="12575"/>
            </a:xfrm>
            <a:custGeom>
              <a:rect b="b" l="l" r="r" t="t"/>
              <a:pathLst>
                <a:path extrusionOk="0" h="503" w="588">
                  <a:moveTo>
                    <a:pt x="334" y="0"/>
                  </a:moveTo>
                  <a:cubicBezTo>
                    <a:pt x="272" y="0"/>
                    <a:pt x="209" y="23"/>
                    <a:pt x="158" y="75"/>
                  </a:cubicBezTo>
                  <a:cubicBezTo>
                    <a:pt x="1" y="233"/>
                    <a:pt x="113" y="502"/>
                    <a:pt x="336" y="502"/>
                  </a:cubicBezTo>
                  <a:cubicBezTo>
                    <a:pt x="475" y="502"/>
                    <a:pt x="587" y="390"/>
                    <a:pt x="587" y="252"/>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8"/>
            <p:cNvSpPr/>
            <p:nvPr/>
          </p:nvSpPr>
          <p:spPr>
            <a:xfrm>
              <a:off x="4837200" y="2543475"/>
              <a:ext cx="14700" cy="12600"/>
            </a:xfrm>
            <a:custGeom>
              <a:rect b="b" l="l" r="r" t="t"/>
              <a:pathLst>
                <a:path extrusionOk="0" h="504" w="588">
                  <a:moveTo>
                    <a:pt x="334" y="1"/>
                  </a:moveTo>
                  <a:cubicBezTo>
                    <a:pt x="272" y="1"/>
                    <a:pt x="209" y="23"/>
                    <a:pt x="158" y="74"/>
                  </a:cubicBezTo>
                  <a:cubicBezTo>
                    <a:pt x="1" y="232"/>
                    <a:pt x="113" y="503"/>
                    <a:pt x="336" y="503"/>
                  </a:cubicBezTo>
                  <a:cubicBezTo>
                    <a:pt x="475" y="503"/>
                    <a:pt x="587" y="391"/>
                    <a:pt x="587" y="252"/>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8"/>
            <p:cNvSpPr/>
            <p:nvPr/>
          </p:nvSpPr>
          <p:spPr>
            <a:xfrm>
              <a:off x="4837200" y="2621850"/>
              <a:ext cx="14700" cy="12550"/>
            </a:xfrm>
            <a:custGeom>
              <a:rect b="b" l="l" r="r" t="t"/>
              <a:pathLst>
                <a:path extrusionOk="0" h="502" w="588">
                  <a:moveTo>
                    <a:pt x="334" y="0"/>
                  </a:moveTo>
                  <a:cubicBezTo>
                    <a:pt x="272" y="0"/>
                    <a:pt x="209" y="23"/>
                    <a:pt x="158" y="74"/>
                  </a:cubicBezTo>
                  <a:cubicBezTo>
                    <a:pt x="1" y="232"/>
                    <a:pt x="113" y="501"/>
                    <a:pt x="336" y="501"/>
                  </a:cubicBezTo>
                  <a:cubicBezTo>
                    <a:pt x="475" y="501"/>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8"/>
            <p:cNvSpPr/>
            <p:nvPr/>
          </p:nvSpPr>
          <p:spPr>
            <a:xfrm>
              <a:off x="4837200" y="2700175"/>
              <a:ext cx="14700" cy="12600"/>
            </a:xfrm>
            <a:custGeom>
              <a:rect b="b" l="l" r="r" t="t"/>
              <a:pathLst>
                <a:path extrusionOk="0" h="504" w="588">
                  <a:moveTo>
                    <a:pt x="333" y="1"/>
                  </a:moveTo>
                  <a:cubicBezTo>
                    <a:pt x="272" y="1"/>
                    <a:pt x="209" y="23"/>
                    <a:pt x="158" y="74"/>
                  </a:cubicBezTo>
                  <a:cubicBezTo>
                    <a:pt x="1" y="233"/>
                    <a:pt x="113" y="503"/>
                    <a:pt x="336" y="503"/>
                  </a:cubicBezTo>
                  <a:cubicBezTo>
                    <a:pt x="475" y="503"/>
                    <a:pt x="587" y="391"/>
                    <a:pt x="587" y="253"/>
                  </a:cubicBezTo>
                  <a:cubicBezTo>
                    <a:pt x="587" y="101"/>
                    <a:pt x="463"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8"/>
            <p:cNvSpPr/>
            <p:nvPr/>
          </p:nvSpPr>
          <p:spPr>
            <a:xfrm>
              <a:off x="4769975" y="2386775"/>
              <a:ext cx="14700" cy="12600"/>
            </a:xfrm>
            <a:custGeom>
              <a:rect b="b" l="l" r="r" t="t"/>
              <a:pathLst>
                <a:path extrusionOk="0" h="504" w="588">
                  <a:moveTo>
                    <a:pt x="335" y="1"/>
                  </a:moveTo>
                  <a:cubicBezTo>
                    <a:pt x="273" y="1"/>
                    <a:pt x="211" y="23"/>
                    <a:pt x="160" y="74"/>
                  </a:cubicBezTo>
                  <a:cubicBezTo>
                    <a:pt x="1" y="232"/>
                    <a:pt x="113" y="503"/>
                    <a:pt x="337" y="503"/>
                  </a:cubicBezTo>
                  <a:cubicBezTo>
                    <a:pt x="475" y="503"/>
                    <a:pt x="587" y="390"/>
                    <a:pt x="587" y="252"/>
                  </a:cubicBezTo>
                  <a:cubicBezTo>
                    <a:pt x="587" y="101"/>
                    <a:pt x="463"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8"/>
            <p:cNvSpPr/>
            <p:nvPr/>
          </p:nvSpPr>
          <p:spPr>
            <a:xfrm>
              <a:off x="4769975" y="2465125"/>
              <a:ext cx="14700" cy="12575"/>
            </a:xfrm>
            <a:custGeom>
              <a:rect b="b" l="l" r="r" t="t"/>
              <a:pathLst>
                <a:path extrusionOk="0" h="503" w="588">
                  <a:moveTo>
                    <a:pt x="335" y="0"/>
                  </a:moveTo>
                  <a:cubicBezTo>
                    <a:pt x="274" y="0"/>
                    <a:pt x="211" y="23"/>
                    <a:pt x="160" y="75"/>
                  </a:cubicBezTo>
                  <a:cubicBezTo>
                    <a:pt x="1" y="233"/>
                    <a:pt x="113" y="502"/>
                    <a:pt x="337" y="502"/>
                  </a:cubicBezTo>
                  <a:cubicBezTo>
                    <a:pt x="475" y="502"/>
                    <a:pt x="587" y="390"/>
                    <a:pt x="587" y="252"/>
                  </a:cubicBezTo>
                  <a:cubicBezTo>
                    <a:pt x="587" y="101"/>
                    <a:pt x="464"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8"/>
            <p:cNvSpPr/>
            <p:nvPr/>
          </p:nvSpPr>
          <p:spPr>
            <a:xfrm>
              <a:off x="4770025" y="2543475"/>
              <a:ext cx="14650" cy="12600"/>
            </a:xfrm>
            <a:custGeom>
              <a:rect b="b" l="l" r="r" t="t"/>
              <a:pathLst>
                <a:path extrusionOk="0" h="504" w="586">
                  <a:moveTo>
                    <a:pt x="333" y="1"/>
                  </a:moveTo>
                  <a:cubicBezTo>
                    <a:pt x="271" y="1"/>
                    <a:pt x="209" y="23"/>
                    <a:pt x="158" y="74"/>
                  </a:cubicBezTo>
                  <a:cubicBezTo>
                    <a:pt x="0" y="232"/>
                    <a:pt x="111" y="503"/>
                    <a:pt x="335" y="503"/>
                  </a:cubicBezTo>
                  <a:cubicBezTo>
                    <a:pt x="473" y="503"/>
                    <a:pt x="585" y="391"/>
                    <a:pt x="585" y="252"/>
                  </a:cubicBezTo>
                  <a:cubicBezTo>
                    <a:pt x="585" y="101"/>
                    <a:pt x="461"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8"/>
            <p:cNvSpPr/>
            <p:nvPr/>
          </p:nvSpPr>
          <p:spPr>
            <a:xfrm>
              <a:off x="4770025" y="2621850"/>
              <a:ext cx="14650" cy="12550"/>
            </a:xfrm>
            <a:custGeom>
              <a:rect b="b" l="l" r="r" t="t"/>
              <a:pathLst>
                <a:path extrusionOk="0" h="502" w="586">
                  <a:moveTo>
                    <a:pt x="333" y="0"/>
                  </a:moveTo>
                  <a:cubicBezTo>
                    <a:pt x="271" y="0"/>
                    <a:pt x="209" y="23"/>
                    <a:pt x="158" y="74"/>
                  </a:cubicBezTo>
                  <a:cubicBezTo>
                    <a:pt x="0" y="232"/>
                    <a:pt x="111" y="501"/>
                    <a:pt x="335" y="501"/>
                  </a:cubicBezTo>
                  <a:cubicBezTo>
                    <a:pt x="473" y="501"/>
                    <a:pt x="585" y="389"/>
                    <a:pt x="585" y="251"/>
                  </a:cubicBezTo>
                  <a:cubicBezTo>
                    <a:pt x="585" y="100"/>
                    <a:pt x="461"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8"/>
            <p:cNvSpPr/>
            <p:nvPr/>
          </p:nvSpPr>
          <p:spPr>
            <a:xfrm>
              <a:off x="4906525" y="2151725"/>
              <a:ext cx="12550" cy="12575"/>
            </a:xfrm>
            <a:custGeom>
              <a:rect b="b" l="l" r="r" t="t"/>
              <a:pathLst>
                <a:path extrusionOk="0" h="503" w="502">
                  <a:moveTo>
                    <a:pt x="252" y="1"/>
                  </a:moveTo>
                  <a:cubicBezTo>
                    <a:pt x="112" y="1"/>
                    <a:pt x="0" y="113"/>
                    <a:pt x="0" y="251"/>
                  </a:cubicBezTo>
                  <a:cubicBezTo>
                    <a:pt x="0" y="390"/>
                    <a:pt x="112" y="502"/>
                    <a:pt x="252" y="502"/>
                  </a:cubicBezTo>
                  <a:cubicBezTo>
                    <a:pt x="390" y="502"/>
                    <a:pt x="502" y="390"/>
                    <a:pt x="502" y="251"/>
                  </a:cubicBezTo>
                  <a:cubicBezTo>
                    <a:pt x="502" y="113"/>
                    <a:pt x="390" y="1"/>
                    <a:pt x="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8"/>
            <p:cNvSpPr/>
            <p:nvPr/>
          </p:nvSpPr>
          <p:spPr>
            <a:xfrm>
              <a:off x="4906525" y="2230050"/>
              <a:ext cx="12550" cy="12575"/>
            </a:xfrm>
            <a:custGeom>
              <a:rect b="b" l="l" r="r" t="t"/>
              <a:pathLst>
                <a:path extrusionOk="0" h="503" w="502">
                  <a:moveTo>
                    <a:pt x="252" y="1"/>
                  </a:moveTo>
                  <a:cubicBezTo>
                    <a:pt x="112" y="1"/>
                    <a:pt x="0" y="115"/>
                    <a:pt x="0" y="253"/>
                  </a:cubicBezTo>
                  <a:cubicBezTo>
                    <a:pt x="0" y="390"/>
                    <a:pt x="112" y="503"/>
                    <a:pt x="252" y="503"/>
                  </a:cubicBezTo>
                  <a:cubicBezTo>
                    <a:pt x="390" y="503"/>
                    <a:pt x="502" y="390"/>
                    <a:pt x="502" y="253"/>
                  </a:cubicBezTo>
                  <a:cubicBezTo>
                    <a:pt x="502" y="115"/>
                    <a:pt x="390" y="1"/>
                    <a:pt x="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8"/>
            <p:cNvSpPr/>
            <p:nvPr/>
          </p:nvSpPr>
          <p:spPr>
            <a:xfrm>
              <a:off x="4906525" y="2308425"/>
              <a:ext cx="12550" cy="12575"/>
            </a:xfrm>
            <a:custGeom>
              <a:rect b="b" l="l" r="r" t="t"/>
              <a:pathLst>
                <a:path extrusionOk="0" h="503" w="502">
                  <a:moveTo>
                    <a:pt x="252" y="1"/>
                  </a:moveTo>
                  <a:cubicBezTo>
                    <a:pt x="112" y="1"/>
                    <a:pt x="0" y="113"/>
                    <a:pt x="0" y="252"/>
                  </a:cubicBezTo>
                  <a:cubicBezTo>
                    <a:pt x="0" y="390"/>
                    <a:pt x="112" y="502"/>
                    <a:pt x="252" y="502"/>
                  </a:cubicBezTo>
                  <a:cubicBezTo>
                    <a:pt x="390" y="502"/>
                    <a:pt x="502" y="390"/>
                    <a:pt x="502" y="252"/>
                  </a:cubicBezTo>
                  <a:cubicBezTo>
                    <a:pt x="502" y="113"/>
                    <a:pt x="390" y="1"/>
                    <a:pt x="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8"/>
            <p:cNvSpPr/>
            <p:nvPr/>
          </p:nvSpPr>
          <p:spPr>
            <a:xfrm>
              <a:off x="4839325" y="2151725"/>
              <a:ext cx="12575" cy="12575"/>
            </a:xfrm>
            <a:custGeom>
              <a:rect b="b" l="l" r="r" t="t"/>
              <a:pathLst>
                <a:path extrusionOk="0" h="503" w="503">
                  <a:moveTo>
                    <a:pt x="251" y="1"/>
                  </a:moveTo>
                  <a:cubicBezTo>
                    <a:pt x="113" y="1"/>
                    <a:pt x="1" y="113"/>
                    <a:pt x="1" y="251"/>
                  </a:cubicBezTo>
                  <a:cubicBezTo>
                    <a:pt x="1" y="390"/>
                    <a:pt x="113" y="502"/>
                    <a:pt x="251" y="502"/>
                  </a:cubicBezTo>
                  <a:cubicBezTo>
                    <a:pt x="390" y="502"/>
                    <a:pt x="502" y="390"/>
                    <a:pt x="502" y="251"/>
                  </a:cubicBezTo>
                  <a:cubicBezTo>
                    <a:pt x="502" y="113"/>
                    <a:pt x="390" y="1"/>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8"/>
            <p:cNvSpPr/>
            <p:nvPr/>
          </p:nvSpPr>
          <p:spPr>
            <a:xfrm>
              <a:off x="4839325" y="2230050"/>
              <a:ext cx="12575" cy="12575"/>
            </a:xfrm>
            <a:custGeom>
              <a:rect b="b" l="l" r="r" t="t"/>
              <a:pathLst>
                <a:path extrusionOk="0" h="503" w="503">
                  <a:moveTo>
                    <a:pt x="251" y="1"/>
                  </a:moveTo>
                  <a:cubicBezTo>
                    <a:pt x="113" y="1"/>
                    <a:pt x="1" y="115"/>
                    <a:pt x="1" y="253"/>
                  </a:cubicBezTo>
                  <a:cubicBezTo>
                    <a:pt x="1" y="390"/>
                    <a:pt x="113" y="503"/>
                    <a:pt x="251" y="503"/>
                  </a:cubicBezTo>
                  <a:cubicBezTo>
                    <a:pt x="390" y="503"/>
                    <a:pt x="502" y="390"/>
                    <a:pt x="502" y="253"/>
                  </a:cubicBezTo>
                  <a:cubicBezTo>
                    <a:pt x="502" y="115"/>
                    <a:pt x="390" y="1"/>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8"/>
            <p:cNvSpPr/>
            <p:nvPr/>
          </p:nvSpPr>
          <p:spPr>
            <a:xfrm>
              <a:off x="4839325" y="2308425"/>
              <a:ext cx="12575" cy="12575"/>
            </a:xfrm>
            <a:custGeom>
              <a:rect b="b" l="l" r="r" t="t"/>
              <a:pathLst>
                <a:path extrusionOk="0" h="503" w="503">
                  <a:moveTo>
                    <a:pt x="251" y="1"/>
                  </a:moveTo>
                  <a:cubicBezTo>
                    <a:pt x="113" y="1"/>
                    <a:pt x="1" y="113"/>
                    <a:pt x="1" y="252"/>
                  </a:cubicBezTo>
                  <a:cubicBezTo>
                    <a:pt x="1" y="390"/>
                    <a:pt x="113" y="502"/>
                    <a:pt x="251" y="502"/>
                  </a:cubicBezTo>
                  <a:cubicBezTo>
                    <a:pt x="390" y="502"/>
                    <a:pt x="502" y="390"/>
                    <a:pt x="502" y="252"/>
                  </a:cubicBezTo>
                  <a:cubicBezTo>
                    <a:pt x="502" y="113"/>
                    <a:pt x="390" y="1"/>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8"/>
            <p:cNvSpPr/>
            <p:nvPr/>
          </p:nvSpPr>
          <p:spPr>
            <a:xfrm>
              <a:off x="4770025" y="2151700"/>
              <a:ext cx="14650" cy="12600"/>
            </a:xfrm>
            <a:custGeom>
              <a:rect b="b" l="l" r="r" t="t"/>
              <a:pathLst>
                <a:path extrusionOk="0" h="504" w="586">
                  <a:moveTo>
                    <a:pt x="333" y="1"/>
                  </a:moveTo>
                  <a:cubicBezTo>
                    <a:pt x="271" y="1"/>
                    <a:pt x="209" y="24"/>
                    <a:pt x="158" y="74"/>
                  </a:cubicBezTo>
                  <a:cubicBezTo>
                    <a:pt x="0" y="232"/>
                    <a:pt x="111" y="503"/>
                    <a:pt x="335" y="503"/>
                  </a:cubicBezTo>
                  <a:cubicBezTo>
                    <a:pt x="473" y="503"/>
                    <a:pt x="585" y="391"/>
                    <a:pt x="585" y="252"/>
                  </a:cubicBezTo>
                  <a:cubicBezTo>
                    <a:pt x="585" y="101"/>
                    <a:pt x="461"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8"/>
            <p:cNvSpPr/>
            <p:nvPr/>
          </p:nvSpPr>
          <p:spPr>
            <a:xfrm>
              <a:off x="4770025" y="2230075"/>
              <a:ext cx="14650" cy="12550"/>
            </a:xfrm>
            <a:custGeom>
              <a:rect b="b" l="l" r="r" t="t"/>
              <a:pathLst>
                <a:path extrusionOk="0" h="502" w="586">
                  <a:moveTo>
                    <a:pt x="333" y="1"/>
                  </a:moveTo>
                  <a:cubicBezTo>
                    <a:pt x="271" y="1"/>
                    <a:pt x="209" y="23"/>
                    <a:pt x="158" y="74"/>
                  </a:cubicBezTo>
                  <a:cubicBezTo>
                    <a:pt x="0" y="232"/>
                    <a:pt x="111" y="502"/>
                    <a:pt x="335" y="502"/>
                  </a:cubicBezTo>
                  <a:cubicBezTo>
                    <a:pt x="473" y="502"/>
                    <a:pt x="585" y="389"/>
                    <a:pt x="585" y="252"/>
                  </a:cubicBezTo>
                  <a:cubicBezTo>
                    <a:pt x="585" y="101"/>
                    <a:pt x="461"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8"/>
            <p:cNvSpPr/>
            <p:nvPr/>
          </p:nvSpPr>
          <p:spPr>
            <a:xfrm>
              <a:off x="4769975" y="2308400"/>
              <a:ext cx="14700" cy="12600"/>
            </a:xfrm>
            <a:custGeom>
              <a:rect b="b" l="l" r="r" t="t"/>
              <a:pathLst>
                <a:path extrusionOk="0" h="504" w="588">
                  <a:moveTo>
                    <a:pt x="334" y="1"/>
                  </a:moveTo>
                  <a:cubicBezTo>
                    <a:pt x="273" y="1"/>
                    <a:pt x="211" y="24"/>
                    <a:pt x="160" y="74"/>
                  </a:cubicBezTo>
                  <a:cubicBezTo>
                    <a:pt x="1" y="234"/>
                    <a:pt x="113" y="503"/>
                    <a:pt x="337"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8"/>
            <p:cNvSpPr/>
            <p:nvPr/>
          </p:nvSpPr>
          <p:spPr>
            <a:xfrm>
              <a:off x="4769975" y="2700175"/>
              <a:ext cx="14700" cy="12600"/>
            </a:xfrm>
            <a:custGeom>
              <a:rect b="b" l="l" r="r" t="t"/>
              <a:pathLst>
                <a:path extrusionOk="0" h="504" w="588">
                  <a:moveTo>
                    <a:pt x="334" y="1"/>
                  </a:moveTo>
                  <a:cubicBezTo>
                    <a:pt x="273" y="1"/>
                    <a:pt x="211" y="23"/>
                    <a:pt x="160" y="74"/>
                  </a:cubicBezTo>
                  <a:cubicBezTo>
                    <a:pt x="1" y="233"/>
                    <a:pt x="113" y="503"/>
                    <a:pt x="337" y="503"/>
                  </a:cubicBezTo>
                  <a:cubicBezTo>
                    <a:pt x="475" y="503"/>
                    <a:pt x="587" y="391"/>
                    <a:pt x="587" y="253"/>
                  </a:cubicBezTo>
                  <a:cubicBezTo>
                    <a:pt x="587" y="101"/>
                    <a:pt x="463"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8"/>
            <p:cNvSpPr/>
            <p:nvPr/>
          </p:nvSpPr>
          <p:spPr>
            <a:xfrm>
              <a:off x="4904400" y="2778550"/>
              <a:ext cx="14675" cy="12575"/>
            </a:xfrm>
            <a:custGeom>
              <a:rect b="b" l="l" r="r" t="t"/>
              <a:pathLst>
                <a:path extrusionOk="0" h="503" w="587">
                  <a:moveTo>
                    <a:pt x="334" y="0"/>
                  </a:moveTo>
                  <a:cubicBezTo>
                    <a:pt x="273" y="0"/>
                    <a:pt x="210" y="23"/>
                    <a:pt x="159" y="74"/>
                  </a:cubicBezTo>
                  <a:cubicBezTo>
                    <a:pt x="0" y="232"/>
                    <a:pt x="112" y="503"/>
                    <a:pt x="337" y="503"/>
                  </a:cubicBezTo>
                  <a:cubicBezTo>
                    <a:pt x="475" y="503"/>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8"/>
            <p:cNvSpPr/>
            <p:nvPr/>
          </p:nvSpPr>
          <p:spPr>
            <a:xfrm>
              <a:off x="4904400" y="2856900"/>
              <a:ext cx="14675" cy="12575"/>
            </a:xfrm>
            <a:custGeom>
              <a:rect b="b" l="l" r="r" t="t"/>
              <a:pathLst>
                <a:path extrusionOk="0" h="503" w="587">
                  <a:moveTo>
                    <a:pt x="335" y="0"/>
                  </a:moveTo>
                  <a:cubicBezTo>
                    <a:pt x="273" y="0"/>
                    <a:pt x="211" y="23"/>
                    <a:pt x="159" y="75"/>
                  </a:cubicBezTo>
                  <a:cubicBezTo>
                    <a:pt x="0" y="232"/>
                    <a:pt x="112" y="502"/>
                    <a:pt x="337" y="502"/>
                  </a:cubicBezTo>
                  <a:cubicBezTo>
                    <a:pt x="475" y="502"/>
                    <a:pt x="587" y="390"/>
                    <a:pt x="587" y="252"/>
                  </a:cubicBezTo>
                  <a:cubicBezTo>
                    <a:pt x="587" y="101"/>
                    <a:pt x="464"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8"/>
            <p:cNvSpPr/>
            <p:nvPr/>
          </p:nvSpPr>
          <p:spPr>
            <a:xfrm>
              <a:off x="4837200" y="2778550"/>
              <a:ext cx="14700" cy="12575"/>
            </a:xfrm>
            <a:custGeom>
              <a:rect b="b" l="l" r="r" t="t"/>
              <a:pathLst>
                <a:path extrusionOk="0" h="503" w="588">
                  <a:moveTo>
                    <a:pt x="334" y="0"/>
                  </a:moveTo>
                  <a:cubicBezTo>
                    <a:pt x="272" y="0"/>
                    <a:pt x="209" y="23"/>
                    <a:pt x="158" y="74"/>
                  </a:cubicBezTo>
                  <a:cubicBezTo>
                    <a:pt x="1" y="232"/>
                    <a:pt x="113" y="503"/>
                    <a:pt x="336" y="503"/>
                  </a:cubicBezTo>
                  <a:cubicBezTo>
                    <a:pt x="475" y="501"/>
                    <a:pt x="587" y="389"/>
                    <a:pt x="587" y="251"/>
                  </a:cubicBezTo>
                  <a:cubicBezTo>
                    <a:pt x="587" y="100"/>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8"/>
            <p:cNvSpPr/>
            <p:nvPr/>
          </p:nvSpPr>
          <p:spPr>
            <a:xfrm>
              <a:off x="4837200" y="2856900"/>
              <a:ext cx="14700" cy="12575"/>
            </a:xfrm>
            <a:custGeom>
              <a:rect b="b" l="l" r="r" t="t"/>
              <a:pathLst>
                <a:path extrusionOk="0" h="503" w="588">
                  <a:moveTo>
                    <a:pt x="334" y="0"/>
                  </a:moveTo>
                  <a:cubicBezTo>
                    <a:pt x="272" y="0"/>
                    <a:pt x="209" y="23"/>
                    <a:pt x="158" y="75"/>
                  </a:cubicBezTo>
                  <a:cubicBezTo>
                    <a:pt x="1" y="232"/>
                    <a:pt x="113" y="502"/>
                    <a:pt x="336" y="502"/>
                  </a:cubicBezTo>
                  <a:cubicBezTo>
                    <a:pt x="475" y="502"/>
                    <a:pt x="587" y="390"/>
                    <a:pt x="587" y="252"/>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8"/>
            <p:cNvSpPr/>
            <p:nvPr/>
          </p:nvSpPr>
          <p:spPr>
            <a:xfrm>
              <a:off x="4837200" y="2935250"/>
              <a:ext cx="14700" cy="12600"/>
            </a:xfrm>
            <a:custGeom>
              <a:rect b="b" l="l" r="r" t="t"/>
              <a:pathLst>
                <a:path extrusionOk="0" h="504" w="588">
                  <a:moveTo>
                    <a:pt x="334" y="0"/>
                  </a:moveTo>
                  <a:cubicBezTo>
                    <a:pt x="272" y="0"/>
                    <a:pt x="209" y="23"/>
                    <a:pt x="158" y="74"/>
                  </a:cubicBezTo>
                  <a:cubicBezTo>
                    <a:pt x="1" y="232"/>
                    <a:pt x="113" y="503"/>
                    <a:pt x="336" y="503"/>
                  </a:cubicBezTo>
                  <a:cubicBezTo>
                    <a:pt x="475" y="503"/>
                    <a:pt x="587" y="391"/>
                    <a:pt x="587" y="251"/>
                  </a:cubicBezTo>
                  <a:cubicBezTo>
                    <a:pt x="587" y="101"/>
                    <a:pt x="463"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8"/>
            <p:cNvSpPr/>
            <p:nvPr/>
          </p:nvSpPr>
          <p:spPr>
            <a:xfrm>
              <a:off x="4769975" y="2778550"/>
              <a:ext cx="14700" cy="12575"/>
            </a:xfrm>
            <a:custGeom>
              <a:rect b="b" l="l" r="r" t="t"/>
              <a:pathLst>
                <a:path extrusionOk="0" h="503" w="588">
                  <a:moveTo>
                    <a:pt x="335" y="0"/>
                  </a:moveTo>
                  <a:cubicBezTo>
                    <a:pt x="273" y="0"/>
                    <a:pt x="211" y="23"/>
                    <a:pt x="160" y="74"/>
                  </a:cubicBezTo>
                  <a:cubicBezTo>
                    <a:pt x="1" y="232"/>
                    <a:pt x="113" y="503"/>
                    <a:pt x="337" y="503"/>
                  </a:cubicBezTo>
                  <a:cubicBezTo>
                    <a:pt x="475" y="503"/>
                    <a:pt x="587" y="389"/>
                    <a:pt x="587" y="251"/>
                  </a:cubicBezTo>
                  <a:cubicBezTo>
                    <a:pt x="587" y="100"/>
                    <a:pt x="463"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8"/>
            <p:cNvSpPr/>
            <p:nvPr/>
          </p:nvSpPr>
          <p:spPr>
            <a:xfrm>
              <a:off x="4769975" y="2856900"/>
              <a:ext cx="14700" cy="12575"/>
            </a:xfrm>
            <a:custGeom>
              <a:rect b="b" l="l" r="r" t="t"/>
              <a:pathLst>
                <a:path extrusionOk="0" h="503" w="588">
                  <a:moveTo>
                    <a:pt x="335" y="0"/>
                  </a:moveTo>
                  <a:cubicBezTo>
                    <a:pt x="274" y="0"/>
                    <a:pt x="211" y="23"/>
                    <a:pt x="160" y="75"/>
                  </a:cubicBezTo>
                  <a:cubicBezTo>
                    <a:pt x="1" y="232"/>
                    <a:pt x="113" y="502"/>
                    <a:pt x="337" y="502"/>
                  </a:cubicBezTo>
                  <a:cubicBezTo>
                    <a:pt x="475" y="502"/>
                    <a:pt x="587" y="390"/>
                    <a:pt x="587" y="252"/>
                  </a:cubicBezTo>
                  <a:cubicBezTo>
                    <a:pt x="587" y="101"/>
                    <a:pt x="464" y="0"/>
                    <a:pt x="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8"/>
            <p:cNvSpPr/>
            <p:nvPr/>
          </p:nvSpPr>
          <p:spPr>
            <a:xfrm>
              <a:off x="4770025" y="2935250"/>
              <a:ext cx="14650" cy="12600"/>
            </a:xfrm>
            <a:custGeom>
              <a:rect b="b" l="l" r="r" t="t"/>
              <a:pathLst>
                <a:path extrusionOk="0" h="504" w="586">
                  <a:moveTo>
                    <a:pt x="333" y="0"/>
                  </a:moveTo>
                  <a:cubicBezTo>
                    <a:pt x="271" y="0"/>
                    <a:pt x="209" y="23"/>
                    <a:pt x="158" y="74"/>
                  </a:cubicBezTo>
                  <a:cubicBezTo>
                    <a:pt x="0" y="232"/>
                    <a:pt x="111" y="503"/>
                    <a:pt x="335" y="503"/>
                  </a:cubicBezTo>
                  <a:cubicBezTo>
                    <a:pt x="473" y="503"/>
                    <a:pt x="585" y="391"/>
                    <a:pt x="585" y="251"/>
                  </a:cubicBezTo>
                  <a:cubicBezTo>
                    <a:pt x="585" y="101"/>
                    <a:pt x="461"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8"/>
            <p:cNvSpPr/>
            <p:nvPr/>
          </p:nvSpPr>
          <p:spPr>
            <a:xfrm>
              <a:off x="4770025" y="3013625"/>
              <a:ext cx="14650" cy="12550"/>
            </a:xfrm>
            <a:custGeom>
              <a:rect b="b" l="l" r="r" t="t"/>
              <a:pathLst>
                <a:path extrusionOk="0" h="502" w="586">
                  <a:moveTo>
                    <a:pt x="333" y="0"/>
                  </a:moveTo>
                  <a:cubicBezTo>
                    <a:pt x="271" y="0"/>
                    <a:pt x="209" y="23"/>
                    <a:pt x="158" y="74"/>
                  </a:cubicBezTo>
                  <a:cubicBezTo>
                    <a:pt x="0" y="231"/>
                    <a:pt x="111" y="501"/>
                    <a:pt x="335" y="501"/>
                  </a:cubicBezTo>
                  <a:cubicBezTo>
                    <a:pt x="473" y="501"/>
                    <a:pt x="585" y="389"/>
                    <a:pt x="585" y="251"/>
                  </a:cubicBezTo>
                  <a:cubicBezTo>
                    <a:pt x="585" y="100"/>
                    <a:pt x="461" y="0"/>
                    <a:pt x="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7" name="Google Shape;15637;p68"/>
          <p:cNvSpPr/>
          <p:nvPr/>
        </p:nvSpPr>
        <p:spPr>
          <a:xfrm rot="10800000">
            <a:off x="-58250" y="1184017"/>
            <a:ext cx="2057538" cy="2057538"/>
          </a:xfrm>
          <a:custGeom>
            <a:rect b="b" l="l" r="r" t="t"/>
            <a:pathLst>
              <a:path extrusionOk="0" h="44649" w="44649">
                <a:moveTo>
                  <a:pt x="22324" y="296"/>
                </a:moveTo>
                <a:lnTo>
                  <a:pt x="44353" y="22325"/>
                </a:lnTo>
                <a:lnTo>
                  <a:pt x="22324" y="44351"/>
                </a:lnTo>
                <a:lnTo>
                  <a:pt x="296" y="22325"/>
                </a:lnTo>
                <a:lnTo>
                  <a:pt x="22324" y="296"/>
                </a:lnTo>
                <a:close/>
                <a:moveTo>
                  <a:pt x="22324" y="1"/>
                </a:moveTo>
                <a:lnTo>
                  <a:pt x="0" y="22325"/>
                </a:lnTo>
                <a:lnTo>
                  <a:pt x="22324" y="44648"/>
                </a:lnTo>
                <a:lnTo>
                  <a:pt x="44648" y="22325"/>
                </a:lnTo>
                <a:lnTo>
                  <a:pt x="223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8"/>
          <p:cNvSpPr/>
          <p:nvPr/>
        </p:nvSpPr>
        <p:spPr>
          <a:xfrm rot="10800000">
            <a:off x="-92302" y="1170377"/>
            <a:ext cx="1692334" cy="2105233"/>
          </a:xfrm>
          <a:custGeom>
            <a:rect b="b" l="l" r="r" t="t"/>
            <a:pathLst>
              <a:path extrusionOk="0" h="45684" w="36724">
                <a:moveTo>
                  <a:pt x="13660" y="0"/>
                </a:moveTo>
                <a:lnTo>
                  <a:pt x="1" y="13659"/>
                </a:lnTo>
                <a:lnTo>
                  <a:pt x="888" y="14548"/>
                </a:lnTo>
                <a:lnTo>
                  <a:pt x="13660" y="1775"/>
                </a:lnTo>
                <a:lnTo>
                  <a:pt x="34947" y="23064"/>
                </a:lnTo>
                <a:lnTo>
                  <a:pt x="13216" y="44795"/>
                </a:lnTo>
                <a:lnTo>
                  <a:pt x="14104" y="45683"/>
                </a:lnTo>
                <a:lnTo>
                  <a:pt x="36724" y="23064"/>
                </a:lnTo>
                <a:lnTo>
                  <a:pt x="136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8"/>
          <p:cNvSpPr/>
          <p:nvPr/>
        </p:nvSpPr>
        <p:spPr>
          <a:xfrm rot="10800000">
            <a:off x="245482" y="1487749"/>
            <a:ext cx="1450078" cy="1450078"/>
          </a:xfrm>
          <a:custGeom>
            <a:rect b="b" l="l" r="r" t="t"/>
            <a:pathLst>
              <a:path extrusionOk="0" h="31467" w="31467">
                <a:moveTo>
                  <a:pt x="31362" y="105"/>
                </a:moveTo>
                <a:lnTo>
                  <a:pt x="31362" y="31362"/>
                </a:lnTo>
                <a:lnTo>
                  <a:pt x="105" y="31362"/>
                </a:lnTo>
                <a:lnTo>
                  <a:pt x="105" y="105"/>
                </a:lnTo>
                <a:close/>
                <a:moveTo>
                  <a:pt x="0" y="1"/>
                </a:moveTo>
                <a:lnTo>
                  <a:pt x="0" y="31467"/>
                </a:lnTo>
                <a:lnTo>
                  <a:pt x="31466" y="31467"/>
                </a:lnTo>
                <a:lnTo>
                  <a:pt x="31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0" name="Google Shape;15640;p68"/>
          <p:cNvGrpSpPr/>
          <p:nvPr/>
        </p:nvGrpSpPr>
        <p:grpSpPr>
          <a:xfrm rot="10800000">
            <a:off x="320897" y="1564574"/>
            <a:ext cx="1299260" cy="1296418"/>
            <a:chOff x="6378300" y="2596400"/>
            <a:chExt cx="754375" cy="752725"/>
          </a:xfrm>
        </p:grpSpPr>
        <p:sp>
          <p:nvSpPr>
            <p:cNvPr id="15641" name="Google Shape;15641;p68"/>
            <p:cNvSpPr/>
            <p:nvPr/>
          </p:nvSpPr>
          <p:spPr>
            <a:xfrm>
              <a:off x="6408850" y="2932325"/>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8"/>
            <p:cNvSpPr/>
            <p:nvPr/>
          </p:nvSpPr>
          <p:spPr>
            <a:xfrm>
              <a:off x="6469925" y="2871225"/>
              <a:ext cx="9700" cy="9700"/>
            </a:xfrm>
            <a:custGeom>
              <a:rect b="b" l="l" r="r" t="t"/>
              <a:pathLst>
                <a:path extrusionOk="0" h="388" w="388">
                  <a:moveTo>
                    <a:pt x="193" y="0"/>
                  </a:moveTo>
                  <a:cubicBezTo>
                    <a:pt x="87" y="0"/>
                    <a:pt x="1" y="87"/>
                    <a:pt x="1" y="195"/>
                  </a:cubicBezTo>
                  <a:cubicBezTo>
                    <a:pt x="1" y="301"/>
                    <a:pt x="87" y="387"/>
                    <a:pt x="193" y="387"/>
                  </a:cubicBezTo>
                  <a:cubicBezTo>
                    <a:pt x="299" y="387"/>
                    <a:pt x="387" y="301"/>
                    <a:pt x="387" y="195"/>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8"/>
            <p:cNvSpPr/>
            <p:nvPr/>
          </p:nvSpPr>
          <p:spPr>
            <a:xfrm>
              <a:off x="6530975" y="2810175"/>
              <a:ext cx="9700" cy="9650"/>
            </a:xfrm>
            <a:custGeom>
              <a:rect b="b" l="l" r="r" t="t"/>
              <a:pathLst>
                <a:path extrusionOk="0" h="386" w="388">
                  <a:moveTo>
                    <a:pt x="195" y="0"/>
                  </a:moveTo>
                  <a:cubicBezTo>
                    <a:pt x="87" y="0"/>
                    <a:pt x="1" y="87"/>
                    <a:pt x="1" y="193"/>
                  </a:cubicBezTo>
                  <a:cubicBezTo>
                    <a:pt x="1" y="299"/>
                    <a:pt x="87" y="385"/>
                    <a:pt x="195" y="385"/>
                  </a:cubicBezTo>
                  <a:cubicBezTo>
                    <a:pt x="301" y="385"/>
                    <a:pt x="387" y="299"/>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8"/>
            <p:cNvSpPr/>
            <p:nvPr/>
          </p:nvSpPr>
          <p:spPr>
            <a:xfrm>
              <a:off x="6622600" y="2718550"/>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8"/>
            <p:cNvSpPr/>
            <p:nvPr/>
          </p:nvSpPr>
          <p:spPr>
            <a:xfrm>
              <a:off x="6378300" y="2962850"/>
              <a:ext cx="9675" cy="9700"/>
            </a:xfrm>
            <a:custGeom>
              <a:rect b="b" l="l" r="r" t="t"/>
              <a:pathLst>
                <a:path extrusionOk="0" h="388" w="387">
                  <a:moveTo>
                    <a:pt x="194" y="1"/>
                  </a:moveTo>
                  <a:cubicBezTo>
                    <a:pt x="87" y="1"/>
                    <a:pt x="0" y="87"/>
                    <a:pt x="0" y="193"/>
                  </a:cubicBezTo>
                  <a:cubicBezTo>
                    <a:pt x="0" y="299"/>
                    <a:pt x="87" y="387"/>
                    <a:pt x="194" y="387"/>
                  </a:cubicBezTo>
                  <a:cubicBezTo>
                    <a:pt x="300" y="387"/>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8"/>
            <p:cNvSpPr/>
            <p:nvPr/>
          </p:nvSpPr>
          <p:spPr>
            <a:xfrm>
              <a:off x="6437750" y="2901775"/>
              <a:ext cx="12950" cy="9675"/>
            </a:xfrm>
            <a:custGeom>
              <a:rect b="b" l="l" r="r" t="t"/>
              <a:pathLst>
                <a:path extrusionOk="0" h="387" w="518">
                  <a:moveTo>
                    <a:pt x="259" y="1"/>
                  </a:moveTo>
                  <a:cubicBezTo>
                    <a:pt x="209" y="1"/>
                    <a:pt x="160" y="19"/>
                    <a:pt x="122" y="56"/>
                  </a:cubicBezTo>
                  <a:cubicBezTo>
                    <a:pt x="1" y="179"/>
                    <a:pt x="87" y="387"/>
                    <a:pt x="258" y="387"/>
                  </a:cubicBezTo>
                  <a:cubicBezTo>
                    <a:pt x="431" y="387"/>
                    <a:pt x="518" y="179"/>
                    <a:pt x="396" y="56"/>
                  </a:cubicBezTo>
                  <a:cubicBezTo>
                    <a:pt x="358" y="19"/>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8"/>
            <p:cNvSpPr/>
            <p:nvPr/>
          </p:nvSpPr>
          <p:spPr>
            <a:xfrm>
              <a:off x="6500475" y="2840675"/>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8"/>
            <p:cNvSpPr/>
            <p:nvPr/>
          </p:nvSpPr>
          <p:spPr>
            <a:xfrm>
              <a:off x="6592075" y="27490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8"/>
            <p:cNvSpPr/>
            <p:nvPr/>
          </p:nvSpPr>
          <p:spPr>
            <a:xfrm>
              <a:off x="6653150" y="2688025"/>
              <a:ext cx="9650" cy="9650"/>
            </a:xfrm>
            <a:custGeom>
              <a:rect b="b" l="l" r="r" t="t"/>
              <a:pathLst>
                <a:path extrusionOk="0" h="386" w="386">
                  <a:moveTo>
                    <a:pt x="193" y="1"/>
                  </a:moveTo>
                  <a:cubicBezTo>
                    <a:pt x="87" y="1"/>
                    <a:pt x="1" y="87"/>
                    <a:pt x="1" y="193"/>
                  </a:cubicBezTo>
                  <a:cubicBezTo>
                    <a:pt x="1" y="300"/>
                    <a:pt x="87" y="386"/>
                    <a:pt x="193" y="386"/>
                  </a:cubicBezTo>
                  <a:cubicBezTo>
                    <a:pt x="299" y="386"/>
                    <a:pt x="386" y="300"/>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8"/>
            <p:cNvSpPr/>
            <p:nvPr/>
          </p:nvSpPr>
          <p:spPr>
            <a:xfrm>
              <a:off x="6683650" y="2657500"/>
              <a:ext cx="9700" cy="9650"/>
            </a:xfrm>
            <a:custGeom>
              <a:rect b="b" l="l" r="r" t="t"/>
              <a:pathLst>
                <a:path extrusionOk="0" h="386" w="388">
                  <a:moveTo>
                    <a:pt x="195" y="0"/>
                  </a:moveTo>
                  <a:cubicBezTo>
                    <a:pt x="87" y="0"/>
                    <a:pt x="1" y="87"/>
                    <a:pt x="1" y="193"/>
                  </a:cubicBezTo>
                  <a:cubicBezTo>
                    <a:pt x="1" y="299"/>
                    <a:pt x="87" y="385"/>
                    <a:pt x="195" y="385"/>
                  </a:cubicBezTo>
                  <a:cubicBezTo>
                    <a:pt x="301" y="385"/>
                    <a:pt x="388" y="299"/>
                    <a:pt x="388" y="193"/>
                  </a:cubicBezTo>
                  <a:cubicBezTo>
                    <a:pt x="388"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8"/>
            <p:cNvSpPr/>
            <p:nvPr/>
          </p:nvSpPr>
          <p:spPr>
            <a:xfrm>
              <a:off x="6714200" y="2626950"/>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8"/>
            <p:cNvSpPr/>
            <p:nvPr/>
          </p:nvSpPr>
          <p:spPr>
            <a:xfrm>
              <a:off x="6744750" y="259640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8"/>
            <p:cNvSpPr/>
            <p:nvPr/>
          </p:nvSpPr>
          <p:spPr>
            <a:xfrm>
              <a:off x="6561525" y="2779625"/>
              <a:ext cx="9675" cy="9700"/>
            </a:xfrm>
            <a:custGeom>
              <a:rect b="b" l="l" r="r" t="t"/>
              <a:pathLst>
                <a:path extrusionOk="0" h="388" w="387">
                  <a:moveTo>
                    <a:pt x="194" y="1"/>
                  </a:moveTo>
                  <a:cubicBezTo>
                    <a:pt x="87" y="1"/>
                    <a:pt x="0" y="87"/>
                    <a:pt x="0" y="193"/>
                  </a:cubicBezTo>
                  <a:cubicBezTo>
                    <a:pt x="0" y="301"/>
                    <a:pt x="87" y="387"/>
                    <a:pt x="194" y="387"/>
                  </a:cubicBezTo>
                  <a:cubicBezTo>
                    <a:pt x="301" y="387"/>
                    <a:pt x="387" y="301"/>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8"/>
            <p:cNvSpPr/>
            <p:nvPr/>
          </p:nvSpPr>
          <p:spPr>
            <a:xfrm>
              <a:off x="6437825" y="29612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8"/>
            <p:cNvSpPr/>
            <p:nvPr/>
          </p:nvSpPr>
          <p:spPr>
            <a:xfrm>
              <a:off x="6497250" y="2900200"/>
              <a:ext cx="12950" cy="9675"/>
            </a:xfrm>
            <a:custGeom>
              <a:rect b="b" l="l" r="r" t="t"/>
              <a:pathLst>
                <a:path extrusionOk="0" h="387" w="518">
                  <a:moveTo>
                    <a:pt x="259" y="0"/>
                  </a:moveTo>
                  <a:cubicBezTo>
                    <a:pt x="210" y="0"/>
                    <a:pt x="160" y="19"/>
                    <a:pt x="123" y="57"/>
                  </a:cubicBezTo>
                  <a:cubicBezTo>
                    <a:pt x="1" y="178"/>
                    <a:pt x="87" y="386"/>
                    <a:pt x="260" y="386"/>
                  </a:cubicBezTo>
                  <a:cubicBezTo>
                    <a:pt x="431" y="386"/>
                    <a:pt x="517" y="178"/>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8"/>
            <p:cNvSpPr/>
            <p:nvPr/>
          </p:nvSpPr>
          <p:spPr>
            <a:xfrm>
              <a:off x="6559975" y="2839125"/>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8"/>
            <p:cNvSpPr/>
            <p:nvPr/>
          </p:nvSpPr>
          <p:spPr>
            <a:xfrm>
              <a:off x="6651575" y="2747525"/>
              <a:ext cx="9675" cy="9700"/>
            </a:xfrm>
            <a:custGeom>
              <a:rect b="b" l="l" r="r" t="t"/>
              <a:pathLst>
                <a:path extrusionOk="0" h="388" w="387">
                  <a:moveTo>
                    <a:pt x="194" y="1"/>
                  </a:moveTo>
                  <a:cubicBezTo>
                    <a:pt x="86" y="1"/>
                    <a:pt x="0" y="87"/>
                    <a:pt x="0" y="193"/>
                  </a:cubicBezTo>
                  <a:cubicBezTo>
                    <a:pt x="0" y="299"/>
                    <a:pt x="86" y="387"/>
                    <a:pt x="194" y="387"/>
                  </a:cubicBezTo>
                  <a:cubicBezTo>
                    <a:pt x="300" y="387"/>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8"/>
            <p:cNvSpPr/>
            <p:nvPr/>
          </p:nvSpPr>
          <p:spPr>
            <a:xfrm>
              <a:off x="6407275" y="29918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8"/>
            <p:cNvSpPr/>
            <p:nvPr/>
          </p:nvSpPr>
          <p:spPr>
            <a:xfrm>
              <a:off x="6468325" y="2930725"/>
              <a:ext cx="9700" cy="9675"/>
            </a:xfrm>
            <a:custGeom>
              <a:rect b="b" l="l" r="r" t="t"/>
              <a:pathLst>
                <a:path extrusionOk="0" h="387" w="388">
                  <a:moveTo>
                    <a:pt x="195" y="0"/>
                  </a:moveTo>
                  <a:cubicBezTo>
                    <a:pt x="89" y="0"/>
                    <a:pt x="1" y="88"/>
                    <a:pt x="1" y="194"/>
                  </a:cubicBezTo>
                  <a:cubicBezTo>
                    <a:pt x="1" y="301"/>
                    <a:pt x="89" y="387"/>
                    <a:pt x="195" y="387"/>
                  </a:cubicBezTo>
                  <a:cubicBezTo>
                    <a:pt x="301" y="387"/>
                    <a:pt x="387" y="301"/>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8"/>
            <p:cNvSpPr/>
            <p:nvPr/>
          </p:nvSpPr>
          <p:spPr>
            <a:xfrm>
              <a:off x="6529425" y="2869675"/>
              <a:ext cx="9675" cy="9675"/>
            </a:xfrm>
            <a:custGeom>
              <a:rect b="b" l="l" r="r" t="t"/>
              <a:pathLst>
                <a:path extrusionOk="0" h="387" w="387">
                  <a:moveTo>
                    <a:pt x="193" y="0"/>
                  </a:moveTo>
                  <a:cubicBezTo>
                    <a:pt x="87" y="0"/>
                    <a:pt x="0" y="87"/>
                    <a:pt x="0" y="193"/>
                  </a:cubicBezTo>
                  <a:cubicBezTo>
                    <a:pt x="0" y="300"/>
                    <a:pt x="87" y="387"/>
                    <a:pt x="193" y="387"/>
                  </a:cubicBezTo>
                  <a:cubicBezTo>
                    <a:pt x="301" y="387"/>
                    <a:pt x="387" y="300"/>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8"/>
            <p:cNvSpPr/>
            <p:nvPr/>
          </p:nvSpPr>
          <p:spPr>
            <a:xfrm>
              <a:off x="6621025" y="2778075"/>
              <a:ext cx="9675" cy="9650"/>
            </a:xfrm>
            <a:custGeom>
              <a:rect b="b" l="l" r="r" t="t"/>
              <a:pathLst>
                <a:path extrusionOk="0" h="386" w="387">
                  <a:moveTo>
                    <a:pt x="194" y="1"/>
                  </a:moveTo>
                  <a:cubicBezTo>
                    <a:pt x="88" y="1"/>
                    <a:pt x="0" y="87"/>
                    <a:pt x="0" y="193"/>
                  </a:cubicBezTo>
                  <a:cubicBezTo>
                    <a:pt x="0" y="299"/>
                    <a:pt x="88"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8"/>
            <p:cNvSpPr/>
            <p:nvPr/>
          </p:nvSpPr>
          <p:spPr>
            <a:xfrm>
              <a:off x="6682100" y="2717000"/>
              <a:ext cx="9700" cy="9675"/>
            </a:xfrm>
            <a:custGeom>
              <a:rect b="b" l="l" r="r" t="t"/>
              <a:pathLst>
                <a:path extrusionOk="0" h="387" w="388">
                  <a:moveTo>
                    <a:pt x="193" y="0"/>
                  </a:moveTo>
                  <a:cubicBezTo>
                    <a:pt x="87" y="0"/>
                    <a:pt x="1" y="86"/>
                    <a:pt x="1" y="193"/>
                  </a:cubicBezTo>
                  <a:cubicBezTo>
                    <a:pt x="1" y="300"/>
                    <a:pt x="87" y="387"/>
                    <a:pt x="193" y="387"/>
                  </a:cubicBezTo>
                  <a:cubicBezTo>
                    <a:pt x="301" y="387"/>
                    <a:pt x="387" y="300"/>
                    <a:pt x="387" y="193"/>
                  </a:cubicBezTo>
                  <a:cubicBezTo>
                    <a:pt x="387" y="86"/>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8"/>
            <p:cNvSpPr/>
            <p:nvPr/>
          </p:nvSpPr>
          <p:spPr>
            <a:xfrm>
              <a:off x="6712650" y="268645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8"/>
            <p:cNvSpPr/>
            <p:nvPr/>
          </p:nvSpPr>
          <p:spPr>
            <a:xfrm>
              <a:off x="6741575" y="2655925"/>
              <a:ext cx="12900" cy="9675"/>
            </a:xfrm>
            <a:custGeom>
              <a:rect b="b" l="l" r="r" t="t"/>
              <a:pathLst>
                <a:path extrusionOk="0" h="387" w="516">
                  <a:moveTo>
                    <a:pt x="258" y="0"/>
                  </a:moveTo>
                  <a:cubicBezTo>
                    <a:pt x="209" y="0"/>
                    <a:pt x="159" y="19"/>
                    <a:pt x="121" y="57"/>
                  </a:cubicBezTo>
                  <a:cubicBezTo>
                    <a:pt x="0" y="178"/>
                    <a:pt x="87" y="386"/>
                    <a:pt x="258" y="386"/>
                  </a:cubicBezTo>
                  <a:cubicBezTo>
                    <a:pt x="431" y="386"/>
                    <a:pt x="516" y="178"/>
                    <a:pt x="394" y="57"/>
                  </a:cubicBezTo>
                  <a:cubicBezTo>
                    <a:pt x="356"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8"/>
            <p:cNvSpPr/>
            <p:nvPr/>
          </p:nvSpPr>
          <p:spPr>
            <a:xfrm>
              <a:off x="6773750" y="2625350"/>
              <a:ext cx="9650" cy="9700"/>
            </a:xfrm>
            <a:custGeom>
              <a:rect b="b" l="l" r="r" t="t"/>
              <a:pathLst>
                <a:path extrusionOk="0" h="388" w="386">
                  <a:moveTo>
                    <a:pt x="193" y="1"/>
                  </a:moveTo>
                  <a:cubicBezTo>
                    <a:pt x="87" y="1"/>
                    <a:pt x="0" y="89"/>
                    <a:pt x="0" y="195"/>
                  </a:cubicBezTo>
                  <a:cubicBezTo>
                    <a:pt x="0" y="301"/>
                    <a:pt x="87" y="387"/>
                    <a:pt x="193" y="387"/>
                  </a:cubicBezTo>
                  <a:cubicBezTo>
                    <a:pt x="299" y="387"/>
                    <a:pt x="385" y="301"/>
                    <a:pt x="385" y="195"/>
                  </a:cubicBezTo>
                  <a:cubicBezTo>
                    <a:pt x="385" y="89"/>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8"/>
            <p:cNvSpPr/>
            <p:nvPr/>
          </p:nvSpPr>
          <p:spPr>
            <a:xfrm>
              <a:off x="6590525" y="2808575"/>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8"/>
            <p:cNvSpPr/>
            <p:nvPr/>
          </p:nvSpPr>
          <p:spPr>
            <a:xfrm>
              <a:off x="6465150" y="2990250"/>
              <a:ext cx="12950" cy="9700"/>
            </a:xfrm>
            <a:custGeom>
              <a:rect b="b" l="l" r="r" t="t"/>
              <a:pathLst>
                <a:path extrusionOk="0" h="388" w="518">
                  <a:moveTo>
                    <a:pt x="259" y="0"/>
                  </a:moveTo>
                  <a:cubicBezTo>
                    <a:pt x="209" y="0"/>
                    <a:pt x="160" y="19"/>
                    <a:pt x="122" y="57"/>
                  </a:cubicBezTo>
                  <a:cubicBezTo>
                    <a:pt x="1" y="178"/>
                    <a:pt x="87" y="387"/>
                    <a:pt x="260" y="387"/>
                  </a:cubicBezTo>
                  <a:cubicBezTo>
                    <a:pt x="431" y="387"/>
                    <a:pt x="517" y="178"/>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8"/>
            <p:cNvSpPr/>
            <p:nvPr/>
          </p:nvSpPr>
          <p:spPr>
            <a:xfrm>
              <a:off x="6527875" y="29291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8"/>
            <p:cNvSpPr/>
            <p:nvPr/>
          </p:nvSpPr>
          <p:spPr>
            <a:xfrm>
              <a:off x="6588925" y="28681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8"/>
            <p:cNvSpPr/>
            <p:nvPr/>
          </p:nvSpPr>
          <p:spPr>
            <a:xfrm>
              <a:off x="6680550" y="2776475"/>
              <a:ext cx="9700" cy="9700"/>
            </a:xfrm>
            <a:custGeom>
              <a:rect b="b" l="l" r="r" t="t"/>
              <a:pathLst>
                <a:path extrusionOk="0" h="388" w="388">
                  <a:moveTo>
                    <a:pt x="193" y="1"/>
                  </a:moveTo>
                  <a:cubicBezTo>
                    <a:pt x="87" y="1"/>
                    <a:pt x="1" y="87"/>
                    <a:pt x="1" y="195"/>
                  </a:cubicBezTo>
                  <a:cubicBezTo>
                    <a:pt x="1" y="301"/>
                    <a:pt x="87" y="387"/>
                    <a:pt x="193" y="387"/>
                  </a:cubicBezTo>
                  <a:cubicBezTo>
                    <a:pt x="299" y="387"/>
                    <a:pt x="387" y="301"/>
                    <a:pt x="387" y="195"/>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8"/>
            <p:cNvSpPr/>
            <p:nvPr/>
          </p:nvSpPr>
          <p:spPr>
            <a:xfrm>
              <a:off x="6436225" y="3020800"/>
              <a:ext cx="9700" cy="9650"/>
            </a:xfrm>
            <a:custGeom>
              <a:rect b="b" l="l" r="r" t="t"/>
              <a:pathLst>
                <a:path extrusionOk="0" h="386" w="388">
                  <a:moveTo>
                    <a:pt x="195" y="1"/>
                  </a:moveTo>
                  <a:cubicBezTo>
                    <a:pt x="87" y="1"/>
                    <a:pt x="1" y="87"/>
                    <a:pt x="1" y="193"/>
                  </a:cubicBezTo>
                  <a:cubicBezTo>
                    <a:pt x="1" y="299"/>
                    <a:pt x="87" y="386"/>
                    <a:pt x="195" y="386"/>
                  </a:cubicBezTo>
                  <a:cubicBezTo>
                    <a:pt x="301" y="386"/>
                    <a:pt x="388" y="299"/>
                    <a:pt x="388" y="193"/>
                  </a:cubicBezTo>
                  <a:cubicBezTo>
                    <a:pt x="388"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8"/>
            <p:cNvSpPr/>
            <p:nvPr/>
          </p:nvSpPr>
          <p:spPr>
            <a:xfrm>
              <a:off x="6497325" y="2959700"/>
              <a:ext cx="9700" cy="9700"/>
            </a:xfrm>
            <a:custGeom>
              <a:rect b="b" l="l" r="r" t="t"/>
              <a:pathLst>
                <a:path extrusionOk="0" h="388" w="388">
                  <a:moveTo>
                    <a:pt x="193" y="1"/>
                  </a:moveTo>
                  <a:cubicBezTo>
                    <a:pt x="87" y="1"/>
                    <a:pt x="1" y="87"/>
                    <a:pt x="1" y="194"/>
                  </a:cubicBezTo>
                  <a:cubicBezTo>
                    <a:pt x="1" y="301"/>
                    <a:pt x="87" y="388"/>
                    <a:pt x="193" y="388"/>
                  </a:cubicBezTo>
                  <a:cubicBezTo>
                    <a:pt x="301" y="388"/>
                    <a:pt x="387" y="301"/>
                    <a:pt x="387" y="194"/>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8"/>
            <p:cNvSpPr/>
            <p:nvPr/>
          </p:nvSpPr>
          <p:spPr>
            <a:xfrm>
              <a:off x="6558375" y="2898625"/>
              <a:ext cx="9700" cy="9675"/>
            </a:xfrm>
            <a:custGeom>
              <a:rect b="b" l="l" r="r" t="t"/>
              <a:pathLst>
                <a:path extrusionOk="0" h="387" w="388">
                  <a:moveTo>
                    <a:pt x="195" y="0"/>
                  </a:moveTo>
                  <a:cubicBezTo>
                    <a:pt x="88" y="0"/>
                    <a:pt x="1" y="87"/>
                    <a:pt x="1" y="194"/>
                  </a:cubicBezTo>
                  <a:cubicBezTo>
                    <a:pt x="1" y="301"/>
                    <a:pt x="88" y="387"/>
                    <a:pt x="195" y="387"/>
                  </a:cubicBezTo>
                  <a:cubicBezTo>
                    <a:pt x="301" y="387"/>
                    <a:pt x="387" y="301"/>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8"/>
            <p:cNvSpPr/>
            <p:nvPr/>
          </p:nvSpPr>
          <p:spPr>
            <a:xfrm>
              <a:off x="6650000" y="28070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8"/>
            <p:cNvSpPr/>
            <p:nvPr/>
          </p:nvSpPr>
          <p:spPr>
            <a:xfrm>
              <a:off x="6709425" y="2745950"/>
              <a:ext cx="12950" cy="9675"/>
            </a:xfrm>
            <a:custGeom>
              <a:rect b="b" l="l" r="r" t="t"/>
              <a:pathLst>
                <a:path extrusionOk="0" h="387" w="518">
                  <a:moveTo>
                    <a:pt x="260" y="1"/>
                  </a:moveTo>
                  <a:cubicBezTo>
                    <a:pt x="211" y="1"/>
                    <a:pt x="161" y="20"/>
                    <a:pt x="124" y="58"/>
                  </a:cubicBezTo>
                  <a:cubicBezTo>
                    <a:pt x="1" y="179"/>
                    <a:pt x="87" y="387"/>
                    <a:pt x="260" y="387"/>
                  </a:cubicBezTo>
                  <a:cubicBezTo>
                    <a:pt x="431" y="387"/>
                    <a:pt x="518" y="179"/>
                    <a:pt x="396"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8"/>
            <p:cNvSpPr/>
            <p:nvPr/>
          </p:nvSpPr>
          <p:spPr>
            <a:xfrm>
              <a:off x="6741600" y="2715425"/>
              <a:ext cx="9700" cy="9650"/>
            </a:xfrm>
            <a:custGeom>
              <a:rect b="b" l="l" r="r" t="t"/>
              <a:pathLst>
                <a:path extrusionOk="0" h="386" w="388">
                  <a:moveTo>
                    <a:pt x="195" y="1"/>
                  </a:moveTo>
                  <a:cubicBezTo>
                    <a:pt x="87" y="1"/>
                    <a:pt x="1" y="87"/>
                    <a:pt x="1" y="193"/>
                  </a:cubicBezTo>
                  <a:cubicBezTo>
                    <a:pt x="1" y="299"/>
                    <a:pt x="87" y="386"/>
                    <a:pt x="195" y="386"/>
                  </a:cubicBezTo>
                  <a:cubicBezTo>
                    <a:pt x="301" y="386"/>
                    <a:pt x="387" y="299"/>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8"/>
            <p:cNvSpPr/>
            <p:nvPr/>
          </p:nvSpPr>
          <p:spPr>
            <a:xfrm>
              <a:off x="6772150" y="2684900"/>
              <a:ext cx="9700" cy="9650"/>
            </a:xfrm>
            <a:custGeom>
              <a:rect b="b" l="l" r="r" t="t"/>
              <a:pathLst>
                <a:path extrusionOk="0" h="386" w="388">
                  <a:moveTo>
                    <a:pt x="193" y="0"/>
                  </a:moveTo>
                  <a:cubicBezTo>
                    <a:pt x="87" y="0"/>
                    <a:pt x="0" y="86"/>
                    <a:pt x="0" y="193"/>
                  </a:cubicBezTo>
                  <a:cubicBezTo>
                    <a:pt x="0" y="299"/>
                    <a:pt x="87" y="385"/>
                    <a:pt x="193" y="385"/>
                  </a:cubicBezTo>
                  <a:cubicBezTo>
                    <a:pt x="301" y="385"/>
                    <a:pt x="387" y="299"/>
                    <a:pt x="387" y="193"/>
                  </a:cubicBezTo>
                  <a:cubicBezTo>
                    <a:pt x="387" y="86"/>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8"/>
            <p:cNvSpPr/>
            <p:nvPr/>
          </p:nvSpPr>
          <p:spPr>
            <a:xfrm>
              <a:off x="6802700" y="2654350"/>
              <a:ext cx="9675" cy="9675"/>
            </a:xfrm>
            <a:custGeom>
              <a:rect b="b" l="l" r="r" t="t"/>
              <a:pathLst>
                <a:path extrusionOk="0" h="387" w="387">
                  <a:moveTo>
                    <a:pt x="193" y="0"/>
                  </a:moveTo>
                  <a:cubicBezTo>
                    <a:pt x="87" y="0"/>
                    <a:pt x="0" y="87"/>
                    <a:pt x="0" y="193"/>
                  </a:cubicBezTo>
                  <a:cubicBezTo>
                    <a:pt x="0" y="300"/>
                    <a:pt x="87" y="387"/>
                    <a:pt x="193" y="387"/>
                  </a:cubicBezTo>
                  <a:cubicBezTo>
                    <a:pt x="300" y="387"/>
                    <a:pt x="387" y="300"/>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8"/>
            <p:cNvSpPr/>
            <p:nvPr/>
          </p:nvSpPr>
          <p:spPr>
            <a:xfrm>
              <a:off x="6617825" y="2837550"/>
              <a:ext cx="12950" cy="9700"/>
            </a:xfrm>
            <a:custGeom>
              <a:rect b="b" l="l" r="r" t="t"/>
              <a:pathLst>
                <a:path extrusionOk="0" h="388" w="518">
                  <a:moveTo>
                    <a:pt x="259" y="1"/>
                  </a:moveTo>
                  <a:cubicBezTo>
                    <a:pt x="210" y="1"/>
                    <a:pt x="160" y="20"/>
                    <a:pt x="122" y="58"/>
                  </a:cubicBezTo>
                  <a:cubicBezTo>
                    <a:pt x="1" y="179"/>
                    <a:pt x="87" y="388"/>
                    <a:pt x="260" y="388"/>
                  </a:cubicBezTo>
                  <a:cubicBezTo>
                    <a:pt x="431" y="388"/>
                    <a:pt x="518" y="179"/>
                    <a:pt x="397" y="58"/>
                  </a:cubicBezTo>
                  <a:cubicBezTo>
                    <a:pt x="359"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8"/>
            <p:cNvSpPr/>
            <p:nvPr/>
          </p:nvSpPr>
          <p:spPr>
            <a:xfrm>
              <a:off x="6495775" y="3019200"/>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8"/>
            <p:cNvSpPr/>
            <p:nvPr/>
          </p:nvSpPr>
          <p:spPr>
            <a:xfrm>
              <a:off x="6556825" y="2958150"/>
              <a:ext cx="9675" cy="9650"/>
            </a:xfrm>
            <a:custGeom>
              <a:rect b="b" l="l" r="r" t="t"/>
              <a:pathLst>
                <a:path extrusionOk="0" h="386" w="387">
                  <a:moveTo>
                    <a:pt x="194" y="1"/>
                  </a:moveTo>
                  <a:cubicBezTo>
                    <a:pt x="87" y="1"/>
                    <a:pt x="0" y="87"/>
                    <a:pt x="0" y="193"/>
                  </a:cubicBezTo>
                  <a:cubicBezTo>
                    <a:pt x="0" y="299"/>
                    <a:pt x="87" y="386"/>
                    <a:pt x="194" y="386"/>
                  </a:cubicBezTo>
                  <a:cubicBezTo>
                    <a:pt x="301" y="386"/>
                    <a:pt x="387" y="299"/>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8"/>
            <p:cNvSpPr/>
            <p:nvPr/>
          </p:nvSpPr>
          <p:spPr>
            <a:xfrm>
              <a:off x="6617900" y="2897075"/>
              <a:ext cx="9650" cy="9675"/>
            </a:xfrm>
            <a:custGeom>
              <a:rect b="b" l="l" r="r" t="t"/>
              <a:pathLst>
                <a:path extrusionOk="0" h="387" w="386">
                  <a:moveTo>
                    <a:pt x="193" y="0"/>
                  </a:moveTo>
                  <a:cubicBezTo>
                    <a:pt x="87" y="0"/>
                    <a:pt x="1" y="87"/>
                    <a:pt x="1" y="194"/>
                  </a:cubicBezTo>
                  <a:cubicBezTo>
                    <a:pt x="1" y="300"/>
                    <a:pt x="87" y="387"/>
                    <a:pt x="193" y="387"/>
                  </a:cubicBezTo>
                  <a:cubicBezTo>
                    <a:pt x="300" y="387"/>
                    <a:pt x="386" y="300"/>
                    <a:pt x="386" y="194"/>
                  </a:cubicBezTo>
                  <a:cubicBezTo>
                    <a:pt x="386"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8"/>
            <p:cNvSpPr/>
            <p:nvPr/>
          </p:nvSpPr>
          <p:spPr>
            <a:xfrm>
              <a:off x="6707875" y="2805450"/>
              <a:ext cx="12950" cy="9675"/>
            </a:xfrm>
            <a:custGeom>
              <a:rect b="b" l="l" r="r" t="t"/>
              <a:pathLst>
                <a:path extrusionOk="0" h="387" w="518">
                  <a:moveTo>
                    <a:pt x="259" y="1"/>
                  </a:moveTo>
                  <a:cubicBezTo>
                    <a:pt x="210" y="1"/>
                    <a:pt x="161" y="20"/>
                    <a:pt x="123" y="58"/>
                  </a:cubicBezTo>
                  <a:cubicBezTo>
                    <a:pt x="1" y="179"/>
                    <a:pt x="87" y="387"/>
                    <a:pt x="260" y="387"/>
                  </a:cubicBezTo>
                  <a:cubicBezTo>
                    <a:pt x="431" y="387"/>
                    <a:pt x="518"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8"/>
            <p:cNvSpPr/>
            <p:nvPr/>
          </p:nvSpPr>
          <p:spPr>
            <a:xfrm>
              <a:off x="6465225" y="3049750"/>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8"/>
            <p:cNvSpPr/>
            <p:nvPr/>
          </p:nvSpPr>
          <p:spPr>
            <a:xfrm>
              <a:off x="6526275" y="29886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8"/>
            <p:cNvSpPr/>
            <p:nvPr/>
          </p:nvSpPr>
          <p:spPr>
            <a:xfrm>
              <a:off x="6587375" y="2927625"/>
              <a:ext cx="9675" cy="9675"/>
            </a:xfrm>
            <a:custGeom>
              <a:rect b="b" l="l" r="r" t="t"/>
              <a:pathLst>
                <a:path extrusionOk="0" h="387" w="387">
                  <a:moveTo>
                    <a:pt x="193" y="0"/>
                  </a:moveTo>
                  <a:cubicBezTo>
                    <a:pt x="87" y="0"/>
                    <a:pt x="0" y="86"/>
                    <a:pt x="0" y="193"/>
                  </a:cubicBezTo>
                  <a:cubicBezTo>
                    <a:pt x="0" y="300"/>
                    <a:pt x="87"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8"/>
            <p:cNvSpPr/>
            <p:nvPr/>
          </p:nvSpPr>
          <p:spPr>
            <a:xfrm>
              <a:off x="6677325" y="2836000"/>
              <a:ext cx="12950" cy="9675"/>
            </a:xfrm>
            <a:custGeom>
              <a:rect b="b" l="l" r="r" t="t"/>
              <a:pathLst>
                <a:path extrusionOk="0" h="387" w="518">
                  <a:moveTo>
                    <a:pt x="259" y="1"/>
                  </a:moveTo>
                  <a:cubicBezTo>
                    <a:pt x="210" y="1"/>
                    <a:pt x="161" y="19"/>
                    <a:pt x="124" y="57"/>
                  </a:cubicBezTo>
                  <a:cubicBezTo>
                    <a:pt x="1" y="179"/>
                    <a:pt x="87" y="386"/>
                    <a:pt x="260" y="386"/>
                  </a:cubicBezTo>
                  <a:cubicBezTo>
                    <a:pt x="431" y="386"/>
                    <a:pt x="518" y="179"/>
                    <a:pt x="396" y="57"/>
                  </a:cubicBezTo>
                  <a:cubicBezTo>
                    <a:pt x="359" y="19"/>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8"/>
            <p:cNvSpPr/>
            <p:nvPr/>
          </p:nvSpPr>
          <p:spPr>
            <a:xfrm>
              <a:off x="6740050" y="2774925"/>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8"/>
            <p:cNvSpPr/>
            <p:nvPr/>
          </p:nvSpPr>
          <p:spPr>
            <a:xfrm>
              <a:off x="6770600" y="2744375"/>
              <a:ext cx="9675" cy="9700"/>
            </a:xfrm>
            <a:custGeom>
              <a:rect b="b" l="l" r="r" t="t"/>
              <a:pathLst>
                <a:path extrusionOk="0" h="388" w="387">
                  <a:moveTo>
                    <a:pt x="193" y="1"/>
                  </a:moveTo>
                  <a:cubicBezTo>
                    <a:pt x="87" y="1"/>
                    <a:pt x="0" y="87"/>
                    <a:pt x="0" y="193"/>
                  </a:cubicBezTo>
                  <a:cubicBezTo>
                    <a:pt x="0" y="301"/>
                    <a:pt x="87" y="388"/>
                    <a:pt x="193" y="388"/>
                  </a:cubicBezTo>
                  <a:cubicBezTo>
                    <a:pt x="299" y="388"/>
                    <a:pt x="387" y="301"/>
                    <a:pt x="387" y="193"/>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8"/>
            <p:cNvSpPr/>
            <p:nvPr/>
          </p:nvSpPr>
          <p:spPr>
            <a:xfrm>
              <a:off x="6801150" y="2713850"/>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8"/>
            <p:cNvSpPr/>
            <p:nvPr/>
          </p:nvSpPr>
          <p:spPr>
            <a:xfrm>
              <a:off x="6831650" y="2683325"/>
              <a:ext cx="9675" cy="9650"/>
            </a:xfrm>
            <a:custGeom>
              <a:rect b="b" l="l" r="r" t="t"/>
              <a:pathLst>
                <a:path extrusionOk="0" h="386" w="387">
                  <a:moveTo>
                    <a:pt x="194" y="1"/>
                  </a:moveTo>
                  <a:cubicBezTo>
                    <a:pt x="87" y="1"/>
                    <a:pt x="0" y="87"/>
                    <a:pt x="0" y="193"/>
                  </a:cubicBezTo>
                  <a:cubicBezTo>
                    <a:pt x="0" y="300"/>
                    <a:pt x="87" y="386"/>
                    <a:pt x="194" y="386"/>
                  </a:cubicBezTo>
                  <a:cubicBezTo>
                    <a:pt x="301" y="386"/>
                    <a:pt x="387" y="300"/>
                    <a:pt x="387" y="193"/>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8"/>
            <p:cNvSpPr/>
            <p:nvPr/>
          </p:nvSpPr>
          <p:spPr>
            <a:xfrm>
              <a:off x="6648450" y="286652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8"/>
            <p:cNvSpPr/>
            <p:nvPr/>
          </p:nvSpPr>
          <p:spPr>
            <a:xfrm>
              <a:off x="6524725" y="3048200"/>
              <a:ext cx="9700" cy="9650"/>
            </a:xfrm>
            <a:custGeom>
              <a:rect b="b" l="l" r="r" t="t"/>
              <a:pathLst>
                <a:path extrusionOk="0" h="386" w="388">
                  <a:moveTo>
                    <a:pt x="193" y="0"/>
                  </a:moveTo>
                  <a:cubicBezTo>
                    <a:pt x="87" y="0"/>
                    <a:pt x="0" y="87"/>
                    <a:pt x="0" y="193"/>
                  </a:cubicBezTo>
                  <a:cubicBezTo>
                    <a:pt x="0" y="299"/>
                    <a:pt x="87" y="386"/>
                    <a:pt x="193" y="386"/>
                  </a:cubicBezTo>
                  <a:cubicBezTo>
                    <a:pt x="301" y="386"/>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8"/>
            <p:cNvSpPr/>
            <p:nvPr/>
          </p:nvSpPr>
          <p:spPr>
            <a:xfrm>
              <a:off x="6585825" y="2987100"/>
              <a:ext cx="9650" cy="9700"/>
            </a:xfrm>
            <a:custGeom>
              <a:rect b="b" l="l" r="r" t="t"/>
              <a:pathLst>
                <a:path extrusionOk="0" h="388" w="386">
                  <a:moveTo>
                    <a:pt x="193" y="1"/>
                  </a:moveTo>
                  <a:cubicBezTo>
                    <a:pt x="86" y="1"/>
                    <a:pt x="0" y="87"/>
                    <a:pt x="0" y="195"/>
                  </a:cubicBezTo>
                  <a:cubicBezTo>
                    <a:pt x="0" y="301"/>
                    <a:pt x="86"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8"/>
            <p:cNvSpPr/>
            <p:nvPr/>
          </p:nvSpPr>
          <p:spPr>
            <a:xfrm>
              <a:off x="6646875" y="2926050"/>
              <a:ext cx="9675" cy="9650"/>
            </a:xfrm>
            <a:custGeom>
              <a:rect b="b" l="l" r="r" t="t"/>
              <a:pathLst>
                <a:path extrusionOk="0" h="386" w="387">
                  <a:moveTo>
                    <a:pt x="194" y="1"/>
                  </a:moveTo>
                  <a:cubicBezTo>
                    <a:pt x="86" y="1"/>
                    <a:pt x="0" y="87"/>
                    <a:pt x="0" y="193"/>
                  </a:cubicBezTo>
                  <a:cubicBezTo>
                    <a:pt x="0" y="300"/>
                    <a:pt x="86"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8"/>
            <p:cNvSpPr/>
            <p:nvPr/>
          </p:nvSpPr>
          <p:spPr>
            <a:xfrm>
              <a:off x="6736875" y="2834425"/>
              <a:ext cx="12900" cy="9700"/>
            </a:xfrm>
            <a:custGeom>
              <a:rect b="b" l="l" r="r" t="t"/>
              <a:pathLst>
                <a:path extrusionOk="0" h="388" w="516">
                  <a:moveTo>
                    <a:pt x="258" y="1"/>
                  </a:moveTo>
                  <a:cubicBezTo>
                    <a:pt x="209" y="1"/>
                    <a:pt x="159" y="20"/>
                    <a:pt x="122" y="57"/>
                  </a:cubicBezTo>
                  <a:cubicBezTo>
                    <a:pt x="0" y="179"/>
                    <a:pt x="87" y="387"/>
                    <a:pt x="258" y="387"/>
                  </a:cubicBezTo>
                  <a:cubicBezTo>
                    <a:pt x="431" y="387"/>
                    <a:pt x="516" y="179"/>
                    <a:pt x="394" y="57"/>
                  </a:cubicBezTo>
                  <a:cubicBezTo>
                    <a:pt x="356" y="20"/>
                    <a:pt x="307"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8"/>
            <p:cNvSpPr/>
            <p:nvPr/>
          </p:nvSpPr>
          <p:spPr>
            <a:xfrm>
              <a:off x="6494175" y="3078700"/>
              <a:ext cx="9700" cy="9700"/>
            </a:xfrm>
            <a:custGeom>
              <a:rect b="b" l="l" r="r" t="t"/>
              <a:pathLst>
                <a:path extrusionOk="0" h="388" w="388">
                  <a:moveTo>
                    <a:pt x="195" y="1"/>
                  </a:moveTo>
                  <a:cubicBezTo>
                    <a:pt x="87" y="1"/>
                    <a:pt x="1" y="89"/>
                    <a:pt x="1" y="195"/>
                  </a:cubicBezTo>
                  <a:cubicBezTo>
                    <a:pt x="1" y="301"/>
                    <a:pt x="87" y="387"/>
                    <a:pt x="195" y="387"/>
                  </a:cubicBezTo>
                  <a:cubicBezTo>
                    <a:pt x="301" y="387"/>
                    <a:pt x="387" y="301"/>
                    <a:pt x="387" y="195"/>
                  </a:cubicBezTo>
                  <a:cubicBezTo>
                    <a:pt x="387" y="89"/>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8"/>
            <p:cNvSpPr/>
            <p:nvPr/>
          </p:nvSpPr>
          <p:spPr>
            <a:xfrm>
              <a:off x="6555275" y="3017650"/>
              <a:ext cx="9675" cy="9700"/>
            </a:xfrm>
            <a:custGeom>
              <a:rect b="b" l="l" r="r" t="t"/>
              <a:pathLst>
                <a:path extrusionOk="0" h="388" w="387">
                  <a:moveTo>
                    <a:pt x="193" y="1"/>
                  </a:moveTo>
                  <a:cubicBezTo>
                    <a:pt x="87" y="1"/>
                    <a:pt x="0" y="87"/>
                    <a:pt x="0" y="193"/>
                  </a:cubicBezTo>
                  <a:cubicBezTo>
                    <a:pt x="0" y="301"/>
                    <a:pt x="87" y="387"/>
                    <a:pt x="193" y="387"/>
                  </a:cubicBezTo>
                  <a:cubicBezTo>
                    <a:pt x="300" y="387"/>
                    <a:pt x="387" y="301"/>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8"/>
            <p:cNvSpPr/>
            <p:nvPr/>
          </p:nvSpPr>
          <p:spPr>
            <a:xfrm>
              <a:off x="6616350" y="2956575"/>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8"/>
            <p:cNvSpPr/>
            <p:nvPr/>
          </p:nvSpPr>
          <p:spPr>
            <a:xfrm>
              <a:off x="6707950" y="2864975"/>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8"/>
            <p:cNvSpPr/>
            <p:nvPr/>
          </p:nvSpPr>
          <p:spPr>
            <a:xfrm>
              <a:off x="6769050" y="2803875"/>
              <a:ext cx="9650" cy="9700"/>
            </a:xfrm>
            <a:custGeom>
              <a:rect b="b" l="l" r="r" t="t"/>
              <a:pathLst>
                <a:path extrusionOk="0" h="388" w="386">
                  <a:moveTo>
                    <a:pt x="193" y="1"/>
                  </a:moveTo>
                  <a:cubicBezTo>
                    <a:pt x="87" y="1"/>
                    <a:pt x="0" y="87"/>
                    <a:pt x="0" y="195"/>
                  </a:cubicBezTo>
                  <a:cubicBezTo>
                    <a:pt x="0" y="301"/>
                    <a:pt x="87" y="387"/>
                    <a:pt x="193" y="387"/>
                  </a:cubicBezTo>
                  <a:cubicBezTo>
                    <a:pt x="299" y="387"/>
                    <a:pt x="385" y="301"/>
                    <a:pt x="385" y="195"/>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8"/>
            <p:cNvSpPr/>
            <p:nvPr/>
          </p:nvSpPr>
          <p:spPr>
            <a:xfrm>
              <a:off x="6797925" y="2773350"/>
              <a:ext cx="12950" cy="9675"/>
            </a:xfrm>
            <a:custGeom>
              <a:rect b="b" l="l" r="r" t="t"/>
              <a:pathLst>
                <a:path extrusionOk="0" h="387" w="518">
                  <a:moveTo>
                    <a:pt x="259" y="1"/>
                  </a:moveTo>
                  <a:cubicBezTo>
                    <a:pt x="209" y="1"/>
                    <a:pt x="160" y="20"/>
                    <a:pt x="123" y="58"/>
                  </a:cubicBezTo>
                  <a:cubicBezTo>
                    <a:pt x="0" y="179"/>
                    <a:pt x="87" y="387"/>
                    <a:pt x="259" y="387"/>
                  </a:cubicBezTo>
                  <a:cubicBezTo>
                    <a:pt x="431" y="387"/>
                    <a:pt x="517" y="179"/>
                    <a:pt x="396" y="58"/>
                  </a:cubicBezTo>
                  <a:cubicBezTo>
                    <a:pt x="358" y="20"/>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8"/>
            <p:cNvSpPr/>
            <p:nvPr/>
          </p:nvSpPr>
          <p:spPr>
            <a:xfrm>
              <a:off x="6830100" y="2742825"/>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8"/>
            <p:cNvSpPr/>
            <p:nvPr/>
          </p:nvSpPr>
          <p:spPr>
            <a:xfrm>
              <a:off x="6860650" y="2712300"/>
              <a:ext cx="9675" cy="9675"/>
            </a:xfrm>
            <a:custGeom>
              <a:rect b="b" l="l" r="r" t="t"/>
              <a:pathLst>
                <a:path extrusionOk="0" h="387" w="387">
                  <a:moveTo>
                    <a:pt x="193" y="0"/>
                  </a:moveTo>
                  <a:cubicBezTo>
                    <a:pt x="86" y="0"/>
                    <a:pt x="0" y="86"/>
                    <a:pt x="0" y="193"/>
                  </a:cubicBezTo>
                  <a:cubicBezTo>
                    <a:pt x="0" y="300"/>
                    <a:pt x="86" y="387"/>
                    <a:pt x="193" y="387"/>
                  </a:cubicBezTo>
                  <a:cubicBezTo>
                    <a:pt x="300" y="387"/>
                    <a:pt x="387" y="300"/>
                    <a:pt x="387" y="193"/>
                  </a:cubicBezTo>
                  <a:cubicBezTo>
                    <a:pt x="387" y="86"/>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8"/>
            <p:cNvSpPr/>
            <p:nvPr/>
          </p:nvSpPr>
          <p:spPr>
            <a:xfrm>
              <a:off x="6677400" y="2895525"/>
              <a:ext cx="9700" cy="9675"/>
            </a:xfrm>
            <a:custGeom>
              <a:rect b="b" l="l" r="r" t="t"/>
              <a:pathLst>
                <a:path extrusionOk="0" h="387" w="388">
                  <a:moveTo>
                    <a:pt x="193" y="0"/>
                  </a:moveTo>
                  <a:cubicBezTo>
                    <a:pt x="87" y="0"/>
                    <a:pt x="1" y="87"/>
                    <a:pt x="1" y="193"/>
                  </a:cubicBezTo>
                  <a:cubicBezTo>
                    <a:pt x="1" y="299"/>
                    <a:pt x="87" y="387"/>
                    <a:pt x="193" y="387"/>
                  </a:cubicBezTo>
                  <a:cubicBezTo>
                    <a:pt x="301" y="387"/>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8"/>
            <p:cNvSpPr/>
            <p:nvPr/>
          </p:nvSpPr>
          <p:spPr>
            <a:xfrm>
              <a:off x="6552050" y="3077175"/>
              <a:ext cx="12950" cy="9675"/>
            </a:xfrm>
            <a:custGeom>
              <a:rect b="b" l="l" r="r" t="t"/>
              <a:pathLst>
                <a:path extrusionOk="0" h="387" w="518">
                  <a:moveTo>
                    <a:pt x="260" y="0"/>
                  </a:moveTo>
                  <a:cubicBezTo>
                    <a:pt x="210" y="0"/>
                    <a:pt x="161" y="19"/>
                    <a:pt x="123" y="57"/>
                  </a:cubicBezTo>
                  <a:cubicBezTo>
                    <a:pt x="0" y="178"/>
                    <a:pt x="87" y="386"/>
                    <a:pt x="260" y="386"/>
                  </a:cubicBezTo>
                  <a:cubicBezTo>
                    <a:pt x="431" y="386"/>
                    <a:pt x="517" y="178"/>
                    <a:pt x="396" y="57"/>
                  </a:cubicBezTo>
                  <a:cubicBezTo>
                    <a:pt x="358" y="19"/>
                    <a:pt x="309" y="0"/>
                    <a:pt x="2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8"/>
            <p:cNvSpPr/>
            <p:nvPr/>
          </p:nvSpPr>
          <p:spPr>
            <a:xfrm>
              <a:off x="6614775" y="3016100"/>
              <a:ext cx="9675" cy="9650"/>
            </a:xfrm>
            <a:custGeom>
              <a:rect b="b" l="l" r="r" t="t"/>
              <a:pathLst>
                <a:path extrusionOk="0" h="386" w="387">
                  <a:moveTo>
                    <a:pt x="194" y="1"/>
                  </a:moveTo>
                  <a:cubicBezTo>
                    <a:pt x="87" y="1"/>
                    <a:pt x="0" y="87"/>
                    <a:pt x="0" y="193"/>
                  </a:cubicBezTo>
                  <a:cubicBezTo>
                    <a:pt x="0" y="299"/>
                    <a:pt x="87" y="386"/>
                    <a:pt x="194" y="386"/>
                  </a:cubicBezTo>
                  <a:cubicBezTo>
                    <a:pt x="300" y="386"/>
                    <a:pt x="387" y="299"/>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8"/>
            <p:cNvSpPr/>
            <p:nvPr/>
          </p:nvSpPr>
          <p:spPr>
            <a:xfrm>
              <a:off x="6675850" y="2955025"/>
              <a:ext cx="9700" cy="9675"/>
            </a:xfrm>
            <a:custGeom>
              <a:rect b="b" l="l" r="r" t="t"/>
              <a:pathLst>
                <a:path extrusionOk="0" h="387" w="388">
                  <a:moveTo>
                    <a:pt x="193" y="0"/>
                  </a:moveTo>
                  <a:cubicBezTo>
                    <a:pt x="87" y="0"/>
                    <a:pt x="1" y="86"/>
                    <a:pt x="1" y="193"/>
                  </a:cubicBezTo>
                  <a:cubicBezTo>
                    <a:pt x="1" y="300"/>
                    <a:pt x="87" y="387"/>
                    <a:pt x="193" y="387"/>
                  </a:cubicBezTo>
                  <a:cubicBezTo>
                    <a:pt x="299" y="387"/>
                    <a:pt x="387" y="300"/>
                    <a:pt x="387" y="193"/>
                  </a:cubicBezTo>
                  <a:cubicBezTo>
                    <a:pt x="387" y="86"/>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8"/>
            <p:cNvSpPr/>
            <p:nvPr/>
          </p:nvSpPr>
          <p:spPr>
            <a:xfrm>
              <a:off x="6767450" y="2863425"/>
              <a:ext cx="9700" cy="9650"/>
            </a:xfrm>
            <a:custGeom>
              <a:rect b="b" l="l" r="r" t="t"/>
              <a:pathLst>
                <a:path extrusionOk="0" h="386" w="388">
                  <a:moveTo>
                    <a:pt x="193" y="0"/>
                  </a:moveTo>
                  <a:cubicBezTo>
                    <a:pt x="87" y="0"/>
                    <a:pt x="1" y="87"/>
                    <a:pt x="1" y="193"/>
                  </a:cubicBezTo>
                  <a:cubicBezTo>
                    <a:pt x="1" y="299"/>
                    <a:pt x="87" y="385"/>
                    <a:pt x="193" y="385"/>
                  </a:cubicBezTo>
                  <a:cubicBezTo>
                    <a:pt x="301" y="385"/>
                    <a:pt x="387" y="299"/>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8"/>
            <p:cNvSpPr/>
            <p:nvPr/>
          </p:nvSpPr>
          <p:spPr>
            <a:xfrm>
              <a:off x="6523175" y="3107700"/>
              <a:ext cx="9650" cy="9675"/>
            </a:xfrm>
            <a:custGeom>
              <a:rect b="b" l="l" r="r" t="t"/>
              <a:pathLst>
                <a:path extrusionOk="0" h="387"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8"/>
            <p:cNvSpPr/>
            <p:nvPr/>
          </p:nvSpPr>
          <p:spPr>
            <a:xfrm>
              <a:off x="6584225" y="304660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8"/>
            <p:cNvSpPr/>
            <p:nvPr/>
          </p:nvSpPr>
          <p:spPr>
            <a:xfrm>
              <a:off x="6645300" y="2985550"/>
              <a:ext cx="9700" cy="9700"/>
            </a:xfrm>
            <a:custGeom>
              <a:rect b="b" l="l" r="r" t="t"/>
              <a:pathLst>
                <a:path extrusionOk="0" h="388" w="388">
                  <a:moveTo>
                    <a:pt x="193" y="1"/>
                  </a:moveTo>
                  <a:cubicBezTo>
                    <a:pt x="87" y="1"/>
                    <a:pt x="1" y="87"/>
                    <a:pt x="1" y="193"/>
                  </a:cubicBezTo>
                  <a:cubicBezTo>
                    <a:pt x="1" y="301"/>
                    <a:pt x="87" y="387"/>
                    <a:pt x="193" y="387"/>
                  </a:cubicBezTo>
                  <a:cubicBezTo>
                    <a:pt x="301" y="387"/>
                    <a:pt x="387" y="301"/>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8"/>
            <p:cNvSpPr/>
            <p:nvPr/>
          </p:nvSpPr>
          <p:spPr>
            <a:xfrm>
              <a:off x="6736900" y="2893925"/>
              <a:ext cx="9700" cy="9700"/>
            </a:xfrm>
            <a:custGeom>
              <a:rect b="b" l="l" r="r" t="t"/>
              <a:pathLst>
                <a:path extrusionOk="0" h="388" w="388">
                  <a:moveTo>
                    <a:pt x="195" y="0"/>
                  </a:moveTo>
                  <a:cubicBezTo>
                    <a:pt x="87" y="0"/>
                    <a:pt x="1" y="87"/>
                    <a:pt x="1" y="195"/>
                  </a:cubicBezTo>
                  <a:cubicBezTo>
                    <a:pt x="1" y="301"/>
                    <a:pt x="87" y="387"/>
                    <a:pt x="195" y="387"/>
                  </a:cubicBezTo>
                  <a:cubicBezTo>
                    <a:pt x="301" y="387"/>
                    <a:pt x="387" y="301"/>
                    <a:pt x="387" y="195"/>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8"/>
            <p:cNvSpPr/>
            <p:nvPr/>
          </p:nvSpPr>
          <p:spPr>
            <a:xfrm>
              <a:off x="6798000" y="2832875"/>
              <a:ext cx="9675" cy="9650"/>
            </a:xfrm>
            <a:custGeom>
              <a:rect b="b" l="l" r="r" t="t"/>
              <a:pathLst>
                <a:path extrusionOk="0" h="386" w="387">
                  <a:moveTo>
                    <a:pt x="193" y="0"/>
                  </a:moveTo>
                  <a:cubicBezTo>
                    <a:pt x="87" y="0"/>
                    <a:pt x="0" y="87"/>
                    <a:pt x="0" y="193"/>
                  </a:cubicBezTo>
                  <a:cubicBezTo>
                    <a:pt x="0" y="299"/>
                    <a:pt x="87" y="385"/>
                    <a:pt x="193" y="385"/>
                  </a:cubicBezTo>
                  <a:cubicBezTo>
                    <a:pt x="300" y="385"/>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8"/>
            <p:cNvSpPr/>
            <p:nvPr/>
          </p:nvSpPr>
          <p:spPr>
            <a:xfrm>
              <a:off x="6828550" y="2802325"/>
              <a:ext cx="9675" cy="9700"/>
            </a:xfrm>
            <a:custGeom>
              <a:rect b="b" l="l" r="r" t="t"/>
              <a:pathLst>
                <a:path extrusionOk="0" h="388" w="387">
                  <a:moveTo>
                    <a:pt x="193" y="1"/>
                  </a:moveTo>
                  <a:cubicBezTo>
                    <a:pt x="86" y="1"/>
                    <a:pt x="0" y="87"/>
                    <a:pt x="0" y="193"/>
                  </a:cubicBezTo>
                  <a:cubicBezTo>
                    <a:pt x="0" y="301"/>
                    <a:pt x="86" y="387"/>
                    <a:pt x="193" y="387"/>
                  </a:cubicBezTo>
                  <a:cubicBezTo>
                    <a:pt x="299" y="387"/>
                    <a:pt x="387" y="301"/>
                    <a:pt x="387" y="193"/>
                  </a:cubicBezTo>
                  <a:cubicBezTo>
                    <a:pt x="387"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8"/>
            <p:cNvSpPr/>
            <p:nvPr/>
          </p:nvSpPr>
          <p:spPr>
            <a:xfrm>
              <a:off x="6859075" y="2771775"/>
              <a:ext cx="9650" cy="9700"/>
            </a:xfrm>
            <a:custGeom>
              <a:rect b="b" l="l" r="r" t="t"/>
              <a:pathLst>
                <a:path extrusionOk="0" h="388" w="386">
                  <a:moveTo>
                    <a:pt x="193" y="1"/>
                  </a:moveTo>
                  <a:cubicBezTo>
                    <a:pt x="87" y="1"/>
                    <a:pt x="1" y="87"/>
                    <a:pt x="1" y="195"/>
                  </a:cubicBezTo>
                  <a:cubicBezTo>
                    <a:pt x="1" y="301"/>
                    <a:pt x="87" y="387"/>
                    <a:pt x="193" y="387"/>
                  </a:cubicBezTo>
                  <a:cubicBezTo>
                    <a:pt x="299" y="387"/>
                    <a:pt x="386" y="301"/>
                    <a:pt x="386" y="195"/>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8"/>
            <p:cNvSpPr/>
            <p:nvPr/>
          </p:nvSpPr>
          <p:spPr>
            <a:xfrm>
              <a:off x="6887950" y="2741250"/>
              <a:ext cx="12950" cy="9675"/>
            </a:xfrm>
            <a:custGeom>
              <a:rect b="b" l="l" r="r" t="t"/>
              <a:pathLst>
                <a:path extrusionOk="0" h="387" w="518">
                  <a:moveTo>
                    <a:pt x="260" y="1"/>
                  </a:moveTo>
                  <a:cubicBezTo>
                    <a:pt x="210" y="1"/>
                    <a:pt x="161" y="20"/>
                    <a:pt x="124" y="58"/>
                  </a:cubicBezTo>
                  <a:cubicBezTo>
                    <a:pt x="1" y="179"/>
                    <a:pt x="87" y="387"/>
                    <a:pt x="260" y="387"/>
                  </a:cubicBezTo>
                  <a:cubicBezTo>
                    <a:pt x="431" y="387"/>
                    <a:pt x="518" y="179"/>
                    <a:pt x="397"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8"/>
            <p:cNvSpPr/>
            <p:nvPr/>
          </p:nvSpPr>
          <p:spPr>
            <a:xfrm>
              <a:off x="6704775" y="2924500"/>
              <a:ext cx="12900" cy="9650"/>
            </a:xfrm>
            <a:custGeom>
              <a:rect b="b" l="l" r="r" t="t"/>
              <a:pathLst>
                <a:path extrusionOk="0" h="386" w="516">
                  <a:moveTo>
                    <a:pt x="258" y="0"/>
                  </a:moveTo>
                  <a:cubicBezTo>
                    <a:pt x="209" y="0"/>
                    <a:pt x="159" y="19"/>
                    <a:pt x="122" y="57"/>
                  </a:cubicBezTo>
                  <a:cubicBezTo>
                    <a:pt x="0" y="178"/>
                    <a:pt x="85" y="386"/>
                    <a:pt x="258" y="386"/>
                  </a:cubicBezTo>
                  <a:cubicBezTo>
                    <a:pt x="429" y="386"/>
                    <a:pt x="516" y="178"/>
                    <a:pt x="394" y="57"/>
                  </a:cubicBezTo>
                  <a:cubicBezTo>
                    <a:pt x="357"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8"/>
            <p:cNvSpPr/>
            <p:nvPr/>
          </p:nvSpPr>
          <p:spPr>
            <a:xfrm>
              <a:off x="6582675" y="3106150"/>
              <a:ext cx="9675" cy="9675"/>
            </a:xfrm>
            <a:custGeom>
              <a:rect b="b" l="l" r="r" t="t"/>
              <a:pathLst>
                <a:path extrusionOk="0" h="387" w="387">
                  <a:moveTo>
                    <a:pt x="193" y="0"/>
                  </a:moveTo>
                  <a:cubicBezTo>
                    <a:pt x="87" y="0"/>
                    <a:pt x="0" y="87"/>
                    <a:pt x="0" y="193"/>
                  </a:cubicBezTo>
                  <a:cubicBezTo>
                    <a:pt x="0" y="299"/>
                    <a:pt x="87" y="387"/>
                    <a:pt x="193" y="387"/>
                  </a:cubicBezTo>
                  <a:cubicBezTo>
                    <a:pt x="300" y="387"/>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8"/>
            <p:cNvSpPr/>
            <p:nvPr/>
          </p:nvSpPr>
          <p:spPr>
            <a:xfrm>
              <a:off x="6642125" y="3045075"/>
              <a:ext cx="12900" cy="9675"/>
            </a:xfrm>
            <a:custGeom>
              <a:rect b="b" l="l" r="r" t="t"/>
              <a:pathLst>
                <a:path extrusionOk="0" h="387" w="516">
                  <a:moveTo>
                    <a:pt x="258" y="0"/>
                  </a:moveTo>
                  <a:cubicBezTo>
                    <a:pt x="209" y="0"/>
                    <a:pt x="160" y="19"/>
                    <a:pt x="122" y="56"/>
                  </a:cubicBezTo>
                  <a:cubicBezTo>
                    <a:pt x="1" y="179"/>
                    <a:pt x="85" y="386"/>
                    <a:pt x="258" y="386"/>
                  </a:cubicBezTo>
                  <a:cubicBezTo>
                    <a:pt x="430" y="386"/>
                    <a:pt x="516" y="179"/>
                    <a:pt x="395" y="56"/>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8"/>
            <p:cNvSpPr/>
            <p:nvPr/>
          </p:nvSpPr>
          <p:spPr>
            <a:xfrm>
              <a:off x="6704800" y="2983975"/>
              <a:ext cx="9700" cy="9675"/>
            </a:xfrm>
            <a:custGeom>
              <a:rect b="b" l="l" r="r" t="t"/>
              <a:pathLst>
                <a:path extrusionOk="0" h="387" w="388">
                  <a:moveTo>
                    <a:pt x="195" y="0"/>
                  </a:moveTo>
                  <a:cubicBezTo>
                    <a:pt x="87" y="0"/>
                    <a:pt x="1" y="88"/>
                    <a:pt x="1" y="194"/>
                  </a:cubicBezTo>
                  <a:cubicBezTo>
                    <a:pt x="1" y="300"/>
                    <a:pt x="87" y="387"/>
                    <a:pt x="195" y="387"/>
                  </a:cubicBezTo>
                  <a:cubicBezTo>
                    <a:pt x="301" y="387"/>
                    <a:pt x="387" y="300"/>
                    <a:pt x="387" y="194"/>
                  </a:cubicBezTo>
                  <a:cubicBezTo>
                    <a:pt x="387" y="88"/>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8"/>
            <p:cNvSpPr/>
            <p:nvPr/>
          </p:nvSpPr>
          <p:spPr>
            <a:xfrm>
              <a:off x="6796450" y="2892375"/>
              <a:ext cx="9650" cy="9675"/>
            </a:xfrm>
            <a:custGeom>
              <a:rect b="b" l="l" r="r" t="t"/>
              <a:pathLst>
                <a:path extrusionOk="0" h="387" w="386">
                  <a:moveTo>
                    <a:pt x="193" y="0"/>
                  </a:moveTo>
                  <a:cubicBezTo>
                    <a:pt x="87" y="0"/>
                    <a:pt x="0" y="87"/>
                    <a:pt x="0" y="194"/>
                  </a:cubicBezTo>
                  <a:cubicBezTo>
                    <a:pt x="0" y="300"/>
                    <a:pt x="87" y="387"/>
                    <a:pt x="193" y="387"/>
                  </a:cubicBezTo>
                  <a:cubicBezTo>
                    <a:pt x="299" y="387"/>
                    <a:pt x="385" y="300"/>
                    <a:pt x="385" y="194"/>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8"/>
            <p:cNvSpPr/>
            <p:nvPr/>
          </p:nvSpPr>
          <p:spPr>
            <a:xfrm>
              <a:off x="6552125" y="3136675"/>
              <a:ext cx="9675" cy="9675"/>
            </a:xfrm>
            <a:custGeom>
              <a:rect b="b" l="l" r="r" t="t"/>
              <a:pathLst>
                <a:path extrusionOk="0" h="387" w="387">
                  <a:moveTo>
                    <a:pt x="194" y="1"/>
                  </a:moveTo>
                  <a:cubicBezTo>
                    <a:pt x="87" y="1"/>
                    <a:pt x="0" y="87"/>
                    <a:pt x="0" y="194"/>
                  </a:cubicBezTo>
                  <a:cubicBezTo>
                    <a:pt x="0" y="300"/>
                    <a:pt x="87" y="386"/>
                    <a:pt x="194" y="386"/>
                  </a:cubicBezTo>
                  <a:cubicBezTo>
                    <a:pt x="301" y="386"/>
                    <a:pt x="387" y="300"/>
                    <a:pt x="387" y="194"/>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8"/>
            <p:cNvSpPr/>
            <p:nvPr/>
          </p:nvSpPr>
          <p:spPr>
            <a:xfrm>
              <a:off x="6613225" y="3075600"/>
              <a:ext cx="9650" cy="9675"/>
            </a:xfrm>
            <a:custGeom>
              <a:rect b="b" l="l" r="r" t="t"/>
              <a:pathLst>
                <a:path extrusionOk="0" h="387" w="386">
                  <a:moveTo>
                    <a:pt x="193" y="0"/>
                  </a:moveTo>
                  <a:cubicBezTo>
                    <a:pt x="86" y="0"/>
                    <a:pt x="0" y="87"/>
                    <a:pt x="0" y="193"/>
                  </a:cubicBezTo>
                  <a:cubicBezTo>
                    <a:pt x="0" y="301"/>
                    <a:pt x="86"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8"/>
            <p:cNvSpPr/>
            <p:nvPr/>
          </p:nvSpPr>
          <p:spPr>
            <a:xfrm>
              <a:off x="6672625" y="3014525"/>
              <a:ext cx="12950" cy="9675"/>
            </a:xfrm>
            <a:custGeom>
              <a:rect b="b" l="l" r="r" t="t"/>
              <a:pathLst>
                <a:path extrusionOk="0" h="387" w="518">
                  <a:moveTo>
                    <a:pt x="260" y="1"/>
                  </a:moveTo>
                  <a:cubicBezTo>
                    <a:pt x="210" y="1"/>
                    <a:pt x="161" y="20"/>
                    <a:pt x="124" y="58"/>
                  </a:cubicBezTo>
                  <a:cubicBezTo>
                    <a:pt x="1" y="179"/>
                    <a:pt x="87" y="386"/>
                    <a:pt x="260" y="386"/>
                  </a:cubicBezTo>
                  <a:cubicBezTo>
                    <a:pt x="431" y="386"/>
                    <a:pt x="518" y="179"/>
                    <a:pt x="397" y="58"/>
                  </a:cubicBezTo>
                  <a:cubicBezTo>
                    <a:pt x="359" y="20"/>
                    <a:pt x="309"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8"/>
            <p:cNvSpPr/>
            <p:nvPr/>
          </p:nvSpPr>
          <p:spPr>
            <a:xfrm>
              <a:off x="6765900" y="2922925"/>
              <a:ext cx="9675" cy="9675"/>
            </a:xfrm>
            <a:custGeom>
              <a:rect b="b" l="l" r="r" t="t"/>
              <a:pathLst>
                <a:path extrusionOk="0" h="387" w="387">
                  <a:moveTo>
                    <a:pt x="193" y="0"/>
                  </a:moveTo>
                  <a:cubicBezTo>
                    <a:pt x="87" y="0"/>
                    <a:pt x="0" y="87"/>
                    <a:pt x="0" y="193"/>
                  </a:cubicBezTo>
                  <a:cubicBezTo>
                    <a:pt x="0" y="300"/>
                    <a:pt x="87" y="387"/>
                    <a:pt x="193" y="387"/>
                  </a:cubicBezTo>
                  <a:cubicBezTo>
                    <a:pt x="299" y="387"/>
                    <a:pt x="387" y="300"/>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8"/>
            <p:cNvSpPr/>
            <p:nvPr/>
          </p:nvSpPr>
          <p:spPr>
            <a:xfrm>
              <a:off x="6826950" y="2861825"/>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8"/>
            <p:cNvSpPr/>
            <p:nvPr/>
          </p:nvSpPr>
          <p:spPr>
            <a:xfrm>
              <a:off x="6857500" y="2831325"/>
              <a:ext cx="9675" cy="9650"/>
            </a:xfrm>
            <a:custGeom>
              <a:rect b="b" l="l" r="r" t="t"/>
              <a:pathLst>
                <a:path extrusionOk="0" h="386" w="387">
                  <a:moveTo>
                    <a:pt x="194" y="0"/>
                  </a:moveTo>
                  <a:cubicBezTo>
                    <a:pt x="87" y="0"/>
                    <a:pt x="0" y="87"/>
                    <a:pt x="0" y="193"/>
                  </a:cubicBezTo>
                  <a:cubicBezTo>
                    <a:pt x="0" y="299"/>
                    <a:pt x="87" y="385"/>
                    <a:pt x="194" y="385"/>
                  </a:cubicBezTo>
                  <a:cubicBezTo>
                    <a:pt x="300" y="385"/>
                    <a:pt x="387" y="299"/>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8"/>
            <p:cNvSpPr/>
            <p:nvPr/>
          </p:nvSpPr>
          <p:spPr>
            <a:xfrm>
              <a:off x="6888025" y="2800775"/>
              <a:ext cx="9700" cy="9650"/>
            </a:xfrm>
            <a:custGeom>
              <a:rect b="b" l="l" r="r" t="t"/>
              <a:pathLst>
                <a:path extrusionOk="0" h="386" w="388">
                  <a:moveTo>
                    <a:pt x="193" y="1"/>
                  </a:moveTo>
                  <a:cubicBezTo>
                    <a:pt x="87" y="1"/>
                    <a:pt x="1" y="87"/>
                    <a:pt x="1" y="193"/>
                  </a:cubicBezTo>
                  <a:cubicBezTo>
                    <a:pt x="1" y="299"/>
                    <a:pt x="87" y="386"/>
                    <a:pt x="193" y="386"/>
                  </a:cubicBezTo>
                  <a:cubicBezTo>
                    <a:pt x="301" y="386"/>
                    <a:pt x="388" y="299"/>
                    <a:pt x="388" y="193"/>
                  </a:cubicBezTo>
                  <a:cubicBezTo>
                    <a:pt x="388"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8"/>
            <p:cNvSpPr/>
            <p:nvPr/>
          </p:nvSpPr>
          <p:spPr>
            <a:xfrm>
              <a:off x="6916950" y="2770225"/>
              <a:ext cx="12900" cy="9700"/>
            </a:xfrm>
            <a:custGeom>
              <a:rect b="b" l="l" r="r" t="t"/>
              <a:pathLst>
                <a:path extrusionOk="0" h="388" w="516">
                  <a:moveTo>
                    <a:pt x="258" y="0"/>
                  </a:moveTo>
                  <a:cubicBezTo>
                    <a:pt x="209" y="0"/>
                    <a:pt x="160" y="19"/>
                    <a:pt x="122" y="57"/>
                  </a:cubicBezTo>
                  <a:cubicBezTo>
                    <a:pt x="1" y="178"/>
                    <a:pt x="85" y="387"/>
                    <a:pt x="258" y="387"/>
                  </a:cubicBezTo>
                  <a:cubicBezTo>
                    <a:pt x="430" y="387"/>
                    <a:pt x="516" y="178"/>
                    <a:pt x="395" y="57"/>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8"/>
            <p:cNvSpPr/>
            <p:nvPr/>
          </p:nvSpPr>
          <p:spPr>
            <a:xfrm>
              <a:off x="6735350" y="2953450"/>
              <a:ext cx="9700" cy="9650"/>
            </a:xfrm>
            <a:custGeom>
              <a:rect b="b" l="l" r="r" t="t"/>
              <a:pathLst>
                <a:path extrusionOk="0" h="386" w="388">
                  <a:moveTo>
                    <a:pt x="193" y="1"/>
                  </a:moveTo>
                  <a:cubicBezTo>
                    <a:pt x="87" y="1"/>
                    <a:pt x="1" y="87"/>
                    <a:pt x="1" y="193"/>
                  </a:cubicBezTo>
                  <a:cubicBezTo>
                    <a:pt x="1" y="300"/>
                    <a:pt x="87" y="386"/>
                    <a:pt x="193" y="386"/>
                  </a:cubicBezTo>
                  <a:cubicBezTo>
                    <a:pt x="301" y="386"/>
                    <a:pt x="387" y="300"/>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8"/>
            <p:cNvSpPr/>
            <p:nvPr/>
          </p:nvSpPr>
          <p:spPr>
            <a:xfrm>
              <a:off x="6611650" y="3135100"/>
              <a:ext cx="9650" cy="9675"/>
            </a:xfrm>
            <a:custGeom>
              <a:rect b="b" l="l" r="r" t="t"/>
              <a:pathLst>
                <a:path extrusionOk="0" h="387" w="386">
                  <a:moveTo>
                    <a:pt x="193" y="0"/>
                  </a:moveTo>
                  <a:cubicBezTo>
                    <a:pt x="87" y="0"/>
                    <a:pt x="1" y="87"/>
                    <a:pt x="1" y="194"/>
                  </a:cubicBezTo>
                  <a:cubicBezTo>
                    <a:pt x="1" y="300"/>
                    <a:pt x="87" y="387"/>
                    <a:pt x="193" y="387"/>
                  </a:cubicBezTo>
                  <a:cubicBezTo>
                    <a:pt x="299" y="387"/>
                    <a:pt x="386" y="300"/>
                    <a:pt x="386" y="194"/>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8"/>
            <p:cNvSpPr/>
            <p:nvPr/>
          </p:nvSpPr>
          <p:spPr>
            <a:xfrm>
              <a:off x="6672700" y="3074000"/>
              <a:ext cx="9700" cy="9700"/>
            </a:xfrm>
            <a:custGeom>
              <a:rect b="b" l="l" r="r" t="t"/>
              <a:pathLst>
                <a:path extrusionOk="0" h="388" w="388">
                  <a:moveTo>
                    <a:pt x="193" y="1"/>
                  </a:moveTo>
                  <a:cubicBezTo>
                    <a:pt x="87" y="1"/>
                    <a:pt x="1" y="89"/>
                    <a:pt x="1" y="195"/>
                  </a:cubicBezTo>
                  <a:cubicBezTo>
                    <a:pt x="1" y="301"/>
                    <a:pt x="87" y="387"/>
                    <a:pt x="193" y="387"/>
                  </a:cubicBezTo>
                  <a:cubicBezTo>
                    <a:pt x="301" y="387"/>
                    <a:pt x="387" y="301"/>
                    <a:pt x="387" y="195"/>
                  </a:cubicBezTo>
                  <a:cubicBezTo>
                    <a:pt x="387" y="89"/>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8"/>
            <p:cNvSpPr/>
            <p:nvPr/>
          </p:nvSpPr>
          <p:spPr>
            <a:xfrm>
              <a:off x="6732175" y="3012975"/>
              <a:ext cx="12900" cy="9675"/>
            </a:xfrm>
            <a:custGeom>
              <a:rect b="b" l="l" r="r" t="t"/>
              <a:pathLst>
                <a:path extrusionOk="0" h="387" w="516">
                  <a:moveTo>
                    <a:pt x="258" y="0"/>
                  </a:moveTo>
                  <a:cubicBezTo>
                    <a:pt x="209" y="0"/>
                    <a:pt x="159" y="19"/>
                    <a:pt x="122" y="56"/>
                  </a:cubicBezTo>
                  <a:cubicBezTo>
                    <a:pt x="0" y="177"/>
                    <a:pt x="87" y="386"/>
                    <a:pt x="258" y="386"/>
                  </a:cubicBezTo>
                  <a:cubicBezTo>
                    <a:pt x="431" y="386"/>
                    <a:pt x="516" y="177"/>
                    <a:pt x="394" y="56"/>
                  </a:cubicBezTo>
                  <a:cubicBezTo>
                    <a:pt x="356" y="19"/>
                    <a:pt x="307"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8"/>
            <p:cNvSpPr/>
            <p:nvPr/>
          </p:nvSpPr>
          <p:spPr>
            <a:xfrm>
              <a:off x="6825400" y="2921350"/>
              <a:ext cx="9675" cy="9650"/>
            </a:xfrm>
            <a:custGeom>
              <a:rect b="b" l="l" r="r" t="t"/>
              <a:pathLst>
                <a:path extrusionOk="0" h="386" w="387">
                  <a:moveTo>
                    <a:pt x="194" y="1"/>
                  </a:moveTo>
                  <a:cubicBezTo>
                    <a:pt x="87" y="1"/>
                    <a:pt x="0" y="87"/>
                    <a:pt x="0" y="193"/>
                  </a:cubicBezTo>
                  <a:cubicBezTo>
                    <a:pt x="0" y="300"/>
                    <a:pt x="87"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8"/>
            <p:cNvSpPr/>
            <p:nvPr/>
          </p:nvSpPr>
          <p:spPr>
            <a:xfrm>
              <a:off x="6581125" y="3165650"/>
              <a:ext cx="9650" cy="9675"/>
            </a:xfrm>
            <a:custGeom>
              <a:rect b="b" l="l" r="r" t="t"/>
              <a:pathLst>
                <a:path extrusionOk="0" h="387" w="386">
                  <a:moveTo>
                    <a:pt x="193" y="0"/>
                  </a:moveTo>
                  <a:cubicBezTo>
                    <a:pt x="86" y="0"/>
                    <a:pt x="0" y="86"/>
                    <a:pt x="0" y="193"/>
                  </a:cubicBezTo>
                  <a:cubicBezTo>
                    <a:pt x="0" y="300"/>
                    <a:pt x="86" y="387"/>
                    <a:pt x="193" y="387"/>
                  </a:cubicBezTo>
                  <a:cubicBezTo>
                    <a:pt x="299" y="387"/>
                    <a:pt x="385" y="300"/>
                    <a:pt x="385" y="193"/>
                  </a:cubicBezTo>
                  <a:cubicBezTo>
                    <a:pt x="385" y="86"/>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8"/>
            <p:cNvSpPr/>
            <p:nvPr/>
          </p:nvSpPr>
          <p:spPr>
            <a:xfrm>
              <a:off x="6640525" y="3104575"/>
              <a:ext cx="12950" cy="9675"/>
            </a:xfrm>
            <a:custGeom>
              <a:rect b="b" l="l" r="r" t="t"/>
              <a:pathLst>
                <a:path extrusionOk="0" h="387" w="518">
                  <a:moveTo>
                    <a:pt x="260" y="0"/>
                  </a:moveTo>
                  <a:cubicBezTo>
                    <a:pt x="210" y="0"/>
                    <a:pt x="161" y="19"/>
                    <a:pt x="124" y="57"/>
                  </a:cubicBezTo>
                  <a:cubicBezTo>
                    <a:pt x="1" y="178"/>
                    <a:pt x="87" y="386"/>
                    <a:pt x="260" y="386"/>
                  </a:cubicBezTo>
                  <a:cubicBezTo>
                    <a:pt x="431" y="386"/>
                    <a:pt x="518" y="178"/>
                    <a:pt x="397" y="57"/>
                  </a:cubicBezTo>
                  <a:cubicBezTo>
                    <a:pt x="359" y="19"/>
                    <a:pt x="309" y="0"/>
                    <a:pt x="2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8"/>
            <p:cNvSpPr/>
            <p:nvPr/>
          </p:nvSpPr>
          <p:spPr>
            <a:xfrm>
              <a:off x="6703250" y="3043500"/>
              <a:ext cx="9700" cy="9650"/>
            </a:xfrm>
            <a:custGeom>
              <a:rect b="b" l="l" r="r" t="t"/>
              <a:pathLst>
                <a:path extrusionOk="0" h="386" w="388">
                  <a:moveTo>
                    <a:pt x="193" y="1"/>
                  </a:moveTo>
                  <a:cubicBezTo>
                    <a:pt x="87" y="1"/>
                    <a:pt x="1" y="87"/>
                    <a:pt x="1" y="193"/>
                  </a:cubicBezTo>
                  <a:cubicBezTo>
                    <a:pt x="1" y="299"/>
                    <a:pt x="87" y="386"/>
                    <a:pt x="193" y="386"/>
                  </a:cubicBezTo>
                  <a:cubicBezTo>
                    <a:pt x="301" y="386"/>
                    <a:pt x="387" y="299"/>
                    <a:pt x="387" y="193"/>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8"/>
            <p:cNvSpPr/>
            <p:nvPr/>
          </p:nvSpPr>
          <p:spPr>
            <a:xfrm>
              <a:off x="6794850" y="2951875"/>
              <a:ext cx="9675" cy="9675"/>
            </a:xfrm>
            <a:custGeom>
              <a:rect b="b" l="l" r="r" t="t"/>
              <a:pathLst>
                <a:path extrusionOk="0" h="387" w="387">
                  <a:moveTo>
                    <a:pt x="195" y="0"/>
                  </a:moveTo>
                  <a:cubicBezTo>
                    <a:pt x="87" y="0"/>
                    <a:pt x="0" y="87"/>
                    <a:pt x="0" y="194"/>
                  </a:cubicBezTo>
                  <a:cubicBezTo>
                    <a:pt x="0" y="300"/>
                    <a:pt x="87" y="387"/>
                    <a:pt x="195" y="387"/>
                  </a:cubicBezTo>
                  <a:cubicBezTo>
                    <a:pt x="301" y="387"/>
                    <a:pt x="387" y="300"/>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8"/>
            <p:cNvSpPr/>
            <p:nvPr/>
          </p:nvSpPr>
          <p:spPr>
            <a:xfrm>
              <a:off x="6855950" y="2890825"/>
              <a:ext cx="9675" cy="9675"/>
            </a:xfrm>
            <a:custGeom>
              <a:rect b="b" l="l" r="r" t="t"/>
              <a:pathLst>
                <a:path extrusionOk="0" h="387" w="387">
                  <a:moveTo>
                    <a:pt x="193" y="0"/>
                  </a:moveTo>
                  <a:cubicBezTo>
                    <a:pt x="86" y="0"/>
                    <a:pt x="0" y="87"/>
                    <a:pt x="0" y="193"/>
                  </a:cubicBezTo>
                  <a:cubicBezTo>
                    <a:pt x="0" y="299"/>
                    <a:pt x="86" y="387"/>
                    <a:pt x="193" y="387"/>
                  </a:cubicBezTo>
                  <a:cubicBezTo>
                    <a:pt x="300" y="387"/>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8"/>
            <p:cNvSpPr/>
            <p:nvPr/>
          </p:nvSpPr>
          <p:spPr>
            <a:xfrm>
              <a:off x="6886475" y="2860275"/>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8"/>
            <p:cNvSpPr/>
            <p:nvPr/>
          </p:nvSpPr>
          <p:spPr>
            <a:xfrm>
              <a:off x="6917000" y="2829725"/>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8"/>
            <p:cNvSpPr/>
            <p:nvPr/>
          </p:nvSpPr>
          <p:spPr>
            <a:xfrm>
              <a:off x="6947525" y="279917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8"/>
            <p:cNvSpPr/>
            <p:nvPr/>
          </p:nvSpPr>
          <p:spPr>
            <a:xfrm>
              <a:off x="6764350" y="2982400"/>
              <a:ext cx="9650" cy="9700"/>
            </a:xfrm>
            <a:custGeom>
              <a:rect b="b" l="l" r="r" t="t"/>
              <a:pathLst>
                <a:path extrusionOk="0" h="388" w="386">
                  <a:moveTo>
                    <a:pt x="193" y="1"/>
                  </a:moveTo>
                  <a:cubicBezTo>
                    <a:pt x="87" y="1"/>
                    <a:pt x="0" y="87"/>
                    <a:pt x="0" y="193"/>
                  </a:cubicBezTo>
                  <a:cubicBezTo>
                    <a:pt x="0" y="301"/>
                    <a:pt x="87" y="388"/>
                    <a:pt x="193" y="388"/>
                  </a:cubicBezTo>
                  <a:cubicBezTo>
                    <a:pt x="299" y="388"/>
                    <a:pt x="385" y="301"/>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8"/>
            <p:cNvSpPr/>
            <p:nvPr/>
          </p:nvSpPr>
          <p:spPr>
            <a:xfrm>
              <a:off x="6640600" y="3164075"/>
              <a:ext cx="9700" cy="9650"/>
            </a:xfrm>
            <a:custGeom>
              <a:rect b="b" l="l" r="r" t="t"/>
              <a:pathLst>
                <a:path extrusionOk="0" h="386" w="388">
                  <a:moveTo>
                    <a:pt x="193" y="1"/>
                  </a:moveTo>
                  <a:cubicBezTo>
                    <a:pt x="87" y="1"/>
                    <a:pt x="1" y="87"/>
                    <a:pt x="1" y="193"/>
                  </a:cubicBezTo>
                  <a:cubicBezTo>
                    <a:pt x="1" y="300"/>
                    <a:pt x="87" y="386"/>
                    <a:pt x="193" y="386"/>
                  </a:cubicBezTo>
                  <a:cubicBezTo>
                    <a:pt x="301" y="386"/>
                    <a:pt x="388" y="300"/>
                    <a:pt x="388" y="193"/>
                  </a:cubicBezTo>
                  <a:cubicBezTo>
                    <a:pt x="388"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8"/>
            <p:cNvSpPr/>
            <p:nvPr/>
          </p:nvSpPr>
          <p:spPr>
            <a:xfrm>
              <a:off x="6701700" y="3103000"/>
              <a:ext cx="9650" cy="9675"/>
            </a:xfrm>
            <a:custGeom>
              <a:rect b="b" l="l" r="r" t="t"/>
              <a:pathLst>
                <a:path extrusionOk="0" h="387" w="386">
                  <a:moveTo>
                    <a:pt x="193" y="0"/>
                  </a:moveTo>
                  <a:cubicBezTo>
                    <a:pt x="87" y="0"/>
                    <a:pt x="1" y="87"/>
                    <a:pt x="1" y="193"/>
                  </a:cubicBezTo>
                  <a:cubicBezTo>
                    <a:pt x="1" y="301"/>
                    <a:pt x="87" y="387"/>
                    <a:pt x="193" y="387"/>
                  </a:cubicBezTo>
                  <a:cubicBezTo>
                    <a:pt x="299" y="387"/>
                    <a:pt x="386" y="301"/>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8"/>
            <p:cNvSpPr/>
            <p:nvPr/>
          </p:nvSpPr>
          <p:spPr>
            <a:xfrm>
              <a:off x="6762750" y="30419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8"/>
            <p:cNvSpPr/>
            <p:nvPr/>
          </p:nvSpPr>
          <p:spPr>
            <a:xfrm>
              <a:off x="6854350" y="2950325"/>
              <a:ext cx="9675" cy="9675"/>
            </a:xfrm>
            <a:custGeom>
              <a:rect b="b" l="l" r="r" t="t"/>
              <a:pathLst>
                <a:path extrusionOk="0" h="387" w="387">
                  <a:moveTo>
                    <a:pt x="194" y="0"/>
                  </a:moveTo>
                  <a:cubicBezTo>
                    <a:pt x="88" y="0"/>
                    <a:pt x="0" y="86"/>
                    <a:pt x="0" y="193"/>
                  </a:cubicBezTo>
                  <a:cubicBezTo>
                    <a:pt x="0" y="300"/>
                    <a:pt x="88" y="387"/>
                    <a:pt x="194" y="387"/>
                  </a:cubicBezTo>
                  <a:cubicBezTo>
                    <a:pt x="301" y="387"/>
                    <a:pt x="387" y="300"/>
                    <a:pt x="387" y="193"/>
                  </a:cubicBezTo>
                  <a:cubicBezTo>
                    <a:pt x="387" y="86"/>
                    <a:pt x="301"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8"/>
            <p:cNvSpPr/>
            <p:nvPr/>
          </p:nvSpPr>
          <p:spPr>
            <a:xfrm>
              <a:off x="6608450" y="3194600"/>
              <a:ext cx="12925" cy="9675"/>
            </a:xfrm>
            <a:custGeom>
              <a:rect b="b" l="l" r="r" t="t"/>
              <a:pathLst>
                <a:path extrusionOk="0" h="387" w="517">
                  <a:moveTo>
                    <a:pt x="258" y="1"/>
                  </a:moveTo>
                  <a:cubicBezTo>
                    <a:pt x="209" y="1"/>
                    <a:pt x="159" y="20"/>
                    <a:pt x="121" y="58"/>
                  </a:cubicBezTo>
                  <a:cubicBezTo>
                    <a:pt x="0" y="179"/>
                    <a:pt x="86" y="387"/>
                    <a:pt x="259" y="387"/>
                  </a:cubicBezTo>
                  <a:cubicBezTo>
                    <a:pt x="431" y="387"/>
                    <a:pt x="517" y="179"/>
                    <a:pt x="396" y="58"/>
                  </a:cubicBezTo>
                  <a:cubicBezTo>
                    <a:pt x="358" y="20"/>
                    <a:pt x="308"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8"/>
            <p:cNvSpPr/>
            <p:nvPr/>
          </p:nvSpPr>
          <p:spPr>
            <a:xfrm>
              <a:off x="6671150" y="3133550"/>
              <a:ext cx="9700" cy="9675"/>
            </a:xfrm>
            <a:custGeom>
              <a:rect b="b" l="l" r="r" t="t"/>
              <a:pathLst>
                <a:path extrusionOk="0" h="387" w="388">
                  <a:moveTo>
                    <a:pt x="193" y="0"/>
                  </a:moveTo>
                  <a:cubicBezTo>
                    <a:pt x="87" y="0"/>
                    <a:pt x="1" y="87"/>
                    <a:pt x="1" y="193"/>
                  </a:cubicBezTo>
                  <a:cubicBezTo>
                    <a:pt x="1" y="300"/>
                    <a:pt x="87" y="387"/>
                    <a:pt x="193" y="387"/>
                  </a:cubicBezTo>
                  <a:cubicBezTo>
                    <a:pt x="299" y="387"/>
                    <a:pt x="387" y="300"/>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8"/>
            <p:cNvSpPr/>
            <p:nvPr/>
          </p:nvSpPr>
          <p:spPr>
            <a:xfrm>
              <a:off x="6732200" y="30724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8"/>
            <p:cNvSpPr/>
            <p:nvPr/>
          </p:nvSpPr>
          <p:spPr>
            <a:xfrm>
              <a:off x="6822200" y="2980850"/>
              <a:ext cx="12925" cy="9700"/>
            </a:xfrm>
            <a:custGeom>
              <a:rect b="b" l="l" r="r" t="t"/>
              <a:pathLst>
                <a:path extrusionOk="0" h="388" w="517">
                  <a:moveTo>
                    <a:pt x="259" y="0"/>
                  </a:moveTo>
                  <a:cubicBezTo>
                    <a:pt x="209" y="0"/>
                    <a:pt x="160" y="19"/>
                    <a:pt x="122" y="57"/>
                  </a:cubicBezTo>
                  <a:cubicBezTo>
                    <a:pt x="1" y="178"/>
                    <a:pt x="86" y="387"/>
                    <a:pt x="259" y="387"/>
                  </a:cubicBezTo>
                  <a:cubicBezTo>
                    <a:pt x="430" y="387"/>
                    <a:pt x="516" y="178"/>
                    <a:pt x="395" y="57"/>
                  </a:cubicBezTo>
                  <a:cubicBezTo>
                    <a:pt x="357"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8"/>
            <p:cNvSpPr/>
            <p:nvPr/>
          </p:nvSpPr>
          <p:spPr>
            <a:xfrm>
              <a:off x="6884900" y="2919775"/>
              <a:ext cx="9675" cy="9675"/>
            </a:xfrm>
            <a:custGeom>
              <a:rect b="b" l="l" r="r" t="t"/>
              <a:pathLst>
                <a:path extrusionOk="0" h="387" w="387">
                  <a:moveTo>
                    <a:pt x="194" y="0"/>
                  </a:moveTo>
                  <a:cubicBezTo>
                    <a:pt x="87" y="0"/>
                    <a:pt x="0" y="87"/>
                    <a:pt x="0" y="194"/>
                  </a:cubicBezTo>
                  <a:cubicBezTo>
                    <a:pt x="0" y="300"/>
                    <a:pt x="87" y="387"/>
                    <a:pt x="194" y="387"/>
                  </a:cubicBezTo>
                  <a:cubicBezTo>
                    <a:pt x="300" y="387"/>
                    <a:pt x="387" y="300"/>
                    <a:pt x="387" y="194"/>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8"/>
            <p:cNvSpPr/>
            <p:nvPr/>
          </p:nvSpPr>
          <p:spPr>
            <a:xfrm>
              <a:off x="6915425" y="28892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8"/>
            <p:cNvSpPr/>
            <p:nvPr/>
          </p:nvSpPr>
          <p:spPr>
            <a:xfrm>
              <a:off x="6944350" y="2858700"/>
              <a:ext cx="12950" cy="9675"/>
            </a:xfrm>
            <a:custGeom>
              <a:rect b="b" l="l" r="r" t="t"/>
              <a:pathLst>
                <a:path extrusionOk="0" h="387" w="518">
                  <a:moveTo>
                    <a:pt x="259" y="1"/>
                  </a:moveTo>
                  <a:cubicBezTo>
                    <a:pt x="209" y="1"/>
                    <a:pt x="160" y="19"/>
                    <a:pt x="122" y="57"/>
                  </a:cubicBezTo>
                  <a:cubicBezTo>
                    <a:pt x="1" y="179"/>
                    <a:pt x="87" y="386"/>
                    <a:pt x="258" y="386"/>
                  </a:cubicBezTo>
                  <a:cubicBezTo>
                    <a:pt x="431" y="386"/>
                    <a:pt x="517" y="179"/>
                    <a:pt x="395" y="57"/>
                  </a:cubicBezTo>
                  <a:cubicBezTo>
                    <a:pt x="358" y="19"/>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8"/>
            <p:cNvSpPr/>
            <p:nvPr/>
          </p:nvSpPr>
          <p:spPr>
            <a:xfrm>
              <a:off x="6976525" y="2828175"/>
              <a:ext cx="9650" cy="9650"/>
            </a:xfrm>
            <a:custGeom>
              <a:rect b="b" l="l" r="r" t="t"/>
              <a:pathLst>
                <a:path extrusionOk="0" h="386" w="386">
                  <a:moveTo>
                    <a:pt x="193" y="0"/>
                  </a:moveTo>
                  <a:cubicBezTo>
                    <a:pt x="87" y="0"/>
                    <a:pt x="0" y="87"/>
                    <a:pt x="0" y="193"/>
                  </a:cubicBezTo>
                  <a:cubicBezTo>
                    <a:pt x="0" y="299"/>
                    <a:pt x="87" y="386"/>
                    <a:pt x="193" y="386"/>
                  </a:cubicBezTo>
                  <a:cubicBezTo>
                    <a:pt x="299" y="386"/>
                    <a:pt x="386" y="299"/>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8"/>
            <p:cNvSpPr/>
            <p:nvPr/>
          </p:nvSpPr>
          <p:spPr>
            <a:xfrm>
              <a:off x="6793300" y="30114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8"/>
            <p:cNvSpPr/>
            <p:nvPr/>
          </p:nvSpPr>
          <p:spPr>
            <a:xfrm>
              <a:off x="6669575" y="3193050"/>
              <a:ext cx="9675" cy="9675"/>
            </a:xfrm>
            <a:custGeom>
              <a:rect b="b" l="l" r="r" t="t"/>
              <a:pathLst>
                <a:path extrusionOk="0" h="387" w="387">
                  <a:moveTo>
                    <a:pt x="194" y="0"/>
                  </a:moveTo>
                  <a:cubicBezTo>
                    <a:pt x="86" y="0"/>
                    <a:pt x="0" y="86"/>
                    <a:pt x="0" y="193"/>
                  </a:cubicBezTo>
                  <a:cubicBezTo>
                    <a:pt x="0" y="300"/>
                    <a:pt x="86" y="387"/>
                    <a:pt x="194" y="387"/>
                  </a:cubicBezTo>
                  <a:cubicBezTo>
                    <a:pt x="300" y="387"/>
                    <a:pt x="387" y="300"/>
                    <a:pt x="387" y="193"/>
                  </a:cubicBezTo>
                  <a:cubicBezTo>
                    <a:pt x="387" y="86"/>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8"/>
            <p:cNvSpPr/>
            <p:nvPr/>
          </p:nvSpPr>
          <p:spPr>
            <a:xfrm>
              <a:off x="6730650" y="3131950"/>
              <a:ext cx="9700" cy="9700"/>
            </a:xfrm>
            <a:custGeom>
              <a:rect b="b" l="l" r="r" t="t"/>
              <a:pathLst>
                <a:path extrusionOk="0" h="388" w="388">
                  <a:moveTo>
                    <a:pt x="193" y="1"/>
                  </a:moveTo>
                  <a:cubicBezTo>
                    <a:pt x="87" y="1"/>
                    <a:pt x="1" y="88"/>
                    <a:pt x="1" y="195"/>
                  </a:cubicBezTo>
                  <a:cubicBezTo>
                    <a:pt x="1" y="301"/>
                    <a:pt x="87" y="387"/>
                    <a:pt x="193" y="387"/>
                  </a:cubicBezTo>
                  <a:cubicBezTo>
                    <a:pt x="301" y="387"/>
                    <a:pt x="387" y="301"/>
                    <a:pt x="387" y="195"/>
                  </a:cubicBezTo>
                  <a:cubicBezTo>
                    <a:pt x="387" y="88"/>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8"/>
            <p:cNvSpPr/>
            <p:nvPr/>
          </p:nvSpPr>
          <p:spPr>
            <a:xfrm>
              <a:off x="6791750" y="3070900"/>
              <a:ext cx="9650" cy="9700"/>
            </a:xfrm>
            <a:custGeom>
              <a:rect b="b" l="l" r="r" t="t"/>
              <a:pathLst>
                <a:path extrusionOk="0" h="388" w="386">
                  <a:moveTo>
                    <a:pt x="193" y="0"/>
                  </a:moveTo>
                  <a:cubicBezTo>
                    <a:pt x="87" y="0"/>
                    <a:pt x="0" y="87"/>
                    <a:pt x="0" y="193"/>
                  </a:cubicBezTo>
                  <a:cubicBezTo>
                    <a:pt x="0" y="301"/>
                    <a:pt x="87" y="387"/>
                    <a:pt x="193" y="387"/>
                  </a:cubicBezTo>
                  <a:cubicBezTo>
                    <a:pt x="299" y="387"/>
                    <a:pt x="385" y="301"/>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8"/>
            <p:cNvSpPr/>
            <p:nvPr/>
          </p:nvSpPr>
          <p:spPr>
            <a:xfrm>
              <a:off x="6883325" y="2979275"/>
              <a:ext cx="9700" cy="9675"/>
            </a:xfrm>
            <a:custGeom>
              <a:rect b="b" l="l" r="r" t="t"/>
              <a:pathLst>
                <a:path extrusionOk="0" h="387" w="388">
                  <a:moveTo>
                    <a:pt x="194" y="0"/>
                  </a:moveTo>
                  <a:cubicBezTo>
                    <a:pt x="87" y="0"/>
                    <a:pt x="1" y="88"/>
                    <a:pt x="1" y="194"/>
                  </a:cubicBezTo>
                  <a:cubicBezTo>
                    <a:pt x="1" y="300"/>
                    <a:pt x="87" y="387"/>
                    <a:pt x="194" y="387"/>
                  </a:cubicBezTo>
                  <a:cubicBezTo>
                    <a:pt x="301" y="387"/>
                    <a:pt x="388" y="300"/>
                    <a:pt x="388" y="194"/>
                  </a:cubicBezTo>
                  <a:cubicBezTo>
                    <a:pt x="388" y="88"/>
                    <a:pt x="301"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8"/>
            <p:cNvSpPr/>
            <p:nvPr/>
          </p:nvSpPr>
          <p:spPr>
            <a:xfrm>
              <a:off x="6639050" y="322357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8"/>
            <p:cNvSpPr/>
            <p:nvPr/>
          </p:nvSpPr>
          <p:spPr>
            <a:xfrm>
              <a:off x="6700100" y="3162500"/>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8"/>
            <p:cNvSpPr/>
            <p:nvPr/>
          </p:nvSpPr>
          <p:spPr>
            <a:xfrm>
              <a:off x="6761200" y="3101450"/>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8"/>
            <p:cNvSpPr/>
            <p:nvPr/>
          </p:nvSpPr>
          <p:spPr>
            <a:xfrm>
              <a:off x="6852800" y="300980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8"/>
            <p:cNvSpPr/>
            <p:nvPr/>
          </p:nvSpPr>
          <p:spPr>
            <a:xfrm>
              <a:off x="6912250" y="2948750"/>
              <a:ext cx="12950" cy="9650"/>
            </a:xfrm>
            <a:custGeom>
              <a:rect b="b" l="l" r="r" t="t"/>
              <a:pathLst>
                <a:path extrusionOk="0" h="386" w="518">
                  <a:moveTo>
                    <a:pt x="259" y="0"/>
                  </a:moveTo>
                  <a:cubicBezTo>
                    <a:pt x="209" y="0"/>
                    <a:pt x="160" y="19"/>
                    <a:pt x="122" y="57"/>
                  </a:cubicBezTo>
                  <a:cubicBezTo>
                    <a:pt x="1" y="178"/>
                    <a:pt x="87" y="386"/>
                    <a:pt x="258" y="386"/>
                  </a:cubicBezTo>
                  <a:cubicBezTo>
                    <a:pt x="431" y="386"/>
                    <a:pt x="517" y="178"/>
                    <a:pt x="395" y="57"/>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8"/>
            <p:cNvSpPr/>
            <p:nvPr/>
          </p:nvSpPr>
          <p:spPr>
            <a:xfrm>
              <a:off x="6944425" y="2918225"/>
              <a:ext cx="9650" cy="9675"/>
            </a:xfrm>
            <a:custGeom>
              <a:rect b="b" l="l" r="r" t="t"/>
              <a:pathLst>
                <a:path extrusionOk="0" h="387" w="386">
                  <a:moveTo>
                    <a:pt x="193" y="0"/>
                  </a:moveTo>
                  <a:cubicBezTo>
                    <a:pt x="87" y="0"/>
                    <a:pt x="1" y="87"/>
                    <a:pt x="1" y="193"/>
                  </a:cubicBezTo>
                  <a:cubicBezTo>
                    <a:pt x="1" y="300"/>
                    <a:pt x="87" y="387"/>
                    <a:pt x="193" y="387"/>
                  </a:cubicBezTo>
                  <a:cubicBezTo>
                    <a:pt x="299" y="387"/>
                    <a:pt x="386" y="300"/>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8"/>
            <p:cNvSpPr/>
            <p:nvPr/>
          </p:nvSpPr>
          <p:spPr>
            <a:xfrm>
              <a:off x="6974925" y="2887675"/>
              <a:ext cx="9700" cy="9675"/>
            </a:xfrm>
            <a:custGeom>
              <a:rect b="b" l="l" r="r" t="t"/>
              <a:pathLst>
                <a:path extrusionOk="0" h="387" w="388">
                  <a:moveTo>
                    <a:pt x="195" y="0"/>
                  </a:moveTo>
                  <a:cubicBezTo>
                    <a:pt x="87" y="0"/>
                    <a:pt x="1" y="87"/>
                    <a:pt x="1" y="193"/>
                  </a:cubicBezTo>
                  <a:cubicBezTo>
                    <a:pt x="1" y="301"/>
                    <a:pt x="87" y="387"/>
                    <a:pt x="195" y="387"/>
                  </a:cubicBezTo>
                  <a:cubicBezTo>
                    <a:pt x="301" y="387"/>
                    <a:pt x="387" y="301"/>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8"/>
            <p:cNvSpPr/>
            <p:nvPr/>
          </p:nvSpPr>
          <p:spPr>
            <a:xfrm>
              <a:off x="7005475" y="2857125"/>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8"/>
            <p:cNvSpPr/>
            <p:nvPr/>
          </p:nvSpPr>
          <p:spPr>
            <a:xfrm>
              <a:off x="6822250" y="3040350"/>
              <a:ext cx="9675" cy="9700"/>
            </a:xfrm>
            <a:custGeom>
              <a:rect b="b" l="l" r="r" t="t"/>
              <a:pathLst>
                <a:path extrusionOk="0" h="388" w="387">
                  <a:moveTo>
                    <a:pt x="194" y="1"/>
                  </a:moveTo>
                  <a:cubicBezTo>
                    <a:pt x="87" y="1"/>
                    <a:pt x="0" y="87"/>
                    <a:pt x="0" y="195"/>
                  </a:cubicBezTo>
                  <a:cubicBezTo>
                    <a:pt x="0" y="301"/>
                    <a:pt x="87" y="387"/>
                    <a:pt x="194" y="387"/>
                  </a:cubicBezTo>
                  <a:cubicBezTo>
                    <a:pt x="301" y="387"/>
                    <a:pt x="387" y="301"/>
                    <a:pt x="387" y="195"/>
                  </a:cubicBezTo>
                  <a:cubicBezTo>
                    <a:pt x="387" y="87"/>
                    <a:pt x="30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8"/>
            <p:cNvSpPr/>
            <p:nvPr/>
          </p:nvSpPr>
          <p:spPr>
            <a:xfrm>
              <a:off x="6698550" y="3222000"/>
              <a:ext cx="9700" cy="9675"/>
            </a:xfrm>
            <a:custGeom>
              <a:rect b="b" l="l" r="r" t="t"/>
              <a:pathLst>
                <a:path extrusionOk="0" h="387" w="388">
                  <a:moveTo>
                    <a:pt x="193" y="0"/>
                  </a:moveTo>
                  <a:cubicBezTo>
                    <a:pt x="87" y="0"/>
                    <a:pt x="1" y="88"/>
                    <a:pt x="1" y="194"/>
                  </a:cubicBezTo>
                  <a:cubicBezTo>
                    <a:pt x="1" y="300"/>
                    <a:pt x="87" y="387"/>
                    <a:pt x="193" y="387"/>
                  </a:cubicBezTo>
                  <a:cubicBezTo>
                    <a:pt x="301" y="387"/>
                    <a:pt x="387" y="300"/>
                    <a:pt x="387" y="194"/>
                  </a:cubicBezTo>
                  <a:cubicBezTo>
                    <a:pt x="387" y="88"/>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8"/>
            <p:cNvSpPr/>
            <p:nvPr/>
          </p:nvSpPr>
          <p:spPr>
            <a:xfrm>
              <a:off x="6759600" y="3160950"/>
              <a:ext cx="9700" cy="9675"/>
            </a:xfrm>
            <a:custGeom>
              <a:rect b="b" l="l" r="r" t="t"/>
              <a:pathLst>
                <a:path extrusionOk="0" h="387" w="388">
                  <a:moveTo>
                    <a:pt x="195" y="0"/>
                  </a:moveTo>
                  <a:cubicBezTo>
                    <a:pt x="89" y="0"/>
                    <a:pt x="1" y="87"/>
                    <a:pt x="1" y="193"/>
                  </a:cubicBezTo>
                  <a:cubicBezTo>
                    <a:pt x="1" y="300"/>
                    <a:pt x="89" y="387"/>
                    <a:pt x="195" y="387"/>
                  </a:cubicBezTo>
                  <a:cubicBezTo>
                    <a:pt x="301" y="387"/>
                    <a:pt x="387" y="300"/>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8"/>
            <p:cNvSpPr/>
            <p:nvPr/>
          </p:nvSpPr>
          <p:spPr>
            <a:xfrm>
              <a:off x="6820700" y="3099850"/>
              <a:ext cx="9675" cy="9700"/>
            </a:xfrm>
            <a:custGeom>
              <a:rect b="b" l="l" r="r" t="t"/>
              <a:pathLst>
                <a:path extrusionOk="0" h="388" w="387">
                  <a:moveTo>
                    <a:pt x="194" y="1"/>
                  </a:moveTo>
                  <a:cubicBezTo>
                    <a:pt x="87" y="1"/>
                    <a:pt x="0" y="87"/>
                    <a:pt x="0" y="195"/>
                  </a:cubicBezTo>
                  <a:cubicBezTo>
                    <a:pt x="0" y="301"/>
                    <a:pt x="87" y="387"/>
                    <a:pt x="194" y="387"/>
                  </a:cubicBezTo>
                  <a:cubicBezTo>
                    <a:pt x="300" y="387"/>
                    <a:pt x="387" y="301"/>
                    <a:pt x="387" y="195"/>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8"/>
            <p:cNvSpPr/>
            <p:nvPr/>
          </p:nvSpPr>
          <p:spPr>
            <a:xfrm>
              <a:off x="6912300" y="3008250"/>
              <a:ext cx="9675" cy="9700"/>
            </a:xfrm>
            <a:custGeom>
              <a:rect b="b" l="l" r="r" t="t"/>
              <a:pathLst>
                <a:path extrusionOk="0" h="388" w="387">
                  <a:moveTo>
                    <a:pt x="194" y="1"/>
                  </a:moveTo>
                  <a:cubicBezTo>
                    <a:pt x="88" y="1"/>
                    <a:pt x="0" y="87"/>
                    <a:pt x="0" y="193"/>
                  </a:cubicBezTo>
                  <a:cubicBezTo>
                    <a:pt x="0" y="301"/>
                    <a:pt x="88"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8"/>
            <p:cNvSpPr/>
            <p:nvPr/>
          </p:nvSpPr>
          <p:spPr>
            <a:xfrm>
              <a:off x="6666375" y="3252550"/>
              <a:ext cx="12950" cy="9675"/>
            </a:xfrm>
            <a:custGeom>
              <a:rect b="b" l="l" r="r" t="t"/>
              <a:pathLst>
                <a:path extrusionOk="0" h="387" w="518">
                  <a:moveTo>
                    <a:pt x="259" y="1"/>
                  </a:moveTo>
                  <a:cubicBezTo>
                    <a:pt x="210" y="1"/>
                    <a:pt x="160" y="20"/>
                    <a:pt x="122" y="58"/>
                  </a:cubicBezTo>
                  <a:cubicBezTo>
                    <a:pt x="1" y="179"/>
                    <a:pt x="87" y="386"/>
                    <a:pt x="258" y="386"/>
                  </a:cubicBezTo>
                  <a:cubicBezTo>
                    <a:pt x="431" y="386"/>
                    <a:pt x="518"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8"/>
            <p:cNvSpPr/>
            <p:nvPr/>
          </p:nvSpPr>
          <p:spPr>
            <a:xfrm>
              <a:off x="6729100" y="3191475"/>
              <a:ext cx="9650" cy="9650"/>
            </a:xfrm>
            <a:custGeom>
              <a:rect b="b" l="l" r="r" t="t"/>
              <a:pathLst>
                <a:path extrusionOk="0" h="386" w="386">
                  <a:moveTo>
                    <a:pt x="193" y="1"/>
                  </a:moveTo>
                  <a:cubicBezTo>
                    <a:pt x="87" y="1"/>
                    <a:pt x="0" y="87"/>
                    <a:pt x="0" y="193"/>
                  </a:cubicBezTo>
                  <a:cubicBezTo>
                    <a:pt x="0" y="300"/>
                    <a:pt x="87" y="386"/>
                    <a:pt x="193" y="386"/>
                  </a:cubicBezTo>
                  <a:cubicBezTo>
                    <a:pt x="299" y="386"/>
                    <a:pt x="386" y="300"/>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8"/>
            <p:cNvSpPr/>
            <p:nvPr/>
          </p:nvSpPr>
          <p:spPr>
            <a:xfrm>
              <a:off x="6790150" y="3130400"/>
              <a:ext cx="9700" cy="9675"/>
            </a:xfrm>
            <a:custGeom>
              <a:rect b="b" l="l" r="r" t="t"/>
              <a:pathLst>
                <a:path extrusionOk="0" h="387" w="388">
                  <a:moveTo>
                    <a:pt x="195" y="0"/>
                  </a:moveTo>
                  <a:cubicBezTo>
                    <a:pt x="87" y="0"/>
                    <a:pt x="1" y="87"/>
                    <a:pt x="1" y="194"/>
                  </a:cubicBezTo>
                  <a:cubicBezTo>
                    <a:pt x="1" y="300"/>
                    <a:pt x="87" y="387"/>
                    <a:pt x="195" y="387"/>
                  </a:cubicBezTo>
                  <a:cubicBezTo>
                    <a:pt x="301" y="387"/>
                    <a:pt x="387" y="300"/>
                    <a:pt x="387" y="194"/>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8"/>
            <p:cNvSpPr/>
            <p:nvPr/>
          </p:nvSpPr>
          <p:spPr>
            <a:xfrm>
              <a:off x="6880150" y="3038775"/>
              <a:ext cx="12925" cy="9675"/>
            </a:xfrm>
            <a:custGeom>
              <a:rect b="b" l="l" r="r" t="t"/>
              <a:pathLst>
                <a:path extrusionOk="0" h="387" w="517">
                  <a:moveTo>
                    <a:pt x="258" y="1"/>
                  </a:moveTo>
                  <a:cubicBezTo>
                    <a:pt x="209" y="1"/>
                    <a:pt x="160" y="20"/>
                    <a:pt x="122" y="58"/>
                  </a:cubicBezTo>
                  <a:cubicBezTo>
                    <a:pt x="1" y="179"/>
                    <a:pt x="87" y="387"/>
                    <a:pt x="258" y="387"/>
                  </a:cubicBezTo>
                  <a:cubicBezTo>
                    <a:pt x="431" y="387"/>
                    <a:pt x="516" y="179"/>
                    <a:pt x="395" y="58"/>
                  </a:cubicBezTo>
                  <a:cubicBezTo>
                    <a:pt x="357" y="20"/>
                    <a:pt x="308"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8"/>
            <p:cNvSpPr/>
            <p:nvPr/>
          </p:nvSpPr>
          <p:spPr>
            <a:xfrm>
              <a:off x="6942825" y="2977725"/>
              <a:ext cx="9700" cy="9675"/>
            </a:xfrm>
            <a:custGeom>
              <a:rect b="b" l="l" r="r" t="t"/>
              <a:pathLst>
                <a:path extrusionOk="0" h="387" w="388">
                  <a:moveTo>
                    <a:pt x="195" y="0"/>
                  </a:moveTo>
                  <a:cubicBezTo>
                    <a:pt x="87" y="0"/>
                    <a:pt x="1" y="86"/>
                    <a:pt x="1" y="193"/>
                  </a:cubicBezTo>
                  <a:cubicBezTo>
                    <a:pt x="1" y="300"/>
                    <a:pt x="87" y="387"/>
                    <a:pt x="195" y="387"/>
                  </a:cubicBezTo>
                  <a:cubicBezTo>
                    <a:pt x="301" y="387"/>
                    <a:pt x="387" y="300"/>
                    <a:pt x="387" y="193"/>
                  </a:cubicBezTo>
                  <a:cubicBezTo>
                    <a:pt x="387" y="86"/>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8"/>
            <p:cNvSpPr/>
            <p:nvPr/>
          </p:nvSpPr>
          <p:spPr>
            <a:xfrm>
              <a:off x="6973375" y="2947175"/>
              <a:ext cx="9700" cy="9675"/>
            </a:xfrm>
            <a:custGeom>
              <a:rect b="b" l="l" r="r" t="t"/>
              <a:pathLst>
                <a:path extrusionOk="0" h="387" w="388">
                  <a:moveTo>
                    <a:pt x="193" y="0"/>
                  </a:moveTo>
                  <a:cubicBezTo>
                    <a:pt x="87" y="0"/>
                    <a:pt x="1" y="87"/>
                    <a:pt x="1" y="194"/>
                  </a:cubicBezTo>
                  <a:cubicBezTo>
                    <a:pt x="1"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8"/>
            <p:cNvSpPr/>
            <p:nvPr/>
          </p:nvSpPr>
          <p:spPr>
            <a:xfrm>
              <a:off x="7002300" y="2916650"/>
              <a:ext cx="12950" cy="9675"/>
            </a:xfrm>
            <a:custGeom>
              <a:rect b="b" l="l" r="r" t="t"/>
              <a:pathLst>
                <a:path extrusionOk="0" h="387" w="518">
                  <a:moveTo>
                    <a:pt x="259" y="0"/>
                  </a:moveTo>
                  <a:cubicBezTo>
                    <a:pt x="209" y="0"/>
                    <a:pt x="159" y="19"/>
                    <a:pt x="122" y="57"/>
                  </a:cubicBezTo>
                  <a:cubicBezTo>
                    <a:pt x="0" y="178"/>
                    <a:pt x="87" y="386"/>
                    <a:pt x="258" y="386"/>
                  </a:cubicBezTo>
                  <a:cubicBezTo>
                    <a:pt x="431" y="386"/>
                    <a:pt x="517" y="178"/>
                    <a:pt x="394" y="57"/>
                  </a:cubicBezTo>
                  <a:cubicBezTo>
                    <a:pt x="357"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8"/>
            <p:cNvSpPr/>
            <p:nvPr/>
          </p:nvSpPr>
          <p:spPr>
            <a:xfrm>
              <a:off x="7034475" y="2886125"/>
              <a:ext cx="9675" cy="9675"/>
            </a:xfrm>
            <a:custGeom>
              <a:rect b="b" l="l" r="r" t="t"/>
              <a:pathLst>
                <a:path extrusionOk="0" h="387" w="387">
                  <a:moveTo>
                    <a:pt x="193" y="0"/>
                  </a:moveTo>
                  <a:cubicBezTo>
                    <a:pt x="87" y="0"/>
                    <a:pt x="0" y="87"/>
                    <a:pt x="0" y="193"/>
                  </a:cubicBezTo>
                  <a:cubicBezTo>
                    <a:pt x="0" y="299"/>
                    <a:pt x="87" y="387"/>
                    <a:pt x="193" y="387"/>
                  </a:cubicBezTo>
                  <a:cubicBezTo>
                    <a:pt x="299" y="387"/>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8"/>
            <p:cNvSpPr/>
            <p:nvPr/>
          </p:nvSpPr>
          <p:spPr>
            <a:xfrm>
              <a:off x="6851250" y="3069350"/>
              <a:ext cx="9675" cy="9650"/>
            </a:xfrm>
            <a:custGeom>
              <a:rect b="b" l="l" r="r" t="t"/>
              <a:pathLst>
                <a:path extrusionOk="0" h="386" w="387">
                  <a:moveTo>
                    <a:pt x="193" y="0"/>
                  </a:moveTo>
                  <a:cubicBezTo>
                    <a:pt x="86" y="0"/>
                    <a:pt x="0" y="87"/>
                    <a:pt x="0" y="193"/>
                  </a:cubicBezTo>
                  <a:cubicBezTo>
                    <a:pt x="0" y="299"/>
                    <a:pt x="86" y="385"/>
                    <a:pt x="193" y="385"/>
                  </a:cubicBezTo>
                  <a:cubicBezTo>
                    <a:pt x="300" y="385"/>
                    <a:pt x="387" y="299"/>
                    <a:pt x="387" y="193"/>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8"/>
            <p:cNvSpPr/>
            <p:nvPr/>
          </p:nvSpPr>
          <p:spPr>
            <a:xfrm>
              <a:off x="6727500" y="3250975"/>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8"/>
            <p:cNvSpPr/>
            <p:nvPr/>
          </p:nvSpPr>
          <p:spPr>
            <a:xfrm>
              <a:off x="6788600" y="3189900"/>
              <a:ext cx="9675" cy="9675"/>
            </a:xfrm>
            <a:custGeom>
              <a:rect b="b" l="l" r="r" t="t"/>
              <a:pathLst>
                <a:path extrusionOk="0" h="387" w="387">
                  <a:moveTo>
                    <a:pt x="193" y="0"/>
                  </a:moveTo>
                  <a:cubicBezTo>
                    <a:pt x="87" y="0"/>
                    <a:pt x="0" y="87"/>
                    <a:pt x="0" y="194"/>
                  </a:cubicBezTo>
                  <a:cubicBezTo>
                    <a:pt x="0" y="300"/>
                    <a:pt x="87" y="387"/>
                    <a:pt x="193" y="387"/>
                  </a:cubicBezTo>
                  <a:cubicBezTo>
                    <a:pt x="301" y="387"/>
                    <a:pt x="387" y="300"/>
                    <a:pt x="387" y="194"/>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8"/>
            <p:cNvSpPr/>
            <p:nvPr/>
          </p:nvSpPr>
          <p:spPr>
            <a:xfrm>
              <a:off x="6848050" y="3128825"/>
              <a:ext cx="12925" cy="9700"/>
            </a:xfrm>
            <a:custGeom>
              <a:rect b="b" l="l" r="r" t="t"/>
              <a:pathLst>
                <a:path extrusionOk="0" h="388" w="517">
                  <a:moveTo>
                    <a:pt x="258" y="0"/>
                  </a:moveTo>
                  <a:cubicBezTo>
                    <a:pt x="209" y="0"/>
                    <a:pt x="160" y="19"/>
                    <a:pt x="122" y="57"/>
                  </a:cubicBezTo>
                  <a:cubicBezTo>
                    <a:pt x="1" y="179"/>
                    <a:pt x="86" y="388"/>
                    <a:pt x="258" y="388"/>
                  </a:cubicBezTo>
                  <a:cubicBezTo>
                    <a:pt x="430" y="388"/>
                    <a:pt x="516" y="179"/>
                    <a:pt x="395" y="57"/>
                  </a:cubicBezTo>
                  <a:cubicBezTo>
                    <a:pt x="357" y="19"/>
                    <a:pt x="308"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8"/>
            <p:cNvSpPr/>
            <p:nvPr/>
          </p:nvSpPr>
          <p:spPr>
            <a:xfrm>
              <a:off x="6941275" y="3037200"/>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8"/>
            <p:cNvSpPr/>
            <p:nvPr/>
          </p:nvSpPr>
          <p:spPr>
            <a:xfrm>
              <a:off x="6697000" y="3281525"/>
              <a:ext cx="9650" cy="9700"/>
            </a:xfrm>
            <a:custGeom>
              <a:rect b="b" l="l" r="r" t="t"/>
              <a:pathLst>
                <a:path extrusionOk="0" h="388" w="386">
                  <a:moveTo>
                    <a:pt x="193" y="1"/>
                  </a:moveTo>
                  <a:cubicBezTo>
                    <a:pt x="87" y="1"/>
                    <a:pt x="1" y="87"/>
                    <a:pt x="1" y="193"/>
                  </a:cubicBezTo>
                  <a:cubicBezTo>
                    <a:pt x="1" y="301"/>
                    <a:pt x="87" y="387"/>
                    <a:pt x="193" y="387"/>
                  </a:cubicBezTo>
                  <a:cubicBezTo>
                    <a:pt x="299" y="387"/>
                    <a:pt x="386" y="301"/>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8"/>
            <p:cNvSpPr/>
            <p:nvPr/>
          </p:nvSpPr>
          <p:spPr>
            <a:xfrm>
              <a:off x="6756425" y="3220450"/>
              <a:ext cx="12950" cy="9675"/>
            </a:xfrm>
            <a:custGeom>
              <a:rect b="b" l="l" r="r" t="t"/>
              <a:pathLst>
                <a:path extrusionOk="0" h="387" w="518">
                  <a:moveTo>
                    <a:pt x="259" y="1"/>
                  </a:moveTo>
                  <a:cubicBezTo>
                    <a:pt x="209" y="1"/>
                    <a:pt x="160" y="20"/>
                    <a:pt x="122" y="58"/>
                  </a:cubicBezTo>
                  <a:cubicBezTo>
                    <a:pt x="0" y="179"/>
                    <a:pt x="87" y="387"/>
                    <a:pt x="260" y="387"/>
                  </a:cubicBezTo>
                  <a:cubicBezTo>
                    <a:pt x="431" y="387"/>
                    <a:pt x="517" y="179"/>
                    <a:pt x="396" y="58"/>
                  </a:cubicBezTo>
                  <a:cubicBezTo>
                    <a:pt x="358" y="20"/>
                    <a:pt x="309"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8"/>
            <p:cNvSpPr/>
            <p:nvPr/>
          </p:nvSpPr>
          <p:spPr>
            <a:xfrm>
              <a:off x="6819150" y="3159375"/>
              <a:ext cx="9650" cy="9650"/>
            </a:xfrm>
            <a:custGeom>
              <a:rect b="b" l="l" r="r" t="t"/>
              <a:pathLst>
                <a:path extrusionOk="0" h="386" w="386">
                  <a:moveTo>
                    <a:pt x="193" y="1"/>
                  </a:moveTo>
                  <a:cubicBezTo>
                    <a:pt x="87" y="1"/>
                    <a:pt x="0" y="87"/>
                    <a:pt x="0" y="193"/>
                  </a:cubicBezTo>
                  <a:cubicBezTo>
                    <a:pt x="0" y="300"/>
                    <a:pt x="87" y="386"/>
                    <a:pt x="193" y="386"/>
                  </a:cubicBezTo>
                  <a:cubicBezTo>
                    <a:pt x="299" y="386"/>
                    <a:pt x="385" y="300"/>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8"/>
            <p:cNvSpPr/>
            <p:nvPr/>
          </p:nvSpPr>
          <p:spPr>
            <a:xfrm>
              <a:off x="6910725" y="3067750"/>
              <a:ext cx="9700" cy="9700"/>
            </a:xfrm>
            <a:custGeom>
              <a:rect b="b" l="l" r="r" t="t"/>
              <a:pathLst>
                <a:path extrusionOk="0" h="388" w="388">
                  <a:moveTo>
                    <a:pt x="195" y="1"/>
                  </a:moveTo>
                  <a:cubicBezTo>
                    <a:pt x="87" y="1"/>
                    <a:pt x="1" y="87"/>
                    <a:pt x="1" y="195"/>
                  </a:cubicBezTo>
                  <a:cubicBezTo>
                    <a:pt x="1" y="301"/>
                    <a:pt x="87" y="387"/>
                    <a:pt x="195" y="387"/>
                  </a:cubicBezTo>
                  <a:cubicBezTo>
                    <a:pt x="301" y="387"/>
                    <a:pt x="388" y="301"/>
                    <a:pt x="388" y="195"/>
                  </a:cubicBezTo>
                  <a:cubicBezTo>
                    <a:pt x="388"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8"/>
            <p:cNvSpPr/>
            <p:nvPr/>
          </p:nvSpPr>
          <p:spPr>
            <a:xfrm>
              <a:off x="6971825" y="3006700"/>
              <a:ext cx="9650" cy="9650"/>
            </a:xfrm>
            <a:custGeom>
              <a:rect b="b" l="l" r="r" t="t"/>
              <a:pathLst>
                <a:path extrusionOk="0" h="386" w="386">
                  <a:moveTo>
                    <a:pt x="193" y="1"/>
                  </a:moveTo>
                  <a:cubicBezTo>
                    <a:pt x="87" y="1"/>
                    <a:pt x="1" y="87"/>
                    <a:pt x="1" y="193"/>
                  </a:cubicBezTo>
                  <a:cubicBezTo>
                    <a:pt x="1" y="299"/>
                    <a:pt x="87" y="386"/>
                    <a:pt x="193" y="386"/>
                  </a:cubicBezTo>
                  <a:cubicBezTo>
                    <a:pt x="299" y="386"/>
                    <a:pt x="386" y="299"/>
                    <a:pt x="386" y="193"/>
                  </a:cubicBezTo>
                  <a:cubicBezTo>
                    <a:pt x="386"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8"/>
            <p:cNvSpPr/>
            <p:nvPr/>
          </p:nvSpPr>
          <p:spPr>
            <a:xfrm>
              <a:off x="7002325" y="2976150"/>
              <a:ext cx="9700" cy="9650"/>
            </a:xfrm>
            <a:custGeom>
              <a:rect b="b" l="l" r="r" t="t"/>
              <a:pathLst>
                <a:path extrusionOk="0" h="386" w="388">
                  <a:moveTo>
                    <a:pt x="195" y="1"/>
                  </a:moveTo>
                  <a:cubicBezTo>
                    <a:pt x="89" y="1"/>
                    <a:pt x="1" y="87"/>
                    <a:pt x="1" y="193"/>
                  </a:cubicBezTo>
                  <a:cubicBezTo>
                    <a:pt x="1" y="299"/>
                    <a:pt x="89" y="386"/>
                    <a:pt x="195" y="386"/>
                  </a:cubicBezTo>
                  <a:cubicBezTo>
                    <a:pt x="301" y="386"/>
                    <a:pt x="387" y="299"/>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8"/>
            <p:cNvSpPr/>
            <p:nvPr/>
          </p:nvSpPr>
          <p:spPr>
            <a:xfrm>
              <a:off x="7032875" y="2945625"/>
              <a:ext cx="9700" cy="9675"/>
            </a:xfrm>
            <a:custGeom>
              <a:rect b="b" l="l" r="r" t="t"/>
              <a:pathLst>
                <a:path extrusionOk="0" h="387" w="388">
                  <a:moveTo>
                    <a:pt x="195" y="0"/>
                  </a:moveTo>
                  <a:cubicBezTo>
                    <a:pt x="87" y="0"/>
                    <a:pt x="1" y="87"/>
                    <a:pt x="1" y="193"/>
                  </a:cubicBezTo>
                  <a:cubicBezTo>
                    <a:pt x="1" y="300"/>
                    <a:pt x="87" y="387"/>
                    <a:pt x="195" y="387"/>
                  </a:cubicBezTo>
                  <a:cubicBezTo>
                    <a:pt x="301" y="387"/>
                    <a:pt x="387" y="300"/>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8"/>
            <p:cNvSpPr/>
            <p:nvPr/>
          </p:nvSpPr>
          <p:spPr>
            <a:xfrm>
              <a:off x="7063425" y="2915075"/>
              <a:ext cx="9675" cy="9675"/>
            </a:xfrm>
            <a:custGeom>
              <a:rect b="b" l="l" r="r" t="t"/>
              <a:pathLst>
                <a:path extrusionOk="0" h="387" w="387">
                  <a:moveTo>
                    <a:pt x="193" y="0"/>
                  </a:moveTo>
                  <a:cubicBezTo>
                    <a:pt x="87" y="0"/>
                    <a:pt x="0" y="87"/>
                    <a:pt x="0" y="194"/>
                  </a:cubicBezTo>
                  <a:cubicBezTo>
                    <a:pt x="0" y="300"/>
                    <a:pt x="87" y="387"/>
                    <a:pt x="193" y="387"/>
                  </a:cubicBezTo>
                  <a:cubicBezTo>
                    <a:pt x="300" y="387"/>
                    <a:pt x="387" y="300"/>
                    <a:pt x="387" y="194"/>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8"/>
            <p:cNvSpPr/>
            <p:nvPr/>
          </p:nvSpPr>
          <p:spPr>
            <a:xfrm>
              <a:off x="6880200" y="3098300"/>
              <a:ext cx="9675" cy="9675"/>
            </a:xfrm>
            <a:custGeom>
              <a:rect b="b" l="l" r="r" t="t"/>
              <a:pathLst>
                <a:path extrusionOk="0" h="387" w="387">
                  <a:moveTo>
                    <a:pt x="194" y="0"/>
                  </a:moveTo>
                  <a:cubicBezTo>
                    <a:pt x="87" y="0"/>
                    <a:pt x="0" y="87"/>
                    <a:pt x="0" y="193"/>
                  </a:cubicBezTo>
                  <a:cubicBezTo>
                    <a:pt x="0" y="301"/>
                    <a:pt x="87" y="387"/>
                    <a:pt x="194" y="387"/>
                  </a:cubicBezTo>
                  <a:cubicBezTo>
                    <a:pt x="300" y="387"/>
                    <a:pt x="387" y="301"/>
                    <a:pt x="387" y="193"/>
                  </a:cubicBezTo>
                  <a:cubicBezTo>
                    <a:pt x="387" y="87"/>
                    <a:pt x="300"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8"/>
            <p:cNvSpPr/>
            <p:nvPr/>
          </p:nvSpPr>
          <p:spPr>
            <a:xfrm>
              <a:off x="6756500" y="3279975"/>
              <a:ext cx="9675" cy="9650"/>
            </a:xfrm>
            <a:custGeom>
              <a:rect b="b" l="l" r="r" t="t"/>
              <a:pathLst>
                <a:path extrusionOk="0" h="386" w="387">
                  <a:moveTo>
                    <a:pt x="193" y="0"/>
                  </a:moveTo>
                  <a:cubicBezTo>
                    <a:pt x="87" y="0"/>
                    <a:pt x="0" y="87"/>
                    <a:pt x="0" y="193"/>
                  </a:cubicBezTo>
                  <a:cubicBezTo>
                    <a:pt x="0" y="299"/>
                    <a:pt x="87" y="385"/>
                    <a:pt x="193" y="385"/>
                  </a:cubicBezTo>
                  <a:cubicBezTo>
                    <a:pt x="299" y="385"/>
                    <a:pt x="387" y="299"/>
                    <a:pt x="387" y="193"/>
                  </a:cubicBezTo>
                  <a:cubicBezTo>
                    <a:pt x="387"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8"/>
            <p:cNvSpPr/>
            <p:nvPr/>
          </p:nvSpPr>
          <p:spPr>
            <a:xfrm>
              <a:off x="6815925" y="3218875"/>
              <a:ext cx="12950" cy="9700"/>
            </a:xfrm>
            <a:custGeom>
              <a:rect b="b" l="l" r="r" t="t"/>
              <a:pathLst>
                <a:path extrusionOk="0" h="388" w="518">
                  <a:moveTo>
                    <a:pt x="259" y="0"/>
                  </a:moveTo>
                  <a:cubicBezTo>
                    <a:pt x="209" y="0"/>
                    <a:pt x="160" y="19"/>
                    <a:pt x="123" y="57"/>
                  </a:cubicBezTo>
                  <a:cubicBezTo>
                    <a:pt x="0" y="178"/>
                    <a:pt x="87" y="387"/>
                    <a:pt x="260" y="387"/>
                  </a:cubicBezTo>
                  <a:cubicBezTo>
                    <a:pt x="431" y="387"/>
                    <a:pt x="517" y="178"/>
                    <a:pt x="396" y="57"/>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8"/>
            <p:cNvSpPr/>
            <p:nvPr/>
          </p:nvSpPr>
          <p:spPr>
            <a:xfrm>
              <a:off x="6878650" y="3157800"/>
              <a:ext cx="9675" cy="9675"/>
            </a:xfrm>
            <a:custGeom>
              <a:rect b="b" l="l" r="r" t="t"/>
              <a:pathLst>
                <a:path extrusionOk="0" h="387" w="387">
                  <a:moveTo>
                    <a:pt x="193" y="0"/>
                  </a:moveTo>
                  <a:cubicBezTo>
                    <a:pt x="86" y="0"/>
                    <a:pt x="0" y="87"/>
                    <a:pt x="0" y="194"/>
                  </a:cubicBezTo>
                  <a:cubicBezTo>
                    <a:pt x="0" y="300"/>
                    <a:pt x="86" y="387"/>
                    <a:pt x="193" y="387"/>
                  </a:cubicBezTo>
                  <a:cubicBezTo>
                    <a:pt x="300" y="387"/>
                    <a:pt x="387" y="300"/>
                    <a:pt x="387" y="194"/>
                  </a:cubicBezTo>
                  <a:cubicBezTo>
                    <a:pt x="387" y="87"/>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8"/>
            <p:cNvSpPr/>
            <p:nvPr/>
          </p:nvSpPr>
          <p:spPr>
            <a:xfrm>
              <a:off x="6970225" y="3066200"/>
              <a:ext cx="9700" cy="9700"/>
            </a:xfrm>
            <a:custGeom>
              <a:rect b="b" l="l" r="r" t="t"/>
              <a:pathLst>
                <a:path extrusionOk="0" h="388" w="388">
                  <a:moveTo>
                    <a:pt x="195" y="1"/>
                  </a:moveTo>
                  <a:cubicBezTo>
                    <a:pt x="87" y="1"/>
                    <a:pt x="1" y="87"/>
                    <a:pt x="1" y="193"/>
                  </a:cubicBezTo>
                  <a:cubicBezTo>
                    <a:pt x="1" y="301"/>
                    <a:pt x="87" y="387"/>
                    <a:pt x="195" y="387"/>
                  </a:cubicBezTo>
                  <a:cubicBezTo>
                    <a:pt x="301" y="387"/>
                    <a:pt x="387" y="301"/>
                    <a:pt x="387" y="193"/>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8"/>
            <p:cNvSpPr/>
            <p:nvPr/>
          </p:nvSpPr>
          <p:spPr>
            <a:xfrm>
              <a:off x="6725950" y="3310475"/>
              <a:ext cx="9700" cy="9700"/>
            </a:xfrm>
            <a:custGeom>
              <a:rect b="b" l="l" r="r" t="t"/>
              <a:pathLst>
                <a:path extrusionOk="0" h="388" w="388">
                  <a:moveTo>
                    <a:pt x="193" y="1"/>
                  </a:moveTo>
                  <a:cubicBezTo>
                    <a:pt x="87" y="1"/>
                    <a:pt x="1" y="87"/>
                    <a:pt x="1" y="195"/>
                  </a:cubicBezTo>
                  <a:cubicBezTo>
                    <a:pt x="1"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8"/>
            <p:cNvSpPr/>
            <p:nvPr/>
          </p:nvSpPr>
          <p:spPr>
            <a:xfrm>
              <a:off x="6787050" y="3249425"/>
              <a:ext cx="9650" cy="9700"/>
            </a:xfrm>
            <a:custGeom>
              <a:rect b="b" l="l" r="r" t="t"/>
              <a:pathLst>
                <a:path extrusionOk="0" h="388" w="386">
                  <a:moveTo>
                    <a:pt x="193" y="1"/>
                  </a:moveTo>
                  <a:cubicBezTo>
                    <a:pt x="87" y="1"/>
                    <a:pt x="0" y="87"/>
                    <a:pt x="0" y="193"/>
                  </a:cubicBezTo>
                  <a:cubicBezTo>
                    <a:pt x="0" y="299"/>
                    <a:pt x="87" y="387"/>
                    <a:pt x="193" y="387"/>
                  </a:cubicBezTo>
                  <a:cubicBezTo>
                    <a:pt x="299" y="387"/>
                    <a:pt x="385" y="299"/>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8"/>
            <p:cNvSpPr/>
            <p:nvPr/>
          </p:nvSpPr>
          <p:spPr>
            <a:xfrm>
              <a:off x="6846475" y="3188350"/>
              <a:ext cx="12925" cy="9675"/>
            </a:xfrm>
            <a:custGeom>
              <a:rect b="b" l="l" r="r" t="t"/>
              <a:pathLst>
                <a:path extrusionOk="0" h="387" w="517">
                  <a:moveTo>
                    <a:pt x="259" y="0"/>
                  </a:moveTo>
                  <a:cubicBezTo>
                    <a:pt x="209" y="0"/>
                    <a:pt x="160" y="19"/>
                    <a:pt x="123" y="56"/>
                  </a:cubicBezTo>
                  <a:cubicBezTo>
                    <a:pt x="0" y="179"/>
                    <a:pt x="86" y="387"/>
                    <a:pt x="259" y="387"/>
                  </a:cubicBezTo>
                  <a:cubicBezTo>
                    <a:pt x="431" y="387"/>
                    <a:pt x="517" y="179"/>
                    <a:pt x="396" y="56"/>
                  </a:cubicBezTo>
                  <a:cubicBezTo>
                    <a:pt x="358" y="19"/>
                    <a:pt x="308"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8"/>
            <p:cNvSpPr/>
            <p:nvPr/>
          </p:nvSpPr>
          <p:spPr>
            <a:xfrm>
              <a:off x="6939725" y="3096750"/>
              <a:ext cx="9650" cy="9650"/>
            </a:xfrm>
            <a:custGeom>
              <a:rect b="b" l="l" r="r" t="t"/>
              <a:pathLst>
                <a:path extrusionOk="0" h="386" w="386">
                  <a:moveTo>
                    <a:pt x="193" y="0"/>
                  </a:moveTo>
                  <a:cubicBezTo>
                    <a:pt x="87" y="0"/>
                    <a:pt x="1" y="87"/>
                    <a:pt x="1" y="193"/>
                  </a:cubicBezTo>
                  <a:cubicBezTo>
                    <a:pt x="1" y="299"/>
                    <a:pt x="87" y="385"/>
                    <a:pt x="193" y="385"/>
                  </a:cubicBezTo>
                  <a:cubicBezTo>
                    <a:pt x="299" y="385"/>
                    <a:pt x="386" y="299"/>
                    <a:pt x="386" y="193"/>
                  </a:cubicBezTo>
                  <a:cubicBezTo>
                    <a:pt x="386"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8"/>
            <p:cNvSpPr/>
            <p:nvPr/>
          </p:nvSpPr>
          <p:spPr>
            <a:xfrm>
              <a:off x="7000775" y="3035650"/>
              <a:ext cx="9700" cy="9700"/>
            </a:xfrm>
            <a:custGeom>
              <a:rect b="b" l="l" r="r" t="t"/>
              <a:pathLst>
                <a:path extrusionOk="0" h="388" w="388">
                  <a:moveTo>
                    <a:pt x="195" y="1"/>
                  </a:moveTo>
                  <a:cubicBezTo>
                    <a:pt x="87" y="1"/>
                    <a:pt x="1" y="87"/>
                    <a:pt x="1" y="195"/>
                  </a:cubicBezTo>
                  <a:cubicBezTo>
                    <a:pt x="1" y="301"/>
                    <a:pt x="87" y="387"/>
                    <a:pt x="195" y="387"/>
                  </a:cubicBezTo>
                  <a:cubicBezTo>
                    <a:pt x="301" y="387"/>
                    <a:pt x="387" y="301"/>
                    <a:pt x="387" y="195"/>
                  </a:cubicBezTo>
                  <a:cubicBezTo>
                    <a:pt x="387" y="87"/>
                    <a:pt x="301"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8"/>
            <p:cNvSpPr/>
            <p:nvPr/>
          </p:nvSpPr>
          <p:spPr>
            <a:xfrm>
              <a:off x="7031325" y="3005100"/>
              <a:ext cx="9675" cy="9700"/>
            </a:xfrm>
            <a:custGeom>
              <a:rect b="b" l="l" r="r" t="t"/>
              <a:pathLst>
                <a:path extrusionOk="0" h="388" w="387">
                  <a:moveTo>
                    <a:pt x="193" y="1"/>
                  </a:moveTo>
                  <a:cubicBezTo>
                    <a:pt x="87" y="1"/>
                    <a:pt x="0" y="87"/>
                    <a:pt x="0" y="195"/>
                  </a:cubicBezTo>
                  <a:cubicBezTo>
                    <a:pt x="0" y="301"/>
                    <a:pt x="87" y="388"/>
                    <a:pt x="193" y="388"/>
                  </a:cubicBezTo>
                  <a:cubicBezTo>
                    <a:pt x="301" y="388"/>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8"/>
            <p:cNvSpPr/>
            <p:nvPr/>
          </p:nvSpPr>
          <p:spPr>
            <a:xfrm>
              <a:off x="7061875" y="2974600"/>
              <a:ext cx="9675" cy="9650"/>
            </a:xfrm>
            <a:custGeom>
              <a:rect b="b" l="l" r="r" t="t"/>
              <a:pathLst>
                <a:path extrusionOk="0" h="386" w="387">
                  <a:moveTo>
                    <a:pt x="193" y="1"/>
                  </a:moveTo>
                  <a:cubicBezTo>
                    <a:pt x="87" y="1"/>
                    <a:pt x="0" y="87"/>
                    <a:pt x="0" y="193"/>
                  </a:cubicBezTo>
                  <a:cubicBezTo>
                    <a:pt x="0" y="299"/>
                    <a:pt x="87" y="386"/>
                    <a:pt x="193" y="386"/>
                  </a:cubicBezTo>
                  <a:cubicBezTo>
                    <a:pt x="300" y="386"/>
                    <a:pt x="387" y="299"/>
                    <a:pt x="387" y="193"/>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8"/>
            <p:cNvSpPr/>
            <p:nvPr/>
          </p:nvSpPr>
          <p:spPr>
            <a:xfrm>
              <a:off x="7092400" y="2944050"/>
              <a:ext cx="9650" cy="9650"/>
            </a:xfrm>
            <a:custGeom>
              <a:rect b="b" l="l" r="r" t="t"/>
              <a:pathLst>
                <a:path extrusionOk="0" h="386" w="386">
                  <a:moveTo>
                    <a:pt x="193" y="1"/>
                  </a:moveTo>
                  <a:cubicBezTo>
                    <a:pt x="87" y="1"/>
                    <a:pt x="1" y="87"/>
                    <a:pt x="1" y="193"/>
                  </a:cubicBezTo>
                  <a:cubicBezTo>
                    <a:pt x="1" y="300"/>
                    <a:pt x="87" y="386"/>
                    <a:pt x="193" y="386"/>
                  </a:cubicBezTo>
                  <a:cubicBezTo>
                    <a:pt x="300" y="386"/>
                    <a:pt x="386" y="300"/>
                    <a:pt x="386" y="193"/>
                  </a:cubicBezTo>
                  <a:cubicBezTo>
                    <a:pt x="386"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8"/>
            <p:cNvSpPr/>
            <p:nvPr/>
          </p:nvSpPr>
          <p:spPr>
            <a:xfrm>
              <a:off x="6909175" y="3127250"/>
              <a:ext cx="9650" cy="9700"/>
            </a:xfrm>
            <a:custGeom>
              <a:rect b="b" l="l" r="r" t="t"/>
              <a:pathLst>
                <a:path extrusionOk="0" h="388" w="386">
                  <a:moveTo>
                    <a:pt x="193" y="1"/>
                  </a:moveTo>
                  <a:cubicBezTo>
                    <a:pt x="87" y="1"/>
                    <a:pt x="1" y="88"/>
                    <a:pt x="1" y="195"/>
                  </a:cubicBezTo>
                  <a:cubicBezTo>
                    <a:pt x="1" y="301"/>
                    <a:pt x="87" y="387"/>
                    <a:pt x="193" y="387"/>
                  </a:cubicBezTo>
                  <a:cubicBezTo>
                    <a:pt x="299" y="387"/>
                    <a:pt x="386" y="301"/>
                    <a:pt x="386" y="195"/>
                  </a:cubicBezTo>
                  <a:cubicBezTo>
                    <a:pt x="386" y="88"/>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8"/>
            <p:cNvSpPr/>
            <p:nvPr/>
          </p:nvSpPr>
          <p:spPr>
            <a:xfrm>
              <a:off x="6783825" y="3308900"/>
              <a:ext cx="12950" cy="9725"/>
            </a:xfrm>
            <a:custGeom>
              <a:rect b="b" l="l" r="r" t="t"/>
              <a:pathLst>
                <a:path extrusionOk="0" h="389" w="518">
                  <a:moveTo>
                    <a:pt x="259" y="1"/>
                  </a:moveTo>
                  <a:cubicBezTo>
                    <a:pt x="209" y="1"/>
                    <a:pt x="160" y="20"/>
                    <a:pt x="122" y="58"/>
                  </a:cubicBezTo>
                  <a:cubicBezTo>
                    <a:pt x="0" y="180"/>
                    <a:pt x="87" y="388"/>
                    <a:pt x="258" y="388"/>
                  </a:cubicBezTo>
                  <a:cubicBezTo>
                    <a:pt x="431" y="388"/>
                    <a:pt x="517" y="180"/>
                    <a:pt x="396" y="58"/>
                  </a:cubicBezTo>
                  <a:cubicBezTo>
                    <a:pt x="358" y="20"/>
                    <a:pt x="308" y="1"/>
                    <a:pt x="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8"/>
            <p:cNvSpPr/>
            <p:nvPr/>
          </p:nvSpPr>
          <p:spPr>
            <a:xfrm>
              <a:off x="6846550" y="3247825"/>
              <a:ext cx="9675" cy="9700"/>
            </a:xfrm>
            <a:custGeom>
              <a:rect b="b" l="l" r="r" t="t"/>
              <a:pathLst>
                <a:path extrusionOk="0" h="388" w="387">
                  <a:moveTo>
                    <a:pt x="193" y="1"/>
                  </a:moveTo>
                  <a:cubicBezTo>
                    <a:pt x="87" y="1"/>
                    <a:pt x="0" y="87"/>
                    <a:pt x="0" y="195"/>
                  </a:cubicBezTo>
                  <a:cubicBezTo>
                    <a:pt x="0" y="301"/>
                    <a:pt x="87" y="388"/>
                    <a:pt x="193" y="388"/>
                  </a:cubicBezTo>
                  <a:cubicBezTo>
                    <a:pt x="300" y="388"/>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8"/>
            <p:cNvSpPr/>
            <p:nvPr/>
          </p:nvSpPr>
          <p:spPr>
            <a:xfrm>
              <a:off x="6907600" y="3186775"/>
              <a:ext cx="9675" cy="9650"/>
            </a:xfrm>
            <a:custGeom>
              <a:rect b="b" l="l" r="r" t="t"/>
              <a:pathLst>
                <a:path extrusionOk="0" h="386" w="387">
                  <a:moveTo>
                    <a:pt x="194" y="1"/>
                  </a:moveTo>
                  <a:cubicBezTo>
                    <a:pt x="88" y="1"/>
                    <a:pt x="0" y="87"/>
                    <a:pt x="0" y="193"/>
                  </a:cubicBezTo>
                  <a:cubicBezTo>
                    <a:pt x="0" y="300"/>
                    <a:pt x="88" y="386"/>
                    <a:pt x="194" y="386"/>
                  </a:cubicBezTo>
                  <a:cubicBezTo>
                    <a:pt x="300" y="386"/>
                    <a:pt x="387" y="300"/>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8"/>
            <p:cNvSpPr/>
            <p:nvPr/>
          </p:nvSpPr>
          <p:spPr>
            <a:xfrm>
              <a:off x="6999225" y="3095150"/>
              <a:ext cx="9675" cy="9700"/>
            </a:xfrm>
            <a:custGeom>
              <a:rect b="b" l="l" r="r" t="t"/>
              <a:pathLst>
                <a:path extrusionOk="0" h="388" w="387">
                  <a:moveTo>
                    <a:pt x="193" y="1"/>
                  </a:moveTo>
                  <a:cubicBezTo>
                    <a:pt x="87" y="1"/>
                    <a:pt x="0" y="87"/>
                    <a:pt x="0" y="195"/>
                  </a:cubicBezTo>
                  <a:cubicBezTo>
                    <a:pt x="0" y="301"/>
                    <a:pt x="87" y="387"/>
                    <a:pt x="193" y="387"/>
                  </a:cubicBezTo>
                  <a:cubicBezTo>
                    <a:pt x="301" y="387"/>
                    <a:pt x="387" y="301"/>
                    <a:pt x="387" y="195"/>
                  </a:cubicBezTo>
                  <a:cubicBezTo>
                    <a:pt x="387" y="87"/>
                    <a:pt x="30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8"/>
            <p:cNvSpPr/>
            <p:nvPr/>
          </p:nvSpPr>
          <p:spPr>
            <a:xfrm>
              <a:off x="6754900" y="3339475"/>
              <a:ext cx="9700" cy="9650"/>
            </a:xfrm>
            <a:custGeom>
              <a:rect b="b" l="l" r="r" t="t"/>
              <a:pathLst>
                <a:path extrusionOk="0" h="386" w="388">
                  <a:moveTo>
                    <a:pt x="195" y="0"/>
                  </a:moveTo>
                  <a:cubicBezTo>
                    <a:pt x="89" y="0"/>
                    <a:pt x="1" y="87"/>
                    <a:pt x="1" y="193"/>
                  </a:cubicBezTo>
                  <a:cubicBezTo>
                    <a:pt x="1" y="299"/>
                    <a:pt x="89" y="385"/>
                    <a:pt x="195" y="385"/>
                  </a:cubicBezTo>
                  <a:cubicBezTo>
                    <a:pt x="301" y="385"/>
                    <a:pt x="387" y="299"/>
                    <a:pt x="387" y="193"/>
                  </a:cubicBezTo>
                  <a:cubicBezTo>
                    <a:pt x="387" y="87"/>
                    <a:pt x="301"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8"/>
            <p:cNvSpPr/>
            <p:nvPr/>
          </p:nvSpPr>
          <p:spPr>
            <a:xfrm>
              <a:off x="6816000" y="3278375"/>
              <a:ext cx="9675" cy="9700"/>
            </a:xfrm>
            <a:custGeom>
              <a:rect b="b" l="l" r="r" t="t"/>
              <a:pathLst>
                <a:path extrusionOk="0" h="388" w="387">
                  <a:moveTo>
                    <a:pt x="193" y="1"/>
                  </a:moveTo>
                  <a:cubicBezTo>
                    <a:pt x="87" y="1"/>
                    <a:pt x="0" y="87"/>
                    <a:pt x="0" y="195"/>
                  </a:cubicBezTo>
                  <a:cubicBezTo>
                    <a:pt x="0" y="301"/>
                    <a:pt x="87" y="387"/>
                    <a:pt x="193" y="387"/>
                  </a:cubicBezTo>
                  <a:cubicBezTo>
                    <a:pt x="300" y="387"/>
                    <a:pt x="387" y="301"/>
                    <a:pt x="387" y="195"/>
                  </a:cubicBezTo>
                  <a:cubicBezTo>
                    <a:pt x="387" y="87"/>
                    <a:pt x="300"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8"/>
            <p:cNvSpPr/>
            <p:nvPr/>
          </p:nvSpPr>
          <p:spPr>
            <a:xfrm>
              <a:off x="6877075" y="3217300"/>
              <a:ext cx="9650" cy="9675"/>
            </a:xfrm>
            <a:custGeom>
              <a:rect b="b" l="l" r="r" t="t"/>
              <a:pathLst>
                <a:path extrusionOk="0" h="387" w="386">
                  <a:moveTo>
                    <a:pt x="193" y="0"/>
                  </a:moveTo>
                  <a:cubicBezTo>
                    <a:pt x="87" y="0"/>
                    <a:pt x="1" y="88"/>
                    <a:pt x="1" y="194"/>
                  </a:cubicBezTo>
                  <a:cubicBezTo>
                    <a:pt x="1" y="300"/>
                    <a:pt x="87" y="387"/>
                    <a:pt x="193" y="387"/>
                  </a:cubicBezTo>
                  <a:cubicBezTo>
                    <a:pt x="300" y="387"/>
                    <a:pt x="386" y="300"/>
                    <a:pt x="386" y="194"/>
                  </a:cubicBezTo>
                  <a:cubicBezTo>
                    <a:pt x="386" y="88"/>
                    <a:pt x="300"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8"/>
            <p:cNvSpPr/>
            <p:nvPr/>
          </p:nvSpPr>
          <p:spPr>
            <a:xfrm>
              <a:off x="6968675" y="3125700"/>
              <a:ext cx="9700" cy="9675"/>
            </a:xfrm>
            <a:custGeom>
              <a:rect b="b" l="l" r="r" t="t"/>
              <a:pathLst>
                <a:path extrusionOk="0" h="387" w="388">
                  <a:moveTo>
                    <a:pt x="193" y="0"/>
                  </a:moveTo>
                  <a:cubicBezTo>
                    <a:pt x="87" y="0"/>
                    <a:pt x="1" y="87"/>
                    <a:pt x="1" y="193"/>
                  </a:cubicBezTo>
                  <a:cubicBezTo>
                    <a:pt x="1" y="301"/>
                    <a:pt x="87" y="387"/>
                    <a:pt x="193" y="387"/>
                  </a:cubicBezTo>
                  <a:cubicBezTo>
                    <a:pt x="301" y="387"/>
                    <a:pt x="387" y="301"/>
                    <a:pt x="387" y="193"/>
                  </a:cubicBezTo>
                  <a:cubicBezTo>
                    <a:pt x="387" y="87"/>
                    <a:pt x="301"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8"/>
            <p:cNvSpPr/>
            <p:nvPr/>
          </p:nvSpPr>
          <p:spPr>
            <a:xfrm>
              <a:off x="7029775" y="3064650"/>
              <a:ext cx="9650" cy="9650"/>
            </a:xfrm>
            <a:custGeom>
              <a:rect b="b" l="l" r="r" t="t"/>
              <a:pathLst>
                <a:path extrusionOk="0" h="386" w="386">
                  <a:moveTo>
                    <a:pt x="193" y="0"/>
                  </a:moveTo>
                  <a:cubicBezTo>
                    <a:pt x="87" y="0"/>
                    <a:pt x="0" y="87"/>
                    <a:pt x="0" y="193"/>
                  </a:cubicBezTo>
                  <a:cubicBezTo>
                    <a:pt x="0" y="299"/>
                    <a:pt x="87" y="385"/>
                    <a:pt x="193" y="385"/>
                  </a:cubicBezTo>
                  <a:cubicBezTo>
                    <a:pt x="299" y="385"/>
                    <a:pt x="385" y="299"/>
                    <a:pt x="385" y="193"/>
                  </a:cubicBezTo>
                  <a:cubicBezTo>
                    <a:pt x="385" y="87"/>
                    <a:pt x="299" y="0"/>
                    <a:pt x="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8"/>
            <p:cNvSpPr/>
            <p:nvPr/>
          </p:nvSpPr>
          <p:spPr>
            <a:xfrm>
              <a:off x="7060325" y="3034100"/>
              <a:ext cx="9650" cy="9700"/>
            </a:xfrm>
            <a:custGeom>
              <a:rect b="b" l="l" r="r" t="t"/>
              <a:pathLst>
                <a:path extrusionOk="0" h="388" w="386">
                  <a:moveTo>
                    <a:pt x="193" y="1"/>
                  </a:moveTo>
                  <a:cubicBezTo>
                    <a:pt x="86" y="1"/>
                    <a:pt x="0" y="87"/>
                    <a:pt x="0" y="193"/>
                  </a:cubicBezTo>
                  <a:cubicBezTo>
                    <a:pt x="0" y="299"/>
                    <a:pt x="86" y="387"/>
                    <a:pt x="193" y="387"/>
                  </a:cubicBezTo>
                  <a:cubicBezTo>
                    <a:pt x="299" y="387"/>
                    <a:pt x="385" y="299"/>
                    <a:pt x="385" y="193"/>
                  </a:cubicBezTo>
                  <a:cubicBezTo>
                    <a:pt x="385" y="87"/>
                    <a:pt x="299"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8"/>
            <p:cNvSpPr/>
            <p:nvPr/>
          </p:nvSpPr>
          <p:spPr>
            <a:xfrm>
              <a:off x="7090825" y="3003550"/>
              <a:ext cx="9675" cy="9700"/>
            </a:xfrm>
            <a:custGeom>
              <a:rect b="b" l="l" r="r" t="t"/>
              <a:pathLst>
                <a:path extrusionOk="0" h="388" w="387">
                  <a:moveTo>
                    <a:pt x="194" y="1"/>
                  </a:moveTo>
                  <a:cubicBezTo>
                    <a:pt x="87" y="1"/>
                    <a:pt x="0" y="87"/>
                    <a:pt x="0" y="193"/>
                  </a:cubicBezTo>
                  <a:cubicBezTo>
                    <a:pt x="0" y="301"/>
                    <a:pt x="87" y="387"/>
                    <a:pt x="194" y="387"/>
                  </a:cubicBezTo>
                  <a:cubicBezTo>
                    <a:pt x="300" y="387"/>
                    <a:pt x="387" y="301"/>
                    <a:pt x="387" y="193"/>
                  </a:cubicBezTo>
                  <a:cubicBezTo>
                    <a:pt x="387" y="87"/>
                    <a:pt x="300"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8"/>
            <p:cNvSpPr/>
            <p:nvPr/>
          </p:nvSpPr>
          <p:spPr>
            <a:xfrm>
              <a:off x="7119725" y="2973025"/>
              <a:ext cx="12950" cy="9675"/>
            </a:xfrm>
            <a:custGeom>
              <a:rect b="b" l="l" r="r" t="t"/>
              <a:pathLst>
                <a:path extrusionOk="0" h="387" w="518">
                  <a:moveTo>
                    <a:pt x="259" y="0"/>
                  </a:moveTo>
                  <a:cubicBezTo>
                    <a:pt x="210" y="0"/>
                    <a:pt x="160" y="19"/>
                    <a:pt x="122" y="56"/>
                  </a:cubicBezTo>
                  <a:cubicBezTo>
                    <a:pt x="1" y="179"/>
                    <a:pt x="87" y="387"/>
                    <a:pt x="259" y="387"/>
                  </a:cubicBezTo>
                  <a:cubicBezTo>
                    <a:pt x="431" y="387"/>
                    <a:pt x="518" y="179"/>
                    <a:pt x="397" y="56"/>
                  </a:cubicBezTo>
                  <a:cubicBezTo>
                    <a:pt x="359"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8"/>
            <p:cNvSpPr/>
            <p:nvPr/>
          </p:nvSpPr>
          <p:spPr>
            <a:xfrm>
              <a:off x="6936500" y="3156225"/>
              <a:ext cx="12950" cy="9700"/>
            </a:xfrm>
            <a:custGeom>
              <a:rect b="b" l="l" r="r" t="t"/>
              <a:pathLst>
                <a:path extrusionOk="0" h="388" w="518">
                  <a:moveTo>
                    <a:pt x="259" y="0"/>
                  </a:moveTo>
                  <a:cubicBezTo>
                    <a:pt x="210" y="0"/>
                    <a:pt x="161" y="19"/>
                    <a:pt x="124" y="57"/>
                  </a:cubicBezTo>
                  <a:cubicBezTo>
                    <a:pt x="1" y="180"/>
                    <a:pt x="87" y="388"/>
                    <a:pt x="260" y="388"/>
                  </a:cubicBezTo>
                  <a:cubicBezTo>
                    <a:pt x="431" y="388"/>
                    <a:pt x="518" y="180"/>
                    <a:pt x="396" y="57"/>
                  </a:cubicBezTo>
                  <a:cubicBezTo>
                    <a:pt x="358" y="19"/>
                    <a:pt x="309" y="0"/>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3" name="Google Shape;15823;p68"/>
          <p:cNvSpPr/>
          <p:nvPr/>
        </p:nvSpPr>
        <p:spPr>
          <a:xfrm rot="10800000">
            <a:off x="1343910" y="806300"/>
            <a:ext cx="107096" cy="103087"/>
          </a:xfrm>
          <a:custGeom>
            <a:rect b="b" l="l" r="r" t="t"/>
            <a:pathLst>
              <a:path extrusionOk="0" h="2237" w="2324">
                <a:moveTo>
                  <a:pt x="1207" y="1"/>
                </a:moveTo>
                <a:cubicBezTo>
                  <a:pt x="753" y="1"/>
                  <a:pt x="346" y="272"/>
                  <a:pt x="173" y="690"/>
                </a:cubicBezTo>
                <a:cubicBezTo>
                  <a:pt x="0" y="1109"/>
                  <a:pt x="96" y="1589"/>
                  <a:pt x="415" y="1909"/>
                </a:cubicBezTo>
                <a:cubicBezTo>
                  <a:pt x="629" y="2123"/>
                  <a:pt x="915" y="2237"/>
                  <a:pt x="1206" y="2237"/>
                </a:cubicBezTo>
                <a:cubicBezTo>
                  <a:pt x="1350" y="2237"/>
                  <a:pt x="1496" y="2209"/>
                  <a:pt x="1634" y="2152"/>
                </a:cubicBezTo>
                <a:cubicBezTo>
                  <a:pt x="2051" y="1977"/>
                  <a:pt x="2324" y="1571"/>
                  <a:pt x="2324" y="1118"/>
                </a:cubicBezTo>
                <a:cubicBezTo>
                  <a:pt x="2324" y="501"/>
                  <a:pt x="1824" y="1"/>
                  <a:pt x="1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8"/>
          <p:cNvSpPr/>
          <p:nvPr/>
        </p:nvSpPr>
        <p:spPr>
          <a:xfrm>
            <a:off x="1209772" y="-4"/>
            <a:ext cx="1299268" cy="1299268"/>
          </a:xfrm>
          <a:custGeom>
            <a:rect b="b" l="l" r="r" t="t"/>
            <a:pathLst>
              <a:path extrusionOk="0" h="44706" w="44706">
                <a:moveTo>
                  <a:pt x="22353" y="211"/>
                </a:moveTo>
                <a:cubicBezTo>
                  <a:pt x="34563" y="211"/>
                  <a:pt x="44496" y="10143"/>
                  <a:pt x="44496" y="22353"/>
                </a:cubicBezTo>
                <a:cubicBezTo>
                  <a:pt x="44496" y="34565"/>
                  <a:pt x="34563" y="44496"/>
                  <a:pt x="22353" y="44496"/>
                </a:cubicBezTo>
                <a:cubicBezTo>
                  <a:pt x="10144" y="44496"/>
                  <a:pt x="209" y="34563"/>
                  <a:pt x="209" y="22355"/>
                </a:cubicBezTo>
                <a:cubicBezTo>
                  <a:pt x="209" y="10144"/>
                  <a:pt x="10143" y="211"/>
                  <a:pt x="22353" y="211"/>
                </a:cubicBezTo>
                <a:close/>
                <a:moveTo>
                  <a:pt x="22353" y="0"/>
                </a:moveTo>
                <a:cubicBezTo>
                  <a:pt x="10028" y="0"/>
                  <a:pt x="0" y="10028"/>
                  <a:pt x="0" y="22353"/>
                </a:cubicBezTo>
                <a:cubicBezTo>
                  <a:pt x="0" y="34678"/>
                  <a:pt x="10028" y="44706"/>
                  <a:pt x="22353" y="44706"/>
                </a:cubicBezTo>
                <a:cubicBezTo>
                  <a:pt x="34678" y="44706"/>
                  <a:pt x="44706" y="34678"/>
                  <a:pt x="44706" y="22353"/>
                </a:cubicBezTo>
                <a:cubicBezTo>
                  <a:pt x="44706" y="10028"/>
                  <a:pt x="34678" y="0"/>
                  <a:pt x="223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8"/>
          <p:cNvSpPr/>
          <p:nvPr/>
        </p:nvSpPr>
        <p:spPr>
          <a:xfrm>
            <a:off x="3991000" y="4608575"/>
            <a:ext cx="1162200" cy="534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8">
            <a:hlinkClick action="ppaction://hlinkshowjump?jump=previousslide"/>
          </p:cNvPr>
          <p:cNvSpPr/>
          <p:nvPr/>
        </p:nvSpPr>
        <p:spPr>
          <a:xfrm>
            <a:off x="4216189" y="4788507"/>
            <a:ext cx="167426" cy="165073"/>
          </a:xfrm>
          <a:custGeom>
            <a:rect b="b" l="l" r="r" t="t"/>
            <a:pathLst>
              <a:path extrusionOk="0" h="71460" w="72479">
                <a:moveTo>
                  <a:pt x="30460" y="22962"/>
                </a:moveTo>
                <a:cubicBezTo>
                  <a:pt x="32555" y="22962"/>
                  <a:pt x="34426" y="25717"/>
                  <a:pt x="32508" y="27634"/>
                </a:cubicBezTo>
                <a:lnTo>
                  <a:pt x="27488" y="32654"/>
                </a:lnTo>
                <a:lnTo>
                  <a:pt x="50693" y="32654"/>
                </a:lnTo>
                <a:cubicBezTo>
                  <a:pt x="52342" y="32654"/>
                  <a:pt x="53724" y="34036"/>
                  <a:pt x="53724" y="35685"/>
                </a:cubicBezTo>
                <a:cubicBezTo>
                  <a:pt x="53724" y="37352"/>
                  <a:pt x="52342" y="38734"/>
                  <a:pt x="50693" y="38734"/>
                </a:cubicBezTo>
                <a:lnTo>
                  <a:pt x="27375" y="38734"/>
                </a:lnTo>
                <a:lnTo>
                  <a:pt x="32280" y="43773"/>
                </a:lnTo>
                <a:cubicBezTo>
                  <a:pt x="34175" y="45712"/>
                  <a:pt x="32302" y="48425"/>
                  <a:pt x="30216" y="48425"/>
                </a:cubicBezTo>
                <a:cubicBezTo>
                  <a:pt x="29590" y="48425"/>
                  <a:pt x="28946" y="48181"/>
                  <a:pt x="28378" y="47600"/>
                </a:cubicBezTo>
                <a:lnTo>
                  <a:pt x="18623" y="37598"/>
                </a:lnTo>
                <a:cubicBezTo>
                  <a:pt x="17580" y="36537"/>
                  <a:pt x="17580" y="34814"/>
                  <a:pt x="18641" y="33753"/>
                </a:cubicBezTo>
                <a:lnTo>
                  <a:pt x="28643" y="23769"/>
                </a:lnTo>
                <a:cubicBezTo>
                  <a:pt x="29208" y="23201"/>
                  <a:pt x="29843" y="22962"/>
                  <a:pt x="30460" y="22962"/>
                </a:cubicBezTo>
                <a:close/>
                <a:moveTo>
                  <a:pt x="35864" y="0"/>
                </a:moveTo>
                <a:cubicBezTo>
                  <a:pt x="26970" y="0"/>
                  <a:pt x="18101" y="3237"/>
                  <a:pt x="11349" y="9562"/>
                </a:cubicBezTo>
                <a:cubicBezTo>
                  <a:pt x="4150" y="16287"/>
                  <a:pt x="1" y="25853"/>
                  <a:pt x="1" y="35685"/>
                </a:cubicBezTo>
                <a:cubicBezTo>
                  <a:pt x="1" y="52336"/>
                  <a:pt x="11973" y="67187"/>
                  <a:pt x="28264" y="70673"/>
                </a:cubicBezTo>
                <a:cubicBezTo>
                  <a:pt x="30724" y="71199"/>
                  <a:pt x="33231" y="71459"/>
                  <a:pt x="35734" y="71459"/>
                </a:cubicBezTo>
                <a:cubicBezTo>
                  <a:pt x="41521" y="71459"/>
                  <a:pt x="47293" y="70069"/>
                  <a:pt x="52436" y="67359"/>
                </a:cubicBezTo>
                <a:cubicBezTo>
                  <a:pt x="59521" y="63626"/>
                  <a:pt x="65262" y="57508"/>
                  <a:pt x="68500" y="50176"/>
                </a:cubicBezTo>
                <a:cubicBezTo>
                  <a:pt x="71892" y="42543"/>
                  <a:pt x="72478" y="33809"/>
                  <a:pt x="70167" y="25797"/>
                </a:cubicBezTo>
                <a:cubicBezTo>
                  <a:pt x="67952" y="18068"/>
                  <a:pt x="63064" y="11210"/>
                  <a:pt x="56528" y="6531"/>
                </a:cubicBezTo>
                <a:cubicBezTo>
                  <a:pt x="50378" y="2150"/>
                  <a:pt x="43113" y="0"/>
                  <a:pt x="3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5827" name="Google Shape;15827;p68">
            <a:hlinkClick action="ppaction://hlinkshowjump?jump=nextslide"/>
          </p:cNvPr>
          <p:cNvSpPr/>
          <p:nvPr/>
        </p:nvSpPr>
        <p:spPr>
          <a:xfrm>
            <a:off x="4760664" y="4788519"/>
            <a:ext cx="167426" cy="165073"/>
          </a:xfrm>
          <a:custGeom>
            <a:rect b="b" l="l" r="r" t="t"/>
            <a:pathLst>
              <a:path extrusionOk="0" h="71460" w="72479">
                <a:moveTo>
                  <a:pt x="42259" y="23045"/>
                </a:moveTo>
                <a:cubicBezTo>
                  <a:pt x="42886" y="23045"/>
                  <a:pt x="43532" y="23291"/>
                  <a:pt x="44101" y="23878"/>
                </a:cubicBezTo>
                <a:lnTo>
                  <a:pt x="53858" y="33862"/>
                </a:lnTo>
                <a:cubicBezTo>
                  <a:pt x="54919" y="34941"/>
                  <a:pt x="54899" y="36646"/>
                  <a:pt x="53838" y="37706"/>
                </a:cubicBezTo>
                <a:lnTo>
                  <a:pt x="43856" y="47690"/>
                </a:lnTo>
                <a:cubicBezTo>
                  <a:pt x="43286" y="48260"/>
                  <a:pt x="42645" y="48500"/>
                  <a:pt x="42024" y="48500"/>
                </a:cubicBezTo>
                <a:cubicBezTo>
                  <a:pt x="39924" y="48500"/>
                  <a:pt x="38061" y="45756"/>
                  <a:pt x="39991" y="43826"/>
                </a:cubicBezTo>
                <a:lnTo>
                  <a:pt x="44992" y="38805"/>
                </a:lnTo>
                <a:lnTo>
                  <a:pt x="21806" y="38805"/>
                </a:lnTo>
                <a:cubicBezTo>
                  <a:pt x="20139" y="38805"/>
                  <a:pt x="18755" y="37423"/>
                  <a:pt x="18755" y="35774"/>
                </a:cubicBezTo>
                <a:cubicBezTo>
                  <a:pt x="18755" y="34127"/>
                  <a:pt x="20139" y="32743"/>
                  <a:pt x="21806" y="32743"/>
                </a:cubicBezTo>
                <a:lnTo>
                  <a:pt x="45124" y="32743"/>
                </a:lnTo>
                <a:lnTo>
                  <a:pt x="40199" y="27686"/>
                </a:lnTo>
                <a:cubicBezTo>
                  <a:pt x="38305" y="25764"/>
                  <a:pt x="40175" y="23045"/>
                  <a:pt x="42259" y="23045"/>
                </a:cubicBezTo>
                <a:close/>
                <a:moveTo>
                  <a:pt x="36745" y="0"/>
                </a:moveTo>
                <a:cubicBezTo>
                  <a:pt x="30959" y="0"/>
                  <a:pt x="25187" y="1391"/>
                  <a:pt x="20043" y="4101"/>
                </a:cubicBezTo>
                <a:cubicBezTo>
                  <a:pt x="12958" y="7834"/>
                  <a:pt x="7219" y="13971"/>
                  <a:pt x="3979" y="21283"/>
                </a:cubicBezTo>
                <a:cubicBezTo>
                  <a:pt x="589" y="28917"/>
                  <a:pt x="1" y="37669"/>
                  <a:pt x="2312" y="45682"/>
                </a:cubicBezTo>
                <a:cubicBezTo>
                  <a:pt x="4529" y="53411"/>
                  <a:pt x="9417" y="60269"/>
                  <a:pt x="15951" y="64929"/>
                </a:cubicBezTo>
                <a:cubicBezTo>
                  <a:pt x="22102" y="69309"/>
                  <a:pt x="29367" y="71459"/>
                  <a:pt x="36616" y="71459"/>
                </a:cubicBezTo>
                <a:cubicBezTo>
                  <a:pt x="45510" y="71459"/>
                  <a:pt x="54379" y="68223"/>
                  <a:pt x="61132" y="61898"/>
                </a:cubicBezTo>
                <a:cubicBezTo>
                  <a:pt x="68331" y="55172"/>
                  <a:pt x="72478" y="45625"/>
                  <a:pt x="72478" y="35774"/>
                </a:cubicBezTo>
                <a:cubicBezTo>
                  <a:pt x="72478" y="19124"/>
                  <a:pt x="60506" y="4272"/>
                  <a:pt x="44215" y="787"/>
                </a:cubicBezTo>
                <a:cubicBezTo>
                  <a:pt x="41755" y="260"/>
                  <a:pt x="39249" y="0"/>
                  <a:pt x="36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5828" name="Google Shape;15828;p68">
            <a:hlinkClick action="ppaction://hlinksldjump" r:id="rId3"/>
          </p:cNvPr>
          <p:cNvSpPr/>
          <p:nvPr/>
        </p:nvSpPr>
        <p:spPr>
          <a:xfrm>
            <a:off x="4475960" y="4744707"/>
            <a:ext cx="247705" cy="246577"/>
          </a:xfrm>
          <a:custGeom>
            <a:rect b="b" l="l" r="r" t="t"/>
            <a:pathLst>
              <a:path extrusionOk="0" h="91156" w="91573">
                <a:moveTo>
                  <a:pt x="18224" y="17352"/>
                </a:moveTo>
                <a:cubicBezTo>
                  <a:pt x="16652" y="17352"/>
                  <a:pt x="15364" y="18640"/>
                  <a:pt x="15364" y="20213"/>
                </a:cubicBezTo>
                <a:cubicBezTo>
                  <a:pt x="15364" y="21785"/>
                  <a:pt x="16652" y="23055"/>
                  <a:pt x="18224" y="23055"/>
                </a:cubicBezTo>
                <a:lnTo>
                  <a:pt x="51546" y="23055"/>
                </a:lnTo>
                <a:cubicBezTo>
                  <a:pt x="53117" y="23055"/>
                  <a:pt x="54387" y="21785"/>
                  <a:pt x="54387" y="20213"/>
                </a:cubicBezTo>
                <a:cubicBezTo>
                  <a:pt x="54387" y="18640"/>
                  <a:pt x="53117" y="17352"/>
                  <a:pt x="51546" y="17352"/>
                </a:cubicBezTo>
                <a:close/>
                <a:moveTo>
                  <a:pt x="18224" y="34269"/>
                </a:moveTo>
                <a:cubicBezTo>
                  <a:pt x="16652" y="34269"/>
                  <a:pt x="15364" y="35538"/>
                  <a:pt x="15364" y="37111"/>
                </a:cubicBezTo>
                <a:cubicBezTo>
                  <a:pt x="15364" y="38682"/>
                  <a:pt x="16652" y="39970"/>
                  <a:pt x="18224" y="39970"/>
                </a:cubicBezTo>
                <a:lnTo>
                  <a:pt x="39725" y="39970"/>
                </a:lnTo>
                <a:cubicBezTo>
                  <a:pt x="41297" y="39970"/>
                  <a:pt x="42585" y="38682"/>
                  <a:pt x="42585" y="37111"/>
                </a:cubicBezTo>
                <a:cubicBezTo>
                  <a:pt x="42585" y="35538"/>
                  <a:pt x="41297" y="34269"/>
                  <a:pt x="39725" y="34269"/>
                </a:cubicBezTo>
                <a:close/>
                <a:moveTo>
                  <a:pt x="18224" y="51185"/>
                </a:moveTo>
                <a:cubicBezTo>
                  <a:pt x="16652" y="51185"/>
                  <a:pt x="15364" y="52455"/>
                  <a:pt x="15364" y="54026"/>
                </a:cubicBezTo>
                <a:cubicBezTo>
                  <a:pt x="15364" y="55600"/>
                  <a:pt x="16652" y="56888"/>
                  <a:pt x="18224" y="56888"/>
                </a:cubicBezTo>
                <a:lnTo>
                  <a:pt x="30556" y="56888"/>
                </a:lnTo>
                <a:cubicBezTo>
                  <a:pt x="32148" y="56888"/>
                  <a:pt x="33416" y="55600"/>
                  <a:pt x="33416" y="54026"/>
                </a:cubicBezTo>
                <a:cubicBezTo>
                  <a:pt x="33416" y="52455"/>
                  <a:pt x="32148" y="51185"/>
                  <a:pt x="30556" y="51185"/>
                </a:cubicBezTo>
                <a:close/>
                <a:moveTo>
                  <a:pt x="57853" y="44327"/>
                </a:moveTo>
                <a:cubicBezTo>
                  <a:pt x="58328" y="44327"/>
                  <a:pt x="58800" y="44347"/>
                  <a:pt x="59275" y="44403"/>
                </a:cubicBezTo>
                <a:cubicBezTo>
                  <a:pt x="62892" y="44764"/>
                  <a:pt x="66132" y="46525"/>
                  <a:pt x="68424" y="49328"/>
                </a:cubicBezTo>
                <a:cubicBezTo>
                  <a:pt x="73141" y="55145"/>
                  <a:pt x="72250" y="63707"/>
                  <a:pt x="66435" y="68423"/>
                </a:cubicBezTo>
                <a:cubicBezTo>
                  <a:pt x="63994" y="70420"/>
                  <a:pt x="60991" y="71468"/>
                  <a:pt x="57879" y="71468"/>
                </a:cubicBezTo>
                <a:cubicBezTo>
                  <a:pt x="57418" y="71468"/>
                  <a:pt x="56954" y="71445"/>
                  <a:pt x="56489" y="71398"/>
                </a:cubicBezTo>
                <a:cubicBezTo>
                  <a:pt x="52890" y="71019"/>
                  <a:pt x="49632" y="69257"/>
                  <a:pt x="47359" y="66453"/>
                </a:cubicBezTo>
                <a:cubicBezTo>
                  <a:pt x="45067" y="63631"/>
                  <a:pt x="44006" y="60108"/>
                  <a:pt x="44385" y="56509"/>
                </a:cubicBezTo>
                <a:cubicBezTo>
                  <a:pt x="44764" y="52890"/>
                  <a:pt x="46507" y="49651"/>
                  <a:pt x="49329" y="47358"/>
                </a:cubicBezTo>
                <a:cubicBezTo>
                  <a:pt x="51773" y="45388"/>
                  <a:pt x="54746" y="44327"/>
                  <a:pt x="57853" y="44327"/>
                </a:cubicBezTo>
                <a:close/>
                <a:moveTo>
                  <a:pt x="18224" y="68102"/>
                </a:moveTo>
                <a:cubicBezTo>
                  <a:pt x="16652" y="68102"/>
                  <a:pt x="15364" y="69371"/>
                  <a:pt x="15364" y="70944"/>
                </a:cubicBezTo>
                <a:cubicBezTo>
                  <a:pt x="15364" y="72515"/>
                  <a:pt x="16652" y="73785"/>
                  <a:pt x="18224" y="73785"/>
                </a:cubicBezTo>
                <a:lnTo>
                  <a:pt x="30556" y="73785"/>
                </a:lnTo>
                <a:cubicBezTo>
                  <a:pt x="32148" y="73785"/>
                  <a:pt x="33416" y="72515"/>
                  <a:pt x="33416" y="70944"/>
                </a:cubicBezTo>
                <a:cubicBezTo>
                  <a:pt x="33416" y="69371"/>
                  <a:pt x="32148" y="68102"/>
                  <a:pt x="30556" y="68102"/>
                </a:cubicBezTo>
                <a:close/>
                <a:moveTo>
                  <a:pt x="77820" y="76627"/>
                </a:moveTo>
                <a:lnTo>
                  <a:pt x="84886" y="83484"/>
                </a:lnTo>
                <a:lnTo>
                  <a:pt x="83522" y="84886"/>
                </a:lnTo>
                <a:lnTo>
                  <a:pt x="76437" y="78028"/>
                </a:lnTo>
                <a:lnTo>
                  <a:pt x="77820" y="76627"/>
                </a:lnTo>
                <a:close/>
                <a:moveTo>
                  <a:pt x="64086" y="5703"/>
                </a:moveTo>
                <a:lnTo>
                  <a:pt x="64086" y="39649"/>
                </a:lnTo>
                <a:cubicBezTo>
                  <a:pt x="62722" y="39195"/>
                  <a:pt x="61321" y="38872"/>
                  <a:pt x="59861" y="38740"/>
                </a:cubicBezTo>
                <a:cubicBezTo>
                  <a:pt x="59186" y="38670"/>
                  <a:pt x="58512" y="38635"/>
                  <a:pt x="57841" y="38635"/>
                </a:cubicBezTo>
                <a:cubicBezTo>
                  <a:pt x="53438" y="38635"/>
                  <a:pt x="49199" y="40133"/>
                  <a:pt x="45729" y="42945"/>
                </a:cubicBezTo>
                <a:cubicBezTo>
                  <a:pt x="41733" y="46184"/>
                  <a:pt x="39251" y="50788"/>
                  <a:pt x="38720" y="55921"/>
                </a:cubicBezTo>
                <a:cubicBezTo>
                  <a:pt x="38190" y="61035"/>
                  <a:pt x="39687" y="66056"/>
                  <a:pt x="42926" y="70053"/>
                </a:cubicBezTo>
                <a:cubicBezTo>
                  <a:pt x="46184" y="74031"/>
                  <a:pt x="50788" y="76531"/>
                  <a:pt x="55903" y="77062"/>
                </a:cubicBezTo>
                <a:cubicBezTo>
                  <a:pt x="56585" y="77119"/>
                  <a:pt x="57247" y="77157"/>
                  <a:pt x="57929" y="77157"/>
                </a:cubicBezTo>
                <a:cubicBezTo>
                  <a:pt x="60032" y="77157"/>
                  <a:pt x="62116" y="76816"/>
                  <a:pt x="64086" y="76134"/>
                </a:cubicBezTo>
                <a:lnTo>
                  <a:pt x="64086" y="85454"/>
                </a:lnTo>
                <a:lnTo>
                  <a:pt x="5683" y="85454"/>
                </a:lnTo>
                <a:lnTo>
                  <a:pt x="5683" y="5703"/>
                </a:lnTo>
                <a:close/>
                <a:moveTo>
                  <a:pt x="2842" y="0"/>
                </a:moveTo>
                <a:cubicBezTo>
                  <a:pt x="1270" y="0"/>
                  <a:pt x="0" y="1270"/>
                  <a:pt x="0" y="2842"/>
                </a:cubicBezTo>
                <a:lnTo>
                  <a:pt x="0" y="88296"/>
                </a:lnTo>
                <a:cubicBezTo>
                  <a:pt x="0" y="89867"/>
                  <a:pt x="1270" y="91155"/>
                  <a:pt x="2842" y="91155"/>
                </a:cubicBezTo>
                <a:lnTo>
                  <a:pt x="66928" y="91155"/>
                </a:lnTo>
                <a:cubicBezTo>
                  <a:pt x="68499" y="91155"/>
                  <a:pt x="69769" y="89867"/>
                  <a:pt x="69769" y="88296"/>
                </a:cubicBezTo>
                <a:lnTo>
                  <a:pt x="69769" y="76721"/>
                </a:lnTo>
                <a:lnTo>
                  <a:pt x="70280" y="77213"/>
                </a:lnTo>
                <a:cubicBezTo>
                  <a:pt x="70204" y="77498"/>
                  <a:pt x="70186" y="77819"/>
                  <a:pt x="70186" y="78122"/>
                </a:cubicBezTo>
                <a:cubicBezTo>
                  <a:pt x="70204" y="79279"/>
                  <a:pt x="70679" y="80377"/>
                  <a:pt x="71512" y="81173"/>
                </a:cubicBezTo>
                <a:lnTo>
                  <a:pt x="80529" y="89925"/>
                </a:lnTo>
                <a:cubicBezTo>
                  <a:pt x="81363" y="90739"/>
                  <a:pt x="82461" y="91155"/>
                  <a:pt x="83540" y="91155"/>
                </a:cubicBezTo>
                <a:cubicBezTo>
                  <a:pt x="84677" y="91155"/>
                  <a:pt x="85814" y="90701"/>
                  <a:pt x="86667" y="89829"/>
                </a:cubicBezTo>
                <a:lnTo>
                  <a:pt x="89905" y="86477"/>
                </a:lnTo>
                <a:cubicBezTo>
                  <a:pt x="91572" y="84753"/>
                  <a:pt x="91535" y="82007"/>
                  <a:pt x="89830" y="80340"/>
                </a:cubicBezTo>
                <a:lnTo>
                  <a:pt x="80813" y="71588"/>
                </a:lnTo>
                <a:cubicBezTo>
                  <a:pt x="79997" y="70809"/>
                  <a:pt x="78928" y="70375"/>
                  <a:pt x="77800" y="70375"/>
                </a:cubicBezTo>
                <a:cubicBezTo>
                  <a:pt x="77776" y="70375"/>
                  <a:pt x="77751" y="70375"/>
                  <a:pt x="77726" y="70375"/>
                </a:cubicBezTo>
                <a:cubicBezTo>
                  <a:pt x="77592" y="70375"/>
                  <a:pt x="77479" y="70375"/>
                  <a:pt x="77365" y="70394"/>
                </a:cubicBezTo>
                <a:lnTo>
                  <a:pt x="74523" y="67610"/>
                </a:lnTo>
                <a:cubicBezTo>
                  <a:pt x="78445" y="60884"/>
                  <a:pt x="78029" y="52132"/>
                  <a:pt x="72838" y="45749"/>
                </a:cubicBezTo>
                <a:cubicBezTo>
                  <a:pt x="71909" y="44612"/>
                  <a:pt x="70886" y="43608"/>
                  <a:pt x="69769" y="42718"/>
                </a:cubicBezTo>
                <a:lnTo>
                  <a:pt x="69769" y="2842"/>
                </a:lnTo>
                <a:cubicBezTo>
                  <a:pt x="69769" y="1270"/>
                  <a:pt x="68499" y="0"/>
                  <a:pt x="66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15830" name="Google Shape;15830;p68"/>
          <p:cNvSpPr/>
          <p:nvPr/>
        </p:nvSpPr>
        <p:spPr>
          <a:xfrm>
            <a:off x="2772325" y="846850"/>
            <a:ext cx="5649300" cy="3794100"/>
          </a:xfrm>
          <a:prstGeom prst="rect">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latin typeface="Poppins Light"/>
              <a:ea typeface="Poppins Light"/>
              <a:cs typeface="Poppins Light"/>
              <a:sym typeface="Poppins Light"/>
            </a:endParaRPr>
          </a:p>
        </p:txBody>
      </p:sp>
      <p:sp>
        <p:nvSpPr>
          <p:cNvPr id="15831" name="Google Shape;15831;p68"/>
          <p:cNvSpPr txBox="1"/>
          <p:nvPr/>
        </p:nvSpPr>
        <p:spPr>
          <a:xfrm>
            <a:off x="2995175" y="953825"/>
            <a:ext cx="5803200" cy="36549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1200"/>
              </a:spcBef>
              <a:spcAft>
                <a:spcPts val="0"/>
              </a:spcAft>
              <a:buClr>
                <a:schemeClr val="dk1"/>
              </a:buClr>
              <a:buSzPts val="1100"/>
              <a:buFont typeface="Arial"/>
              <a:buNone/>
            </a:pPr>
            <a:r>
              <a:rPr lang="en" sz="700">
                <a:solidFill>
                  <a:schemeClr val="dk1"/>
                </a:solidFill>
                <a:highlight>
                  <a:srgbClr val="FFFFFF"/>
                </a:highlight>
                <a:latin typeface="Poppins"/>
                <a:ea typeface="Poppins"/>
                <a:cs typeface="Poppins"/>
                <a:sym typeface="Poppins"/>
              </a:rPr>
              <a:t>[1]Seetaram, J., Bhavya, A., Tarun, C., en Sameera, V. "Internet of Things (IoT) Based  Greenhouse Monitoring and Controlling System Using ESP-32." International Journal of Advanced Research in Computer and Communication Engineering 13, no. 6 (June 2024).</a:t>
            </a:r>
            <a:endParaRPr sz="700">
              <a:solidFill>
                <a:schemeClr val="dk1"/>
              </a:solidFill>
              <a:highlight>
                <a:srgbClr val="FFFFFF"/>
              </a:highlight>
              <a:latin typeface="Poppins"/>
              <a:ea typeface="Poppins"/>
              <a:cs typeface="Poppins"/>
              <a:sym typeface="Poppins"/>
            </a:endParaRPr>
          </a:p>
          <a:p>
            <a:pPr indent="0" lvl="0" marL="0" rtl="0" algn="just">
              <a:lnSpc>
                <a:spcPct val="115000"/>
              </a:lnSpc>
              <a:spcBef>
                <a:spcPts val="1200"/>
              </a:spcBef>
              <a:spcAft>
                <a:spcPts val="0"/>
              </a:spcAft>
              <a:buClr>
                <a:schemeClr val="dk1"/>
              </a:buClr>
              <a:buSzPts val="1100"/>
              <a:buFont typeface="Arial"/>
              <a:buNone/>
            </a:pPr>
            <a:r>
              <a:rPr lang="en" sz="700">
                <a:solidFill>
                  <a:schemeClr val="dk1"/>
                </a:solidFill>
                <a:highlight>
                  <a:srgbClr val="FFFFFF"/>
                </a:highlight>
                <a:latin typeface="Poppins"/>
                <a:ea typeface="Poppins"/>
                <a:cs typeface="Poppins"/>
                <a:sym typeface="Poppins"/>
              </a:rPr>
              <a:t>[2] Shimpi, Mayuri, Vishal Thorat, Shivani Gavade, Sheetal Pawar, en Nilakshee Rajule. "Smart Greenhouse Automation and Monitoring System." Paper gepresenteerd op de 6th International Conference on Computing, Communication, Control and Automation (ICCUBEA), Pune, India, August 26–27, 2022. IEEE.</a:t>
            </a:r>
            <a:r>
              <a:rPr lang="en" sz="700">
                <a:solidFill>
                  <a:schemeClr val="dk1"/>
                </a:solidFill>
                <a:highlight>
                  <a:srgbClr val="FFFFFF"/>
                </a:highlight>
                <a:uFill>
                  <a:noFill/>
                </a:uFill>
                <a:latin typeface="Poppins"/>
                <a:ea typeface="Poppins"/>
                <a:cs typeface="Poppins"/>
                <a:sym typeface="Poppins"/>
                <a:hlinkClick r:id="rId4">
                  <a:extLst>
                    <a:ext uri="{A12FA001-AC4F-418D-AE19-62706E023703}">
                      <ahyp:hlinkClr val="tx"/>
                    </a:ext>
                  </a:extLst>
                </a:hlinkClick>
              </a:rPr>
              <a:t> </a:t>
            </a:r>
            <a:r>
              <a:rPr lang="en" sz="700" u="sng">
                <a:solidFill>
                  <a:srgbClr val="0070C0"/>
                </a:solidFill>
                <a:highlight>
                  <a:srgbClr val="FFFFFF"/>
                </a:highlight>
                <a:latin typeface="Poppins"/>
                <a:ea typeface="Poppins"/>
                <a:cs typeface="Poppins"/>
                <a:sym typeface="Poppins"/>
                <a:hlinkClick r:id="rId5">
                  <a:extLst>
                    <a:ext uri="{A12FA001-AC4F-418D-AE19-62706E023703}">
                      <ahyp:hlinkClr val="tx"/>
                    </a:ext>
                  </a:extLst>
                </a:hlinkClick>
              </a:rPr>
              <a:t>https://www.researchgate.net/publication/367199224</a:t>
            </a:r>
            <a:endParaRPr sz="700" u="sng">
              <a:solidFill>
                <a:srgbClr val="0070C0"/>
              </a:solidFill>
              <a:highlight>
                <a:srgbClr val="FFFFFF"/>
              </a:highlight>
              <a:latin typeface="Poppins"/>
              <a:ea typeface="Poppins"/>
              <a:cs typeface="Poppins"/>
              <a:sym typeface="Poppins"/>
            </a:endParaRPr>
          </a:p>
          <a:p>
            <a:pPr indent="0" lvl="0" marL="0" rtl="0" algn="just">
              <a:lnSpc>
                <a:spcPct val="115000"/>
              </a:lnSpc>
              <a:spcBef>
                <a:spcPts val="1200"/>
              </a:spcBef>
              <a:spcAft>
                <a:spcPts val="0"/>
              </a:spcAft>
              <a:buClr>
                <a:schemeClr val="dk1"/>
              </a:buClr>
              <a:buSzPts val="1100"/>
              <a:buFont typeface="Arial"/>
              <a:buNone/>
            </a:pPr>
            <a:r>
              <a:rPr lang="en" sz="700">
                <a:solidFill>
                  <a:schemeClr val="dk1"/>
                </a:solidFill>
                <a:highlight>
                  <a:srgbClr val="FFFFFF"/>
                </a:highlight>
                <a:latin typeface="Poppins"/>
                <a:ea typeface="Poppins"/>
                <a:cs typeface="Poppins"/>
                <a:sym typeface="Poppins"/>
              </a:rPr>
              <a:t>[3]Shanto, Shakib Sadat, Musfiqur Rahman, Jaber Md. Oasik, en Hamim Hossain. "Smart Greenhouse Monitoring System Using Blynk IoT App." Journal of Engineering Research and Reports 25, no. 2 (2023): 94–107.</a:t>
            </a:r>
            <a:endParaRPr sz="700">
              <a:solidFill>
                <a:schemeClr val="dk1"/>
              </a:solidFill>
              <a:highlight>
                <a:srgbClr val="FFFFFF"/>
              </a:highlight>
              <a:latin typeface="Poppins"/>
              <a:ea typeface="Poppins"/>
              <a:cs typeface="Poppins"/>
              <a:sym typeface="Poppins"/>
            </a:endParaRPr>
          </a:p>
          <a:p>
            <a:pPr indent="0" lvl="0" marL="0" rtl="0" algn="just">
              <a:lnSpc>
                <a:spcPct val="115000"/>
              </a:lnSpc>
              <a:spcBef>
                <a:spcPts val="1200"/>
              </a:spcBef>
              <a:spcAft>
                <a:spcPts val="0"/>
              </a:spcAft>
              <a:buClr>
                <a:schemeClr val="dk1"/>
              </a:buClr>
              <a:buSzPts val="1100"/>
              <a:buFont typeface="Arial"/>
              <a:buNone/>
            </a:pPr>
            <a:r>
              <a:rPr lang="en" sz="700">
                <a:solidFill>
                  <a:schemeClr val="dk1"/>
                </a:solidFill>
                <a:highlight>
                  <a:srgbClr val="FFFFFF"/>
                </a:highlight>
                <a:latin typeface="Poppins"/>
                <a:ea typeface="Poppins"/>
                <a:cs typeface="Poppins"/>
                <a:sym typeface="Poppins"/>
              </a:rPr>
              <a:t>[4] A. M. Humayun, M. I. M. Wahab, A. Elzaart, en M. S. Hossain, "Automated Greenhouse Monitoring and Control System Using Internet of Things," </a:t>
            </a:r>
            <a:r>
              <a:rPr i="1" lang="en" sz="700">
                <a:solidFill>
                  <a:schemeClr val="dk1"/>
                </a:solidFill>
                <a:highlight>
                  <a:srgbClr val="FFFFFF"/>
                </a:highlight>
                <a:latin typeface="Poppins"/>
                <a:ea typeface="Poppins"/>
                <a:cs typeface="Poppins"/>
                <a:sym typeface="Poppins"/>
              </a:rPr>
              <a:t>ResearchGate</a:t>
            </a:r>
            <a:r>
              <a:rPr lang="en" sz="700">
                <a:solidFill>
                  <a:schemeClr val="dk1"/>
                </a:solidFill>
                <a:highlight>
                  <a:srgbClr val="FFFFFF"/>
                </a:highlight>
                <a:latin typeface="Poppins"/>
                <a:ea typeface="Poppins"/>
                <a:cs typeface="Poppins"/>
                <a:sym typeface="Poppins"/>
              </a:rPr>
              <a:t>, Sep. 2016.</a:t>
            </a:r>
            <a:r>
              <a:rPr lang="en" sz="700">
                <a:solidFill>
                  <a:schemeClr val="dk1"/>
                </a:solidFill>
                <a:highlight>
                  <a:srgbClr val="FFFFFF"/>
                </a:highlight>
                <a:uFill>
                  <a:noFill/>
                </a:uFill>
                <a:latin typeface="Poppins"/>
                <a:ea typeface="Poppins"/>
                <a:cs typeface="Poppins"/>
                <a:sym typeface="Poppins"/>
                <a:hlinkClick r:id="rId6">
                  <a:extLst>
                    <a:ext uri="{A12FA001-AC4F-418D-AE19-62706E023703}">
                      <ahyp:hlinkClr val="tx"/>
                    </a:ext>
                  </a:extLst>
                </a:hlinkClick>
              </a:rPr>
              <a:t> </a:t>
            </a:r>
            <a:r>
              <a:rPr lang="en" sz="700" u="sng">
                <a:solidFill>
                  <a:srgbClr val="1155CC"/>
                </a:solidFill>
                <a:highlight>
                  <a:srgbClr val="FFFFFF"/>
                </a:highlight>
                <a:latin typeface="Poppins"/>
                <a:ea typeface="Poppins"/>
                <a:cs typeface="Poppins"/>
                <a:sym typeface="Poppins"/>
                <a:hlinkClick r:id="rId7">
                  <a:extLst>
                    <a:ext uri="{A12FA001-AC4F-418D-AE19-62706E023703}">
                      <ahyp:hlinkClr val="tx"/>
                    </a:ext>
                  </a:extLst>
                </a:hlinkClick>
              </a:rPr>
              <a:t>https://www.researchgate.net/publication/308817006_Automated_greenhouse</a:t>
            </a:r>
            <a:endParaRPr sz="700" u="sng">
              <a:solidFill>
                <a:srgbClr val="1155CC"/>
              </a:solidFill>
              <a:highlight>
                <a:srgbClr val="FFFFFF"/>
              </a:highlight>
              <a:latin typeface="Poppins"/>
              <a:ea typeface="Poppins"/>
              <a:cs typeface="Poppins"/>
              <a:sym typeface="Poppins"/>
            </a:endParaRPr>
          </a:p>
          <a:p>
            <a:pPr indent="0" lvl="0" marL="0" rtl="0" algn="just">
              <a:lnSpc>
                <a:spcPct val="115000"/>
              </a:lnSpc>
              <a:spcBef>
                <a:spcPts val="1200"/>
              </a:spcBef>
              <a:spcAft>
                <a:spcPts val="0"/>
              </a:spcAft>
              <a:buClr>
                <a:schemeClr val="dk1"/>
              </a:buClr>
              <a:buSzPts val="1100"/>
              <a:buFont typeface="Arial"/>
              <a:buNone/>
            </a:pPr>
            <a:r>
              <a:rPr lang="en" sz="700">
                <a:solidFill>
                  <a:schemeClr val="dk1"/>
                </a:solidFill>
                <a:highlight>
                  <a:srgbClr val="FFFFFF"/>
                </a:highlight>
                <a:latin typeface="Poppins"/>
                <a:ea typeface="Poppins"/>
                <a:cs typeface="Poppins"/>
                <a:sym typeface="Poppins"/>
              </a:rPr>
              <a:t>[5] M. M. Hassan, H. H. Hossain, M. A. Mottalib, A. S. M. Mahmud, en M. S. Rahman, "An IoT-Based Smart Agriculture System Using Machine Learning Algorithms," </a:t>
            </a:r>
            <a:r>
              <a:rPr i="1" lang="en" sz="700">
                <a:solidFill>
                  <a:schemeClr val="dk1"/>
                </a:solidFill>
                <a:highlight>
                  <a:srgbClr val="FFFFFF"/>
                </a:highlight>
                <a:latin typeface="Poppins"/>
                <a:ea typeface="Poppins"/>
                <a:cs typeface="Poppins"/>
                <a:sym typeface="Poppins"/>
              </a:rPr>
              <a:t>SSRN</a:t>
            </a:r>
            <a:r>
              <a:rPr lang="en" sz="700">
                <a:solidFill>
                  <a:schemeClr val="dk1"/>
                </a:solidFill>
                <a:highlight>
                  <a:srgbClr val="FFFFFF"/>
                </a:highlight>
                <a:latin typeface="Poppins"/>
                <a:ea typeface="Poppins"/>
                <a:cs typeface="Poppins"/>
                <a:sym typeface="Poppins"/>
              </a:rPr>
              <a:t>, Jul. 2024.</a:t>
            </a:r>
            <a:r>
              <a:rPr lang="en" sz="700">
                <a:solidFill>
                  <a:schemeClr val="dk1"/>
                </a:solidFill>
                <a:highlight>
                  <a:srgbClr val="FFFFFF"/>
                </a:highlight>
                <a:uFill>
                  <a:noFill/>
                </a:uFill>
                <a:latin typeface="Poppins"/>
                <a:ea typeface="Poppins"/>
                <a:cs typeface="Poppins"/>
                <a:sym typeface="Poppins"/>
                <a:hlinkClick r:id="rId8">
                  <a:extLst>
                    <a:ext uri="{A12FA001-AC4F-418D-AE19-62706E023703}">
                      <ahyp:hlinkClr val="tx"/>
                    </a:ext>
                  </a:extLst>
                </a:hlinkClick>
              </a:rPr>
              <a:t>  </a:t>
            </a:r>
            <a:r>
              <a:rPr lang="en" sz="700" u="sng">
                <a:solidFill>
                  <a:srgbClr val="1155CC"/>
                </a:solidFill>
                <a:highlight>
                  <a:srgbClr val="FFFFFF"/>
                </a:highlight>
                <a:latin typeface="Poppins"/>
                <a:ea typeface="Poppins"/>
                <a:cs typeface="Poppins"/>
                <a:sym typeface="Poppins"/>
                <a:hlinkClick r:id="rId9">
                  <a:extLst>
                    <a:ext uri="{A12FA001-AC4F-418D-AE19-62706E023703}">
                      <ahyp:hlinkClr val="tx"/>
                    </a:ext>
                  </a:extLst>
                </a:hlinkClick>
              </a:rPr>
              <a:t>https://papers.ssrn.com/sol3/papers.cfm?abstract_id=4813490</a:t>
            </a:r>
            <a:endParaRPr sz="700" u="sng">
              <a:solidFill>
                <a:srgbClr val="1155CC"/>
              </a:solidFill>
              <a:highlight>
                <a:srgbClr val="FFFFFF"/>
              </a:highlight>
              <a:latin typeface="Poppins"/>
              <a:ea typeface="Poppins"/>
              <a:cs typeface="Poppins"/>
              <a:sym typeface="Poppins"/>
            </a:endParaRPr>
          </a:p>
          <a:p>
            <a:pPr indent="0" lvl="0" marL="0" rtl="0" algn="just">
              <a:lnSpc>
                <a:spcPct val="115000"/>
              </a:lnSpc>
              <a:spcBef>
                <a:spcPts val="1200"/>
              </a:spcBef>
              <a:spcAft>
                <a:spcPts val="0"/>
              </a:spcAft>
              <a:buClr>
                <a:schemeClr val="dk1"/>
              </a:buClr>
              <a:buSzPts val="1100"/>
              <a:buFont typeface="Arial"/>
              <a:buNone/>
            </a:pPr>
            <a:r>
              <a:rPr lang="en" sz="700">
                <a:solidFill>
                  <a:schemeClr val="dk1"/>
                </a:solidFill>
                <a:highlight>
                  <a:srgbClr val="FFFFFF"/>
                </a:highlight>
                <a:latin typeface="Poppins"/>
                <a:ea typeface="Poppins"/>
                <a:cs typeface="Poppins"/>
                <a:sym typeface="Poppins"/>
              </a:rPr>
              <a:t>[6] M. Pérez-Ruiz, F. Rodríguez, A. Guzmán, J. Agüera, M. R. Berenguel, en J. L. Guzmán, "Development of Custom SCADA Software for Greenhouse Monitoring and Control Based on Open Source Hardware and Software," </a:t>
            </a:r>
            <a:r>
              <a:rPr i="1" lang="en" sz="700">
                <a:solidFill>
                  <a:schemeClr val="dk1"/>
                </a:solidFill>
                <a:highlight>
                  <a:srgbClr val="FFFFFF"/>
                </a:highlight>
                <a:latin typeface="Poppins"/>
                <a:ea typeface="Poppins"/>
                <a:cs typeface="Poppins"/>
                <a:sym typeface="Poppins"/>
              </a:rPr>
              <a:t>Computers and Electronics in Agriculture</a:t>
            </a:r>
            <a:r>
              <a:rPr lang="en" sz="700">
                <a:solidFill>
                  <a:schemeClr val="dk1"/>
                </a:solidFill>
                <a:highlight>
                  <a:srgbClr val="FFFFFF"/>
                </a:highlight>
                <a:latin typeface="Poppins"/>
                <a:ea typeface="Poppins"/>
                <a:cs typeface="Poppins"/>
                <a:sym typeface="Poppins"/>
              </a:rPr>
              <a:t>, vol. 191, p. 106508, 2021.</a:t>
            </a:r>
            <a:r>
              <a:rPr lang="en" sz="700">
                <a:solidFill>
                  <a:schemeClr val="dk1"/>
                </a:solidFill>
                <a:highlight>
                  <a:srgbClr val="FFFFFF"/>
                </a:highlight>
                <a:uFill>
                  <a:noFill/>
                </a:uFill>
                <a:latin typeface="Poppins"/>
                <a:ea typeface="Poppins"/>
                <a:cs typeface="Poppins"/>
                <a:sym typeface="Poppins"/>
                <a:hlinkClick r:id="rId10">
                  <a:extLst>
                    <a:ext uri="{A12FA001-AC4F-418D-AE19-62706E023703}">
                      <ahyp:hlinkClr val="tx"/>
                    </a:ext>
                  </a:extLst>
                </a:hlinkClick>
              </a:rPr>
              <a:t> </a:t>
            </a:r>
            <a:r>
              <a:rPr lang="en" sz="700" u="sng">
                <a:solidFill>
                  <a:srgbClr val="1155CC"/>
                </a:solidFill>
                <a:highlight>
                  <a:srgbClr val="FFFFFF"/>
                </a:highlight>
                <a:latin typeface="Poppins"/>
                <a:ea typeface="Poppins"/>
                <a:cs typeface="Poppins"/>
                <a:sym typeface="Poppins"/>
                <a:hlinkClick r:id="rId11">
                  <a:extLst>
                    <a:ext uri="{A12FA001-AC4F-418D-AE19-62706E023703}">
                      <ahyp:hlinkClr val="tx"/>
                    </a:ext>
                  </a:extLst>
                </a:hlinkClick>
              </a:rPr>
              <a:t>https://www.sciencedirect.com/science/article/abs/pii/S0168169921005755</a:t>
            </a:r>
            <a:endParaRPr sz="700" u="sng">
              <a:solidFill>
                <a:srgbClr val="1155CC"/>
              </a:solidFill>
              <a:highlight>
                <a:srgbClr val="FFFFFF"/>
              </a:highlight>
              <a:latin typeface="Poppins"/>
              <a:ea typeface="Poppins"/>
              <a:cs typeface="Poppins"/>
              <a:sym typeface="Poppins"/>
            </a:endParaRPr>
          </a:p>
          <a:p>
            <a:pPr indent="0" lvl="0" marL="0" rtl="0" algn="just">
              <a:lnSpc>
                <a:spcPct val="115000"/>
              </a:lnSpc>
              <a:spcBef>
                <a:spcPts val="1200"/>
              </a:spcBef>
              <a:spcAft>
                <a:spcPts val="0"/>
              </a:spcAft>
              <a:buClr>
                <a:schemeClr val="dk1"/>
              </a:buClr>
              <a:buSzPts val="1100"/>
              <a:buFont typeface="Arial"/>
              <a:buNone/>
            </a:pPr>
            <a:r>
              <a:rPr lang="en" sz="700">
                <a:solidFill>
                  <a:schemeClr val="dk1"/>
                </a:solidFill>
                <a:highlight>
                  <a:srgbClr val="FFFFFF"/>
                </a:highlight>
                <a:latin typeface="Poppins"/>
                <a:ea typeface="Poppins"/>
                <a:cs typeface="Poppins"/>
                <a:sym typeface="Poppins"/>
              </a:rPr>
              <a:t>[7] D. G. Khandaker, M. A. Hossain, M. A. Alim, M. A. Mannan, en M. F. Islam, "Automation and Monitoring of Greenhouse,"  Mar. 2018.</a:t>
            </a:r>
            <a:r>
              <a:rPr lang="en" sz="700">
                <a:solidFill>
                  <a:schemeClr val="dk1"/>
                </a:solidFill>
                <a:highlight>
                  <a:srgbClr val="FFFFFF"/>
                </a:highlight>
                <a:uFill>
                  <a:noFill/>
                </a:uFill>
                <a:latin typeface="Poppins"/>
                <a:ea typeface="Poppins"/>
                <a:cs typeface="Poppins"/>
                <a:sym typeface="Poppins"/>
                <a:hlinkClick r:id="rId12">
                  <a:extLst>
                    <a:ext uri="{A12FA001-AC4F-418D-AE19-62706E023703}">
                      <ahyp:hlinkClr val="tx"/>
                    </a:ext>
                  </a:extLst>
                </a:hlinkClick>
              </a:rPr>
              <a:t> </a:t>
            </a:r>
            <a:r>
              <a:rPr lang="en" sz="700" u="sng">
                <a:solidFill>
                  <a:srgbClr val="1155CC"/>
                </a:solidFill>
                <a:highlight>
                  <a:srgbClr val="FFFFFF"/>
                </a:highlight>
                <a:latin typeface="Poppins"/>
                <a:ea typeface="Poppins"/>
                <a:cs typeface="Poppins"/>
                <a:sym typeface="Poppins"/>
                <a:hlinkClick r:id="rId13">
                  <a:extLst>
                    <a:ext uri="{A12FA001-AC4F-418D-AE19-62706E023703}">
                      <ahyp:hlinkClr val="tx"/>
                    </a:ext>
                  </a:extLst>
                </a:hlinkClick>
              </a:rPr>
              <a:t>https://www.researchgate.net/publication/323953346_Automation_and_monitoring_of_greenhouse</a:t>
            </a:r>
            <a:endParaRPr sz="700" u="sng">
              <a:solidFill>
                <a:srgbClr val="1155CC"/>
              </a:solidFill>
              <a:highlight>
                <a:srgbClr val="FFFFFF"/>
              </a:highlight>
              <a:latin typeface="Poppins"/>
              <a:ea typeface="Poppins"/>
              <a:cs typeface="Poppins"/>
              <a:sym typeface="Poppins"/>
            </a:endParaRPr>
          </a:p>
          <a:p>
            <a:pPr indent="0" lvl="0" marL="0" rtl="0" algn="just">
              <a:lnSpc>
                <a:spcPct val="115000"/>
              </a:lnSpc>
              <a:spcBef>
                <a:spcPts val="1200"/>
              </a:spcBef>
              <a:spcAft>
                <a:spcPts val="0"/>
              </a:spcAft>
              <a:buClr>
                <a:schemeClr val="dk1"/>
              </a:buClr>
              <a:buSzPts val="1100"/>
              <a:buFont typeface="Arial"/>
              <a:buNone/>
            </a:pPr>
            <a:r>
              <a:rPr lang="en" sz="700">
                <a:solidFill>
                  <a:schemeClr val="dk1"/>
                </a:solidFill>
                <a:highlight>
                  <a:srgbClr val="FFFFFF"/>
                </a:highlight>
                <a:latin typeface="Poppins"/>
                <a:ea typeface="Poppins"/>
                <a:cs typeface="Poppins"/>
                <a:sym typeface="Poppins"/>
              </a:rPr>
              <a:t> </a:t>
            </a:r>
            <a:endParaRPr sz="700">
              <a:solidFill>
                <a:schemeClr val="dk1"/>
              </a:solidFill>
              <a:highlight>
                <a:srgbClr val="FFFFFF"/>
              </a:highlight>
              <a:latin typeface="Poppins"/>
              <a:ea typeface="Poppins"/>
              <a:cs typeface="Poppins"/>
              <a:sym typeface="Poppins"/>
            </a:endParaRPr>
          </a:p>
          <a:p>
            <a:pPr indent="0" lvl="0" marL="0" rtl="0" algn="just">
              <a:lnSpc>
                <a:spcPct val="115000"/>
              </a:lnSpc>
              <a:spcBef>
                <a:spcPts val="1200"/>
              </a:spcBef>
              <a:spcAft>
                <a:spcPts val="0"/>
              </a:spcAft>
              <a:buClr>
                <a:schemeClr val="dk1"/>
              </a:buClr>
              <a:buSzPts val="1100"/>
              <a:buFont typeface="Arial"/>
              <a:buNone/>
            </a:pPr>
            <a:r>
              <a:rPr lang="en" sz="700">
                <a:solidFill>
                  <a:schemeClr val="dk1"/>
                </a:solidFill>
                <a:highlight>
                  <a:srgbClr val="FFFFFF"/>
                </a:highlight>
                <a:latin typeface="Poppins"/>
                <a:ea typeface="Poppins"/>
                <a:cs typeface="Poppins"/>
                <a:sym typeface="Poppins"/>
              </a:rPr>
              <a:t> </a:t>
            </a:r>
            <a:endParaRPr sz="700">
              <a:solidFill>
                <a:schemeClr val="dk1"/>
              </a:solidFill>
              <a:highlight>
                <a:srgbClr val="FFFFFF"/>
              </a:highlight>
              <a:latin typeface="Poppins"/>
              <a:ea typeface="Poppins"/>
              <a:cs typeface="Poppins"/>
              <a:sym typeface="Poppins"/>
            </a:endParaRPr>
          </a:p>
          <a:p>
            <a:pPr indent="12700" lvl="0" marL="0" rtl="0" algn="just">
              <a:lnSpc>
                <a:spcPct val="115000"/>
              </a:lnSpc>
              <a:spcBef>
                <a:spcPts val="1200"/>
              </a:spcBef>
              <a:spcAft>
                <a:spcPts val="0"/>
              </a:spcAft>
              <a:buClr>
                <a:schemeClr val="dk1"/>
              </a:buClr>
              <a:buSzPts val="1100"/>
              <a:buFont typeface="Arial"/>
              <a:buNone/>
            </a:pPr>
            <a:r>
              <a:rPr i="1" lang="en" sz="900">
                <a:solidFill>
                  <a:srgbClr val="365F91"/>
                </a:solidFill>
                <a:highlight>
                  <a:srgbClr val="FFFFFF"/>
                </a:highlight>
                <a:latin typeface="Poppins"/>
                <a:ea typeface="Poppins"/>
                <a:cs typeface="Poppins"/>
                <a:sym typeface="Poppins"/>
              </a:rPr>
              <a:t> </a:t>
            </a:r>
            <a:endParaRPr i="1" sz="900">
              <a:solidFill>
                <a:srgbClr val="365F91"/>
              </a:solidFill>
              <a:highlight>
                <a:srgbClr val="FFFFFF"/>
              </a:highlight>
              <a:latin typeface="Poppins"/>
              <a:ea typeface="Poppins"/>
              <a:cs typeface="Poppins"/>
              <a:sym typeface="Poppins"/>
            </a:endParaRPr>
          </a:p>
          <a:p>
            <a:pPr indent="0" lvl="0" marL="0" rtl="0" algn="just">
              <a:spcBef>
                <a:spcPts val="1200"/>
              </a:spcBef>
              <a:spcAft>
                <a:spcPts val="0"/>
              </a:spcAft>
              <a:buNone/>
            </a:pPr>
            <a:r>
              <a:rPr i="1" lang="en" sz="900">
                <a:solidFill>
                  <a:srgbClr val="365F91"/>
                </a:solidFill>
                <a:highlight>
                  <a:srgbClr val="FFFFFF"/>
                </a:highlight>
                <a:latin typeface="Poppins"/>
                <a:ea typeface="Poppins"/>
                <a:cs typeface="Poppins"/>
                <a:sym typeface="Poppins"/>
              </a:rPr>
              <a:t>  </a:t>
            </a:r>
            <a:endParaRPr sz="900">
              <a:solidFill>
                <a:schemeClr val="accent2"/>
              </a:solidFill>
              <a:latin typeface="Poppins Light"/>
              <a:ea typeface="Poppins Light"/>
              <a:cs typeface="Poppins Light"/>
              <a:sym typeface="Poppins Light"/>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35" name="Shape 15835"/>
        <p:cNvGrpSpPr/>
        <p:nvPr/>
      </p:nvGrpSpPr>
      <p:grpSpPr>
        <a:xfrm>
          <a:off x="0" y="0"/>
          <a:ext cx="0" cy="0"/>
          <a:chOff x="0" y="0"/>
          <a:chExt cx="0" cy="0"/>
        </a:xfrm>
      </p:grpSpPr>
      <p:sp>
        <p:nvSpPr>
          <p:cNvPr id="15836" name="Google Shape;15836;p69"/>
          <p:cNvSpPr txBox="1"/>
          <p:nvPr>
            <p:ph type="title"/>
          </p:nvPr>
        </p:nvSpPr>
        <p:spPr>
          <a:xfrm>
            <a:off x="2381775" y="375289"/>
            <a:ext cx="4247100" cy="110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4300"/>
              <a:t>Demo</a:t>
            </a:r>
            <a:endParaRPr sz="3400"/>
          </a:p>
        </p:txBody>
      </p:sp>
      <p:sp>
        <p:nvSpPr>
          <p:cNvPr id="15837" name="Google Shape;15837;p6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15838" name="Google Shape;15838;p69"/>
          <p:cNvSpPr/>
          <p:nvPr/>
        </p:nvSpPr>
        <p:spPr>
          <a:xfrm>
            <a:off x="2273125" y="3645900"/>
            <a:ext cx="4626600" cy="1104000"/>
          </a:xfrm>
          <a:prstGeom prst="rect">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Light"/>
              <a:ea typeface="Poppins Light"/>
              <a:cs typeface="Poppins Light"/>
              <a:sym typeface="Poppins Light"/>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42" name="Shape 15842"/>
        <p:cNvGrpSpPr/>
        <p:nvPr/>
      </p:nvGrpSpPr>
      <p:grpSpPr>
        <a:xfrm>
          <a:off x="0" y="0"/>
          <a:ext cx="0" cy="0"/>
          <a:chOff x="0" y="0"/>
          <a:chExt cx="0" cy="0"/>
        </a:xfrm>
      </p:grpSpPr>
      <p:sp>
        <p:nvSpPr>
          <p:cNvPr id="15843" name="Google Shape;15843;p70"/>
          <p:cNvSpPr txBox="1"/>
          <p:nvPr>
            <p:ph type="title"/>
          </p:nvPr>
        </p:nvSpPr>
        <p:spPr>
          <a:xfrm>
            <a:off x="2448450" y="1356364"/>
            <a:ext cx="4247100" cy="110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5600"/>
              <a:t>Thanks!</a:t>
            </a:r>
            <a:endParaRPr sz="5600"/>
          </a:p>
        </p:txBody>
      </p:sp>
      <p:sp>
        <p:nvSpPr>
          <p:cNvPr id="15844" name="Google Shape;15844;p70"/>
          <p:cNvSpPr txBox="1"/>
          <p:nvPr>
            <p:ph idx="1" type="subTitle"/>
          </p:nvPr>
        </p:nvSpPr>
        <p:spPr>
          <a:xfrm>
            <a:off x="3174275" y="2460375"/>
            <a:ext cx="2817000" cy="436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600"/>
              <a:t>Do you have any questions? </a:t>
            </a:r>
            <a:endParaRPr sz="1600"/>
          </a:p>
        </p:txBody>
      </p:sp>
      <p:sp>
        <p:nvSpPr>
          <p:cNvPr id="15845" name="Google Shape;15845;p7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15846" name="Google Shape;15846;p70"/>
          <p:cNvSpPr/>
          <p:nvPr/>
        </p:nvSpPr>
        <p:spPr>
          <a:xfrm>
            <a:off x="2273125" y="3645900"/>
            <a:ext cx="4626600" cy="1104000"/>
          </a:xfrm>
          <a:prstGeom prst="rect">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Poppins Light"/>
              <a:ea typeface="Poppins Light"/>
              <a:cs typeface="Poppins Light"/>
              <a:sym typeface="Poppins Light"/>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onstruction Project Proposal XL">
  <a:themeElements>
    <a:clrScheme name="Simple Light">
      <a:dk1>
        <a:srgbClr val="000000"/>
      </a:dk1>
      <a:lt1>
        <a:srgbClr val="FFFFFF"/>
      </a:lt1>
      <a:dk2>
        <a:srgbClr val="595959"/>
      </a:dk2>
      <a:lt2>
        <a:srgbClr val="EEEEEE"/>
      </a:lt2>
      <a:accent1>
        <a:srgbClr val="E5AC77"/>
      </a:accent1>
      <a:accent2>
        <a:srgbClr val="3F4D53"/>
      </a:accent2>
      <a:accent3>
        <a:srgbClr val="FFFFFF"/>
      </a:accent3>
      <a:accent4>
        <a:srgbClr val="F3F3F3"/>
      </a:accent4>
      <a:accent5>
        <a:srgbClr val="D69D68"/>
      </a:accent5>
      <a:accent6>
        <a:srgbClr val="45565D"/>
      </a:accent6>
      <a:hlink>
        <a:srgbClr val="3F4D5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